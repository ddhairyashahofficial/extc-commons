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699" r:id="rId5"/>
    <p:sldMasterId id="2147483660" r:id="rId6"/>
    <p:sldMasterId id="2147483672" r:id="rId7"/>
  </p:sldMasterIdLst>
  <p:notesMasterIdLst>
    <p:notesMasterId r:id="rId86"/>
  </p:notesMasterIdLst>
  <p:sldIdLst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336" r:id="rId48"/>
    <p:sldId id="337" r:id="rId49"/>
    <p:sldId id="338" r:id="rId50"/>
    <p:sldId id="339" r:id="rId51"/>
    <p:sldId id="340" r:id="rId52"/>
    <p:sldId id="341" r:id="rId53"/>
    <p:sldId id="342" r:id="rId54"/>
    <p:sldId id="343" r:id="rId55"/>
    <p:sldId id="344" r:id="rId56"/>
    <p:sldId id="345" r:id="rId57"/>
    <p:sldId id="346" r:id="rId58"/>
    <p:sldId id="347" r:id="rId59"/>
    <p:sldId id="348" r:id="rId60"/>
    <p:sldId id="349" r:id="rId61"/>
    <p:sldId id="350" r:id="rId62"/>
    <p:sldId id="351" r:id="rId63"/>
    <p:sldId id="352" r:id="rId64"/>
    <p:sldId id="353" r:id="rId65"/>
    <p:sldId id="354" r:id="rId66"/>
    <p:sldId id="355" r:id="rId67"/>
    <p:sldId id="356" r:id="rId68"/>
    <p:sldId id="357" r:id="rId69"/>
    <p:sldId id="358" r:id="rId70"/>
    <p:sldId id="359" r:id="rId71"/>
    <p:sldId id="360" r:id="rId72"/>
    <p:sldId id="361" r:id="rId73"/>
    <p:sldId id="362" r:id="rId74"/>
    <p:sldId id="363" r:id="rId75"/>
    <p:sldId id="364" r:id="rId76"/>
    <p:sldId id="365" r:id="rId77"/>
    <p:sldId id="366" r:id="rId78"/>
    <p:sldId id="367" r:id="rId79"/>
    <p:sldId id="368" r:id="rId80"/>
    <p:sldId id="369" r:id="rId81"/>
    <p:sldId id="370" r:id="rId82"/>
    <p:sldId id="371" r:id="rId83"/>
    <p:sldId id="372" r:id="rId84"/>
    <p:sldId id="373" r:id="rId85"/>
  </p:sldIdLst>
  <p:sldSz cx="12192000" cy="6858000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0B0B"/>
    <a:srgbClr val="C7410B"/>
    <a:srgbClr val="8D4427"/>
    <a:srgbClr val="E0A998"/>
    <a:srgbClr val="EFD989"/>
    <a:srgbClr val="F7B7BD"/>
    <a:srgbClr val="F18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4" autoAdjust="0"/>
    <p:restoredTop sz="94662" autoAdjust="0"/>
  </p:normalViewPr>
  <p:slideViewPr>
    <p:cSldViewPr snapToGrid="0">
      <p:cViewPr>
        <p:scale>
          <a:sx n="50" d="100"/>
          <a:sy n="50" d="100"/>
        </p:scale>
        <p:origin x="-1116" y="-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slide" Target="slides/slide69.xml"/><Relationship Id="rId84" Type="http://schemas.openxmlformats.org/officeDocument/2006/relationships/slide" Target="slides/slide77.xml"/><Relationship Id="rId89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87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90" Type="http://schemas.openxmlformats.org/officeDocument/2006/relationships/tableStyles" Target="tableStyles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NULL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73.wmf"/><Relationship Id="rId6" Type="http://schemas.openxmlformats.org/officeDocument/2006/relationships/image" Target="../media/image81.wmf"/><Relationship Id="rId5" Type="http://schemas.openxmlformats.org/officeDocument/2006/relationships/image" Target="../media/image78.wmf"/><Relationship Id="rId4" Type="http://schemas.openxmlformats.org/officeDocument/2006/relationships/image" Target="../media/image8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png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image" Target="../media/image9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6-04-16T09:54:11.5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23901 8118 115,'-4'-3'425,"4"3"-3,-10-3-18,5 1-12,0-1-16,5 3-24,-7-3-31,7 3-23,-4-4-13,4 0-26,0 4-16,-4-3-16,2 0-7,2 3-5,0 0-2,-3-5-6,3 5 2,-1-3 2,1 3-11,-3-5 5,3 5-6,0-5-5,0 5-9,-2-5-7,2 5-7,-1-3-16,1 3-11,-3-4-4,3 4-8,-1-6-2,-2 4-16,3 2-16,-4-4 6,4 4-10,-1-5-2,1 5-5,-4-3-13,4 3-2,0 0-43,0 0-29,0 0 0,0 0 0,-1-4 0,1 4 0,0 0 0,0 0 0,0 0 0,0 0 0,0 0 0,0 0 0,0 12 0,4-1 0,-2 1 0,5 3 0,-2 2 0,1 2 0,3 7 0,2-1 0,-4-1 0,-2 3 0,5-5 0,-3-3 0,4 6 0,-4 0 0,0 0 0,1 0 0,-4-7 0,3-1 0,0 2 0,-2-3 0,2 0 0,-4-1 0,4-3 0,-4-2 0,1-1 0,0-2 0,1 0 0,-1-3 0,-4 1 0,4 0 0,-4-3 0,4 3 0,0-4 0,-4-1 0,2 3 0,-2-3 0,0 0 0,0 0 0,0 0 0,9-8 0,-9 4 0,4 0 0,-3-2 0,3 0 0,0-1 0,-3-1 0,4-3 0,-4 0 0,6-5 0,-6 6 0,3-7 0,1 1 0,-1-1 0,2-1 0,-2 0 0,-1 1 0,-1-2 0,2 0 0,0 2 0,-1 0 0,-1 2 0,1-1 0,-3 4 0,1 0 0,-1 3 0,0-1 0,3 2 0,-3-1 0,0 4 0,2-2 0,-1 1 0,-1 3 0,0-2 0,2 1 0,-2 4 0,0-6 0,0 6 0,-2-3 0,2 3 0,0 0 0,2-5 0,-2 5 0,1-4 0,-1 4 0,0 0 0,0 0 0,0 0 0,0 0 0,0 0 0,0 0 0,0-5 0,0 5 0,0 0 0,0 0 0,0 0 0,0 0 0,0 0 0,0 0 0,0 0 0,0 0 0,0 0 0,0 0 0,0 0 0,0 0 0,0 0 0,0 0-229,0 0-173,0 0-37,0 0-46,0 0-40,0 0-42,-19 5-357,19-5-1001,-7 5 442</inkml:trace>
  <inkml:trace contextRef="#ctx0" brushRef="#br0" timeOffset="529.7639">24248 8287 280,'0'0'471,"0"0"-7,-1-6-21,1 6-25,0 0-36,0 0-33,0 0-15,0 0-19,0 0-12,0 0-8,0 12-3,0-7-4,4 1-1,-4 1-8,1 0-2,3 7 1,-3-5-13,-1 0-19,1 2-5,2 2-2,-2-1-9,2-1-5,1 6-13,-3-1-7,-1-4-18,0 0-10,0 1-20,0 3-105,1-2-52,-2-2 0,1-1 0,0 2 0,0-2 0,-1 1 0,1-3 0,0 0 0,0 0 0,0-1 0,0-2 0,0 0 0,1 0 0,0-1 0,-2-1 0,2 0 0,-1 1 0,0-5 0,0 2 0,0-2 0,0 0 0,0 0 0,0 0 0,0 5 0,0-5 0,0 0-105,0 0-157,0 0-29,0 0-25,0 0-16,-9-13-19,9 9-18,-1-2-17,-2 1-12,2-1-16,2-3-6,2 3-15,-2-3-251,-1 2-742,3-1 328</inkml:trace>
  <inkml:trace contextRef="#ctx0" brushRef="#br0" timeOffset="1072.4033">24528 8308 364,'0'0'396,"0"0"-22,7 2-27,-7-2-25,0 0-28,0 0-20,2 3-28,-2-3-11,0 0-16,0 0-12,0 0-2,7 1-16,-7-1-8,0 0-5,2 3-7,-2-3-12,0 0-16,8 1-5,-8-1 13,11 2 11,-4 0-11,-7-2-6,9 0 14,-3 0 5,2 0-2,-1 0 3,-2-2-3,3 2 0,4-2-5,-5 2-11,4-2 15,-1-1-28,1 4-17,-2-4-5,1 0-8,-1 3-18,0-3-3,0-1-5,0 3-11,3-2-10,-2 2-16,0-2 11,-1 0 10,3 2-21,-1-1 9,-5 0-25,2 0-2,-1 0-14,1 3-25,-1-3-23,-2 0-21,0 2-22,-5 0-19,8-2-20,-8 2-19,0 0-25,6-1-26,-6 1-20,0 0-16,0 0-33,0 0-23,0 0-25,0 0-25,-14 11-14,9-9-12,0 3-9,0-1-25,-7 0-218,3 3-665,0 0 294</inkml:trace>
  <inkml:trace contextRef="#ctx0" brushRef="#br0" timeOffset="1425.5384">24639 8424 17,'0'0'329,"-5"1"-1,5-1 3,0 0-15,-6 1-16,6-1-10,0 0-25,0 0-15,-8 4-18,8-4-3,0 0-11,0 0-1,0 0-1,0 0 7,0 0 0,18 0-12,-18 0-3,9-1-11,2 1-15,-3-3-1,1 1-13,1 1-8,-5 0-14,7-2-17,-4 2-5,3-2-3,-2 1-10,3 0-8,-2-1-13,0-1-8,0 2-6,2-3-7,-3 4-6,-3 0-6,1-1-9,4 1-1,-6-2-4,2 2-8,0 0 0,0 1-5,-7 0-3,10 0-2,-6-2-3,0 0-4,-4 2 2,0 0-1,10-1-1,-10 1-3,0 0 2,7-1-3,-7 1-2,0 0-3,0 0-1,0 0 0,0 0 1,0 0-21,0 0-17,0 0-16,0 0-25,0 0-22,0 0-30,0 0-24,0 0-51,0 0-28,0 0-26,0 0-25,0 0-31,0 0-32,0 0-41,0 0-64,0 0-224,0 0-724,0 0 321</inkml:trace>
  <inkml:trace contextRef="#ctx0" brushRef="#br0" timeOffset="3921.5137">25414 8117 412,'0'0'418,"-8"1"8,8-1-16,0 0-28,0 0-40,0 0-29,0 0-32,-9-6-22,9 6-24,0 0-20,0 0-15,7-9-11,-5 7-5,1 0-4,1-2-15,1-1-6,1 1-6,-1 0-9,3-2-11,1 0-5,0 1-6,-2-1-15,0 4-12,2-3-9,1-1-4,2 2-10,-5 2-11,-2-2-6,4 2-4,-4-1-9,4 2-5,-4-1 1,-5 2-5,13 2-4,-8 3-3,-1-2-2,1 0 3,-1 2-4,1 0-4,0 2 1,-2 1-3,-2 3-2,-1-2 1,0 4 1,0-1-2,-4 3-5,-1 1-1,0 0 3,-4 0-3,0 0 1,-1 0-2,2-1 0,-6-1 0,2 0-3,-1 0 3,4-1-1,-5 1-2,3 0-1,1-4 5,1 0 1,-1-1-2,1 4 2,0-6 7,3-2 8,1 0 1,-2 1 0,3-3 1,-2 2 7,2-1-8,3-3 2,0 3-5,-2-2 6,3-2 7,0 0 8,0 0 15,0 0 8,0 0 12,0 0 14,0 0 5,0 0 10,15-1 1,-15 1-2,11-5-11,-5 1 0,1 1-9,0-1-10,-2 1-9,4-2-4,0 1-19,3 2-45,-5-2 0,4 1 0,-1 0 0,-3 2 0,4-2 0,-5 2 0,5-2 0,-3 3 0,2-5 0,-1 2 0,0 0 0,0 3 0,-4-4 0,4 3 0,0-2 0,-2 0 0,-2 1 0,2 0 0,-3 0 0,3 1 0,-7 1 0,6-2 0,-6 2 0,7-1 0,-7 1 0,5-2 0,-5 2 0,0 0 0,6-1 0,-6 1 0,0 0 0,5-1 0,-5 1 0,0 0-31,0 0-133,0 0-36,3 5-32,-2-2-33,-1-3-33,4 3-30,-4-3-35,0 0-40,2 3-42,-2-3-54,0 0-329,0 0-896,7-7 397</inkml:trace>
  <inkml:trace contextRef="#ctx0" brushRef="#br0" timeOffset="4498.2613">25850 8101 152,'0'0'295,"0"0"-18,0 0-22,0 0-9,0 0-10,0 0-14,-12 9-8,10-7-11,-1 1-4,2 1-13,-3-1-2,1 1-12,-3 0 11,5-1-22,-2 2-6,1 0-10,-1-2-3,3 1-6,-1 1-14,-2-2-7,6 2-9,-3-5-6,-3 5-15,6 0 0,-2-2-7,-1 0-13,4 0 0,0 1 3,-3 0-8,5-1-3,-3 0-11,2-1 7,-1 3-14,1-1-5,-1-2 2,1 0-1,0 2 0,0 0 1,0-2-1,2 1-1,0-1-3,0 1-4,-1 0 0,1-1 13,-1 2 0,0-2-1,1 1-6,0 1-2,-3 0 0,1 1 9,-1-1-2,3 0-4,-4 1 0,1 0-8,1 0 5,-1-2-2,0 1-2,-3-1 2,3 3 4,-4-4-2,4 2 8,-3-1 5,-1 1 2,3-1 4,-3 3 0,0-1 11,0-2-5,0-3-5,-3 7 4,-1-1-5,3-3 0,-3 2-9,0-1-2,-1 0-1,0 0 3,1-2-6,-4 3-1,2-1-3,0-2-5,1 4 1,-4-1-6,3-1 3,-1-1-7,1 1 3,-1-1-6,1 1-3,-2-2 3,3 1 1,-3-2-7,2 1-1,0 1 4,1-2-7,-3 2 5,0 0-6,4-2-3,-2 2-8,2-1-7,-1 0-11,5-2-18,-8 2-15,6-1-21,2-1-17,0 0-12,-12 0-19,12 0-32,-5-3-24,5 3-8,-4-2-8,4 2-10,-1-6-11,1 1-17,-2 0-19,4-1-15,-2 0-16,1-1-22,3-4-18,-4 5-243,3-3-616,-3-1 273</inkml:trace>
  <inkml:trace contextRef="#ctx0" brushRef="#br0" timeOffset="4822.8249">25878 8140 98,'0'0'458,"0"0"-16,-5-4 0,5 4-20,0 0-28,0 0-40,-3-4-29,3 4-32,0 0-26,0 0-26,0 0-24,0 0-17,0 0-18,-1-3-11,1 3-6,0 0-4,8-4-8,-5 1-10,1 2-14,-4 1-8,10-4-13,-4 1-11,0 0-10,0-1-7,6-1-8,-6 2-7,3-3-9,3 2 0,-3-1-12,0 0-3,-2 1-4,3-1-4,-1 0-3,0 1-6,0 1-10,-4-1-19,-1 2-15,1 1-19,-1-2-14,0 2-22,-4 1-26,6-2-14,-6 2-18,7-3-24,-7 3-24,0 0-15,6 0-15,-6 0-18,0 0-24,0 0-24,0 0-34,0 0-23,8 3-255,-8-3-638,-3 4 283</inkml:trace>
  <inkml:trace contextRef="#ctx0" brushRef="#br0" timeOffset="5404.4269">26401 8038 315,'-2'-4'330,"0"-1"-24,-1 2-13,3 3-23,-4-4-21,0 2-6,4 2-13,-5-4-11,3 2-14,2 2-8,0 0-1,-8-2-11,8 2 2,0 0-9,-10 3 4,7 0 0,-2 0 7,1-1 5,-1 3 5,2 1 4,-1 0-5,-3 1-4,2 2 6,-3-1-10,5 2-9,-2-1 4,-2 2-13,5 1-13,-2-3-15,1 2-9,-1 1-14,3-2-10,-3 2-19,2-1-3,2-4-12,1 3-8,-1-3-6,1-1-9,4 2 5,-4-2-14,2 0 1,0-2-11,-1 0-5,0 0-11,0 1-6,3-4-14,-3 3-8,1-1-6,2 0-6,-1-1-11,-1 0-5,1 1-16,-1-2-1,-3-1-7,7 1-2,-7-1-12,8 3-13,-2-2-20,-6-1-13,6 2-12,-6-2-8,5 1-16,-5-1-17,8 0-12,-8 0-11,10-2-14,-10 2-9,7-2-16,-7 2-17,6 0-19,-3-3-19,-3 3-16,7-3-13,-3 0-23,1 1-200,-5 2-588,5-4 262</inkml:trace>
  <inkml:trace contextRef="#ctx0" brushRef="#br0" timeOffset="5996.7647">26586 8016 98,'0'0'340,"0"0"-4,0 0-7,0 0-12,-12 9-24,7-6-12,1 3-1,-1 0-11,2 1 0,-1 2-1,-2 1-1,3 0 0,-4 2 1,5 0-13,-5 2 0,5 0-4,-2-2-11,0 4-10,0-5-13,2 3-14,0-2-18,0-1-19,0 1-11,0-2-16,2-4-14,-1 1-14,1 0-11,1-2-12,0 0-5,0 0-1,1-2-4,-2-3 3,6 3-5,-6-3-4,0 0-11,14-6-1,-5 3-8,-2-2-5,3 1-4,0-1-9,0-2 3,-3-1-1,2 3-4,1-1-8,0-1 9,-3 2-11,1-4-7,-4 5 3,1 0 1,3-6 4,-7 6 3,3 0-1,-2-2 11,0 1 18,-1 0-17,-1-1 3,4-1-12,-4 0 2,-4 2-3,4-1 2,-1 1-3,-1-1 3,0 0-11,1 1-2,-2 3 8,-1-3-10,3 2 2,0-1-4,1 4 0,-7-7-4,6 4 3,-3 1-6,4 2 4,-6-4-19,6 4-8,0 0-18,-6-3-14,6 3-3,-2-3-9,2 3-9,0 0-17,-5-2-16,5 2-25,0 0-32,0 0-29,0 0-49,-11 0-8,11 0-24,0 0-20,-5 3-23,5-3-18,0 0-25,0 0-15,0 0-28,0 0-329,0 0-788,14 5 350</inkml:trace>
  <inkml:trace contextRef="#ctx0" brushRef="#br0" timeOffset="6499.9106">26833 8016 84,'0'0'386,"0"0"9,-7-6-6,7 6-21,0 0-33,0 0-19,0 0-24,0 0-30,0 0-15,0 0-36,0 0-16,0 0-12,0 0-26,-6 10-13,6-10-12,0 4-13,0-4-3,0 4-11,0-4-3,2 7-4,-2-3-3,2-1-5,0 2 2,-2-1 0,3 1 3,-3 0 11,2 1 4,2 1-2,-3-2-7,4 1-9,-5 1-4,4-2 4,-3 2 1,3 0-5,-2 0-7,0-1-3,2 0-4,-3 1-4,2-2-5,-2 2-4,3 1-3,-3-5-3,3 3-4,-3 0-5,2-3 0,-2 0-5,-1 1 4,0-4-7,1 7-1,-1-5-3,0-2-1,3 5-7,-2-4 2,-1-1-2,0 0 0,0 0 5,-1 6-8,1-6-1,-3 4-3,3-4-2,0 0 1,-2 3 0,2-3-4,-3 4-5,3-4 0,-5 4-2,2-3 9,3-1-11,-6 2-3,6-2-12,-5 3-3,5-3-8,-5 1-13,5-1-15,-8 0-12,8 0-12,-10 1-12,10-1-18,-7-1-19,1 2-23,6-1-15,-10-2-28,10 2-23,-9-3-5,5 2-7,-1 0-11,5 1-17,-7-1-25,7 1-25,-9-4-35,6 3-34,-1-2-252,4 3-672,0 0 298</inkml:trace>
  <inkml:trace contextRef="#ctx0" brushRef="#br0" timeOffset="7138.0243">27029 8168 49,'3'-4'443,"1"1"-12,-2 0-12,2 1-15,-3-4-41,1 2-37,2-2-33,1 1-28,0-1-18,2-1-24,-3 0-20,1 0-16,4-2-16,0 0-11,-4 1-11,2 0-5,-2 1-10,0 0-10,1 1-14,1-2-7,-2 0-6,-1-1-2,0 2-4,-2-3-4,6 3 1,-5-4-1,0 6 3,1-5 1,-2 3 0,2-1 3,-1 2 3,0-3-5,-2 3-8,0-2-1,0 4-4,2-1 0,-6-1-2,6 1 5,-2 1 0,-1 1 2,1-1 4,-1 4 2,2-5 5,-2 5-4,0 0 4,0-4-1,0 4 10,0 0-9,1-4 0,-1 4 1,0 0 0,0 0-5,0 0 4,0 0-9,0 0-4,0 0-6,0 0-52,0 0-24,0 0 0,0 0 0,0 0 0,5 13 0,-6-8 0,1 1 0,2 1 0,-2 0 0,0 3 0,3 0 0,-2 1 0,2-1 0,-1 1 0,-3 2 0,4 0 0,-1 0 0,2 3 0,1-1 0,-1 0 0,0 0 0,-2-3 0,1 1 0,-1-2 0,0 1 0,0-1 0,2-2 0,-4 0 0,3-2 0,0 1 0,-3 0 0,2-1 0,-2-2 0,2-1 0,-2 2 0,0-2 0,1-1 0,-1-3 0,0 8 0,0-6 0,2 2 0,-2-4 0,0 0 0,2 4 0,-2-4 0,0 3 0,0-3 0,0 0 0,0 4 0,0-4 0,0 0-3,0 0-202,0 5-13,0-5-10,0 0-5,0 0-5,0 0-11,-9 3-11,9-3-4,0 0 7,-10 2 7,10-2 10,-4 0-2,4 0 0,-9 4 1,5-4-5,-3 1-9,7-1-11,-10 1-2,10-1-13,-12-1-7,7 0-24,-2-1-173,7 2-524,-13 0 232</inkml:trace>
  <inkml:trace contextRef="#ctx0" brushRef="#br0" timeOffset="7445.2155">27027 8166 145,'0'0'582,"0"0"0,0 0-2,0 0-20,0 0-33,0 0-49,0 0-55,0 0-42,0 0-19,0 0-56,7-1-21,-7 1-28,9-2-20,-3-1-21,6 0-25,-5 2-15,3-4-19,1 1-18,1 0-13,-2 1-5,3-2-17,-3 0-16,3 0-5,1-1-15,-2 1-31,0-2-27,-3 2-26,1 0-43,0 1-38,0 0-47,-1-1-35,3-1-46,-3 2-51,-4 1-37,3-1-48,0 2-56,-1 0-54,-2-1-307,2 0-841,-2 0 372</inkml:trace>
  <inkml:trace contextRef="#ctx0" brushRef="#br0" timeOffset="7900.1146">27408 7993 113,'0'0'365,"-8"-3"4,8 3 8,-5-2 5,5 2-14,-4-2-31,4 2-39,0 0-31,0 0-30,0 0-26,0 0-20,0 0-21,0 0-15,0 0-17,0 0-12,0 0-10,0 0-14,0 0-2,0 0-4,0 0 3,0 0 1,15 7 4,-15-7 2,5 3 7,-2-2-1,-3-1-2,3 3 9,0 2 10,1-2-2,0-1-5,0 3-4,0 1-1,1-1 7,-1 0-3,1 3-1,2-1-11,-3 3 0,1-2-5,-1-2-4,-3 2-7,5 0 4,-2 1 2,-1-3-6,2 4-6,-1-4-8,0 2 1,-3-2 8,3-1-5,-4-1-1,1 2-1,2-1-11,-3 0 6,0-1 0,-3 1-2,3 1-1,-1-3 0,1 2-67,-2 1-6,0-2 0,2-4 0,-4 6 0,3-4 0,1-2 0,-4 5 0,-2-3 0,2 1 0,0-1 0,-1 0 0,1 2 0,0-3 0,-1 2 0,-1 0 0,0-1 0,2-1 0,4-1 0,-9 2 0,5-1 0,4-1 0,-10 0 0,10 0 0,-8-1 0,8 1 0,-9-3 0,7 1-99,2 2-58,-8-6-32,5 4-25,2-2-20,-1 1-25,0-2-14,2-2-25,2 0-19,-2-2-25,1 2-20,0-4-27,3 0-18,0 1-38,-3 1-256,3 0-760,0-1 336</inkml:trace>
  <inkml:trace contextRef="#ctx0" brushRef="#br0" timeOffset="8128.3266">27483 7962 218,'0'-4'310,"0"0"-3,-2 0-3,2 4-1,0-6-14,2 2-20,-2 4-21,1-6-23,-1 3-12,3-1-12,-1 2-14,2-2-12,-4 4-11,5-5-19,-1 3-18,1-2-13,-1 1-8,1 0-11,3-2 3,-3 1-29,1 1 1,2-1-10,2 0-7,-3 1-7,-1 0-19,1 2-12,1-2-20,-1 1-21,-1 0-36,1 0-26,0-1-16,0 3-26,-7 0-36,11-2-40,-6 2-27,2-1-21,-7 1-59,10 0-163,-10 0-515,7 1 229</inkml:trace>
  <inkml:trace contextRef="#ctx0" brushRef="#br0" timeOffset="8723.058">27985 7861 294,'0'-3'483,"0"3"7,0 0-10,0 0-22,0 0-24,0 0-28,0 0-20,0 0-6,0 0-5,-4 19-4,4-10-4,0 1-23,0 1-4,-1 2-6,1-1-17,-2 6-21,4-1-12,-4-1-22,4 0-14,-1 3-18,-1-1-16,-1-2-20,2-1-19,3 1-146,-4-4-29,4-1 0,-3-2 0,-1 0 0,2-3 0,-2 1 0,1-1 0,0-1 0,-1 0 0,0-1 0,3-3 0,-3-1 0,4 3 0,-4-3 0,0 0 0,2-13-136,-2 1-257,3-4-70,-6-2-77,3-2-97,0-9-367,-4 0-1088,3-1 482</inkml:trace>
  <inkml:trace contextRef="#ctx0" brushRef="#br0" timeOffset="8895.203">28082 7680 186,'-4'-5'369,"-4"0"0,3 2-9,-1-3 11,0 3-1,3-2-25,-1 4-32,-2-1-34,1-1-33,5 3-23,-5-1-39,5 1-32,0 0-43,0 0-35,0 0-29,-8-1-24,8 1-19,0 0-42,0 0-30,0 0-40,-1 7-36,1-7-53,0 0-49,0 5-287,0-5-578,-4 6 256</inkml:trace>
  <inkml:trace contextRef="#ctx0" brushRef="#br0" timeOffset="9960.8714">28351 8016 261,'0'0'355,"0"0"-11,0 0-27,0 0-15,0 0-28,0 0-17,0 0-16,0 0-11,-5 4-3,5-4-14,0 0-16,0 0-2,0 0 4,0 0-2,0 0-2,0 0-4,0 0-2,0 0-11,8 5-6,-8-5-4,4 1-2,4-1-3,-8 0-12,18-1-10,-8 0-13,2-1-10,-1 1-12,3-4-8,0 3-13,0-1-5,5 0-10,0 1-3,0-2-9,-3-2-3,3 2-3,-3 1-12,-4-1-1,0 1 2,-1 1-13,1 0 1,-3-1-3,2 0-5,-7 2 1,5 0-2,-5 0 4,1 0-7,-5 1-2,6-1-5,-6 1 11,0 0 1,8 0 2,-8 0 3,0 0-5,0 0-1,0 0-1,5-2-3,-5 2 5,0 0-7,0 0-4,0 0 1,0 0-10,0 0-8,0 0-11,0 0-16,0 0-11,0 0-18,0 0-18,0 0-22,0 0-25,0 0-37,0 0-18,0 0-28,0 0-18,0 0-13,0 0-17,0 0-24,0 0-44,0 0-18,0 0-31,-10-5-280,10 5-709,0 0 314</inkml:trace>
  <inkml:trace contextRef="#ctx0" brushRef="#br0" timeOffset="10646.5618">28968 7852 427,'0'0'433,"0"0"-4,0 0-22,0 0-25,0 0-35,0 0-34,0 0-30,0 0-32,0 0-15,-4-9-17,8 6-5,0 2-9,2-1-1,-1-2-2,-1 1-10,3 0-6,1-2-6,0 1-12,-3 1-10,4-1-16,4 0-13,-8 1-8,4-1-17,4 0-10,-4 2-8,-3 0-8,2 0-13,-2 1-4,2 1-6,-2 3-9,1-1-1,-1 3-3,-3-3-2,2 4-8,-3 1-6,1 3-6,-3-1-2,0 2-2,-3 2-8,1 0 1,-3-2-14,-2 6 0,0-4 1,0 3-2,1 0-1,-1-3 4,-4 0-3,2-2 2,1 3 2,1-2-4,0-4 6,1 1-5,-2-2 6,4 2-7,-1-3 8,0-3-4,3 1 5,-1 0-2,0-1 6,2 1 9,1-4 0,-4 3 4,4-3 9,0 4-7,0-4 9,0 0 1,2 5 4,-2-5 4,0 0 11,7 1 10,-7-1-2,9-1 0,0 2 6,-4-1 0,4 0-2,0-2-5,4-1-2,-3 1 0,0 0-6,1 1-7,-1-2-3,3 1 5,-7 1-9,3-2-1,-1 2-9,-1-1-4,0 0-1,-1 1-7,1-1 7,1 1-7,-5-1-1,3 1 8,-2-2-9,1 2-5,-5 1 2,9-3-4,-4 1 1,-1 1-4,-4 1-7,7-4-15,-7 4-14,6-2-11,-6 2-20,5-1-11,-5 1-25,0 0-27,0-4-28,0 4-29,0 0-28,4-2-34,-4 2-34,0 0-23,0 0-34,-3-6-40,3 6-50,0 0-61,-1-5-246,1 5-797,-2-4 352</inkml:trace>
  <inkml:trace contextRef="#ctx0" brushRef="#br0" timeOffset="11166.0416">29456 7777 49,'0'0'448,"0"0"-18,0 0-19,-9-3-21,9 3-36,0 0-42,0 0-35,0 0-23,0 0-30,-9 5-24,5-2-21,3 0-17,1-3-17,0 8-16,0-5-5,-2 2-18,4 0-11,-2 0-10,0-2-7,0 4-17,3-3 3,-1 1-9,0 2-6,0-4-4,3 2-1,-3 2 1,4-3-8,0 1 8,-2 1 5,0-1-5,1 1-4,0 4-1,0-6 3,3 2 3,-3 0-3,0 1 0,0-1 1,2 2-1,-3-2 8,3 1-11,-3-1 0,0-1-3,0-1-5,0 3 2,-2-3 4,7 2-1,-6-1 3,-1-2-6,-1 0 8,2 2 2,0-1 6,-3 0 6,1 0 4,-1 0 10,0 1 2,-3-1 3,1 1-6,0 2 1,-1-2 2,0-2 3,-3 4-4,2-2-1,-1-1-1,-2 3-4,2-2-8,1-1-6,-2-1-6,1 2 3,0-4-9,1 3-7,0-3-1,0 1-4,4-2 0,-6 2-2,6-2-4,-5 2-5,5-2-5,0 0-4,-8 1-9,8-1-8,0 0-14,0 0-12,0 0-13,0 0-13,-12-1-22,12 1-23,-6-4-8,1 2-10,5 2-21,-8-3-26,8 3-19,-5-5-33,1 2-16,3-2-16,-6 2-29,3-2-31,3 0-28,-1-1-24,2-1-304,-2-2-727,0 1 321</inkml:trace>
  <inkml:trace contextRef="#ctx0" brushRef="#br0" timeOffset="11473.0238">29515 7771 180,'0'-5'426,"0"5"-4,0 0-1,1-3-13,-1 3-35,0 0-33,0 0-36,0 0-28,5-4-27,-3 2-27,-2 2-8,7-3-21,-3-1-17,0 2-17,2 0-12,1-2-13,0 2-17,0-2-8,-1 1-13,2 0-10,-1 0-8,4-2-8,-5 1-6,1 3-9,1-2-1,-2-1-10,-1 2-2,1-1-3,-1 0-1,0 1-18,0-3-11,-1 4-18,1-1-21,-1 0-20,-4 2-31,9-3-26,-4 2-34,-1 0-28,0-3-27,-4 4-37,0 0-41,0 0-31,9-3-47,-9 3-251,0 0-654,0 0 289</inkml:trace>
  <inkml:trace contextRef="#ctx0" brushRef="#br0" timeOffset="12084.3812">30003 7670 285,'0'0'458,"0"0"1,-13-5-18,13 5-23,-6-1-35,6 1-38,0 0-38,-11 3-28,11-3-31,-7 4-25,3-1-23,0 0-20,2 1-21,-1 1-15,2-2-17,-3-2-16,-1 3-10,4 2-10,-2-2-10,2 0-5,1-1-10,1 1-6,1 2-10,-2-3-4,0 1-1,1 1-3,0 2 1,2-1 2,-3 0 1,1 1 2,3-1-6,-2 3-2,1 0-5,-2 1 2,4-1 6,-3 1-6,0-3-1,5 1-3,-2 3 2,1-2 0,-4 0 2,4 0-3,-2 0-4,-2-5 0,2 4-6,-1-2 3,-1 0-6,1 2-1,-2-4-2,1 2 3,0 0-1,-1-1 0,0-1-1,-1 1 3,-1-1-1,1 0 1,-3-1-3,3-3 4,-5 9-2,2-7-1,0 1 4,-2 0 1,1 0 0,0-1 0,-1 0-2,-3-1 0,3 2-2,-1-1 0,1-1-2,-2 0-4,0 0 1,0 0-7,1-1 1,-2 1-3,-6 2 2,9-3-1,-3 0-1,3 1-4,-7 1-11,5-2-2,7 0 3,-11 0-9,4 0-9,2-3-14,5 3 5,-11-2-3,11 2-7,-9-2-2,9 2-16,-7-2-7,4 1-5,3 1-14,-8 0-16,8 0-12,0 0-8,-3-6-13,3 6-10,0 0-13,-1-2 1,1 2-13,0 0-5,-3-3-15,3 3-4,0 0-11,7-5-13,-3 3-14,0-2-23,1 0-2,1 2-26,0-2-221,-1 2-548,1-3 242</inkml:trace>
  <inkml:trace contextRef="#ctx0" brushRef="#br0" timeOffset="12411.9431">30174 7722 11,'8'3'452,"-8"-3"-6,4 3 5,-3 1 24,2 2 17,-3 1-20,4 0-8,1 1-28,-3 3-8,2 1-4,1 1-31,-2-1-4,1 1-29,0-2-27,-2 2-28,3 2-30,-2-2-22,-2-2-23,-1 1-30,1-1-12,-2-1-24,-2 0-14,3-1-43,-1 1-40,-3-3-56,2 0-44,-1-3-49,-2 1-51,0-3-64,-2 2-76,4-4-50,-5 0-51,8 0-41,-11-6-57,4-2-50,-2-1-337,3-1-930,-2-1 411</inkml:trace>
  <inkml:trace contextRef="#ctx0" brushRef="#br0" timeOffset="12595.8835">30231 7585 240,'-2'-4'325,"1"-2"-8,-1 2-15,2 4-25,-2-7-22,2 4-25,0 3-29,-1-4-21,1 4-30,-1-4-26,1 4-26,0 0-22,2-6-23,-2 6-21,2-4-24,-2 4-27,0 0-28,0 0-20,0 0-39,0 0-32,0 0-47,0 0-200,0 0-416,0 0 185</inkml:trace>
  <inkml:trace contextRef="#ctx0" brushRef="#br0" timeOffset="13104.4934">30339 7680 292,'4'10'537,"1"7"30,3-1 3,-6 1-12,2-1 2,0-5-24,1 6-43,-1 0-25,0-5-29,-3 4-35,3-3-31,-3 0-35,-1-3-31,4 3-33,-3-2-25,-1-1-28,2-2-18,-2-1-21,0-3-21,0 2-21,0-4-29,0 1-16,0-3-30,2 5-17,-2-5-48,0 0 0,0 0 0,0 0 0,0 0 0,3-12-7,-1 7-15,0-2 3,0 1 0,2-1-6,-3-2 9,7-1 4,-6 2-1,4-2 2,0 3 2,-1-3 2,-1 5 0,4-3 2,-3-1-8,1 2 5,-2 1 6,2 1 4,2-3 5,-2 5 6,2-4 6,-3 4-6,-1-2 12,1 2 3,3 0 7,-4 0 4,2 2-25,-1-1-14,-5 2 0,10 1 0,-6 0 0,1 0 0,-1 2 0,4 2 0,-3 0 0,0 0 0,1 1 0,1 1 0,-2 1 0,0 0 0,0 2 0,0-2 0,-1 2 0,1 0 0,-2-3 0,-2 1 0,2-2 0,1 2 0,-4-1 0,0-1 0,2-3 0,-3 2 0,0 0 0,-1-3 0,-2-1 0,4-1 0,-5 4-395,5-4-110,-10 0-58,10 0-61,-9-2-394,5-1-1102,-1 1 488</inkml:trace>
  <inkml:trace contextRef="#ctx0" brushRef="#br0" timeOffset="13644.0427">30713 7849 292,'1'-2'364,"-1"2"-21,2-5-13,3 2-12,-5-3-15,4 3-29,1-3-26,0-1-15,3-2-21,-3 1-15,4-3-11,-2 0-18,-1 0-4,3-3-8,-3 3-2,-1 1-16,2-1-10,-1-4-8,-2-1-14,4 4-4,-2 2-4,1-2 7,-1-1-1,-1 2 1,1 0 4,-1 0 6,-1 1 6,0 0 9,1 1 2,-2 1-3,1-2-2,-3 3 0,0 1 1,3-4-6,-3 5-7,1-4-4,-1 4-10,0 3 5,-1-4-6,1 1 1,2 0 3,-3 5-19,1-6-4,1 4-2,-2 2 0,1-4 0,-1 4-4,0 0 3,1-3-2,-1 3 7,0 0 3,0 0 6,0 0 18,0 0 20,0 0 2,4 15-132,-3-5 0,-1 1 0,0 2 0,0 6 0,0 0 0,0 2 0,0 4 0,2-5 0,-4 0 0,2-1 0,0 3 0,-1 3 0,1-6 0,0-2 0,-1-1 0,1 1 0,0 1 0,-2-6 0,2 6 0,0-1 0,0 0 0,0-5 0,2 4 0,-4-6 0,2 1 0,0 0 0,2-2 0,-2-2 0,1 1 0,0-3 0,-1-1 0,2 0 0,-4 0 0,4-1 0,-2-3 0,1 6 0,-1-6 0,1 2 0,-1-2 0,0 0 0,0 0 0,0 0 0,0 4 0,0-4 0,0 0 0,0 0 0,0 0 0,0 0 0,0 0 0,0 0 0,0 0-240,0 0-47,0 0-22,-5-11-27,4 7-16,-3-3-18,1 4-20,1-1-36,-1-3-32,-1 3-43,-2-1-253,0 1-816,0-1 360</inkml:trace>
  <inkml:trace contextRef="#ctx0" brushRef="#br0" timeOffset="14255.677">30734 7840 250,'-2'-2'481,"2"2"-17,-2-3-11,2 3-40,0 0-40,0 0-36,0-8-36,0 8-31,4-3-25,1 1-28,-1-1-21,5 1-20,0-1-16,1-3-19,-1 2-12,5-1-13,-2 0-13,4-1-11,2-1-21,-5 1-15,5-2-11,-1-2-16,-1 3-3,3-2-12,-1 0 0,0 1-4,5-8-3,-9 10 6,5-6-15,-3 3 8,-2 0-10,1 1 8,-1 0-1,-4 2 2,1-3-2,-2 2 2,-2 1 12,0 3 15,0-2 4,-2 1 20,0 1 15,-1 1 13,0 0 17,-2 0 18,-2 2 6,3-4 9,-3 4-2,0 0-2,2-4-4,-2 4-18,0 0-10,0 0-22,0 0 10,0 0-12,0 0-8,0 0-22,0 0 7,0 0-6,0 0-9,-11 10 6,9-8-2,2 3 5,-2-1 0,2-1 10,2 5-1,-2-1 29,2-1-6,-2 3 2,4 1 10,-4 2 4,2 0 7,1 3 10,-1-3 4,3 2-18,-3-1-96,1-2 0,-1 4 0,0-4 0,0-1 0,1 1 0,-1 0 0,2 0 0,-4-1 0,4-1 0,-3 3 0,2-6 0,-1 1 0,0 1 0,-4-3 0,4 1 0,0-1 0,-2-2 0,0 1 0,1-1 0,-1-3 0,0 5 0,0-5 0,0 4 0,0-4 0,0 0 0,-3 5 0,3-5 0,-11 1 0,6-1 0,0 1 0,-3-1 0,8 0 0,-13 1 0,7-1 0,-3-1 0,2 0 0,-1-2 0,0 1 0,-1-1 0,3 0 0,-4-2-248,3 0-62,1-2-31,1-1-30,-3 0-19,5-4-23,-3 1-39,6 1-30,-2-3-382,-1 1-936,2 0 414</inkml:trace>
  <inkml:trace contextRef="#ctx0" brushRef="#br0" timeOffset="14499.0464">31185 7565 228,'5'-5'371,"-2"2"15,0 1 5,0-3-19,1-1 8,0 2-20,1 1-16,0-3-11,0 3-13,-1 0-16,3-1-16,-2 3-19,-1-4-24,-1 4-24,1-2-21,0 1-20,1 0-19,-1-1-22,-4 3-11,7-2-15,-2 0-9,1-1-14,-2 2-14,1 0-27,-5 1-31,8 0-35,-8 0-32,7-1-24,-7 1-19,9 0-23,-9 0-55,9 1-41,-4 0-39,-2 2-54,-1 0-32,-2-3-18,12 1-37,-10 2-227,3-1-670,-1 1 296</inkml:trace>
  <inkml:trace contextRef="#ctx0" brushRef="#br0" timeOffset="15045.8692">31672 7602 389,'0'0'523,"0"0"-2,5 2-5,-5-2-24,0 0-29,0 5-22,0-1-16,0 1-20,0 3-10,-1 0-4,1 4-28,0 5-14,1-4-21,-1 1-14,4 3-11,-3 1-14,3-1-20,-2 0-1,0 1-14,-2 0-23,0 1 0,3-1-200,-2 2-31,2-2 0,-1 0 0,-2 0 0,1 1 0,-1-2 0,0-2 0,0-2 0,0 5 0,-2-1 0,3-6 0,-3 1 0,-1 0 0,2 0 0,-2-3 0,3 0 0,-1-2 0,-2 1 0,2-1 0,0-2 0,-2 0 0,-1 1 0,3-2 0,-4-1 0,1 1 0,0-2 0,-2 1 0,-2-1 0,-2 2 0,2-2 0,2 1 0,-7 0 0,2-1 0,0 0 0,1-1 0,-1-1 0,-2 0 0,2 3 0,-1-4 0,2 1 0,1 0 0,-1-3 0,3 1 0,-4 2 0,4-3 0,2 1 0,-1 0 0,2-1 0,-2 1 0,-1-4 0,1 1 0,-1-1 0,2-2 0,0-1 0,4-2 0,-7-6 0,8-1 0,-1-2-133,-2 0-495,6-5-84,-3 0-408,1 0-1213,3 0 537</inkml:trace>
  <inkml:trace contextRef="#ctx0" brushRef="#br0" timeOffset="15225.77">31721 7463 6202,'2'-5'330,"-2"0"-116,0 1 61,-1 0 33,1 4-6,-1-5-46,1 5-53,0 0-102,0-5-101,0 5 0,-1-4 0,1 4 0,0 0 0,0 0 0,0 0 0,0-4-198,0 4-146,0 0-97,0 0-102,2-4-569,-2 4-1202,0 0 531</inkml:trace>
  <inkml:trace contextRef="#ctx0" brushRef="#br0" timeOffset="21157.0501">2852 4502 220,'-9'0'310,"9"0"-16,-9 0-12,9 0-9,-9 0-3,9 0-21,0 0-23,-6 0-19,6 0-16,0 0-12,-9-1-11,9 1-17,0 0-11,0 0-5,0 0-9,-8 0-6,8 0 6,0 0-1,0 0-6,0 0 4,0 0 0,0 0-6,0 0-10,0 0 0,0 0-9,0 0-14,0 0-8,0 0-5,0 0-9,0 0-2,-5 1-9,5-1-6,0 0-2,0 0-6,0 0-12,0 0 1,0 0-4,0 0-4,0 0-4,0 0 0,0 0 4,0 0 1,0 0-3,23-1 4,-18 0-3,4 2 6,-2-2 10,-1 1-7,7 0 4,-3-2-1,1 2-1,1 0-6,1-4-2,-2 4-1,2 0 1,6-1-2,-6 2-7,2-2 7,2 1-5,1-1 2,-3 1-3,3 0-1,0-3-1,2 2 0,-2-2-3,-4 3 4,7-1-5,-5-1 3,6-3-4,-3 2 1,-2-1 8,1 0-7,-3 1-3,6-2 1,-6 0 0,3 1-2,0 0 0,-2-1 3,-3 3-7,2-6 7,-1 5-4,-2 0-5,0 0 5,0 0-2,-2 0 3,2 0-4,2 1 1,-4-1 0,3 0-2,-4 2 1,-1 0-1,3-2 1,1 2 0,-3 0 0,2-1 2,-1 1 0,-2 2-3,2-2 4,-1 1-4,0-1-2,0 1 5,1-1-4,-3 1 6,-1 1 2,3-1-4,-1-1 0,-1 0 0,1 1-6,-8 0 5,15 0 0,-7-2 2,0 2-2,-8 0 0,10 2-1,-1-4-2,-4 1 4,-5 1 0,12-1 1,-5 2 1,1-1-2,-2 0 1,-6 0 1,13 0 2,-7-1 1,-6 1-8,14 0 5,-8-1 0,1-1 2,1 2 0,0-3-1,-2 2 0,0 0 3,3-2-3,0 2-3,-1-3 5,-2 3-1,3 1-4,0-2 1,-5 1 4,2 0-3,2-2-2,-4 2 3,1 0-5,-5 1 5,8 0-8,-8 0 8,5-1 3,-5 1-2,5-4 5,-5 4 3,0 0 0,0 0 4,5-1-1,-5 1 4,0 0-1,0 0 0,0 0 3,0 0 2,0 0-1,0 0-1,0 0-5,0 0 4,0 0-4,0 0-5,-13-4-5,11 2 4,2 2-2,-12-1-1,7-1 1,-4 1-1,4 0-4,-3-1 4,1 1-1,-1-1-1,-4 2-2,2 2 1,-2-2 1,3-3-1,-2 3 1,0-2-1,2 2-2,-1-1 3,-1 0-2,1 1 6,2 0-3,2-1 3,-4 0-1,1 1 2,1-1 4,2 0 4,-3 1 0,1-4 0,3 3 2,0-1 1,-3-1 9,2 1 0,6 2-10,-8-2-1,4 1 13,4 1-4,-6-1 1,6 1-5,-10-3 3,10 3-5,-4-1-1,4 1 1,0 0-4,0 0 1,0 0-5,-6-2-3,6 2-1,0 0-1,0 0-2,0 0 4,0 0-5,0 0 0,0 0-3,-6-1 0,6 1-11,0 0 10,0 0-2,0 0 1,0 0-5,0 0 3,0 0-4,0 0 2,0 0 1,0 0-2,0 0-1,0 0-5,0 0-2,0 0 6,0 0-4,0 0 4,0 0-3,12 8 3,-9-7-4,-3-1 0,11 4 10,-5-1-2,2-3 2,2 1 2,3 1 4,-4-2-4,0 0-1,5 0 0,-2 1-1,2-1 3,1-1-1,0 0-4,-2 1 2,5-1 1,-6 1-12,-1-1 12,3-1-2,-4 1-7,3-1 6,-4 1 0,0 0 0,0 1 3,0 0-4,-4-1 1,3 1-1,-2 0-1,-6 0 0,10 0 0,-3 0-1,-2-1-2,-5 1-1,10 2 2,-10-2 2,5 0 3,-5 0-3,6 1 2,-6-1 1,0 0-1,0 0 2,0 0 0,0 6-1,0-6-2,-6 8 1,4-4 5,-2 3-1,-4 1 1,3 3 4,-4-2-4,0 0 2,4 3 8,-7-4 3,2 8 3,0-4 2,1 1-5,1-4 1,2 0 1,0 0 1,-1 0-3,1-1-2,3-4 0,-4 7-1,3-7-1,1 4-3,-1-5-2,3 2-1,-1-1-4,-1 1-13,0-2-16,3-3-22,-5 3-22,5-3-29,-2 4-24,2-4-33,-5 4-41,5-4-46,0 0-40,0 0-38,-7 1-48,7-1-50,0 0-363,0 0-846,0 0 374</inkml:trace>
  <inkml:trace contextRef="#ctx0" brushRef="#br0" timeOffset="22996.7673">2474 4760 327,'-4'-2'340,"4"2"-16,-7-5-20,7 5-22,-5-2-23,5 2-18,-4-2-20,4 2-16,0 0-12,-5-2-21,5 2-14,0 0-11,0 0-19,0 0-12,0 0-17,-5-4-3,5 4-5,0 0-10,0 0-5,0 0 5,0 0-4,0 0-18,0 0-11,0 0 8,0 0 4,0 0 8,-1 12 6,0-8-5,1 3 5,0 4 6,0 1-10,1 5 3,0 0-7,2 9 2,2-2-4,0 2-10,0-2-1,-1 4-1,1-4 3,2 4-4,0-2 1,-3 3-2,2-3-5,1-1-1,-2 1-1,0-7 4,1 6-2,0-8 5,0 10 0,-1-4-4,-1-3 5,1-1-3,0 0 3,-4 1-1,2-3-5,2 0-4,-4 0 0,2-1-4,2 0-3,-4-2-4,2 3-4,-1-7 0,2 1-2,-1 1-7,-2-2 0,0-1-1,2 1-4,-3-4 1,1 1-9,3 0 8,-4-1-2,3 0 4,-2 0-5,-1 0 1,0-1 3,0 0-5,1 0-3,-1-2 1,0 3 3,0-2-3,0-4 0,0 6 0,0-3-1,0 1 3,0 1 1,0-5-5,-1 3 1,1-3 2,1 5-1,-1-5-2,-1 8 3,1-8 2,1 2 2,-1-2 2,0 0 9,-1 3 5,1-3 7,0 0 0,0 0 4,0 0 0,0 0-3,0 0-5,-9 0-2,9 0 0,0 0-7,-8-4 3,4-1-4,-1 2-4,0-1 1,0 0-6,0-2 4,-2-1-4,0 1-4,-1-3 3,3 2-2,-3 0-1,3-1 1,-1 1-2,-3-3-2,3 3 3,-2 0 0,-1-1 2,0 1-3,1 0 5,1-3 7,0 7 0,1-5 5,2 1 2,-1 3-7,1-4 2,-1 5-1,-1-2 1,2 0-1,0 1-4,3 2 4,1 2 0,-5-6 1,2 4 0,3 2 13,-4-4-6,3 1 0,1 3 1,0 0 0,0 0 2,-4-3-3,4 3-1,0 0-4,0 0-5,0 0-3,-2-4 3,2 4-7,0 0 4,0 0-5,0 0-5,0 0 5,0 0-5,0 0-1,0 0 3,0 0 1,0 0 1,0 0-3,0 0 5,0 0 4,0 0-10,-3-3-4,3 3 7,0 0-3,0 0-5,0 0 2,0 0 4,0 0-2,0 0 3,10 13 8,-6-7 1,0 0 0,0 0-3,5 2 5,-3 5 8,2-5-5,1 6 3,-3-2 6,3 1 0,-3-2-8,1 1 1,1 3 5,0-2 5,0 1 4,-2-3-5,1 0-10,-1 6 4,1-9 4,-1 4-1,-1-1-17,-1-4-11,2 2 0,-3-2 0,2-2 0,-3 0 0,1 1 0,-3-4 0,1 1 0,2 1 0,-2-2 0,-1-2 0,3 4 0,-3-4 0,0 0 0,0 0 0,0 4 0,0-4 0,0 0 0,0 0 0,0 0 0,0 0 0,0 0 0,0 0 0,5-14 0,-4 9 0,2-3 0,-3-2 0,1-3 0,0 3 0,2-3 0,-1-2 0,5-1 0,-5 2 0,2-2 0,0 6 0,0-3 0,-3 0 0,2 0 0,-2 2 0,4-1 0,-2-3 0,-2 3 0,0 3 0,3-4 0,-4 7 0,4-5 0,-2 5 0,0-1 0,-1 1 0,2 1 0,-2-1 0,-1 1 0,2 1 0,-2 4 0,2-7 0,-2 7 0,1-3 0,3 1 0,-4 2 0,1-4 0,-1 4 0,4-2 0,-4 2 0,4-3 0,-4 3 0,5-1 0,-5 1-22,2-2-144,-2 2-30,7-2-28,-7 2-43,7-1-45,-7 1-56,0 0-59,9 1-61,-6 2-466,-1-1-1033,-2-2 458</inkml:trace>
  <inkml:trace contextRef="#ctx0" brushRef="#br0" timeOffset="27076.3661">23965 9415 380,'0'0'442,"0"0"5,0 0-9,0 0-20,0 0-19,0 0-20,0 0-20,0 0-17,-12-9-21,12 9-21,0 0-16,-5-3-24,5 3-12,0 0-17,0 0-13,0 0-12,0 0-16,-5-3-2,5 3-13,0-4-6,0 4-17,0 0-3,-3-3-25,3 3 5,0 0-6,-2-5-12,2 5-4,0 0-8,0-4-9,0 4-7,0 0 0,0 0-14,-3-3-1,3 3 4,0 0-16,0 0-17,0 0 7,0 0-12,0 0-3,0 0-6,0 0-5,0 0-3,0 0 0,0 0-6,0 0-3,0 0 4,5 15-2,-1-5 2,0 2-12,1 3 0,0 3 0,2 2 0,-2-1 0,4 4 0,-2 0 0,2-1 0,-1-4 0,0 0 0,-2 2 0,-1-3 0,2-1 0,-1 1 0,0-3 0,2 1 0,-4-4 0,1-2 0,-1 0 0,0-2 0,-1-1 0,1-1 0,0-2 0,-1 2 0,-3-2 0,0-3 0,2 4 0,2-3 0,-4-1 0,0 0 0,5-6 0,-1 2 0,-1-2 0,2 1 0,-3-7 0,3 1 0,2-4 0,-3 1 0,1 0 0,1-3 0,-2 1 0,1-2 0,-1 1 0,1 1 0,-1-4 0,1 2 0,1 3 0,-2-3 0,-1 1 0,0 5 0,-1-1 0,2-5 0,0 6 0,-2 1 0,1-7 0,0 7 0,-1 2 0,-2-1 0,1 2 0,0 2 0,0-2 0,1 3 0,-2 0 0,0 1 0,2-1 0,-2 3 0,0 2 0,0-6 0,0 3 0,0 3 0,0 0 0,0-6 0,0 6 0,0 0 0,2-4 0,-2 4 0,0 0 0,0 0 0,0-4 0,0 4-132,0 0-55,0 0-27,0 0-26,0 0-32,0 0-32,0 0-28,0 0-26,0 0-38,0 0-36,0 0-44,-2 14-332,2-14-876,-4 3 388</inkml:trace>
  <inkml:trace contextRef="#ctx0" brushRef="#br0" timeOffset="27763.874">24354 9669 281,'-4'-2'507,"4"2"11,-6-3-15,4-1-59,2 4-45,-3-6-38,3 6-37,3-7-26,-1 1-36,2 2-23,1 1-27,2 0-22,-2-4-21,4 4-14,1-1-17,-3 3-14,5-4-14,-1 1-12,-2 2-12,2 1-3,-4 1-16,0 1-10,-3 0-11,3 2-8,-3 2-5,0-1-7,-2 0-3,-2 5-7,0-1-1,-5 0-5,2 1-1,-4-1-8,3 3 2,-3-1 3,0-1-4,2-2 0,-4 2 1,1-1 0,0-1-1,1-2-3,3 1 4,-2-1-1,1-3 4,1 2-2,-1 2 2,2-5 7,2 3 4,1-4 2,-2 3 7,2-3 3,0 0 13,0 0 8,0 0 10,-2 5 11,2-5 0,0 0 1,5 2 8,-5-2-4,0 0-1,7 1-12,-7-1-1,6 3-6,-1-3-6,-5 0-7,9 0 1,-4 0-4,7 1-5,-7-1 4,1 0-11,-6 0-5,18-1-1,-13 1-10,3 0 2,-3 1-3,-5-1-14,14-1-10,-9 1-11,0-1-12,-1-2-13,1 2-9,4 0-15,-5 0-14,1-2-10,0 2-11,-5 1-11,9-2-11,-4 1-10,-1-1-14,1 0-11,-2 1-12,-3 1 2,5-6-19,-2 2-8,-2 1-9,0-1-7,0-1-15,2 2-8,1-2-10,-3 0-18,3 0-9,0-1-36,-3 0-205,0 1-560,2 1 248</inkml:trace>
  <inkml:trace contextRef="#ctx0" brushRef="#br0" timeOffset="28096.4326">24848 9570 394,'2'3'410,"-2"-3"7,0 0-23,0 0-24,7 1-18,-7-1-14,0 0-1,11-2-11,-5-1-21,2 1-19,1-1-34,1 2-23,2-1-14,-2-2-18,4 1-20,-1-1-19,2-2-13,3 1-14,0-1-14,-1 2-16,-1 0-18,-3 1-34,0 1-27,-2-1-30,0 1-47,-3 0-41,0 0-42,-1 1-43,-1 0-39,-6 1-42,10 1-45,-10-1-33,5 4-59,-5-4-235,0 0-685,-9 7 303</inkml:trace>
  <inkml:trace contextRef="#ctx0" brushRef="#br0" timeOffset="28330.0426">24959 9641 291,'-5'3'320,"1"0"1,0 0-3,0-1-12,4-2-18,-5 2-24,5-2-19,-1 3-14,1-3-17,0 0-2,0 0-19,0 0-4,0 0-10,6 3-6,-6-3-15,8 1-14,-8-1-9,10-1-13,-2 0-10,-2 0-11,2 0-14,-2 0-8,4-3-5,1 2-1,-1-2-15,1 1-4,1 1-11,-2 0-16,0-2-19,3 1-19,-3-1-16,3-1-24,0 1-24,-2 1-27,2-3-34,-4 2-38,5 2-43,-5-1-42,3-2-32,-6 2-66,-1-1-197,2 2-599,-3 0 266</inkml:trace>
  <inkml:trace contextRef="#ctx0" brushRef="#br0" timeOffset="29315.9978">25607 9251 168,'0'0'403,"-8"-2"4,6-1-5,2 3-20,-7-2-16,7 2-23,0 0-24,-5-2-27,5 2-25,0 0-25,0 0-21,0 0-15,0 0-1,0 0 10,-9 9 3,9-4-2,0 1-8,-1 1 8,-3 6-20,4-3 2,0 1-14,0 1 1,-1-1-11,-2 6-9,3-1-21,-1 1-11,1-1-30,0-1 14,0 0-18,-3-2-9,3 2-11,0-2-4,-1-3-5,1 7-13,0-6-14,0-4 3,1 2 3,-1-2-9,3 0-4,-3-2-4,1 1-7,-1-3-5,0 2-9,3-1-6,-3-1-10,1 1-6,-1-4-11,-1 6-9,1-6-10,0 0-9,0 5-9,0-5-14,0 0-17,0 0-15,1 3-17,-1-3-12,0 0-20,0 0-21,0 0-31,0 0-18,0 0-15,0 0-23,0 0-18,0 0-19,0 0-18,0 0-13,0 0-25,14-10-10,-10 7-256,-3 1-672,3-1 297</inkml:trace>
  <inkml:trace contextRef="#ctx0" brushRef="#br0" timeOffset="29920.9847">25829 9270 109,'-4'1'358,"-2"2"0,1 2-15,1-1-6,-1 0-24,1 5-4,0-2-7,-1 1-10,4 3-6,-3 1-8,3-2-6,1 4-11,-3-3-9,-1 5-8,3 1-28,-1-1-15,2 2-14,0-1-11,0-3-17,2-2-11,-2 3-17,0-2-12,1-3-14,3-1-8,0-2-7,-3 2-13,3-4-4,1 4-6,0-5-3,2-2-5,-1 0-5,6-3-5,-5 1 0,4-5-8,3 1-5,1-5-4,0 1 2,-2-3-4,2 0-4,-2 2-1,0-3-2,2 2-3,-2-2-2,-3 5 0,-2-4-2,-3 3 2,3-2-6,-3 0 7,1-1-4,-3-1 0,-1 3 1,2-3-1,-1 2-1,-2 1 17,0-2-14,-2 2-1,0 0-1,-2 0 5,2 0 1,-3-2-3,3 6 0,-3-3-5,-4 1 1,3 3-1,0-3 2,1 2-5,3 1-4,-6-1-2,1 1-2,1 0-7,1 1-9,-1 3-5,5 0-2,-11-2-12,11 2-9,-12 0 0,6 0-20,6 0-11,-9 2-25,4-1-24,1 1-27,-1 0-32,1 1-27,4-3-17,-8 3-17,6-1-25,-1 1-20,0 0-19,1 0-14,2-3-18,0 0-22,0 8-257,0-8-667,2 2 296</inkml:trace>
  <inkml:trace contextRef="#ctx0" brushRef="#br0" timeOffset="30336.8969">26320 9246 26,'0'0'324,"0"0"-8,-10-3-13,10 3-6,0 0-20,-12 1-8,12-1-13,-8 3 7,2 1-10,1 1 2,1 0 0,-1 1 4,1 2 0,-2 2-5,2-1 0,-1 1-3,1 2-2,-1 0-7,0-1-5,1 1-23,-1 2-11,2-3-11,1 1-15,-2 0-11,0-1-10,4-2-11,0 2-30,0-3-7,0 0-11,0-2-12,0-1-9,0 2-7,0-3-3,3 0-8,-2 1-9,0-1-1,4 0-14,-1 0-11,-1-1-23,2 1-14,-4-1-18,4-2-13,2 0-16,0 1-24,-3-2-22,-4 0-32,9 2-24,-9-2-25,14-4-25,-6 2-20,-3-2-21,0 1-12,0-1-21,2-1-21,1-1-17,0 0-10,0-2-34,-2-2-257,1 2-679,0-3 301</inkml:trace>
  <inkml:trace contextRef="#ctx0" brushRef="#br0" timeOffset="30833.2086">26526 9227 287,'0'0'402,"-3"9"-7,-1-5 1,1 0-15,-1 2-11,-2 1-14,0 0-12,4-1-12,-5 5-17,1-3-20,-2 6-16,4-2-22,3-2-22,-3 0-22,-1-1-15,4 1-17,-2 0-15,2-3-19,1-1-8,-1 0-19,1-1-8,0 0-12,0-1-11,0-4-7,1 6-7,-1-3-4,0-3-11,5 2 0,3 0-10,-8-2-4,11-3-5,-11 3-5,12-4 1,-3 2-5,-3 0-2,2-1-6,0 0 4,0-2-5,-1 2 1,-1-1 1,-2-2-1,0 1-2,1 1 2,0-1 2,-1 1 7,-3-2 7,2-1 9,-1 3 4,0-1 1,-1-1-4,-1-1-15,0 2 6,-1-2-8,-1 0-2,-4 0-3,3-2 0,-2 2-3,3-2-5,-2 3-1,1-1-6,1 1-5,-2 0-11,0 0 1,1 0-13,0 4-11,-2-2-5,2 2-19,1-2-11,2 4-21,0 0-26,-6-5-35,6 5-33,0 0-31,-3-1-32,3 1-31,0 0-32,0 0-36,0 0-47,0 0-15,0 0-379,0 0-843,0 0 373</inkml:trace>
  <inkml:trace contextRef="#ctx0" brushRef="#br0" timeOffset="31246.045">26746 9188 247,'-5'1'349,"-3"0"-3,3 0-11,-2 0-30,0 0-21,0 0-32,2 3-19,1-1-29,-1 0-14,4 1-24,-2-2-8,1 2-10,-3-1-17,2 2-6,-1-1-9,4-1-3,-1 2 9,0 0-1,1 0-5,0 2 10,0 0 3,1 0-5,-1 3-8,0-3-5,1 1-9,2 5-7,-2-3-12,-1-1-7,0 0-5,0 0-4,0-2-5,3-1-8,-1 1-5,-2-1-2,0 0-8,3-1 0,-3 0-6,0 0-5,-3 1 2,2-2-3,-3 2-2,0 1 0,-2-2-8,-2 4-5,-2-1-1,1-4 0,0 3 0,-4 0-4,3-3-5,2 0 4,-2 3-8,1-3-6,2-1-16,-1-1-7,2 2 0,-1-3-2,1 2-14,1-3 3,5 0-18,-9 2-13,9-2-8,-8-1-5,8 1-7,0 0-6,-5-4 0,5 4-9,0 0-1,5-8-2,-2 4-8,0 0-8,1-4-11,1 6-18,-1-2-16,0-2-18,3-1-22,3 0-27,-3 0-41,2 2-199,0-2-522,1-3 231</inkml:trace>
  <inkml:trace contextRef="#ctx0" brushRef="#br0" timeOffset="31928.768">26891 9229 368,'0'0'365,"0"0"-6,-5-1-15,5 1-23,0 0-23,-4-2-16,4 2-30,0 0-17,0 0-23,9-10-7,-6 7-14,2 0-2,1 1-6,3 2-6,-1-2-14,1 0-19,1 4-11,-2-1-11,0-1-14,3 3-10,-5 1-9,-1-2-19,1 3 5,0-2-10,-2 1-6,0 0-4,-1 2-4,0-1-10,-2 1-8,-1-1-11,0 1-14,-1-1-9,-3 5-17,-1-2-7,-3-1-3,2 2-4,-3-2 0,3 2-2,-3-3 0,1-2 8,2 0-2,-1 1 3,3-1 7,-2-2-7,4 0 7,2-2 7,-7 4-2,7-4 9,-4 2-17,4-2 4,0 0 0,-2 3 7,2-3 6,0 0 14,0 0 1,0 0 12,0 0 1,0 0 5,14 1 3,-10 0 0,-4-1 0,11-1 3,-5 1 4,2 0 4,-1 0-6,1 0-1,0 0 1,-1 0-4,-7 0 10,15 0-6,-9 1 2,-1 0 6,2 1 3,-1-1 0,-1 0 2,0 0-4,-5-1 1,9 4 8,-7-2 0,0 2 2,0-1 6,0 1-2,-4 1-5,2-5-4,-2 8-1,-2-3-8,3 0-3,-3 1-3,-4 1-1,2-2-8,0 2 0,-2 0-1,2-2-3,-1 1-2,-3 1-5,2-1 0,5-3-4,-6 3-3,-1-1-7,3-2-1,2-1-16,0 3-6,1-1-7,-1-2-10,1 1-6,0-1-13,-1 0-3,5-2-9,-4 1-9,4-1-8,0 0-15,-5 1-10,5-1-16,0 0-6,0 0-9,0 0-15,0 0-7,0-8-15,0 8-18,0 0-18,3-4-19,-3 4-10,4-6-21,-2 3-12,3 2-38,-1-2-220,0 0-577,2-2 257</inkml:trace>
  <inkml:trace contextRef="#ctx0" brushRef="#br0" timeOffset="32441.9854">27234 9262 416,'-3'3'482,"-1"3"5,-2 3 1,-3-1-15,0 7-17,3-2-23,1-3-22,-1 5-19,3-4-41,-1 1-15,-1-1-28,4-1-29,-2 1-25,3-1-20,0-1-21,-1-3-32,1 1-18,1-2-12,0 0-20,3-1-16,2 1-4,-1-4-8,2-1-10,1-1-24,2-3-16,0-1-18,0 0-13,0-4-16,1 2-14,-2-2-7,0 1-14,-1-2-8,1-1-1,-1 2 1,2-4 0,-2 2 3,-3 0 5,-1 2 0,0 0 10,-3-2 1,2 5 3,0-4 7,-3 6 1,0-2 8,-2-3-4,1 2 5,-2 0 4,-1 1-3,2 4 1,-5-2-3,3-1-1,-1 1 4,0 2-5,0 0-1,-3 1 2,3-2-6,5 3-1,-12 1-7,7 1-5,-6-2-11,5 3-12,-1-2-12,-3 3-13,4 0-15,-1-2-14,2 0-25,-2 2-11,2 1-12,-1-1-22,1 0-16,1-1-8,2-1-15,-2 1-9,3 4-8,-3-5-7,3 2-8,1-4-10,0 3-7,0-3-22,2 6-12,-2-6-276,0 0-609,0 0 271</inkml:trace>
  <inkml:trace contextRef="#ctx0" brushRef="#br0" timeOffset="32734.4825">27543 9188 85,'0'4'414,"0"1"31,3-1 10,-2 2 0,1 0 1,-2 3-5,0-2 0,0 0-1,3 4-14,-2-1-10,2 5-8,-2-2-22,-1 5-23,0-6-18,0-1-32,0 2-26,0-1-36,1-2-21,1 1-28,-1-1-20,-2-3-20,2 3-20,-1-4-40,0-1-53,0 0-45,1-2-58,-1-3-63,0 4-61,0-4-77,0 0-76,0 0-78,-1-12-64,1-1-64,-1 1-444,-1-4-1053,2-3 466</inkml:trace>
  <inkml:trace contextRef="#ctx0" brushRef="#br0" timeOffset="32886.5912">27595 9053 253,'-5'-7'322,"0"1"-9,-2-2 0,2 4 12,1 0 7,-3 1-31,5 0-26,-2-1-26,0 2-29,4 2-31,-6-1-18,6 1-33,-4-4-41,4 4-33,0 0-39,-3-2-42,3 2-37,0 0-40,0 0-50,0 0-50,0 0-73,0 0-203,0 0-509,0 0 226</inkml:trace>
  <inkml:trace contextRef="#ctx0" brushRef="#br0" timeOffset="33961.9131">28141 9203 30,'0'0'336,"0"0"-7,-9 0-16,9 0-16,-5 3-20,5-3-18,0 0-15,0 0-16,-8 1-5,8-1-3,0 0-4,0 0-13,-3 2 0,3-2-8,0 0-1,-2 4-5,2-4-4,0 3 4,0-3-3,0 0-8,-4 2-7,4-2-10,0 0-9,0 0-14,0 0-11,-5 3-9,5-3-14,0 0-10,0 0-5,0 0-6,0 0 3,0 0 16,0 0 31,18-1 0,-9 1 3,0 0-1,1-4-6,4 3-4,-1 1-4,6-1-4,2 0-15,-2-2-14,-1 1-1,1 1-9,1 0-7,-3-1-12,-2 2-8,2 0 0,-6-1-26,6-1 12,-3 2 5,-1-2-6,-3 1-5,4 0-4,-3 1 0,-4-3-9,3 3-10,-2 0-6,-1-2-2,-2 2-2,2-1-20,-7 1-12,10-2-4,-6 2-10,-1-3-8,-3 3-9,5-1-8,-5 1-6,8-1-11,-8 1-9,0 0-15,0 0-15,0 0-19,0 0-28,3 4-28,-3-4-22,0 0-20,0 0-16,0 0-13,-8 6-21,4-4-24,4-2-21,-7 1-16,7-1-25,-9 1-269,3-1-706,-3 0 312</inkml:trace>
  <inkml:trace contextRef="#ctx0" brushRef="#br0" timeOffset="34308.0441">28332 9052 210,'-13'1'454,"6"2"13,7-3-5,-11 2-14,6 0-34,1 1-34,0-1-28,-2 2-23,2 1-23,1 2-15,-1-2-12,2 6-11,-1-1-12,1 1-17,0 2-8,2 5-12,0 0-7,2 1-12,-5 1-21,3-2-10,1 1-19,2 2-19,0 0-6,-1-5-20,1 4-8,2-2-10,-2-1-6,-1-3-9,1-1-18,0-1-15,-1-2-23,0 0-38,-1-1-12,3 0-20,-2-3-26,-1 2-22,0-2-33,-1-4-24,1 1-33,1 3-18,-2-6-16,6 3-4,-6-3-12,8 0-7,-8 0-13,0 0-22,11-4-27,-7-1-13,5 0-34,-6 2-284,2-4-695,2 0 308</inkml:trace>
  <inkml:trace contextRef="#ctx0" brushRef="#br0" timeOffset="34726.2922">28771 9008 436,'0'0'500,"0"0"-3,0 0-19,0 0-27,0 0-39,0 0-37,0 0-33,4 11-15,-4-5-13,0 1-21,0 2-15,0-2-18,1 4-18,-1 1-17,2 2-4,-2 3-15,5 0-12,-3 1-10,-1-1-27,3 1-7,-2-2-16,0-5-21,-2 1-7,1 2-9,3-3-7,-4 0-15,3-2-8,-2 2-2,-1-2-10,0 0-3,4-5-8,-3 4-3,-1-4-17,0 0-24,0 2-7,4-2-13,-3-2-15,-1-2-17,0 7-11,0-5-20,0-2-21,4 5-21,-4-5-21,0 3-21,0-3-24,0 0-16,0 0-28,0 0-17,0 0-20,0 0-23,0 0-23,0 0-12,0 0-34,0 0-46,-4-12-229,4 7-691,2 1 307</inkml:trace>
  <inkml:trace contextRef="#ctx0" brushRef="#br0" timeOffset="35300.6228">29042 9028 61,'1'4'407,"-2"2"4,1-6 0,-4 8-3,4-2-7,-1 0-5,1 1-11,1 3-10,-2 1-11,-3 0-5,4 7-28,-2-2-7,2 0-21,-2-1-24,2 2-18,-1-3-21,-3 0-23,4-1-15,0-4-28,0 1-13,0 0-27,5-5-9,-5 2 2,0-1-20,2-2-12,0 1-17,-2-1-1,5-2-3,0 1-10,2-3 3,-1 0-10,3 0-1,-4-2-8,7-1-1,-2-3-12,-1 1-14,0 0-2,2-2-2,-2 1-3,-1-1 2,1-1 1,0 1-8,-3-4 2,-2 6 2,3-5 8,-4 0-15,2 1 5,-3-2-3,0 2 2,-1-2 1,-1 2-3,0 1 0,0 0 3,-1-5-4,-1 5 0,-3 0-5,2 1-1,-1-2-2,2 4 3,-2-2 0,0 2-4,0-1-2,0 3 2,-2-2 4,2 2-10,0 1-4,-2-2 5,2 2-2,-1 1-5,5 1-4,-11-2 2,4 2-6,7 0-1,-9-2-7,9 2-2,-10 0-3,10 0-6,-9 2-6,5-1-9,4-1-9,-8 2-12,8-2-16,-6 3-14,1-1-26,1-1-21,4-1-21,-8 2-36,7 1-29,1-3-18,-4 5-21,4-3-30,0-2-31,-1 4-41,1-4-29,0 0-308,5 2-777,-5-2 344</inkml:trace>
  <inkml:trace contextRef="#ctx0" brushRef="#br0" timeOffset="35816.1958">29415 8965 106,'0'0'400,"0"0"-13,0 0 9,-24 2-17,18 1-30,-1-2-27,3 4-32,0-2-23,-2 0-33,4 2-15,-3 0-28,2-2-19,0 2-13,2 1-15,0-1-21,0 1-1,1-1-14,0 1-14,0 0-8,0-1-11,1 0 0,1 1-6,1 0-13,0-1 1,-1 0-3,2 1-4,1 0 1,-1-1-2,2 0 0,-1 1-4,2 1 1,2 0-4,-2 2-2,-2-6-3,3 6-5,2-3-4,-1 3-1,-1-3 0,2-1-7,0 2 2,-3 2-5,-1-4 4,-1-2-4,4 2-8,-4-3 10,-2 2 4,1-2 4,-2 2 9,1-3-3,-3-1 4,5 4 0,-5-2 1,0-2 2,3 3 3,-3-3 2,-2 5 4,1 0 1,1-5 0,-5 5-5,1 0 3,0-2-11,-1 2 1,-3 0-1,1 0-3,-2 1-1,-2 0-9,1-4 0,1 5-2,-1-2-3,-2 1-3,1 0 1,-2-3-1,2 1-5,1 1-1,1-2 0,-1 3-2,2-5-9,1 0-5,1 0-6,0 1-6,-1 1-13,2 0-7,5-3-9,-9 1-8,9-1-10,-2 3-12,2-3-19,-8 1-20,8-1-24,0 0-29,0 0-20,-4-5-14,4 5-17,0-9-13,4 7-15,-4-3-19,5-1-17,0-1-16,0 1-32,-1-2-234,1-1-612,0 0 271</inkml:trace>
  <inkml:trace contextRef="#ctx0" brushRef="#br0" timeOffset="36090.198">29645 9025 140,'5'4'459,"-1"-2"28,0 1 8,1 1-6,-1 1 3,1 1-16,1 4-29,2-3-29,-6 3-30,1-1-34,1 0-29,0-1-26,-3 4-30,4-4-25,-1 3-24,0-6-22,-3 6-18,-1-5-39,4 0-26,-4-1-42,0-2-50,0 2-51,0-1-53,-1 1-70,1-5-90,0 0-71,-8 0-69,8 0-70,-10-9-398,6 1-918,0-5 407</inkml:trace>
  <inkml:trace contextRef="#ctx0" brushRef="#br0" timeOffset="36276.6657">29740 8868 313,'0'-5'367,"-1"2"-14,-1-2-9,2 1-4,0 4-27,0-5-31,0 5-23,-1-4-20,1 4-52,0 0-24,0 0-29,0-7-29,0 7-23,0 0-13,0 0-23,0 0-18,0 0-18,0 0-21,0 0-24,0 0-23,-10 11-23,7-6-24,-2-2-26,1 0-27,4-3-35,-5 3-23,4 0-225,-4-1-478,1 1 211</inkml:trace>
  <inkml:trace contextRef="#ctx0" brushRef="#br0" timeOffset="36740.146">29843 8972 81,'4'13'545,"5"2"23,-6 1 25,3 2 3,-3-2-8,-1 0-37,2 1-29,-3 0-29,3 2-25,-2-2-31,0 0-34,-1-4-33,2-3-31,-2-1-32,-1-3-34,0 1-27,0-1-25,0-1-25,0-1-14,3-2-19,-3-2-114,0 0-49,-3 5 0,3-5 0,0 0 0,0 0 0,0 0 0,0 0 0,10-18 0,-7 6 0,0 0 0,4-2 0,-3-3 0,5 2 0,-4 3 0,4-2 0,-4 3 0,4 1 0,-3 1 0,2 0 0,-1 3 0,-1-2 0,1 2 0,-3 1 0,5-2 0,-3 4 0,0 1 0,1 1 0,1 0 0,-1-1 0,0 2 0,1 2 0,-2-1 0,1 1 0,-1 2 0,2 0 0,-1 0 0,-3 2 0,1-1 0,-1 1 0,0 3 0,2 1 0,-4 0 0,0 1 0,-2 1 0,1-3 0,-1 3 0,0-2 0,0 0 0,-1 1 0,-1-2 0,-5 1-165,4-2-111,-4-2-30,3 0-32,-1-2-28,-4 0-25,5 0-22,-1-1-17,1-1-14,2 0-17,2-2-307,-8 2-830,8-2 368</inkml:trace>
  <inkml:trace contextRef="#ctx0" brushRef="#br0" timeOffset="37322.1369">30238 8970 111,'0'0'408,"0"0"-5,0 0-3,0 0-19,0 0-20,0 0-22,5-1-19,-5 1-21,0 0-21,0 0-11,0 0-15,9 0-13,-5-1-16,-4 1-18,12 1-17,-12-1-17,9 0-23,-5 1-11,3 1-13,-2-2-14,0 3-14,-5-3-7,8 4-8,-7-2-18,3 0-15,-2 1-14,-2-3-14,-2 7-10,2-2-8,-2-2-11,-1 2-8,-1-1-1,0 2-8,-1-3 5,0 3 4,0-1-2,-1 0 5,2-1-1,1-1 2,-1-1 6,4 2-10,-2 0 4,2-4 2,-4 2 1,3 2-1,1-4 7,0 7 5,0-4-1,1 1 8,0 0 1,2 1 9,1-1 12,-2 0-8,1 1 6,-2 0 1,2-2-4,1 2 4,-2 2 0,1-3 5,-1 0 2,3 3-6,-5-4 4,1 1-6,1 2-1,0 0-2,-2 0-1,0 1-2,0-2 1,0 0-4,-2-1 1,0 1-3,2 0 2,-1-2-9,-4 1-5,5 0-5,-2-1-8,-1 0-9,-1-2-7,-2 2-9,3-1-6,-3 0-15,2-1-1,-2 1-14,6-2-17,-11 1-4,6 0-10,1 0-14,4-1-5,-10-2-19,10 2-3,-6-1-8,6 1-3,-5-4-9,5 4-2,-4-3-6,4 3-5,-1-5-4,1 5-8,1-5-6,2-1-13,-1 1-13,2 0-6,0-1-21,2 4-200,-2-2-480,0 0 213</inkml:trace>
  <inkml:trace contextRef="#ctx0" brushRef="#br0" timeOffset="37785.1566">30497 9038 467,'-2'5'494,"-3"4"19,1 3 0,-2 2-13,2-2-9,0 5-17,-2 4-25,1-5-20,1 2-35,1-2-31,1 0-24,0-4-45,2-1-28,2-1-26,-1 1-21,2-3-15,-1-1-30,2 0-12,0-2-21,2-3 1,1-1-31,0-1-17,-7 0-23,14-7-25,-5 3-9,-4 0-23,4-4-6,-1 1-21,2-6-13,-2-1-6,-2 0-7,-2 3-13,1-4-8,0 2-3,-1 3 4,-3-2 0,2 1 1,-2 1-4,-1-1 9,3 4-6,-2-1 1,-1 2-3,0-2-13,4 2-11,-5 1-13,-2-1-12,3 1-13,-1 1-21,-2-1-19,2 1-22,-2 0-17,-2 2-2,5 2-1,-5-3 7,0 2-4,5 1-3,0 0-5,-9 0-7,9 0-7,0 0-15,-9 0-4,9 0-22,-4 2-39,-1 1-196,5-3-541,0 0 240</inkml:trace>
  <inkml:trace contextRef="#ctx0" brushRef="#br0" timeOffset="38394.7013">30973 8987 70,'0'0'405,"0"0"16,0 0-8,0 0 3,0 0-32,0 8-15,0-8-8,1 8 10,-1-5 9,3 3 1,-2 3-15,3 0 4,-3 2-18,3 0-8,-1 0-18,-2 4-10,4 1-20,0 2-9,-1-1-22,0-4-12,1 0-7,0 4-14,-1-1-8,0-5-15,2 6-75,-3-1-134,1-2 0,-2 2 0,2-4 0,-1 0 0,-1 5 0,-2-1 0,0-4 0,0-2 0,0 2 0,-1-1 0,-3 0 0,3-1 0,-3 1 0,1-1 0,-2-4 0,1 2 0,-3 3 0,0-5 0,1 4 0,-7-4 0,7-1 0,-2 3 0,0-3 0,-5 0 0,3 1 0,0-2 0,0 0 0,0-2 0,1 2 0,-4 0 0,3-2 0,-2 0 0,0 2 0,1-2 0,-1-1 0,1 1 0,0-4 0,3 2 0,-2 0 0,2-3 0,-2 1 0,-3-4 0,4-2 0,0-5 0,-1 1 0,-3-2 0,6-4 0,-1-9 0,4-2 0,0 3-589,4-6-75,0-1-493,4-15-1252,0 12 554</inkml:trace>
  <inkml:trace contextRef="#ctx0" brushRef="#br0" timeOffset="38556.9989">31027 8879 70,'9'-6'601,"-3"4"0,-1-2-6,-1 1-1,0 0 2,-1 2-26,-3 1-39,5-4-52,-5 4-48,1-3-44,-1 3-41,0 0-44,0 0-56,0 0-56,0 0-56,6-2-64,-6 2-73,0 0-90,0 0-91,0 0-126,-9 11-147,4-8-493,0 3-1028,-1-3 455</inkml:trace>
  <inkml:trace contextRef="#ctx0" brushRef="#br0" timeOffset="41616.3335">23903 10864 53,'0'0'247,"2"-4"-4,-2 4-7,2-4-2,-1 1-6,-1 3-2,2-9 4,0 7 4,1-2 4,-3 4-6,4-6-3,-3 3-10,-1 0-4,0 3 1,2-6-4,0 3 6,-2 3-3,2-6 6,0 3 3,-2 3-1,0 0 3,0-4-5,0 4-1,0 0-6,0 0-9,0 0-11,-4-7-6,4 7-8,0 0-11,0 0-16,0 0-8,0 0-16,0 0-15,0 0-10,0 0-3,0 0-23,0 0-4,0 0-9,-7 10 10,6-7-28,1 4 1,-1 1 0,-3 3-6,3 0-3,-1 5 4,1 0 3,0 3 7,0-1 0,1 0 3,0 1 3,-2-1 11,4 3-5,-2-2-3,0 0-50,-2-1-12,2 0 0,0-1 0,0 1 0,0-5 0,0-1 0,3 0 0,-3 0 0,-1-1 0,1 0 0,2-2 0,-2-1 0,0-1 0,1-3 0,-1 4 0,0-4 0,2 0 0,-2-1 0,0-3 0,-2 8 0,4-6 0,-2-2 0,0 0 0,0 0 0,0 0 0,1 5-63,-1-5-95,0 0-27,0 0-21,0 0-25,0 0-19,-9-11-34,8 5-27,-2 4-13,2-3-16,-2-2-16,2 2-8,-3 0-4,3-6-8,-2 2-19,-3-1-269,6 2-718,-4-3 317</inkml:trace>
  <inkml:trace contextRef="#ctx0" brushRef="#br0" timeOffset="42057.5989">23722 10906 78,'0'0'309,"0"-5"5,0 5-2,0 0-2,-3-4-12,3 4 6,0 0-6,0 0-10,0 0-14,0-5-15,0 5-7,0 0-20,0 0-16,-1-7-15,1 7-21,1-6-14,4 5-7,-2-5-14,1 2-8,1-1-1,-1 0-9,1-2-9,1-1-3,4-2-11,-1 4-11,-2-1-8,3 1-7,0 0-9,0-1-9,3 2-2,-3-1-6,3 2-9,0 2-1,-3-3-5,3 0-4,-3 2-3,-1 1-5,-2 0 0,-1 1-7,2 0 6,-3-3-6,0 4-3,-5 0-3,8-2-3,-8 2 2,0 0 0,7 1-2,-7-1 0,0 0-4,9 0 0,-9 0-5,0 0-11,7 4-5,-4-3-7,-3-1-12,0 0-8,6 2-13,-6-2-22,0 0-12,2 4-10,-2-4-24,6 2-13,-6-2-14,0 0-14,0 2-12,0-2-16,0 0-7,3 5-14,-3-5-17,-1 5-7,1-5-20,0 4-17,0-4-27,-2 4-214,-1-1-558,0 1 248</inkml:trace>
  <inkml:trace contextRef="#ctx0" brushRef="#br0" timeOffset="42686.044">23761 11211 90,'-5'5'318,"3"-3"-20,-1 3-21,1 0-23,-2-3-30,4-2-16,-4 5-19,4-5-10,-3 4-13,2 0-5,1-4-11,-1 3-4,1-3-1,-2 5-7,2-5-2,0 3 1,0-3 23,2 4-5,-2-4-1,5 5 1,-5-3-4,4 2-6,-4-4 2,5 1-12,-2 1-9,-3-2-10,8 4-5,-3-4-3,1 1-6,0-1-14,3 0 1,-3-1-7,5 1-9,-4 0-5,7-1-3,-2-1-3,-2 0-10,0 0-3,3-3-2,6 1-6,-7-1-4,-3 1-4,3 1-3,-1-1 0,0 2-6,-1-5-2,1 6 2,1-4-5,-3 3-3,0-2 1,-4 0-5,4 3 0,-4-1-3,-1 1 0,1 0-3,-5 1 0,8-4 1,-4 2-3,-4 2 6,0 0-3,6-3-5,-6 3 2,0 0 1,0 0 1,9 0-5,-9 0-1,0 0 2,0 0-2,0 0 2,0 0-4,0 0-4,0 0-12,0 0-10,0 0-11,0 0-5,5 3-24,-5-3-3,0 0-23,0 0-17,0 0-20,0 0-21,0 0-21,0 0-14,0 0-16,0 0-20,-15 4-24,15-4-22,-8 0-16,8 0-33,0 0-246,0 0-611,-9-1 270</inkml:trace>
  <inkml:trace contextRef="#ctx0" brushRef="#br0" timeOffset="43239.0288">24266 10996 373,'0'0'408,"0"0"-8,-8 4-15,8-4-23,0 0-15,0 0-18,0 0-17,0 0-24,0 0-23,0 0-18,0 0-15,0 0-12,0 0-7,0 0-6,0 0-15,12-7-9,-7 4-16,5 0-12,-1-2-15,0 0-13,4-2-13,-3 1-14,1 0-4,1 0-12,2-3-9,-2 3-9,1 2-13,-3 0-13,1 2-27,0-2-24,-6 2-40,1 0-38,-1-1-43,0 3-38,0-1-43,-5 1-26,0 0-29,8 1-34,-8 4-39,0-5-43,0 0-282,-8 12-721,5-8 320</inkml:trace>
  <inkml:trace contextRef="#ctx0" brushRef="#br0" timeOffset="43487.0139">24311 11094 259,'-1'2'326,"-2"0"1,1 1-7,2-3-12,-4 2-11,4-2-26,0 0-17,-3 2-23,3-2-12,0 0-13,0 0-24,0 0-4,0 0-11,17-5-10,-11 3-12,-2 1-19,2-1-8,1 0-16,-2-1-2,6-1-16,-4 1-4,3 0-9,1 0-4,-3-1-11,3-1-3,-1 2-5,-1-2-13,0 2-10,1-4-13,-1 5-16,1-2-18,-4-1-21,3 1-11,-1 0-15,-3 2-15,0-1-24,0-1-21,3 1-18,-3 1-19,-1 0-23,0 0-33,-4 2-21,6-5-34,-2 4-235,-4 1-554,4-3 246</inkml:trace>
  <inkml:trace contextRef="#ctx0" brushRef="#br0" timeOffset="44317.9507">25262 10600 45,'2'-2'399,"2"1"5,-4 1-28,0 0-21,0 0-21,0 0-29,6-3-18,-6 3-25,0 0-14,8-1-16,-8 1-13,0 0-15,0 0-11,0 0-14,0 7-14,0-3 3,-2 2-14,-2 0-17,-1 2-9,-3 1-12,0 0-13,-1 0-6,-1-1-10,-3 3-10,-1-2-8,-1 4-6,6-5 1,-6 2-7,3-6-4,2 5-6,0-3-2,1-2-6,1 2-4,4-2-6,-2 0 1,2-3-1,0 4 2,3-4 12,1-1-3,0 0 0,0 0-2,10 1-1,-1-1 0,4-1-6,-3 0 7,4-3-7,7 3-1,-3 1-6,-1-1-2,0 2-4,-2 2-1,-2-1-2,2 1-5,-3 0 0,-2 0-5,-1 0-4,-4 0-4,0 2-2,-1 0-1,-4 1 2,0-1 1,0 5-3,-5-1 1,-1 0 1,-1-1 3,-1 2-2,-3-1-4,0 1 6,-3-1 1,1 3 0,0-7-1,0 6-4,3-4 8,-4 0-3,1 2 2,-1-2-1,4 0 3,1 0 0,-1 0 3,2-2 4,4-1-7,-1 0 3,0 1-2,0 2 1,1-3-1,4 1 1,0-2 5,0 3 0,0-6 4,0 7 1,0-4 4,2-1 4,-2-2 4,7 6 0,-4-5 0,3 0-2,-2 0 4,-4-1-11,10 1 0,-1-2-4,-4 2 7,-5-1-9,17-1-3,-8 0 1,-3 0-4,3-2 1,3 1-3,-4 0-5,-1 0-11,1 1-14,-2-1-11,2-1-5,-1 2-1,0 0-13,-1-1-16,2-1-8,-3 1-20,1 0-11,-2 1-15,3-2-17,1-1-14,-4 1-12,1-1-32,0 1-10,3-2-11,-4 2-19,2-2-21,2-2-25,-4 1-5,2-1-16,-2-4-286,0 5-641,1-5 284</inkml:trace>
  <inkml:trace contextRef="#ctx0" brushRef="#br0" timeOffset="44656.9909">25509 10614 37,'0'0'402,"0"0"-4,0 0-2,-9 11-2,9-1-3,-2-4-3,2 2-10,3 0-1,-4 4-17,4 4-13,3-2-17,2 2-20,-4 0-10,-1 1-26,3 0-22,-2-2-23,2 2-29,2-3-8,-3 4-23,-1-2-14,0-3-10,-2-2-14,2 0-16,0 2-14,0-5-5,-3 5-7,4-4-9,-5-3-13,3 0-4,-1-1-10,-2 1-10,3-2-14,-3 0-11,1 0-15,-1-1-20,0 1-11,0-4-23,0 5-25,0-5-25,-1 4-32,1-4-35,-4 2-22,4-2-30,0 0-33,0 0-18,0 0-25,-14-6-24,10 3-23,-1-1-30,4-2-36,-2 1-269,-2-4-733,1 0 324</inkml:trace>
  <inkml:trace contextRef="#ctx0" brushRef="#br0" timeOffset="44938.7708">25526 10654 290,'0'0'442,"-4"-5"2,4 5-6,0 0-20,-1-5-35,1 5-31,0 0-29,0-4-26,1-1-16,3 2-24,4-1-15,-3-2-21,4 0-17,-4 0-18,3 3-17,2-3-17,-1-1-18,0 1-15,-4 0-10,4 3-14,1-2-11,-5 1-20,3-1-28,-3 3-21,2-1-37,-2 3-44,0-3-38,-1 2-45,-4 1-23,6-1-23,-6 1-38,0 0-32,4 6-50,-4-6-44,-4 6-288,1-2-698,-2 1 308</inkml:trace>
  <inkml:trace contextRef="#ctx0" brushRef="#br0" timeOffset="45197.7023">25502 10760 109,'-2'5'365,"-2"-3"4,0 2-3,1-3-23,-2 2-17,3 0-40,2-3-24,-3 4-24,3-4-27,-1 3 0,1-3-32,0 0-14,0 0-20,0 0-1,11 2-12,-11-2-22,0 0-2,11-2-5,-8 3-21,-3-1-9,14-2-9,-10 2-2,-4 0-11,13-2-24,-8 0 0,0-2-38,4 2-20,-4 0-15,0-2-4,3 3-25,1-1-16,-4 1-16,0-2-19,4-1-15,-1 1-18,3-3-18,0 4-19,-2-2 9,2 0-8,3-5-12,-3 2-32,0-1-181,-1 2-455,0-2 201</inkml:trace>
  <inkml:trace contextRef="#ctx0" brushRef="#br0" timeOffset="45670.3428">25893 10469 73,'0'0'257,"3"-2"-3,-3 2-13,0 0-9,0 0-11,0 0-16,1-5-13,-1 5-9,0 0-14,0 0-4,0 0-1,6 0 14,-6 0-6,0 0 0,4 5 21,-1-1 9,-2-1-1,0 1 5,2 2 8,-1 0 12,1 2 2,-3 4-5,2 0 6,-2 3 2,0 3-6,-1-2 4,1 2-15,-1 1 4,1 6-11,0-6-10,-1 0-1,2 2-23,-1-3-7,0 1-10,1 0 2,0-2-6,3 1-13,-1 0-15,-1-2-3,2-1-25,-2-3-4,3 4-5,-1-5-7,3-2-9,-4 2-12,1-5-59,3 1 0,-5-1 0,4-1 0,-2 1 0,-1-3 0,1 1 0,2 0 0,-3-3 0,4 0 0,-2 1 0,1-2 0,-6 0 0,13-1 0,-8-1 0,4-2 0,-4 1 0,0-1 0,-1 0 0,1 0 0,4-2 0,-1-4 0,-3 5 0,-1-5-88,1 5-72,-2-5-26,-2 3-22,1-1-26,0 0-28,0 0-29,-2 0-21,0 3-11,-1-1-19,-2-2-19,0 2-24,-1-2-30,-1-1-356,-2 4-835,-2-2 369</inkml:trace>
  <inkml:trace contextRef="#ctx0" brushRef="#br0" timeOffset="45962.0565">25875 10744 205,'-6'-1'422,"6"1"12,-9-1-1,4 2-15,5-1-27,-10 0-25,10 0-28,0 0-34,-8 0-25,8 0-32,0 0-18,-5 1-25,5-1-18,0 0-17,0 0-17,0 0-22,0 0-6,15-7-13,-10 5-8,2-1-14,-1 0-9,0 0-5,5 0-14,-3-3-12,-1 3-11,1 0-11,-2 0-18,2-1-9,-3 1-20,1 1-22,1-2-17,-1 1-20,2-1-26,-3 1-15,1-3-29,3 3-14,-4 1-17,1-2-15,1 1-13,-4-2-23,3 2-18,-1-1-19,-1 0-12,2 0-33,-6-1-189,3 2-545,-1-1 241</inkml:trace>
  <inkml:trace contextRef="#ctx0" brushRef="#br0" timeOffset="46612.7748">25410 10396 202,'-10'3'301,"0"1"-15,1-2-12,-2 3-21,1-1-10,4 1-8,-3 2-10,1 0-4,-1 2-13,4 2 6,-4 2 1,1 4 10,-2-2-13,0 8-6,-2 1-4,2 3-3,3-1-9,-2 2-1,1 1-4,2 2-7,1-3-1,1 2-5,1 0-16,-1 1-14,4-3-10,2 1-9,-1 1-14,3-6-11,1 2-9,1 1-11,2-8-6,-2-1-7,8 5-4,-5-5-11,0-3-20,4 0-2,-2-3-26,2 0-5,1-1-13,-5-4-18,3 0-19,-1 0-21,1-2-24,-2-1-13,5-2-33,2-1-14,-4 0-15,-2-2-7,1 0-22,-1 0-13,0 0-17,-1-3-29,1-1-16,-2 0-16,3-1-35,-3-2-239,-2 2-612,2-1 271</inkml:trace>
  <inkml:trace contextRef="#ctx0" brushRef="#br0" timeOffset="47353.7797">25924 10428 366,'4'-3'389,"1"-1"-4,1 2-29,6-3-29,-1 2-22,2 2-27,4-4-15,0 3-23,5 1-22,-1-1-20,2 1-10,-4-1-16,1 5-11,1 0-15,-1 2-1,8 0-11,-9 2 0,-6 2-2,13 4-13,-10-4 5,0 2-5,0 1-1,-2 1-5,5 5 4,-7-2 1,-2 3 2,4 2 1,-1 0-2,-3 4 0,-3-2 3,-3-3-3,3 4 4,-2 1-4,-1 1 1,1-7-4,-5 6 2,-2-1-5,4-6 4,-2 1 0,-5 0-5,5-1-15,-1-2 1,-3 1-8,2-1 3,0-3-17,0-1-7,-1-1-3,-1-2-10,0 1-2,1 1-9,-4-3-6,3 1 1,1-3-4,-4 2-7,3 0-4,-5 0-1,2-1-1,0 1 5,2-4-13,-3 6-18,0-4 6,0-2 2,3 3 5,-2-4-18,2 1-12,3-2-1,-5 1-5,4-1-12,-1 2-14,0-2-15,4-2-23,0 0-14,-8 0-25,8 0-20,0 0-21,0 0-16,-7-5-29,7 5-19,0-6-25,0 0-16,2 1-9,-1-2-20,-2 1-12,2-5-26,-1 3-7,4-4-23,0 1-320,-3 0-748,3 0 331</inkml:trace>
  <inkml:trace contextRef="#ctx0" brushRef="#br0" timeOffset="47765.0202">26629 10732 258,'0'0'443,"0"0"-7,0 0-12,0 0-23,0 0-26,5 3-19,-2 0-13,-3-3-12,6 0-13,0 1-19,2-1-6,0 0-18,2-1-13,11 0-11,-8-1-29,4 0-8,0 0-12,2 0-26,-1 1-13,1-3-20,0-1-4,-2 3-21,0-1-13,-4 3-7,-1-2-14,1 0-12,0-1-9,-2 2-17,0 1-30,-3-2-21,-1 0-26,-2 1-26,-5 1-30,10 1-34,-10-1-26,5 2-22,-5-2-27,2 3-37,-2-3-25,0 0-31,-12 8-38,6 0-34,-1-5-47,-5 3-299,3 3-765,-2-2 339</inkml:trace>
  <inkml:trace contextRef="#ctx0" brushRef="#br0" timeOffset="48045.7338">26758 10853 295,'-2'2'352,"2"-2"4,0 0 3,-5 3 2,5-3-8,0 0-19,0 0-8,0 0-4,0 0-4,0 0-12,0 0-25,15 0-20,-10 0-12,3 2-17,-8-2-16,11 0-12,-4 0-13,0 0-16,2 0-15,0 0-9,0 0-13,-1 0-11,3 0-12,-2 0-11,4 0-7,-3 1-1,-1-1-8,5 0-11,-2 0-2,-2 0-14,0-1-4,2 1-7,-1 0-14,2 0-21,-1-4-16,0 4-9,-1 2-18,-2-4-18,-2 2-27,3-2-17,-1 2-15,0-3-13,0 2-25,-2 0-23,0-1-23,-3 1-19,1 0-23,-5 1-26,5-2-29,-5 2-39,4-3-41,-4 3-54,0 0-226,0 0-701,0 0 310</inkml:trace>
  <inkml:trace contextRef="#ctx0" brushRef="#br0" timeOffset="49449.6872">27516 10564 340,'0'0'428,"0"0"6,0 0-9,-1 7-30,1-2-17,-3-1-19,3 4-15,0 0-20,3 1-14,-2 1-18,-1 0-23,0 0-26,0 1-23,4 1-17,-3-1-19,-1 0-15,3 2-18,-1-2-11,1-3-17,-2 4-15,-1-5-6,0 1-15,0 0-3,0-6-11,3 4-8,-3-2-5,0-4-1,1 6-6,-1-6-5,0 0-4,0 4-4,0-4-1,0 0-4,0 0-5,0 0-6,0 0-2,0 0-13,-8-15-9,7 9-1,0-1 1,-2-4 3,2 4-3,-3-2 0,4-1-3,0-1 2,0 0 2,4 4-6,0-4-1,1 1 2,-1 0-2,2 3 1,4-1 0,-1 1 0,0 0-1,2 0 2,0 2-2,-1 2 2,4 0 1,-1 0-2,2 2 2,-1 1 0,-1-1 0,1 2 0,-3 0-2,-1 3-5,0-1-8,-1 2-9,0 1-4,-2-2-4,0 1-13,-3-1-15,-2 4-4,2-2-3,0-1-3,-1 2 4,0-1-13,0-2 2,-2 2-7,-1-2 9,0 1-2,0-2 9,0-3 6,3 6 12,-3-6-4,0 0 18,0 0-9,0 0 4,0 0 5,0 0 1,0 0 10,0 0-4,0 0 4,-3-15 15,3 15 14,4-6 0,0 1 24,-3-1 7,-1 2 17,4-3 7,-1 2 6,2 2 9,-3-1 4,2-1 1,0 1 7,0 0-1,0 1-2,-1-1-6,1 1 2,1 1 9,2-2 6,-1 1-13,1 3 2,-1-2-11,0 2-8,3-2 2,-1 4-6,2-2-9,0 1-5,-5-1-4,3 1 0,-1 1-1,0 2-5,2-1-2,-4 2 6,0 2-9,1-2-3,-4 1-5,4-1 4,-2 2-6,1 0 2,-5 1-6,4-1 3,-1 1-6,-2-1-1,0 2-1,-1-3-10,4-1-2,-4 2-20,0-3-14,3-3-11,-3-1-20,-3 7-9,6-3-10,-3-4-8,0 3-5,0-3-14,0 0-19,0 0-19,0 0-13,0 0-18,0 0-5,-7 3-8,7-3-8,0 0-4,0 0-7,-6-10-5,6 10-7,-3-6-16,3 4-6,0-4-6,3 1 2,-2-1 1,-1-1-23,4-1-195,-5 1-509,1-3 225</inkml:trace>
  <inkml:trace contextRef="#ctx0" brushRef="#br0" timeOffset="49966.2215">28038 10451 287,'0'0'458,"1"-3"1,-1 3 11,0 0-8,0-4-22,0 4-25,0 0-25,0 0-14,0 0-8,11 7 6,-5-1-13,1 2-12,-2 1-31,5 4-25,-1-3-7,0 3-26,3 3-7,-2 0-30,-1 0-25,1-3-17,-1 3-20,2 1-15,1-5-16,-4 1-11,1 1-10,-5-4-15,3-1-7,1 0-6,-3-1-38,3 2-43,-2-4 0,1 0 0,-2 1 0,-1-3 0,-1-1 0,1 1 0,-1-1 0,-1 0 0,-2-3 0,10-1 0,-10 1 0,6-5 0,-1 0 0,-1 1 0,0-4 0,-1-1 0,2-1 0,0 1 0,-1-3 0,0 4 0,1-3 0,-2 1 0,1-1 0,1 0 0,-3-2 0,1 4 0,-1-1 0,2-4 0,-2 4 0,0-2 0,-2 1 0,1 0 0,1 1 0,0 1 0,0-2 0,-2 3 0,0-3 0,2 1 0,-2 3 0,0-4 0,0 2 0,0 2 0,0 0 0,0 0 0,0 3 0,1-1 0,-1 0 0,2 1 0,-2 4 0,2-6 0,-2 4 0,0 2 0,0-5 0,0 5 0,0 0 0,3-5 0,-3 5 0,0 0-95,0 0-58,0 0-22,0 0-26,2-4-23,-2 4-29,0 0-22,0 0-30,0 0-9,0 0-24,0 0-19,0 0-23,0 0-16,0 0-33,0 0-287,0 0-776,0 0 343</inkml:trace>
  <inkml:trace contextRef="#ctx0" brushRef="#br0" timeOffset="51623.433">28182 10131 25,'0'0'233,"-8"-2"-11,8 2-24,-4-2-18,4 2-19,0 0-18,-7 0-10,7 0-13,-4-2-14,4 2-4,0 0-11,0 0-1,-4-3-5,4 3-2,0 0-4,0 0 3,0 0 0,-5-2-1,5 2-2,0 0 5,0 0-4,-9 2 5,9-2 3,-6 5 0,3-2-2,-2-2 1,1 1-3,4-2-2,-7 4 5,3-2-10,1 1-2,-1 0 1,-1 1-5,-1-2-4,-1 2-6,2-1-3,0 1-3,1 0-9,-2-1-9,2 2 3,2 0-5,-3 0-4,2 1-3,-1-2 1,0 0-1,3 1-1,-3 0-6,3 1-1,-2 1 15,5-2-15,-4 1 5,1 2 2,1-2-2,0 5 3,-1-5 0,1 6-1,0-1 22,0 0-3,2 0-1,-2 3 2,3-2 3,-4 3-1,3 2 9,1-1-6,-1 1-1,-1 2-1,1-2-2,2 2 1,0-1 3,-1-3 2,1 1-2,-1 2-1,-1 0 4,3-2 1,-1-1-7,-1 1 0,1-2 2,3 4 1,-3-6-5,1 2-10,-5-1 6,5 2-7,-5-4-2,0 2 1,4-1 0,1-2 0,-5 2-1,4 0-1,-1-1 4,-1 1-5,3-1-2,-1 0 5,-1-1-7,0 2-3,1-2-3,0-1 2,0 1 1,0 1 0,1 1 5,-1-2-1,1-1-4,-3 3 1,5-4 2,-3 4-3,1-1 3,0-1-3,0 0-2,-1 1-3,1-1 2,-1 0-1,-3-2 3,4 0-3,-1 1 2,-4-2-2,4-2 2,1-1-4,-2 2-2,-3-2 0,1 0 1,-1-2-5,0-2-1,4 5 2,-3-2-3,-1-3 4,3 4-4,-3-4-2,0 0-2,2 3 0,-2-3-1,1 2-4,-1-2 3,0 0 0,0 0-2,0 0 3,4 1-3,-4-1-5,0 0 4,0 0-3,-1 6-1,1-6 1,0 0 2,0 0-15,0 0-8,0 0-7,0 0-3,0 0-15,0 0-9,0 0-20,0 0-25,0 0-36,0-12-45,0 12-28,0-8-22,-3 3-35,3-2-24,0 1-10,-1-1-11,1 1-34,1-4-19,-1 1-249,2-1-665,0-1 295</inkml:trace>
  <inkml:trace contextRef="#ctx0" brushRef="#br0" timeOffset="52368.2313">28462 10753 273,'0'0'475,"0"0"-1,-13 0-9,13 0-38,-1-5-33,1 5-32,4-6-26,1 2-26,1-3-19,1 1-23,-1 0-25,2 2-23,-3 1-20,1 1-23,1-2-16,1 0-14,0-2-18,2 3-11,-1 2-11,-2-2-14,-1 2-9,1 0-11,1-1-5,-8 2-10,13 1-6,-8-2-8,-5 1-5,9 3 2,-5 1-9,-3-3-4,3 3-3,-4 1 0,0 1-2,0-1 5,-1 1-12,-2 3 1,2-2-5,-4 1 2,1-3-5,0 3 3,0-2-1,1 0-4,0-1 4,-1-2-2,0 4-2,-2-3 2,2 1-2,0-1 2,2 0 1,-1-1-2,-1-1 15,1 2-4,1-2 4,-3 2 0,3-1 2,2-3 8,-4 6 4,3-3 3,1-3 5,-4 5 0,2-2 4,0 0 2,2-3-1,-3 4 3,3-4 1,-1 2-2,1-2-3,0 0-4,-1 6-3,1-6 4,0 0-4,1 5-3,0-2 6,-1-3-7,4 2-3,-4-2 7,5 2-2,-1 0 3,-1 1-9,-3-3-3,9 1-5,-9-1-2,9 0-3,-4 0 3,-5 0-4,12-3 2,-7 3-5,3-2-3,0 1-2,-3-1 0,1 2 0,2-4-2,-3 2-6,4-1 6,-4 2-3,0-2-5,0 2-12,-1-1-4,-4 2-11,8-2-9,-4 0-11,-4 2-9,0 0-22,9-1-19,-9 1-28,3-3-28,-1 0-40,-2 3-42,2-7-51,-2 3-44,2 1-45,-2 3-37,1-9-50,-2 4-371,1 1-900,0-3 400</inkml:trace>
  <inkml:trace contextRef="#ctx0" brushRef="#br0" timeOffset="52792.2786">28812 10589 214,'0'0'531,"-7"4"2,7-4 5,0 0-29,0 0-32,-3 3-38,3-3-42,0 0-28,0 0-21,0 0-35,0 0-20,0 0-23,13 2-17,-6-2-19,-2 0-22,-5 0-24,17-1-15,-9-3-24,-2 3-15,6-1-7,2 1-11,-3-1-15,2 1-7,-2 0-12,1-3-10,-1 3-16,0 0-12,-4 1-29,1-1-12,0 1-15,-1-2-29,-1 1-28,2 1-30,-8 0-29,9-1-30,-4 1-26,-5 0-10,13 0-43,-6-2-29,-1 2-24,-6 0-29,10 0-30,-10 0-34,9-1-48,-4 0-257,2 0-744,-2-1 329</inkml:trace>
  <inkml:trace contextRef="#ctx0" brushRef="#br0" timeOffset="53673.0425">29358 10439 484,'0'0'555,"0"5"-2,0-5 0,-1 6-19,-1 0-23,2 0-19,0 1-13,-1 0-57,0 2-26,-1 2-30,1-2-32,1 1-34,0 0-31,0-1-22,1 1-30,-1-4-29,-1 1-7,0-2-20,0 0-13,1 3-26,-2-4-20,1-1-15,0 2-26,1-5-18,1 5-14,-1-5-19,-3 4-17,3-4-12,0 0-15,0 0-18,0 0-8,0 0-10,0 0-9,-10-11-8,10 5 3,-1 2 0,0-2 10,1-2 4,1 2 10,-1-2 6,4 3 2,-2-4 7,2 1 4,-1 1 2,1 0 7,-2 3 4,3-1 6,-1-1-1,1 2 4,1-1 10,1 2 4,-1-1 6,2 2-3,2-1 5,-3 1-1,0 1 2,0-2-4,0 5 1,0-4-2,-1 4-1,-1-1 5,0 0 5,3 2-6,-6 0-4,2 2-9,0 0 2,-1-2-6,-3 3-6,0 1-2,-3 0-7,3 0-6,-4 0-3,0 0-8,2-1-1,-3-1-5,1 1-4,2 1 4,0-4 2,-2 0 9,4 1 5,0-4 4,-1 5 3,1-5 4,0 0 2,0 0 5,0 0 0,0 0 13,0 0 3,9-12 13,-5 7 8,1-1 16,-4-1 14,7 2 14,-4-2 3,1 2 9,0-4 4,1 2 4,-2-1 6,1 3 4,-1 0 2,3 1 3,-5 0-12,7-1 6,-5 1-19,1 1-6,1-2-5,1 1 17,-2 0-11,1 2-1,1-1-11,-2 0-1,0 1-3,0 1 2,3-2 12,-3 3 6,-5 0 3,11 0-5,-11 0 1,9 3 7,-4-1 6,0 2-22,-1 0-61,1 0 0,-1 1 0,1 0 0,-1-1 0,1 3 0,-3-2 0,0 0 0,-1 1 0,-1-1 0,2 1 0,-2-1 0,0 1 0,0 0 0,0-2 0,0 1 0,0 4 0,-2-2 0,2-1 0,-1 0 0,-3 0 0,2 0 0,-1-1 0,-1 1 0,1 0 0,3-1 0,-4-2 0,0 2 0,1-2-83,-3 1-166,3 0-28,0-2-31,0 1-24,3-3-22,-6 4-17,4-3-29,2-1-25,0 0-25,0 0-42,-10-4-250,10 4-803,-3-5 354</inkml:trace>
  <inkml:trace contextRef="#ctx0" brushRef="#br0" timeOffset="53988.6741">29753 10442 62,'9'1'487,"-9"-1"13,8 4 27,-6-2 11,0 0 3,1 3-6,1 0-28,-2 0-23,4 2-16,-3-2-18,4 3-26,-2 0-34,-1 0-33,1-1-35,-1 2-27,0 0-26,-1-3-23,-1 1-21,1 0-29,0 2-19,-2-3-15,2 2-133,-1-2-29,-2-1 0,0 2 0,0-2 0,-2 0 0,0 2 0,1-1 0,-3 0 0,1-2 0,-1 0-122,1 1-86,-1-2-39,0 1-45,1-1-29,-4-1-16,5 0-20,-3 1-22,1 0-24,4-3-24,-7 2-40,2 0-306,5-2-835,0 0 370</inkml:trace>
  <inkml:trace contextRef="#ctx0" brushRef="#br0" timeOffset="54730.9339">29815 10054 304,'0'0'391,"0"-6"-11,0 6-7,4-2-20,1-1-26,3 1-16,1 0-22,2-1-15,3 3-9,-1 0-5,5-1-17,0 3-10,5 1-10,5 1-10,-1 0-11,2-1-9,-2 5-4,1-1-11,-2 2-2,1 1 2,-3 1-14,-4-1 11,6 1-10,-11-1-3,3 1-6,-4 1-9,2 1 5,-5 0-4,-1 2-8,-1-2-8,-2-1 2,0 5-1,-5 1-11,2 0-4,-2 1 2,-2-3-10,-2 3-8,0-1-8,0 1-4,0-1-18,1 0-72,-1 0 0,0 1 0,-2-2 0,4 0 0,-5 0 0,0 0 0,0-2 0,1 3 0,-5-1 0,0-3 0,0 2 0,-1 1 0,1-1 0,-5-2 0,1 0 0,1-1 0,-1 1 0,1-5-60,2 1-84,0-2-21,-2-2-15,2 2-5,1-4-6,0 1-11,0-1-13,4-2-26,-4-1-21,5 1 0,-3-2 1,7 0-5,-14-3-19,7 2-22,7 1-21,-12-2-20,7-3-26,-2 3-279,1 0-707,-1-1 313</inkml:trace>
  <inkml:trace contextRef="#ctx0" brushRef="#br0" timeOffset="56447.2392">26035 11914 101,'-4'2'248,"4"-2"-6,0 0-9,0 0-8,0 3-5,0-3-6,0 0-11,0 0-8,0 0-10,0 0-9,0 0-1,0 0-13,0 0-10,0 0-5,0 0-7,0 0-5,0 0 4,0 0 7,0 0-2,0 0-5,0 0 10,0 0-2,0 0-1,0 0 1,0 0 1,0 0 0,0 0-10,0 0 0,-5 2-5,5-2-8,0 0-8,0 0-8,0 0-9,0 0-12,0 0-8,0 0-7,0 0-8,0 0-9,-1 3-3,1-3-8,0 0-3,0 0-3,0 0-6,6 2 1,-6-2-1,9 0-6,-9 0-3,9-2 2,-9 2 2,9-1-1,-9 1 7,10 0-6,-3-1 13,-2 0 11,1-1 5,-1 1-1,2 0-3,0 0-5,0-1 3,-1 0-1,1 2-2,-2-2-2,2 2-3,1 0-4,-2-3-6,3 3-6,0-3-1,-2 3 2,0-1-8,1 1 3,3-2-6,-3 2-3,1-2 1,0 2-3,-3-1 0,1 1-9,-7 0-16,9 0-11,-9 0-9,7 0-15,-7 0-18,8-1-24,-8 1-25,0 0-34,5 0-15,-5 0-32,0 0-22,0 0-18,0 0-23,0 6-23,0-6-36,-10 8-33,6-4-32,-5 0-312,0 1-754,0 1 334</inkml:trace>
  <inkml:trace contextRef="#ctx0" brushRef="#br0" timeOffset="56828.2426">26081 12048 299,'0'0'384,"0"0"5,0 0 6,-1 3-12,1-3-14,0 0-23,0 0-25,0 0-17,0 0-20,0 0-21,0 0-20,13-3-17,-8 1-16,2 0-13,-2 0-18,7 1-10,-2-1-17,0-4-12,-1 3-15,3 1-14,-3-3-11,2 4-7,-2-2-11,5 0-11,-5 1-2,1 1-7,2-4-10,-2 3-3,-1 1-4,3 1-4,-6-1-7,2-2 2,0 2-6,0-1-4,1 1-3,-2-1-3,-1 1-1,-1 0-3,3-1 1,-8 2-5,8-1-2,-8 1 0,5 0-4,-5 0 1,7-1-4,-7 1 3,0 0-4,9 0-6,-9 0-4,0 0-7,0 0-8,5-2-11,-5 2-9,0 0-16,0 0-18,0 0-10,0 0-18,0 0-2,0 0-29,0 0-24,4-1-9,-4 1-11,0 0-6,0 0-18,0 0-22,0 0-31,0 0-33,0 0-31,0 0-303,0 0-675,0 0 300</inkml:trace>
  <inkml:trace contextRef="#ctx0" brushRef="#br0" timeOffset="60849.588">26762 11776 301,'-4'-2'395,"0"0"-14,1-2-3,0 2-31,3 2-21,-7-4-19,7 4-21,-6-2-23,6 2-17,0 0-11,0 0-9,0 0-4,-5 8-3,6-2-3,-1 2-3,3 2-12,-2 1-5,2 1-9,0 0-5,-1 0-16,3 4-8,-1-3-9,0 1-16,0 2-8,2-5-17,-2-1-9,0 1-9,2-1-9,-3 0-8,2-1-10,-3-3 3,2-1-14,1 1-4,-5 0-8,3-2-2,3-2-5,-3-1-1,-3-1-2,7 0 4,-7 0-10,8-2 2,-8 2-2,7-4-2,-1-1-6,-2 0-1,-1 0-2,1-1 7,1-2-7,-1 2-5,0-3 1,0-1-1,2 0 5,-2 0-6,-3-2 1,3 1 1,-1-2-3,-2 3 7,-1-3-5,3-2 9,-3 0 2,0 3 7,1 0 2,-1-1-2,0 1 5,-4 1-8,4-1 1,-4 2 4,4 1 2,-4 1 3,3 2-2,0 2 4,-2-2 2,3 3-5,-1-1-3,1 4-4,-5-6-5,1 3-1,4 3 6,0 0-13,-9-1-15,9 1 12,0 0-3,-8 0-9,8 0-8,0 0-3,-7 2-1,7-2-6,-6 2-3,6-2-9,-2 3-10,2-3-13,0 0-12,0 0-19,-5 2-14,5-2-43,-4 5-34,2-2-26,2-3-37,-2 5-26,2-5-20,0 4-31,-2 1-33,0-2-45,2 1-43,0-4-306,-1 6-807,-1-2 357</inkml:trace>
  <inkml:trace contextRef="#ctx0" brushRef="#br0" timeOffset="61093.2296">27030 11843 205,'4'3'420,"0"-2"8,-4-1 11,0 0-8,9 0-13,-9 0-33,0 0-33,4 3-29,-4-3-36,0 0-25,6 2-28,-6-2-23,0 0-28,0 0-17,0 0-20,0 0-27,0 0-32,0 0-34,0 0-25,0 0-31,0 0-34,0 0-29,0 0-40,0 0-34,9-4-37,-9 4-43,0 0-49,0 0-49,4-3-60,-4 3-200,0-6-625,0 3 277</inkml:trace>
  <inkml:trace contextRef="#ctx0" brushRef="#br0" timeOffset="61584.1015">27190 11717 383,'-21'3'398,"21"-3"-15,-8 1-16,8-1-20,-4 4-32,4-4-30,-1 3-35,-1 0-22,2-3-25,2 7-23,-1-5-20,2 4-7,-1-4-18,2 3-11,0-3-3,1 1-22,0 1-7,0 1-9,0-3 11,-1 2-3,1-1-1,-1 4-3,1-3 5,-1-1 7,0 3-3,2-1 2,-2-1-7,1 2-4,-1 1-10,-3-3-5,6 2-5,-4 2-2,1-3-3,1 2-3,-1 0 1,0-1-4,-2-1-2,0 1 4,-1-2 2,4 3 2,-3-2 3,0 1-2,-1 0 4,2-1 5,-2-1 5,3 1-1,-4-2 6,1 2 7,2-2-3,-2 1 1,-1-4 3,-4 6-7,3-2-1,1 0-11,-2 0 5,2 0-9,0-4-5,-3 8-5,-1-6-9,4 3 13,-4-1-22,-1-2-1,4 2-4,-3-2-5,2 3-2,2-5-2,-4 4-1,-1-2-4,3 0-6,-3 1-4,-4 0 6,6-2-1,-3 4-7,3-4-3,3-1-6,-6 1-6,1 0-1,5-1-7,-7 1-10,7-1-23,-7 3-8,7-3-9,0 0-14,-7-2-13,7 2-22,0 0-13,-7-2-20,7 2-27,-5-3-23,5-2-15,0 5-6,0-8-28,-1 4-16,1-3-22,-3 1-20,1 1-19,3-3-35,-1-1-30,-2 0-279,4 0-722,-3 0 320</inkml:trace>
  <inkml:trace contextRef="#ctx0" brushRef="#br0" timeOffset="61890.45">27265 11685 292,'-6'-3'508,"4"1"6,2 2 6,-5-2-23,5 2-27,0 0-39,0 0-42,-4-2-40,4 2-29,0 0-38,0 0-27,0 0-25,0 0-19,0 0-25,0 0-23,0 0-18,0 0-7,6-6-16,-6 6-15,5-4-11,-5 4-8,9 0-11,0-1-14,-4 0-12,-1-3-31,4 2-15,-3 1-20,1-2-23,-1 1-31,-5 2-24,8-1-19,-3-2-25,2 3-18,0-2-24,-2-1-14,-1 2-23,-4 1-18,11-1-18,-6 1-26,-5 0-22,8-4-23,-4 3-26,-4 1-249,5-1-647,-5 1 285</inkml:trace>
  <inkml:trace contextRef="#ctx0" brushRef="#br0" timeOffset="63282.2485">27859 11405 112,'-4'-1'318,"4"1"-19,-9-1-21,5 0-26,4 1-16,-5-2-22,0 0-22,5 2-16,-8-3-20,4 1-10,4 2-19,-9-1-4,6-1-17,-4 1-10,7 1-11,-5-4-2,5 4 15,-9 0-18,9 0-3,-4-2 2,4 2 6,0 0-3,-6-1 2,6 1 17,0 0-1,-8 0-7,8 0-4,0 0-2,-10 2 3,10-2-5,-8 1-4,8-1 5,-5 0-7,1 4 4,4-4-5,-5 3-6,0 1-2,1-2-8,3 2 0,-3 1-2,0 1-5,1 0-3,1 3-2,-3-1 0,5 3 7,-4-1 2,4 2 0,-2-1 2,-1 2 2,3-2 9,5 1 5,-5 7-1,0-3-1,2 1-1,0 0 3,-2-1-2,4-1 1,-4 2 3,0 0 0,1-1 2,-1 2-2,0-1-6,0 1 0,0-1-3,-1 1-5,-2 0-7,2-1-5,1-2-5,-2 2-4,0-2-1,0-4-6,-1 5-3,2-4-3,-2 0-3,2 0 0,-1-1-2,0 1-6,-2-1-1,3-2-3,-3 1-1,4-3 2,-2 0-4,-1-1 0,2 0 1,0 2-2,-1-3 0,2 1 0,-5-2 3,4 0 0,-1 3-4,-1-3-4,3 2 4,-3-3-2,3 4 2,-4-2-5,2 1-1,1 1 6,-1 1-3,2 0-1,0 2 8,-2-1-6,0-3 3,1 3 1,0-1 4,1 0-5,0 2 6,0-4 2,1 1 2,-1-1-6,1 2-5,-1-5 4,2 3-1,-2 0 8,2-2-5,-2-2 8,0-2-2,3 7 3,-2-5-7,0 2 11,3-1-7,-4-3 2,2 4 9,0-2-18,0 1 0,-2-3-1,2 4 2,-2-4 5,6 4 2,-6-4 12,4 0 8,-4 0 5,9 2 2,-8-1-4,-1-1-9,8 1-38,-8-1 0,10 1 0,-6 2 0,0-2 0,-4-1 0,10 2 0,-6-1 0,-4-1 0,9 0 0,-9 0 0,6 2 0,-6-2 0,0 0 0,9 0 0,-6 2 0,-3-2 0,5 2 0,-5-2 0,0 0 0,4 1 0,-4-1 0,0 0 0,0 0 0,0 0 0,0 0 0,0 0 0,5 2 0,-5-2 0,0 0 0,0 0-90,0 0-58,-9 6-25,9-6-25,-4 2-32,4-2-38,-5 1-24,1 2-33,4-3-18,-5 3-26,1-2-31,4-1-22,-6 2-39,6-2-285,-12-1-807,12 1 357</inkml:trace>
  <inkml:trace contextRef="#ctx0" brushRef="#br0" timeOffset="67110.2227">28196 11776 101,'0'0'228,"0"0"-20,0 0-18,0 0-19,0-5-16,0 5-13,0 0-15,4-3-13,-4 3-7,4-1-8,-4 1-3,0 0-7,6-2 0,-6 2 3,5-1-4,-5 1 4,4-4 5,-4 4 6,4-3 6,-4 3 6,5-2 7,-5 2 7,4-2 13,-4 2 8,1-4 5,-1 4 9,1-5-3,-1 5 5,0 0 0,2-4-6,-2 4-8,0 0-8,-2-4-7,2 4-8,0 0-6,-2-4-8,2 4-7,-3-3-10,3 3-3,-5-3-7,5 3-10,-5-2-6,5 2-7,-6-3-5,6 3 0,-7 0-4,7 0-6,0 0-8,-12 1-4,8 1 2,0 0-1,-1 1-3,-2-1 6,1-1 6,1 3 9,-3-1 7,3 1-7,-1 1-4,-1 2-6,-3-1-8,1 0-1,3 0-1,1-1-7,-2 2 2,2-2-2,1-1-2,0 3 0,1-1-7,0-2 1,2 2-2,1-2-5,1 2 6,-2 2 2,2-4-3,2 4 8,0-1 8,3 1 6,-3 2 0,4-1 2,4-1-6,-4 2 4,3 0-9,0-2 4,-1-1-7,0 3 0,2-3-5,1 0 1,-2 0-3,-1 0-2,0 0-6,-2-1 5,-1-2-6,2 3 0,-3-4 3,-3 1-5,2-2-1,0 1-6,-1 0 1,-1 0 2,-1-1-5,-1-2-6,2 7-1,-2-7-6,1 3-1,-1 2-15,0-5-8,-4 4-8,2 2-3,-1-2 0,-1 0 3,2-2 0,-1 1 2,0 2 6,1-1 1,2-4-1,-10 3 6,7 0 0,3-3 4,-6 2-2,2-1 2,4-1 3,-8 2 1,4 0 1,4-2 3,0 0 4,-10 0 1,10 0 1,0 0-2,0 0-2,-9-2 2,9 2 2,0 0-2,-5-4 1,5 4-4,-4-4 3,3 2 0,1 2-2,-3-5 0,1 2 3,2 3 0,-3-7 4,2 3-2,1 4-1,-2-5 1,4-1 1,-2 4 0,1-2 0,-1 4 1,8-8 6,-7 4-4,3 1 3,0-3-1,0 0 2,1 2 2,-1-1 1,0-1-7,-1 1 7,1 0 5,1 0-4,-1-2 7,1 3 5,-1-3 5,0 3 8,0-3 5,0 1 1,-2-1 0,-1 2 0,3-2 0,-2 1-4,-2 1-6,2-3 4,-2 2-10,1 0 0,2 0-4,-2 1 5,1 2-6,-2-3 4,-2 4-8,2-4 4,0 6-3,0-7-1,0 7-5,2-4 2,-2 4 0,0-4-5,0 4 0,0-7 2,1 4-4,-1 3 0,2-3-1,-2 3 0,0 0-1,2-5 5,-2 5-2,3-4 2,-3 4 0,2-3-6,0-1 1,-2 4-2,1-3 2,-1 3-10,0 0-9,2-4-11,-2 4-20,0 0-18,0 0-21,2-4-22,-2 4-32,0 0-22,0 0-41,0 0-35,0 0-32,0 0-35,0 0-41,4 9-25,-4-9-360,1 6-799,1-2 354</inkml:trace>
  <inkml:trace contextRef="#ctx0" brushRef="#br0" timeOffset="67326.2359">28370 11882 115,'1'1'386,"3"1"13,-4-2 9,6 2 3,-6-2 12,0 0-11,4 2-23,-4-2-32,0 0-30,4 2-32,-4-2-28,0 0-33,0 0-20,0 0-27,0 0-19,4 1-16,-4-1-26,0 0-29,0 0-27,0 0-23,0 0-21,0 0-22,0 0-12,0 0-22,0 0-15,0 0-13,0 0-14,0 0-23,0 0-21,0 0-13,0 0-16,9-4-11,-9 4-23,0 0-31,1-2-28,-1 2-33,0 0-28,0 0-279,4-3-625,-4 3 277</inkml:trace>
  <inkml:trace contextRef="#ctx0" brushRef="#br0" timeOffset="68096.2142">28684 11662 183,'-1'-4'309,"1"4"-2,0 0-9,-1-5-18,1 5-7,0 0-9,0 0-6,0 0 2,0 0-1,0 0 5,0 0 3,-8 13 8,6-4 12,-2 3 6,4 1 0,-7 4 2,2-1-4,0 2-7,1 0-11,-1 0 7,4 0-28,-3 2-8,1-4-24,1 4-8,2-5-16,-3-2-18,3-2-14,0 0-15,0 0-19,0-3-10,3-1-18,-2-1-8,0-1-10,2 0-9,-2-1-6,3-2-7,-4-2-15,8-1-47,-8 1 0,12-5 0,-6 2 0,-1-3 0,0 3 0,0-2 0,-1 1 0,2 0 0,-1 0 0,-1-1-12,0 1-32,0-1 4,0 1-2,-2-1 7,1 3-2,-1-3 2,0 2 17,-1-1-13,-1 4 4,-1-7 0,-2 3-2,-1 1 2,0 2-3,1-3-12,-3 2-6,3 0 8,-3 0-10,6 2-13,-13-4-1,6 4-4,1 0 3,-2-1-10,-1 1-10,9 0-2,-9 1 3,9-1 2,-10 3-8,2-1 0,3-1-8,1 0-2,4-1-3,-5 4 1,1-3-5,4-1 2,-5 3-1,4 0-7,1-3-12,-3 3-12,3-3-4,-5 2-8,5-2-15,0 0-12,-1 4-13,1-4-12,0 0-15,0 0-14,0 0-10,0 0-22,0 0-18,0 0-20,18-3-214,-18 3-556,6-3 247</inkml:trace>
  <inkml:trace contextRef="#ctx0" brushRef="#br0" timeOffset="68747.7799">28951 11639 297,'0'0'326,"0"0"-11,0 0-8,0 0-11,-5-4-13,5 4-13,0 0-19,0 0-12,0 0-11,0 0-17,0 0-6,0 0 0,-7 13 2,5-8-4,1 2 5,-3-1 10,3 4 2,-3 1 0,3 3-2,-2-3 2,2 2-6,-3 2-3,0 1-2,2 1-8,0-1-5,0 0-11,-1-3 1,0 5-14,3-7-19,-3 3-8,3-2-9,-1 0-21,1-1 0,2-1-15,-2-1-10,2 0-12,0-3-10,-1 0 2,-1-1-11,3 0-10,-1-1 3,4-2-7,-4-1-3,-2-1 1,8 1-4,-2-2-11,-6 1 3,12-5-19,-7 1-12,1 1 0,-1-2 0,3-1 0,-2 1 0,-2-1 0,1 2 0,-1-5 0,0 3 0,-3 2 0,4-3 0,-3 0 0,0 0 0,-2 0 0,0 1 0,0-1 0,-2 0 0,0-1 0,-3 4 0,2-2 0,-1 2 0,0-1 0,1 2 0,-1 0 0,-1-1 0,0 1-20,0 2-8,0-1-26,5 2-10,-9 3-7,9-3-5,-14 0-1,9 1-9,-2 2-9,4 2-9,-4-4-4,0 1-1,2 0-8,-3 4-10,1 1-10,1-3-11,-3 0-15,4 3-12,0-3-15,1-1-18,-1 3-13,-3 0-15,3-2-9,4 1-15,-3-2-13,0 1-13,0-1-14,4 1-11,0-4-13,0 0-27,0 0-188,0 0-581,0 0 257</inkml:trace>
  <inkml:trace contextRef="#ctx0" brushRef="#br0" timeOffset="69270.0974">29166 11700 349,'0'0'425,"0"0"7,0 0-1,5 5-6,-3-2-16,-1 1-13,1 2-8,0 0-7,1 1-8,-1 0-12,1 3-12,1 0-9,1 0-18,1 1-16,-2 0-9,-1 0-26,-1 0-22,5-1-25,-6 1-17,1 1-20,0-2-15,2-3-16,0 1-18,-4 0-17,1-3-4,1 1-15,0-1-31,-2 0-26,1-1-51,2-1-52,-2 0-43,-1-3-61,0 0-72,0 0-67,0 0-65,0 0-39,-9-13-48,9 3-46,-1 0-412,-3-2-984,0-5 435</inkml:trace>
  <inkml:trace contextRef="#ctx0" brushRef="#br0" timeOffset="69426.0368">29245 11643 213,'4'-10'211,"-3"1"52,-1 3 21,0 0 5,0 0 2,0 0 4,0 2-1,0-2-5,-1 3-19,1 3-28,-4-6-16,4 3-26,0 3-21,0-6-23,0 6-18,-5-4-32,5 4-34,0 0-37,0 0-29,-1-4-39,1 4-51,0 0-54,0 0-79,-9 1-49,9-1-288,-8 5-600,3-3 266</inkml:trace>
  <inkml:trace contextRef="#ctx0" brushRef="#br0" timeOffset="70694.6223">29586 11809 261,'-2'2'280,"2"-2"-11,0 0-7,0 0-7,0 0-21,0 0-10,0 0-8,-5 4-12,5-4-10,0 0-6,0 0-7,0 0-5,0 0-13,0 0 4,0 0-2,0 0 0,0 0-13,0 0-9,0 0 1,0 0-13,0 0 1,0 0-8,0 0-10,0 0-8,0 0-9,0 0-8,0 0-10,0 0-9,-8 0-7,8 0-7,0 0-2,0 0-5,0 0-8,0 0-2,0 0-4,0 0-10,0 0-9,0 0 8,0 0-6,0 0 0,0 0-4,0 0-2,0 0-2,0 0 4,0 0-2,0 0 5,0 0-9,0 0 0,0 0-2,0 0-3,0 0 2,0 0 0,0 0-1,0 0 6,0 0-9,0 0 2,0 0 5,0 0-8,0 0-2,0 0 2,0 0-1,0 0 1,0 0 2,0 0 9,9 6 2,-4-5 12,0 0 18,4-1 2,-9 0 18,14-1 3,-3 0 14,-4 1 11,7 0 5,-1-1 6,-4 0 2,6 0 2,-6 0-1,3-1-3,-1-1-10,2 2 3,0-1 1,-3 0-5,4 0-4,-2 1-8,-1-1-15,1 1-1,-1 1-12,0-3 2,0 2-8,-1-2-5,-1 1-1,1 1-3,-1 1 1,-1-2-22,-3 0-7,0 0-5,-5 2-17,10-1-11,-10 1-4,8-1-13,-8 1-6,5 0-6,-5 0-19,0 0-6,5-1-11,-5 1-11,0 0-7,0 0-13,0 0-15,0 0-14,0 0-10,0 0-17,0 0-8,0 0-11,0 0-13,0 0-10,0 0-9,0 0-14,0 0-16,-14 4-8,14-4 7,-8 1 0,8-1 2,-10 2 12,10-2 0,-6-2 7,6 2 17,-10 2 11,10-2-5,-9-2-1,9 2-124,-12 0-366,6-1 162</inkml:trace>
  <inkml:trace contextRef="#ctx0" brushRef="#br0" timeOffset="71038.991">29734 11662 275,'0'0'394,"0"0"15,-3-7-2,3 7-10,0 0-13,0 0-12,0 0-16,0 0-19,0 0-24,-6 13-21,4-9-19,2 4-5,0-1-2,0 3-13,2 3-21,-2-3-19,1 7-20,0-5-13,-1 4-17,4 1-22,-3-2-9,3 0-18,-3-2-8,1-1-16,-1 1-6,0 0-5,-1-3-11,3 0-9,-2 0-13,-2 1-26,2-5-19,2 0-28,-2 0-21,-1-2-23,0 3-21,0-4-24,0 1-11,0 0-23,0-4-26,1 7-2,2-4-10,-3-3-6,0 0-12,0 6-2,0-6-12,0 4-6,0-4-8,0 0-16,0 0-7,0 0-8,0 0-7,10-7-19,-6 3-230,-3 1-563,4-1 250</inkml:trace>
  <inkml:trace contextRef="#ctx0" brushRef="#br0" timeOffset="71617.4809">30061 11669 229,'-3'10'424,"3"-6"6,-1 1-1,1 1-13,0 1-18,-1-2-25,-1 6-27,2-2-17,3 1-26,-6 0-24,3 1-20,2 0-20,-1-1-22,-1-2-22,1 2-21,4 1-15,-3-3-17,1-1-16,1-1-13,1 1-8,-4-4-10,3 0-11,0 1-7,0-3-6,-4-1-5,5 4-3,-5-4-6,5 0-2,-5 0 0,9-4-9,-4-1-3,-1 2-4,4 1-6,-3-4-1,0 1 4,0 0-13,-1 2-1,1-4-2,-1 1-1,5 0 4,-3-3-11,-2 4 2,0-3-2,0 3 3,-3-4-3,4 1-2,-3 2 1,-1-3-1,1 1 1,-2 1-2,0-2 0,-1-1-2,0 3 0,1 1 4,-1-1 0,-1 1 4,0-1 3,-1 1-3,3 2-1,-1-1-2,0 0-1,-2 1 0,2-1-2,-1 3 2,2 2-3,-2-5-3,2 5 2,-3-3 2,3 3-2,0-4-2,0 4-1,0 0-9,-2-4 11,2 4-7,-3-3-3,3 3-8,0 0-7,0 0-10,0 0-9,0 0-7,0 0-17,0 0-17,-10 1-23,10-1-29,-5 5-33,5-5-35,-8 4-36,4-2-42,-1 3-48,3-1-53,-2 1-69,0 1-290,1-1-799,2-2 354</inkml:trace>
  <inkml:trace contextRef="#ctx0" brushRef="#br0" timeOffset="71798.0453">30304 11739 390,'3'1'508,"-3"-1"-22,4 3 6,-4-3 6,0 0-9,0 0-30,0 0-42,0 0-37,0 0-44,0 0-29,0 0-40,0 4-31,0-4-42,0 0-41,0 0-43,0 0-46,0 0-42,0 0-53,0 0-45,0 0-56,8-8-45,-8 8-48,0-3-60,0 3-62,2-5-50,-2 5-293,0-6-747,0 6 330</inkml:trace>
  <inkml:trace contextRef="#ctx0" brushRef="#br0" timeOffset="72226.7647">30440 11603 330,'0'0'382,"-3"2"-1,3-2-13,0 0-32,0 0-13,-3 3-31,3-3-22,0 0-15,5 8 1,0-5-26,0 0-18,-2-1-16,3 3-16,1 0-7,-2-2-5,2 1-13,-2 1 0,2 2-8,2-2-5,0 2 2,-2-1 1,-1 2-3,-3-2-1,5-2-1,-2 4-5,2 0 1,-3-1-5,-1-1 4,0 0-8,-3-1 1,3 2 0,-3-3-12,3 3 3,-3-1-1,3-1-24,-3 1 11,3-2-18,-4 2 7,0-2 2,0 1-9,0-2 5,0-3 3,0 7-22,-4-4 0,4 2-9,-5-3-6,0 2-5,1-1-6,2 2 2,-6-2-15,4 1-6,-1 0-15,-4-2-13,4 2-5,-2 0-20,1-4-16,-4 2-13,4-1-13,-2 0-1,0-1-11,2 1-24,-3-1-19,3-1-17,-1 0-29,1 0-36,-2-2-40,5-4-32,-1 1-40,-2-1-32,4 0-36,-2-3-44,3 2-42,-1-3-304,1-1-837,0 2 372</inkml:trace>
  <inkml:trace contextRef="#ctx0" brushRef="#br0" timeOffset="72468.7926">30522 11583 332,'0'0'422,"-4"-4"-2,4 4-1,0 0-19,0 0-31,2-7-37,-2 7-31,2-2-29,-1-1-28,1-1-27,0 2-13,2-1-27,1-1-16,0 2-19,0-2-13,0 2-14,3-1-16,-3 2-21,3-5-21,-2 5-17,-2 0-21,-4 1-20,12-6-11,-5 5-23,0-3-20,0 2-19,-1 2-25,-1-5-21,-5 5-30,10 0-27,-5 0-27,-5 0-24,9 4-38,-9-4-24,5 1-250,-5-1-585,6 6 259</inkml:trace>
  <inkml:trace contextRef="#ctx0" brushRef="#br0" timeOffset="73009.0563">30793 11641 323,'0'0'445,"1"5"4,-1 0 2,0-1-16,3 3-18,-2 1-20,-1 2-9,3-2-9,-1 2-23,2 2-24,0-2-12,1 1-15,-4 0-20,4 0-15,2 0-1,-1 0-17,1 4-3,-1-3-7,-1 1-11,-1-3-8,1 5-3,0-1-3,-1-3 7,1 5-11,-2-3-8,-2-2-111,-1 0-94,1 1 0,0-1 0,-1 0 0,-1-2 0,1 2 0,-1-2 0,0-1 0,-1 0 0,0 0 0,2-4 0,0 4 0,-4-2 0,1-2 0,1 1 0,-2-2 0,1 1 0,0 0 0,-3 1 0,3-2 0,-5-1 0,3 1 0,-3 1 0,-1-2 0,-1 0 0,1 0 0,1 0 0,-2 0 0,1-1 0,4 1 0,-4 0 0,0-1 0,0 1 0,4-1 0,-1-1 0,6 0 0,-14-3 0,7 3 0,4-2 0,-3-1 0,1 1 0,-2-3 0,2 1 0,-2 0 0,2-1 0,-3-2 0,5 0 0,-5 0 0,3-2 0,-2 0 0,1 3 0,-2-5-103,2 3-215,2-8-41,0 5-28,2 3-32,-1-2-48,2-4-43,-2 2-50,-2-4-285,5 4-916,3-1 406</inkml:trace>
  <inkml:trace contextRef="#ctx0" brushRef="#br0" timeOffset="73299.9397">30817 11430 93,'0'0'600,"0"0"2,-6-5-3,6 5-7,0 0-40,-4-3-43,4 3-46,0 0-48,0 0-36,0 0-40,0 0-43,0 0-29,0 0-27,0 0-33,0 0-31,0 0-29,0 0-23,0 0-27,0 0-29,14 7-32,-14-7-29,0 0-30,7 2-28,-7-2-49,5 1-17,-1 0-27,-4-1-26,0 0-38,8-3-21,-8 3-38,0 0-38,7 2-44,-7-2-45,5 1-349,-5-1-802,0 0 354</inkml:trace>
  <inkml:trace contextRef="#ctx0" brushRef="#br0" timeOffset="76132.2641">31133 11696 316,'-5'2'452,"5"-2"4,-9 3 2,4-2-23,0 2-25,0-3-23,1 3-20,4-3-19,-8 4-30,3-2-26,5-2-23,-6 1-30,6-1-25,-3 4-21,3-4-20,-1 3-18,1-3-14,0 0-12,5 7-13,-3-6-4,-2-1-10,9 2-1,-2 1-7,-1-3-3,2 0-6,-2 0-3,-6 0-12,15-2-2,-7 1-4,2 1-4,-3 0-7,0-1-5,1 0-6,0 0-2,-1 0-7,-7 1-2,12-2-2,-7 1-7,0 1 0,-5 0-7,10 0 4,-10 0-3,9-1-1,-9 1-3,8 0-17,-8 0 10,0 0-19,10 0 7,-10 0-2,0 0-4,5-2-1,-5 2-2,0 0 2,4-2-6,-4 2 0,0 0-11,0 0-10,0 0-8,0 0-12,0 0-11,0 0-14,8 0-18,-8 0-20,0 0-16,0 0-12,0 0-40,5-1-26,-5 1-17,0 0-23,0 0-23,0 0-32,9 0-37,-5-2-29,-4 2-285,2-4-719,-2 4 318</inkml:trace>
  <inkml:trace contextRef="#ctx0" brushRef="#br0" timeOffset="77241.2099">31410 11590 379,'0'-3'457,"0"-1"-8,0 4-24,0-8-35,2 2-32,-2 1-30,3 1-20,1-2-23,0 2-19,0-1-26,1 2-26,0-3-22,0 4-19,0 0-15,2 0-21,0 0-14,1 1-11,2 0-13,-3 1-3,-7 0-17,12 3-15,-6 1-10,-1-2-3,-1 6-9,-1-3-8,0 1-3,-2 2-15,-2 1 4,1 2-2,0 0-4,-1-1 0,-1 1-3,-3-1-1,3 0-1,-2 0-3,-3-1-1,2 2 0,0-3 2,1 3-4,-2-4-4,1 4 6,1-6 1,0 3-1,3-2 4,-3 3 5,0-6 7,3 3 6,-3-2 5,4 1 4,-4-2 0,4-3 7,0 6 5,0-4 3,0-2-4,0 0 8,0 7-8,0-7 7,3 2-1,-3-2 9,4 1 0,-4-1-2,6 1-12,-6-1-3,9-3-4,-4 2-4,2 0-5,0-2-4,5 0-10,-6 2-9,4-3-6,0 0-10,1 1-21,-2-3-16,1 2-21,-1-2-16,-3 2-15,3-2-14,-1 0-13,0 0-4,-1-1-9,2 1-4,-3-4-12,2 4 8,-3 0 0,-2-1 9,1 1 15,-2-1 12,3 2 10,-5 1 10,3 0 15,-2 0 3,-1 1 3,0-1 0,0 4 18,0-5 4,0 5 12,1-5-3,-1 5 9,0 0 10,0 0 14,0 0 19,0 0 8,0 0 4,0 0 13,0 0 14,13 5 19,-9-1 13,0 0 4,1 0 14,0 1 14,0 0 9,-1 1-3,0-1-10,2 3-5,1 0-1,-2 3 4,-1-3 3,0 1-8,-1 0-8,3-1-2,-3-1 4,2-1-4,-2-1-1,-1-1-11,1 3-3,0-3 3,-2 2-9,3 1 1,-2-3-6,0 1-3,-2-2-6,0 3 9,1-3-7,-1 2 0,1-1-8,-1-4 3,-1 7-2,-2-3-10,2-1-9,-2 0-5,3-3 5,-3 6-13,1-4 6,2-2-10,-4 3 2,4-3-7,-5 4-8,5-4-21,-7 0-8,7 0-21,-9 1-12,9-1-23,-7-2-27,7 2-41,-7-2-13,0-1-27,2 0-13,0-2-27,3 0-32,-4 0-27,1-4-26,0 2-39,0 0-35,1-3-36,2 1-317,-2-1-797,1 4 353</inkml:trace>
  <inkml:trace contextRef="#ctx0" brushRef="#br0" timeOffset="77505.7902">31729 11611 176,'2'-4'402,"-2"4"-1,4-4 8,-4 0-4,0 4-20,5-2-22,-5 2-30,1-5-30,-1 5-25,1-4-28,-1 4-25,0 0-25,4-2-17,-4 2-19,5-3-22,-5 3-11,7-3-14,-4 2-11,0-2-20,2 0-12,-5 3-17,7-1-8,-3-1-11,-4 2-5,0 0-17,9 0-15,-9 0-10,5-2-13,-5 2-27,5-4-4,-5 4-20,0 0-14,0 0-23,0 0-11,7 0-17,-7 0-17,0 0-11,0 0-14,4 4-22,-4-4-16,0 0-9,4 3-19,-4-3-7,0 0-12,9 1-195,-8 0-496,-1-1 220</inkml:trace>
  <inkml:trace contextRef="#ctx0" brushRef="#br0" timeOffset="77870.3567">31992 11568 121,'-2'4'423,"0"3"12,-1-1 18,0 1 8,-2-1 0,1 2-3,0 2-7,-1 0-9,-1 1-6,3 0-5,-2 1-22,1-1-18,0 0-21,1-3-17,0 4-21,0-2-20,2-3-23,-2 2-28,2-4-27,-3 1-24,4-1-20,-1-1-18,2 1-76,-1-2-96,1 3 0,-1-2 0,1-1 0,1 0 0,-2-3 0,2 4 0,-2-4 0,6 2 0,-3-1 0,-3-1 0,0 0 0,11-5 0,-5 3-190,-1-3-45,0 2-43,0-4-29,3 0-35,1 0-29,-3-1-27,1-2-48,2 0-36,-2 1-375,-2-1-929,3-1 410</inkml:trace>
  <inkml:trace contextRef="#ctx0" brushRef="#br0" timeOffset="78190.1023">32099 11619 226,'-1'5'416,"-2"-1"36,-2 2 12,0 1 25,-3 0 1,3-2-21,0 1-30,4 1-35,-2-3-19,-1 1-35,3 0-15,1 0-31,0-1-23,0 2-25,1-3-25,3 1-27,0-1-25,1-2-10,0 1-24,-5-2-33,12-2-11,-12 2-16,10-3-31,-5-2-9,3 2-21,-3-3-13,1 0-10,0-1-10,-4 1-8,2 2-3,1-2 1,-1 0 2,-2 2-6,2-4-3,-1 3-1,-1 1-7,0-3 6,0 2-6,1 1-4,-3-1-1,2 1-2,-2 4-2,0-5-12,0 1-19,0-1 3,0 5-10,-3-5-14,1 1-13,2 4-16,-1-6-16,-2 3-21,3 3-27,-3-4-21,0 1-26,3 3-20,-4-2-29,4 2-24,0 0-29,-4-3-44,4 3-219,0 0-650,0 0 287</inkml:trace>
  <inkml:trace contextRef="#ctx0" brushRef="#br0" timeOffset="78600.0619">32269 11538 365,'0'0'492,"-8"1"9,8-1-1,-6 4-19,6-4-34,-8 1-36,7 1-38,1-2-32,-4 6-36,4-4-28,2 5-29,0-3-23,-1 2-22,3 2-21,0-1-24,2 3-7,-2-5-20,1 4-29,0 0-18,3 1-22,-3 0-17,0-1-5,0-2-9,-1 0-1,0-1 2,0-2-6,-3 3-2,3-3 3,-1 0 9,-6 1 2,3 0 5,0-1 0,0-4 1,-4 7-4,4-2-4,-2-3-2,-1 2-1,-1-3-3,-1 1 2,0 2-8,-4 0-5,5-3 1,-1 1-3,-4 2-5,-1-2 2,2 1-1,-1-1 3,2 1-9,-3 0 0,-1 1 2,2 0-3,1-1-9,2 1-11,-1-3-7,0 1-17,1 1-8,1-1-18,1 1-5,0-1-12,4-2-22,-8 1-13,8-1-13,-5 1-17,5-1-13,0 0-8,-10-1-13,10 1-7,0 0-2,-2-5-8,-1 2-6,3-2-12,0 5-8,0-9-7,0 5-15,0-1-7,1-1-5,2 1-9,-2 0-21,2 1-177,-2 0-501,3 0 221</inkml:trace>
  <inkml:trace contextRef="#ctx0" brushRef="#br0" timeOffset="79288.0726">32449 11646 132,'0'0'450,"0"0"4,0 0 2,0 0-12,0 0-15,0 0-27,-9-11-24,9 11-21,0-5-27,0 5-25,2-6-25,0 1-23,3 0-27,-5-1-21,3 1-19,-1 1-15,-2-2-22,2 2-11,0-2-16,0 3-12,1-1-12,-3 0-12,2 1-4,0-1-11,-2 4-6,4-5 3,-3 2 2,-1 3-2,0 0 0,0-4-2,0 4 11,0 0 3,0 0 4,0 0-7,0 0 21,0 0-7,0 0 6,0 0-6,7 9-12,-7-4 1,0-1-6,2 1-4,2 0-1,-3 2-13,1 1-7,0 0-5,-1-1-6,3 1 0,-4-1-10,3 2-32,-3-3 0,1 1 0,-1-2-51,0 0-39,0 3-37,0-3-39,-4 0-47,3 2-49,-3-3-43,0 3-36,0-3-30,-4 3-41,3-2-41,1-1-23,-1 2-345,-1-2-890,2 1 395</inkml:trace>
  <inkml:trace contextRef="#ctx0" brushRef="#br0" timeOffset="79534.5399">32440 11737 343,'0'0'88,"4"-12"60,-1 8 42,-3 4 23,0-6 19,2 4 22,-2 2 6,0-5 11,1 0-9,3 2 0,0-1-9,1-2-16,1 1-19,2 0-20,0-2-20,-2 2-21,3 1-19,0-3-28,-1 3-29,-2-1-40,2-1-28,5 3-30,-7-4-31,1 3-26,2-1-25,-3 4-17,-1-3-12,1 3-11,0-1-13,-1 1 9,-5 1 14,10 0 8,-10 0 17,8 4 11,-3-1 26,-1 0 27,1 1 22,0 0 20,-1 0 19,-1 2 13,0 0 4,0-2 1,0 2-3,-1 1 1,0-4-7,0 2 19,-1 1-22,-2-3-40,-1 0-54,2-3-63,-4 5-80,1-1-216,3-4-461,0 0 204</inkml:trace>
  <inkml:trace contextRef="#ctx0" brushRef="#br0" timeOffset="79679.6959">32711 11554 149,'0'0'428,"3"-4"-23,-3 4-25,1-7-33,4 2-42,-5 5-30,5-5-55,0 1-50,-2 2-66,1-3-66,1 3-73,-1-2-74,1 2-74,1 0-233,-6 2-451,4-7 200</inkml:trace>
  <inkml:trace contextRef="#ctx0" brushRef="#br0" timeOffset="80676.0156">30653 12605 123,'-7'2'374,"7"-2"6,-12 0-10,7 0-7,-1 1-19,6-1-24,-9 1-10,4 1-13,5-2-14,0 0-18,-8 0-14,8 0-21,0 0-14,0 0-17,-10-2-11,10 2-5,0 0-9,0 0-2,0 0 0,0 0 1,0 0-13,0 0 4,0 0-5,27-4 2,-16 4-9,1 0-7,5-5 0,2 3-7,0 0-2,0-3-12,4 2-4,-4 1-18,0-3-4,3 3-10,-3 1-13,1-1-2,-3-1-6,0 1-13,0 0 0,-5-1 4,2 2-15,-5 0-15,2 1 12,1 0-21,-8 0-3,1-1-4,3 1-22,-8 0-8,10 1-25,-10-1 2,5 0-14,-5 0-14,0 0-16,8 0-9,-8 0-22,0 0-13,0 0-18,0 0-16,0 0-8,6-1-22,-6 1-17,0 0-19,0 0-9,0 0-15,0 0-12,0 0-14,0 0-8,0 0-10,0 0-13,0 0-17,0 0-11,-19-2-238,12-1-623,2 2 277</inkml:trace>
  <inkml:trace contextRef="#ctx0" brushRef="#br0" timeOffset="80933.0394">30817 12494 132,'0'0'512,"0"0"5,0 0 2,-10 7-12,6-3-20,4 0-25,-2 1-25,-1 0-20,3 4-26,0 2-32,-1-2-29,1 3-31,1-3-26,2 3-24,-2-2-31,-2 2-19,3-1-17,1-1-20,-2 2-19,2-2-42,-1 2-40,-2-3-40,0-1-46,4 1-51,-3 1-42,-1-4-40,3-1-46,-1 1-42,0-2-37,-1 2-36,2-1-33,-1 0-29,2-2-35,0 1-318,0-2-794,-4-2 351</inkml:trace>
  <inkml:trace contextRef="#ctx0" brushRef="#br0" timeOffset="81733.7306">31419 12569 164,'-5'0'282,"5"0"-22,-8 1-33,3 1-26,5-2-37,-9 1-38,6 1-43,-1 1-41,4-3-44,0 0-37,-3 3-32,3-3-24,0 0-31,0 0-77,0 0-220,0 0 98</inkml:trace>
  <inkml:trace contextRef="#ctx0" brushRef="#br0" timeOffset="81877.0132">31428 12578 5,'0'0'257,"10"0"-2,-6-2-1,-4 2-10,9-3-21,-2 2-17,-4-1-27,5 1-13,0-2-21,-3 2-31,0-2-41,1 1-41,-1 0-49,1-1-47,0 1-42,2 0-53,-1 1-143,-2-1-326,2 1 145</inkml:trace>
  <inkml:trace contextRef="#ctx0" brushRef="#br0" timeOffset="82046.3216">31819 12537 373,'4'-2'395,"1"0"-1,1-1-9,1 3-35,-1-3-14,-2-1-38,1 3-30,0-2-27,-5 3-29,9-2-18,-2 0-56,-2 1-34,0-2-49,1 2-41,-6 1-29,11-1-33,-9 0-50,-2 1-53,9 0-51,-4-1-49,-5 1-248,0 0-540,12 0 238</inkml:trace>
  <inkml:trace contextRef="#ctx0" brushRef="#br0" timeOffset="82895.0301">32582 12264 135,'0'0'368,"0"0"-3,0 0-11,0 0-37,12-6-22,-3 3-37,-2 2-15,4 0-29,1-1-27,4-1-15,0-1-18,2 1-25,-4 1-11,-1-3-18,4 0-12,-17 5-8,30-8-17,-30 8-6,23-7-4,-23 7-3,19-6-3,-19 6-4,0 0 5,22-10 12,-22 10 8,0 0-12,17-6 17,-17 6 1,0 0 4,0 0-2,0 0-2,19-6 0,-19 6-9,0 0-4,0 0-3,0 0-11,0 0-9,0 0 1,0 0-4,0 0-6,0 0-4,0 0 3,0 0 7,0 0 8,0 0 5,0 0 9,0 0 6,0 0 8,10 26 12,-10-26 10,0 16 9,0-16 8,0 18 4,0-18 0,2 24 4,-2-8-3,0-16 10,3 29-7,-1-11 3,1 0-7,1 2 0,1-1-4,-1 1-3,1-1 6,-1-1-2,0-2-1,2 5 13,-4-9-6,1 7 5,1-2-3,0 1 7,-4-18-3,4 25-2,-3-13-86,-1-12-35,2 21 0,-2-21 0,-2 21 0,2-21 0,-1 22 0,1-22 0,-8 14 0,8-14 0,-9 13 0,9-13 0,-10 11 0,10-11 0,-13 9 0,4-5 0,-2 1 0,1-1 0,1 0 0,-4 0 0,1-4 0,1 1 0,-1 0 0,-5 0 0,-1 0 0,-3-2-206,2 1-58,-1-1-15,-1 0-37,1 0-4,-2-2-30,2 3-28,-1-2-22,-6 1-34,8-1-41,-12 0-321,11 0-860,-1-2 381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6-04-16T10:04:53.97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25162 10455 301,'-1'-4'442,"-3"2"5,0 0-5,3-2-20,1 4-24,-8-4-29,7 2-26,1 2-19,-4-4-28,4 0-14,0 4-16,0-5-13,0 5-15,0-6-9,0 1 4,3 2-10,-3 3 9,0-5 0,1 2 10,-1 3-2,0-6 0,0 6-5,0 0 1,0-4-10,0 4-9,0 0-12,-4-4-8,4 4-16,0 0-181,0 0 0,0 0 0,0 0 0,0 0 0,0 0 0,-1-4 0,1 4 0,0 0 0,0 0 0,0 0 0,0 0 0,0 0 0,-3 10 0,3-5 0,0 1 0,-1 2 0,1 3 0,0 0 0,-4 2 0,5 3 0,-1 3 0,-1 0 0,0 0 0,-2 6 0,3 1 0,0-1 0,-4 0 0,3 0 0,-3-1 0,3 1 0,-3-6 0,3 1 0,-1 7 0,2-7 0,0-2 0,-2 1 0,4-2 0,-4-2 0,2 1 0,-2-4 0,2 1 0,0-5 0,2 3 0,-4-3 0,4 0 0,-4-1 0,2-2 0,2-2 0,-2 1 0,0 0 0,0-4 0,0 4 0,0-4 0,-4 4 0,4-4 0,0 0 0,0 0 0,-5 1 0,5-1 0,0 0 0,-9-5 0,5 3 0,-2-1 0,4-1 0,-2-1 0,0-1 0,1-2 0,-3 0 0,2-1 0,-2-2 0,4 2 0,-3-2-317,1-5-214,2 5-18,-1-1-17,3-3-16,-1 3-359,-2-4-1020,5 0 451</inkml:trace>
  <inkml:trace contextRef="#ctx0" brushRef="#br0" timeOffset="445.7895">24886 10521 217,'-6'-1'303,"3"-3"2,-1 2-2,-1-1-8,1 1-3,4 2 11,-5-5-1,3 3 3,2 2-24,-3-5-17,3 5-18,1-6-12,1 1 4,0 2 5,2-2 3,-1 0-2,4 3 9,0-3 3,0 0-2,6 0-13,-3-1-1,3 0-5,0 1-17,4-1-5,2-1-13,-3 1-12,6-1-20,-2-1-9,0 2-14,7-1-15,-8 0-15,1 2-8,-1-3-6,-1 4-19,-1 0-3,-3-1-8,-1 3-11,-1-2-17,-3 2-31,2-1-12,-4 1 0,2 2 0,-2-2 0,-7 2 0,9-2 0,-4 3 0,-5-1 0,7 3 0,-7-3 0,5 2 0,-5-2 0,4 5 0,-2-3 0,-1 1 0,-1-3 0,0 6-51,0-6-49,1 2-5,-1-2-23,0 0-15,-1 6-25,1-6-19,-3 3-16,-1-1-36,4-2-11,-4 2-35,4-2-28,-6 3-30,1-2-34,0 1-34,5-2-46,-8 4-282,4-1-800,-1-3 354</inkml:trace>
  <inkml:trace contextRef="#ctx0" brushRef="#br0" timeOffset="999.4811">24762 10951 266,'-11'12'341,"-2"0"-10,1 0-25,3-3-12,-1-1-42,2 0-20,3 1-17,-1-2-19,-2-3-20,5 1-6,1 0-4,-2-1 7,3-2 16,1-2 19,5 3 21,-1 1 16,-4-4 25,9 3 12,-4-2 0,0-1 9,8-1 1,-3 0 3,3-1-16,0 0-8,0-1-14,2 2-7,4 0-11,-1 0-17,0 0-14,2-1-12,-2-1-13,4-1-14,1 0-11,-3 2-100,2 1-58,0 0 0,1 1 0,-3 0 0,1 0 0,-4 0 0,4 0 0,-4-1 0,-4 1 0,-1 0 0,-2 0 0,2 0 0,-2 0 0,-2 0 0,-2 1 0,1-1 0,0 0 0,-7 0 0,11 0 0,-9 1 0,-2-1 0,9 1 0,-9-1 0,9 0 0,-9 0 0,5 1 0,-5-1 0,6 1 0,-6-1 0,0 0 0,7 0 0,-7 0 0,0 0 0,9 0 0,-9 0 0,0 0 0,6 0 0,-6 0-80,0 0-266,7-4-33,-4 4-31,-3 0-34,7-4-32,-5 0-45,2 0-402,0-1-999,0 0 442</inkml:trace>
  <inkml:trace contextRef="#ctx0" brushRef="#br0" timeOffset="1432.2697">25590 10799 233,'0'4'474,"0"-4"-7,3 2 17,-3-2 8,5 4 2,-4-2-3,-1-2-16,10 1-2,-6-1-15,5 2-20,0-2-25,3-3-35,-1 2-27,3-2-30,0 1-29,5-3-29,1 2-25,1-3-28,1 2-18,-3 0-21,3-3-17,-2 3-21,0 1-37,-1-1-96,-9 1 0,3 0-19,-3-1-111,-2 2-61,-2-2-78,2 4-62,-3-1-70,-5 1-79,5 0-100,-5 0-385,0 0-1046,0 0 462</inkml:trace>
  <inkml:trace contextRef="#ctx0" brushRef="#br0" timeOffset="1694.4949">25779 10876 403,'-10'5'416,"0"3"-12,1-3-2,1-1 14,3-2-8,-2 3-32,3-2-25,-1 0-14,5 0-7,0-3 6,4 4-5,-4-4-17,8 4-25,-4-3 8,5 0-8,-2 1-16,0-2-17,3 1-17,-2 0-22,2 3-11,2-4-15,-2 0-16,2 0-24,-1 0-13,1 0-11,-1 0-17,1-2-6,-2 4-14,2-2-11,0-2 0,0 1-22,3 0-57,-2 0 0,1-2 0,2 1 0,2-4 0,1 4 0,-1-4-26,-4 3-97,3-4-41,-4 1-39,-2-1-39,5 1-38,-4-2-43,-1 1-34,-4 3-31,1-1-38,0-1-38,-3 2-403,-1 1-937,-1-2 415</inkml:trace>
  <inkml:trace contextRef="#ctx0" brushRef="#br0" timeOffset="3701.6931">26895 10504 284,'0'0'360,"0"-4"12,0 4 0,0 0-12,0 0-17,0-7-24,0 7-24,0 0-31,0 0-18,0 0-23,0 0-19,0 0-16,0 0 8,0 0 0,0 0-2,0 19 9,0-11 13,0 2-3,0 3 2,3 0 0,-3 1-12,1 3 10,-1 0-5,1 2 3,-1 0-1,3 1-1,-3-2-21,-3-1-8,2 3-11,0-2-7,-2-2-7,2-2-7,-3-4-10,4 2-18,-1-2-8,-2 0-25,-1-2-87,4-1 0,-1-1 0,-2-1 0,2 0 0,0-1 0,-2-2 0,3-2 0,0 0 0,0 0 0,0 0 0,-11-11 0,8 5 0,-2-2 0,3-2 0,0 0 0,-2-3 0,3-4 0,1 1 0,0 0 0,0 3 0,0 0 0,0-4 0,1 5 0,3-3 0,0-1 0,-3 4 0,3 2 0,2-1 0,1-3 0,-2 3 0,7-3 0,-6 5 0,4-1 0,-1 1 0,0 1 0,4-1 0,-3 3 0,1 0 0,1 2 0,0 1 0,2 2 0,-1 2 0,-2-1 0,2 3 0,-2 1 0,3 2 0,-5 1 0,3 2 0,-2-1 0,-4 1 0,2 1 0,-3-1 0,2 3 0,-2-3 0,-3 0 0,1 2 0,-6 0 0,6-4 0,-2 0 0,-1-2 0,0-1 0,1-1 0,-1-3 0,-2 6 0,2-6 0,0 0 0,0 0 0,0 0 0,0 0 0,-8-14 0,7 6 0,2 0 0,2-3 0,-2-1 0,0-1 0,4 0 0,-2 0 0,-2 1 0,7-4 0,-4 5 0,0-1 0,3 1 0,0-1 0,-1 1 0,2 2 0,-1 0 0,1 1 0,0 1 0,-1-1 0,2 1 0,-2 4 0,-1-3 0,3 4 0,1 0 0,-3 2 0,0 0 0,-1 2 0,6 0 0,-3 5 0,0 0 0,1 0 0,3 4 0,-4-1 0,4 4 0,-4-2 0,0 2 0,0 1 0,-2 0 0,1 0 0,0 2 0,-3-5 0,0 0 0,-1-2 0,0 3 0,-1-2 0,0-1 0,0 0 0,-1-2 0,1 0 0,-2 1 0,3 0 0,-2-2 0,-1 2 0,-1-1 0,2-4 0,-2 0 0,0 2 0,0-2 0,2-3 0,-2-1 0,0 0 0,0 3 0,0-3 0,0 0-88,0 0-281,2-9-19,-2 3-15,0 0 3,1 1-2,0-1 6,-1-2-2,2 1 13,-1-1 23,1-1-19,-2-1 21,2-1 13,0 1 20,0 1 15,-1-1 27,1-1 34,0 2 34,1 0 36,0-1 52,-1 1 24,2 0 12,-4-1 12,4 2 12,-3-2 14,1 3 2,0-1 5,-2-2 5,2 3 5,0-2 15,0 2-3,1-3 21,0 2-1,1-1 20,-1-1 21,1 4 10,0-4 23,-4 4 22,4-1 24,0 1 20,-3 3 18,0-2 20,2 0 9,-2 2 16,3 1 9,-4 2 2,1-3 0,-1 3 4,0 0 11,0 0 19,0 0 13,8 5 30,-7 1 2,3-1-10,1 6 0,-2 0 19,4 5-8,2 0-7,-1 4-9,1-2-2,1 3-15,-1 5-15,-1-6-1,-2-1-19,2-1-15,1 7-8,-3-5-16,-1-1-10,5 5-142,-4-5-29,-3-2 0,3-2 0,-4-3 0,2-2 0,2-4 0,-4-1 0,-1 2 0,1-3 0,0 1 0,0-3 0,-2 3 0,0-5 0,2 3 0,-2-3 0,3 1 0,-3-1 0,0 0 0,12-7 0,-8 3 0,-2-2 0,3-2 0,1-1 0,1 1 0,-2-4 0,4-2 0,0 2 0,-4-1 0,-1-2 0,4-2 0,-2 1 0,1-2 0,-5 7 0,3-5 0,-2 0 0,1 4 0,-2-5 0,1 5 0,-2-1 0,0-2 0,-1 5 0,0 2 0,2-2 0,-1 2 0,-1-2 0,1 2 0,2 1 0,-6 0 0,3 0 0,3 0 0,-2 1 0,-1 0 0,1 0 0,1 0 0,-1 1 0,-1-1 0,1 2 0,0 1 0,-1-1 0,2 0 0,-2 4 0,-2-6 0,2 6 0,2-5 0,-1 1 0,-1 4 0,1-5 0,-1 5 0,0 0 0,2-6 0,-1 4 0,1-3 0,-2 5 0,2-7 0,-1 4 0,0 0-123,3 0-351,-2 0-8,-2 3-25,3-4-19,-3 4-13,5-2-385,-5 2-1000,4-3 443</inkml:trace>
  <inkml:trace contextRef="#ctx0" brushRef="#br0" timeOffset="4433.9429">27919 10779 242,'-7'3'496,"7"-3"-7,0 0 4,-1 2-11,1-2-29,0 0-21,0 0-17,0 0-12,0 0-26,14-9-12,-9 6-38,4-1-10,1 1-19,-1-2-28,0 0-1,2-2-27,-1 3-24,1-2-10,-4-1-27,4 2-19,1 3-8,-3 0-25,2-2-12,-6 3-16,2-1-5,-1 2-11,-6 0-11,10 4-7,-7 0-10,-1-1-17,1 1-14,-3 4-19,-5-2-7,1 3-14,-1-2-9,0 1-10,-3 0-3,-1 2 9,0-2-9,-2 5 4,-2-3 4,3-1 9,-2 1-1,3-3-3,-1 0 6,0 1 1,-2-1-4,2 2 6,1-3 4,1 0-1,-2 2-1,5-4 4,1-1 8,-1 2 3,-1-1 17,2-2 1,1 2 11,3-4 14,-3 3 8,3-3 9,-2 4 13,2-4 13,0 6 5,0-6-94,2 4 0,-2-4 0,6 3 0,-4 0 0,2-2 0,-4-1 0,11 3 0,-5-1 0,2-1 0,3 0 0,-2 1 0,1-2 0,-1 0 0,4 0 0,-3 0 0,-1-2 0,4 1 0,-3 1 0,-1 0 0,1-3 0,2 1 0,-6 1 0,6 0 0,-1-2 0,-1 2 0,1-2 0,3 1 0,-3 1 0,-2-1 0,1-1 0,-1 0 0,-1 1 0,1-1 0,0-1 0,-3 2 0,3-3 0,0 1 0,-4 1 0,6-2 0,-6 2 0,4-6-221,-2 6-139,0-6-17,-2 3-12,2-1-10,-3 2-9,0-2-5,-1 1-3,0 0-13,0-1-10,-2 0-285,1 3-783,-2-2 346</inkml:trace>
  <inkml:trace contextRef="#ctx0" brushRef="#br0" timeOffset="4794.7566">28330 10651 78,'0'0'519,"-4"3"-13,4 1-7,0-4-7,-2 3-21,2-3-25,2 6-17,2-4-5,0 1-17,3-1-16,0 0-22,2 0-22,-4-1-15,4 0-16,4-1-22,-3 0-21,3-2-31,0 2-21,-3-2-22,3 3-20,-2-3-15,2-1-14,0 0-23,-2 1-12,2-1-13,0 1-26,0 0-53,5-1-23,-7 1-26,-1 0-56,3-2-44,-4 2-46,6-3-50,-6 3-50,4-3-44,-3 3-35,3-2-41,-3 0-37,1 1-33,-1-2-26,0 0-322,-1 0-876,0-1 389</inkml:trace>
  <inkml:trace contextRef="#ctx0" brushRef="#br0" timeOffset="5561.7779">28951 10502 422,'3'6'538,"0"2"53,0 0 6,-1 1 5,3 0-13,-2 1-1,1 2-34,-4 2-25,4 1-24,-1-3-28,-1 0-34,-2 0-38,2-1-29,0 0-41,-2-1-33,0 1-27,0 0-212,0 0-63,0-1 0,0-3 0,0-1 0,0 1 0,0-3 0,-2-3 0,2-1 0,-4 3 0,4-3 0,0 0 0,-13-3 0,9-2 0,-1-5 0,0 0 0,4 1 0,-4-7 0,2 5 0,2-5 0,1 5 0,0-2 0,2 2 0,1 0 0,-1 1 0,1 0 0,1 0 0,0 1 0,3 2 0,0-1 0,0 1 0,1 2 0,0-1 0,-1 2 0,-3 1 0,5 1 0,1-1 0,-1 0 0,3 3 0,-1-1 0,-2 1 0,-2 0 0,-1 0 0,3 1 0,-1 0 0,-8-1 0,9 4 0,-5-1 0,-1 0 0,1 4 0,-3-2 0,-1-1 0,0 2 0,-1 2 0,-1-3 0,0 1 0,0-1 0,-1-1 0,1-2 0,-1 3 0,3-5 0,-4 3 0,4-3 0,-5 2 0,5-2 0,0 0 0,0 0 0,-1-11 0,2 8 0,0-3 0,3-1 0,1 0 0,1 0 0,-1-1 0,2 0 0,0 0 0,-1 0 0,2 0 0,1 0 0,0 1 0,-2 1 0,0 2 0,0 2 0,2-3 0,0 0 0,1 2 0,-3 1 0,4 1 0,-6 1 0,8 0 0,-4 1 0,-1 1 0,2 1 0,-1-1 0,0 4 0,1-2 0,-1 1 0,-4 0 0,2 3 0,-1 2 0,0 0 0,-2 0 0,-1 2 0,-2 2 0,2 1 0,-3-3 0,1-1 0,0 2 0,-1-2 0,0 0 0,-1-4 0,1 2 0,0 0 0,-1-3 0,3 1 0,-2-2 0,0-2 0,1 1 0,1-1 0,-2-3 0,0 0 0,0 0 0,7-8 0,-4 4-305,3-5-50,-1 1-28,-3-2-12,0-1-15,3 0-15,-3 0-4,0-5-6,1 5 6,-1-2 29,3-3-11,-2 0-225,-1 0-689,0 0 305</inkml:trace>
  <inkml:trace contextRef="#ctx0" brushRef="#br0" timeOffset="5987.1498">29419 10447 1377,'5'-11'-40,"-3"-1"29,1 1 22,-1 3 42,0-1 32,1 3 25,-1-1 29,2 1 15,-3 1 21,3 0 18,0 3 16,0-2 24,-3 2 18,-1 2 14,10-1 14,-10 1 33,8 6 33,-3-3 20,0 2 26,7 2 7,-7 4 2,4-2 6,-1 4-5,-1 1-11,1-2-19,0 3-15,-1-1-14,1 2-111,-2 3-231,1-5 0,-1 2 0,-2-4 0,2-1 0,-1-2 0,-1 3 0,-1-3 0,1 0 0,-2-3 0,0 0 0,0-1 0,1-1 0,0 0 0,-1 0 0,-1-2 0,-1-2 0,0 0 0,0 0 0,9-8 0,-7-1 0,2-1 0,0 1 0,-1-1 0,2-4 0,-3 4 0,2-2 0,-3-2 0,5 0 0,-4 2 0,-1-1 0,3 1 0,0 0 0,0 1 0,-3-1 0,4 1 0,-1 0 0,0 0 0,-3 0 0,3 2 0,-3-2 0,3 0 0,0 0 0,0 5 0,-2-4 0,2 0 0,-1 4 0,-1-1 0,-2 1 0,0 1 0,4-1 0,-4 1 0,0 2 0,4-1 0,-3 1 0,-1 3 0,0-5 0,0 5 0,2-5 0,-2 5 0,1-2 0,-1 2 0,0 0 0,0-5 0,0 5 0,0 0 0,0 0 0,0 0 0,0 0 0,0 0 0,0 0 0,0 0 0,0 0-217,0 0-510,0 0-482,0 0-1308,0 0 580</inkml:trace>
  <inkml:trace contextRef="#ctx0" brushRef="#br0" timeOffset="6177.9496">29933 10378 42,'5'18'681,"-9"8"9,7-6 18,-6 6 26,3 2 32,-1-3-23,1 1-67,0 1-54,0-8-53,-3 5-60,6-6-50,-2 1-41,2-5-51,1 1-160,-2-3-207,-2-1 0,4-2 0,-4 4 0,1-6 0,2 4 0,-7-2 0,-1 2 0,0-1-291,-7 4-311,-3-1-615,-2-1-1317,3-1 582</inkml:trace>
  <inkml:trace contextRef="#ctx0" brushRef="#br0" timeOffset="8957.7567">26950 6759 156,'0'0'237,"0"0"-11,0 0-18,0 0-12,0 0-11,0 0-16,-17 6-14,11-4-9,1 2-11,0 0-11,-2 2-3,1 1-9,-3 1-11,3 0-2,-6 5-3,-3 0-12,-2 6-6,-4 0-9,0-1-6,1 3-7,-7 1-3,0 0-7,-2-1-2,-11 7-2,9-6-8,-11 6-3,13-7-5,-10 9-1,9-8 2,-1 0-4,0-1-5,-2-2 8,4-1-11,3 0 1,2-1-6,2 0 1,-1-3-10,9-2-8,-1-2-7,2-1-10,-4 1 0,8-3-8,-1 0-9,-1 1-11,4 0-4,-2-2-19,-3 1-7,1 0-2,4 2-5,-2-4-7,0 2-6,2-2 8,0-1-8,0 3 1,2-1 4,-2-1 7,3 1-2,-1-1-1,2-1 10,-2 0-5,2 0 13,3-2 7,0-2 4,0 0 4,0 0-7,9 3-8,-9-3-11,11-4-107,-4 3-207,0-2 92</inkml:trace>
  <inkml:trace contextRef="#ctx0" brushRef="#br0" timeOffset="9481.8858">27727 6767 34,'0'0'184,"-1"4"-6,-2 2-8,-1-4-13,1 2-2,-3 2-3,-1 0-6,-3 0-3,-3 5-3,-1-1-6,0 5 0,-9 2 0,-4 2 1,0 4 0,-5 0-8,-9 4-2,-1 2-2,-5 6-11,-7-2 0,-18 17-5,20-13-6,1-2-3,-26 11-6,24-11-8,0-1-2,-22 14-6,26-17 3,-2 0-12,1 7 2,2-2-12,-5 0-4,5 0-9,0 0-7,5-4-3,1-1 0,2 1-4,10-9 2,0 1-10,-1-2 0,2 2-2,1-1-5,0 0-6,0-2-10,1 4-10,2-5-11,1 0-8,1-1-10,-1 1-4,3-4-5,2 2-8,4-4-8,-7 3-4,7-3-9,-2-1-5,2 2-7,2-5 1,-1 1-1,1-3 0,1 2-6,2-4-1,2 1-4,3-2-7,3-1-9,-2-2-5,4-2-20,0 0-20,0 0-31,0 0-132,17-8-352,-7 0 156</inkml:trace>
  <inkml:trace contextRef="#ctx0" brushRef="#br0" timeOffset="9987.6384">27967 7159 185,'-5'6'174,"-3"2"-10,-3 4-20,2 2-6,-4-2-2,-1 5-11,0-1-8,-4 5-3,-5 2-2,0 2 5,-5-3 1,-14 12-3,1-3 5,-7 1-6,-1 0 2,-3 1-2,-1 5-6,-21 7-1,22-9-9,-20 11-6,17-15-4,0 3-7,1-1-6,2-4-3,1 1-1,4 1 2,-3-1-2,5-2 16,3 3-14,-3-4-10,4-1 7,11-8-6,1 0-3,0 0-6,1-2-3,2 0-13,4 0 4,-3-1-8,9-4 1,0 1-10,1-5 15,6 2-17,0-3-6,1-2-14,2 1-24,2-2-14,0 0-13,4-3-11,0-1-8,0 5-15,0-5-7,0 0-7,0 0-11,16-5-6,-9 3-4,3-3-17,2 2-23,-2-3-6,7-1-23,3 0-32,-2 0-162,9-3-412,0-1 183</inkml:trace>
  <inkml:trace contextRef="#ctx0" brushRef="#br0" timeOffset="10377.0598">28098 7597 70,'2'3'178,"-2"3"-4,0-2-1,-2 2-2,-2 3-3,-1 0 1,-4 6-1,-3-1-1,2 0 8,-2 2-1,-8 2 1,-3-1 2,1 3 4,2-1 6,-7 0-11,-4 2-3,1-1-5,-13 8 1,-1-2-3,-5 1-12,-1 1-6,-2-2-4,2 0-3,-1 0-12,6-2 1,-4 2-20,5-5-8,-2 1-7,10-4-8,4-1-10,0-1-12,2-2 1,3-1-7,3-1-12,6-2-11,0-2-38,6-2-43,1-1-23,-1 0-26,6-3-31,-2 0-37,-1 0-39,5-1-44,4-1-52,0 0-56,-5-6-207,5 1-606,0 5 268</inkml:trace>
  <inkml:trace contextRef="#ctx0" brushRef="#br0" timeOffset="12216.9378">25295 8685 160,'0'29'212,"0"3"-18,0 1-21,6 2-16,-1 11-18,-1-10-14,1 0-10,-1-1-15,-4 1-6,4-3-9,-4 2-9,4-2-9,-4 0-5,0-2-9,-4 0-4,2-1 2,0-5-1,-2 2-1,1-8 4,1-1-7,-3-1-4,3 0-6,0-1-6,-4-1 3,2-3-9,-1-1-2,1-2-11,0 1-6,0 0-5,1 2-6,-2-5-10,2 4-9,-1-4-10,3 2-5,-2-4-6,3 1-15,2 1-9,-2-3-18,4 0 2,-2-1-26,3 0-23,-1 1-131,-2-2-288,4-1 128</inkml:trace>
  <inkml:trace contextRef="#ctx0" brushRef="#br0" timeOffset="13001.7648">28466 9108 357,'-3'20'396,"2"3"-12,1 2-7,1 1-20,-2-2-21,2 2-31,2 2-20,-2-3-30,3 4-23,3-4-19,-4 0-22,-2-4-23,2 5-17,1 0-21,-3 1-32,-1-8-44,4-1-53,-4 1-46,-1 1-39,-1-1-43,-4 6-46,2-10-43,1-2-56,-4 1-52,-1-4-185,4-1-550,-3 2 244</inkml:trace>
  <inkml:trace contextRef="#ctx0" brushRef="#br0" timeOffset="14585.7224">25358 9449 47,'-8'2'249,"8"-2"-16,-8 2-19,8-2-23,-5 0-17,5 0-18,-9 1-17,9-1-18,0 0-11,-3 3-7,3-3-12,-2 6-9,2-6-10,0 0 0,4 4 3,1-2 8,-2 1 7,-3-3 4,7 1-2,2 0-2,-2-1 6,3 2 3,0 0-3,2-1 5,0-1-3,0 2 3,6 1-9,-5-4-14,6 1-5,-4 1-4,4 0-8,0 0 9,-1 2-11,1-2-7,-1 1-9,3 0 3,-2 1-11,2 1-6,-1-1 6,1 1-4,0-1 0,7 1-11,-1 0 2,-4-2-3,4 4-4,2-1 12,-10-2-13,11 1-2,-3-1-1,-4-1 4,-2 0-5,6-2-3,-4 0 4,0 0-6,0-1 2,-2 2 0,-1-2 3,0 0 19,0 0-22,0 0 14,-1-1-1,-1 2-3,1 2-7,-1-2 0,4 0 8,-3 1-11,2 1 13,7-1 6,-7 0-14,1 2-6,8-1 3,-2 0-8,-3 0 4,6-1 1,-4 2 2,1-1 5,-5-1-9,-1-1-4,6 0 9,0 1-2,-8 0-3,3 1-4,4-2-4,-5 1 8,-3-1 1,1 0-6,0 0 5,-1-1 13,-1-2-14,2 4-5,-2-1 3,-2 2 3,4-2-1,-1-2-13,-1 1 14,1 2 2,-1-1-4,2-1 0,0 1-6,-1 0 6,2 0-1,1-1-3,-4 1 4,5 0 6,-4-1-10,3 1 6,6 1-3,-6-2-6,-1 0 9,-1 2-6,0-2-3,-4 0 10,5 2-14,-2-2 3,4 1 1,-6-2 3,1 1 7,0 0-3,1 1-1,-1-2-3,1 0-10,0 0 15,1 1 0,1-3-3,2 3 0,-5-3 2,1 3-4,2-1 9,-3 0-6,-1-1 2,0 2 7,2-1-7,0 1 1,-6 0 12,4 0-1,-2 1 3,-1-1 2,4 0 0,-5-1-10,1 0 8,0 1-3,5 0-1,0-3-2,-2 4 1,1-3-4,2 1-3,-1 0-2,-6 2 6,5-1 3,1-1-9,-6 0-1,2 1 3,-4 0-3,0 0 13,2 2-14,-2-1 2,-2 1 1,1 0-5,-2-1 1,3 0 6,-3 1 3,0-1 11,2-1-6,-1 2 2,5 0 8,-7-2-1,-1 2-12,9-2 2,-7 4-5,-1-2 1,1-2 4,0-1-4,-3 2 1,-5 0 0,13 0 0,-13 0-1,10 0 1,-10 0 2,8-2 2,-8 2-2,4 0 1,-4 0-2,4-2 2,-4 2-3,0 0-2,0 0-1,5-1-2,-5 1 8,0 0-11,0 0 0,0 0-4,7-2-20,-7 2-16,0 0-11,0 0-9,0 0-19,0 0-6,0 0-23,0 0-19,0 0-25,-6-8-36,6 8-24,-4-5-27,2 3-37,0-2-32,-3 0-234,4 2-583,-3-1 258</inkml:trace>
  <inkml:trace contextRef="#ctx0" brushRef="#br0" timeOffset="15195.9948">27989 9383 128,'-5'0'357,"5"0"11,0 0-7,-13 0 0,13 0-17,-4 1-25,4-1-6,0 0-21,-5 1-20,5-1-21,0 0-23,0 0-24,0 0-16,0 0-22,0 0-17,0 0-13,-4 3-6,4-3-6,0 0-1,12 4-2,-7-3-12,1 0-10,2 1-6,-3-1-7,8 1-8,2 0-5,-2 0-6,2 1-10,3-1-2,1 2-8,-1-1-1,-5 0-5,-3-2-4,8 1-5,-5 1-3,6 1 2,-6 0-5,0-1-7,-2-1 1,2-1-2,-1 0-2,-1-1-2,2 3-2,-4-2-2,1 2-1,-1-2 5,-1 0-6,1-1-2,1 0 0,-1 1-6,-3-1-4,3 1-5,-4 0-9,-5-1-5,10-2-10,-10 2 6,12 1-4,-7 0 1,-5-1-1,11-1-5,-4 1-1,-2 1 4,-5-1 4,8-1-1,-8 1 2,7 1 6,-7-1-2,0 0 5,7-1 1,-7 1 3,0 0 3,0 0 1,0 0-3,0 4 4,0-4-1,0 0 5,-12 7 0,7-3 4,0-1 5,-4 1 7,1 3 5,-2 0 13,1-1 6,0 3 1,-5 0 12,1 1 6,-2 2 9,4 0 9,-5 0 8,2-1 8,1 1 4,2-3 0,2 2-3,-4-1 8,-1 2-7,1-1 4,2-2-11,-1 1-2,3-2-2,-1 0-13,1-3-9,0 1-1,-1 1-7,1-3-8,1 2-5,1-2-5,-1 0-5,4-2-24,-3 1-23,0 0-23,1-2-31,1 0-34,5-1-37,-9 1-39,9-1-35,-5 1-43,5-1-39,0 0-49,-8-3-51,8 3-51,-5-5-314,2 2-832,3 3 368</inkml:trace>
  <inkml:trace contextRef="#ctx0" brushRef="#br0" timeOffset="16526.6322">25684 9372 38,'0'0'307,"-7"-2"-16,7 2-19,-4-2-19,4 2-22,0 0-21,-6-2-19,6 2-25,0 0-14,-5-1-13,5 1-16,0 0-11,0 0-14,0 0 0,-8 5-13,8-5-17,0 0 7,-4 1-13,4-1-3,-5 5-2,3-4 1,-3 3 4,0-1 3,-2 1-1,1 0 2,-5 0-7,0 2-3,-1 0 3,-3 1-8,-3 0 3,5 0-2,-6 0-4,0 3-9,1-5 4,-1 1-4,1 3-8,3-3 6,1-2-9,2 2 0,-4-2 0,3 2-5,1-2-3,-2 1-4,5-2 5,-1 0-5,-1-1 9,2 0-12,2 1 0,-2 0 3,4-2 6,-1 0 8,1 0 14,-1 0 1,6-1 5,-8 1 3,8-1 10,-7 2-15,7-2-9,-5 2-2,5-2 0,-2 2-3,2-2-12,0 0 4,0 0-4,0 0-5,0 0 2,3 8-6,1-7 7,0 1-4,1 1-2,1-2 9,2 1 9,-3 0-9,6 1-2,-1-1 4,0 1 4,-1-2 4,2 1 0,1 2 1,-4-2-3,3 2-2,2 0 1,-2-2-5,0 0 0,-1 2-4,1-1-4,0-1 1,-2 1 3,5-2-5,-4 3-2,-1-1 1,0 0-4,2 1-4,-2-3 0,-2 0-1,0 0-3,-2 0-11,0 2-9,-1-2-14,0 3-12,0-1-15,2-2-19,-6-1-16,5 3-18,2-2-24,-6 4-22,4-2-23,-1-1-32,-3 0-41,3 0-31,1 1-26,-5-3-268,8 3-627,-4 0 278</inkml:trace>
  <inkml:trace contextRef="#ctx0" brushRef="#br0" timeOffset="17285.957">26427 9718 74,'-5'-1'277,"5"1"-4,-9-3-18,4 3-17,5 0-21,-16-2-13,9 1-2,1 1-5,6 0 5,-14 0-23,7 1 2,-2 1 5,2 2 7,-4 0 15,0-1 6,0 3 19,0 3-2,-3 4 6,0-1 9,1 1-4,-1 4 6,4-1-15,-4 0-5,1 8-1,4-6-6,0 0-11,2 6-14,2-3-23,3-2-12,-2-2-7,6 1-25,0-3-10,3 1-4,3-5-21,0-3-7,2-2-5,0 1-6,3 1-6,2-5-8,-1-1 5,6-3-14,1-1-10,0-3-9,-2 0-12,1-2-20,-9 2-1,1-2-1,-3 2 1,0-3-7,-4 2 1,-1-1 4,1 0 1,-5 2-3,0-2 0,-5 2-4,1-4 2,-1 1 0,-2 1 3,-2 0-9,-3 1-4,-1 0 0,-1 2-15,3-1-7,-7 2-1,4 0-17,-4 3-2,1-1-13,2-1-13,5 4-8,-6-2-7,1 0-23,0 1-19,1-1-21,3 4-23,-1-4-24,1 3-24,1 1-24,0-1-27,4 1-26,-1-1-35,3 1-33,-1 0-348,0-2-784,3 1 347</inkml:trace>
  <inkml:trace contextRef="#ctx0" brushRef="#br0" timeOffset="18589.7849">28696 6765 58,'-4'-4'197,"4"4"-16,-6-2-8,6 2-16,-3-3-13,3 3-17,0 0-8,-4-4-14,4 4-15,-2-3-5,2 3-15,0 0-8,0 0 0,0 0-6,0 0-7,0-4-6,0 4-3,0 0-7,0 0-5,4-6 0,-4 6-1,0 0-5,0 0 8,0 0-1,0 0 6,0 0-4,0 0 3,0 0 5,0 0 3,15 7 1,-15-7-4,9 1 2,-3-1-4,2-1 3,1 2-1,2 0-3,1-1-4,2 0-1,-3 0-5,7 1 3,-4-2-3,5 1-3,-6 0 0,8 0 4,-2 0-2,1-1-3,3 1 2,-1 2-2,-3-2 9,2 0-7,0 1 3,-3 2-2,1 0 1,-1 1 2,0-3 3,0 1 8,-5-4 5,1 5 5,-3-2 1,2-1-3,1 1-3,-2 0 1,-5-1-4,6 0-3,-2 0 1,1 0-1,1 0-4,-3 0-5,0-1 0,2 1-9,-4-1 0,-1 1 1,5 1 2,-6 0-7,4-1 1,-3 1-4,3-1-8,-4-1 9,2 2-4,-3 1 0,-5-2-2,13 0-2,-9 1-6,-4-1 0,10 0-8,-6 0 0,-4 0-12,0 0-6,5 3-9,-5-3-15,0 0-14,0 0-21,0 0-29,0 0-36,0 0-40,0 0-34,0 0-234,0 0-497,0 0 220</inkml:trace>
  <inkml:trace contextRef="#ctx0" brushRef="#br0" timeOffset="19369.1524">29139 6834 225,'0'0'223,"-5"2"-24,5-2-25,0 0-15,0 0-20,-5 1-11,5-1-14,0 0-8,0 0-16,4 7 2,-4-7-4,2 5-1,0-1-5,-1 0 4,0 4 6,1-3-6,-1 0-1,1 5 4,-3 2-10,2-2-3,1 5 6,-1 2-5,0-2-4,4 3-5,-3 0-4,1 2 1,-1-1-6,2 5-3,-2-3-3,1 4 0,-1-1-5,1-5-8,-2 7 3,2-2-5,0-5-2,-1 3-6,-1-4 3,0 3-5,0-3 5,3-1-3,-4 1-3,2 0-3,-2 0 0,2-1 2,-2-1-5,0-3 0,-2 4 1,2-1-3,-2-4-2,-2 4 2,4-1-5,-1 2 5,1-7-4,0 1-1,1 1-3,-1-2 7,0 2 3,2-2 0,-2 3-1,-2-2 11,1-1-1,1 0-2,1 1-3,-1 1-4,0-1 2,0-4 1,0 0-4,0 1-1,-1-1 11,1 6-12,-1-5-1,0 1-3,1-3 3,0 3-6,-2-3-5,2 1-4,0-1 3,0 0 2,-3 1 11,1 1-11,1 1-3,1-3 1,-1 1-3,2 0 6,-2 2-3,1-1-9,1 2 2,-1-1 9,0 0-1,-1 0 3,2 0-1,-2 0 6,0 3 1,-1-4 4,1 0-6,0 2 9,-2-2-2,1 2 9,-1-3-12,-1 1 0,2 2-1,-5 0-6,3-2 9,-2 0-2,3-1 0,-3 1 0,2 1 0,0-4-1,3 1-8,-3 0 7,2-2-2,1 1-7,-2 0-3,2-1 2,1 0 7,0-4-6,-4 3-6,4-3 8,0 5 6,0 0 5,0-5 7,-2 4-6,2-4-3,0 0-1,2 4-3,-2-4-5,0 0 6,0 4-8,0-4 11,0 0-3,0 0-10,0 0 7,0 0-1,0 0 1,0 0 0,0 0-5,0 0-9,0 0-6,0 0-15,0 0 3,0 0-15,0 0-7,-2-13-17,2 13-16,-1-10-26,0 6-18,-2-1-21,1-4-24,-1 4-25,2-3-35,-5-1-21,3 4-11,-1-1-30,3-2-198,-3 1-524,0 3 232</inkml:trace>
  <inkml:trace contextRef="#ctx0" brushRef="#br0" timeOffset="19780.1216">28978 7944 11,'0'0'183,"-8"3"5,6-1-6,-2 0-2,4-2-1,-5 2-4,5-2 3,-4 5 8,4-1 16,-1-1-1,1 2-3,1 2 8,1-2 5,0 2 28,-2-2-8,3 6 3,2-2 8,-3 2 6,-1 0 0,3 1 5,0 3 6,-4-2-17,2 3-11,1-1-6,-1 2-16,0-1-16,0 1-12,-2 1-15,-2-2-20,4-4-11,-2 0-12,0 1-14,2-3-5,-4 5-14,2-6-8,0 0-9,0 2-10,0-5-7,2 1-2,-2-1-7,0 0-8,0-3-4,0 2 2,0-5-5,0 5-3,0-5-3,0 0-5,0 0-3,0 0-6,0 0 4,14-10-8,-13 5 2,4 0-3,-1 2-4,0-2-1,6-4-7,-6 1-4,1-2-2,3 2 0,-3-2-6,0 1 1,3 0 1,-4-1-10,2-1-9,-2 0-6,1 2-6,-2-1-6,2-3-17,-3 3-15,-2-2-16,4 2-17,-3 1-17,2-1-24,-1 2-13,2-1-18,-2 2-8,0-2-11,1-1-6,-1 2-9,2-2-8,-1 0-13,-1-2-24,-1 2-20,2-3-12,3-3-28,-4 4-248,-1-5-624,2 0 276</inkml:trace>
  <inkml:trace contextRef="#ctx0" brushRef="#br0" timeOffset="20657.789">29132 6980 69,'1'-3'249,"-1"3"-13,0 0-9,0 0-14,4-5-16,-4 5-10,2-2-11,-2 2-8,0 0-11,0 0-12,0 0-5,0 0-7,0 0-14,0 0-1,0 0-9,0 0-5,3-3-5,-3 3-6,0 0-1,0 0-7,0 0-6,0 0-7,0 0-7,0 0-8,0 0-8,0 0 1,0 0-3,0 0-2,0 0-7,0 0-7,-13 7-5,10-4 1,3-3-1,-5 4 0,2-1 0,-1 1 0,0 1 3,1 1-4,1 0 6,-2 3 6,0 1 13,-1 1-2,-4 2 2,5-3 9,-1 4 4,1 0 7,-1-3-1,1 1-8,-2-1 3,2 0 2,0 0-10,0-1 7,3-5-8,-3 2 3,3-1-10,-3-1 0,2 1-5,0-3-9,2-1 1,-5 1 0,5 0-1,0-3 1,0 0-2,0 0-1,0 0-2,0 0-3,0 0-4,9-15 2,-4 5-5,-1-1-2,0 0-1,0-6-1,1 2-5,1-1-3,-2 1-6,1-1 13,-1 1-10,0-2 2,-3 5-2,6-3-4,-2 4 2,-3 0-5,2 1 14,0 2-10,0-3 2,-3 5-5,0-1 1,1 0-2,0 3-4,1-1 9,-2 0 13,-1 5 2,3-5 4,-1 4 4,-2 1 7,0 0-2,4-5 1,-4 5 2,5-1 5,-5 1 5,0 0-6,9 4-1,-5-1-4,0 1-2,2 0-2,-2 0-5,1 1-3,3 1 4,-2-1-3,0 0-7,3 4 0,-5-4-3,5 3-19,-2 0-22,3-1-30,-4 2-25,3-2-25,0-1-25,-3 1-27,2 0-22,0-1-24,-2 1-27,-1-2-34,0 2-36,2-3-27,-3 1-35,-3 1-218,3 0-632,-3-1 280</inkml:trace>
  <inkml:trace contextRef="#ctx0" brushRef="#br0" timeOffset="21271.2067">29964 7086 143,'-4'-3'304,"1"-1"-12,-1 2-10,4 2-14,-6-3-24,6 3-14,0 0-4,-10 1-13,6 3-1,-1-1 6,-2 3-4,-3 0 0,1 3 18,0 5 9,-1 3 18,-3 5 9,-1 1-4,5 2 1,-4 3-2,1-3-7,1-1-23,4-1-5,-2 1-23,4-6-16,1 1-14,5-1-13,-1-1-8,4 0-9,0-2-26,3-4-3,4 1-9,2-1-10,4-4-12,5-2 2,-3-2-15,4-3-5,-1-3 2,6-2-20,-7 0-22,-2 0-20,-5-3-16,0 3-7,-5-2-5,2 0-2,-4 0-1,0-3-3,-1 2 1,-1 2 9,0 0-3,-3-1-3,-2 3-4,0-1 2,-5-1-13,1 0-4,-3 2-8,-4-2-13,-5 3-6,-1 1-18,-2-1-19,-1 3-2,-6-1-9,4 1-4,3 2-6,-1 1-14,-1 0 1,-2 0-2,0 3-14,-2 1-6,3-1-1,-5 2-6,9 1-2,-2-3-8,2 1-12,0 0-22,-4 1-27,3 0-27,4-4-51,1-1-293,1 0-661,-1-1 293</inkml:trace>
  <inkml:trace contextRef="#ctx0" brushRef="#br0" timeOffset="22443.0629">26333 6007 104,'0'0'224,"0"0"0,5-4-8,-5 4-10,3-3-6,-3 3-12,0 0-15,0 0-7,0 0 10,0 0-2,2 15-5,-1-7-19,1 9-8,0 1-13,1 1-10,-2 9-15,-2-1-9,1 0-8,-2 3-11,5-2-3,-6 2-9,2 2-9,-3 0-2,1 1-20,1-1-16,-3 2-19,-1-1-19,4-1-20,-4 0-27,0-3-26,-2-1-23,3-3-27,2 0-30,2-7-9,1-7-42,-1-2-167,1 1-423,-2-4 187</inkml:trace>
  <inkml:trace contextRef="#ctx0" brushRef="#br0" timeOffset="23234.6694">28323 6202 22,'0'0'445,"-2"-6"-14,2 6-14,0 0-32,0 0-30,0 0-20,-2 13-19,2-4-15,0 0-19,2 8-31,1 0-20,-1 1-22,2 0-23,3 0-19,-1 0-13,2 0-18,-1-1-12,1 0-16,-3-2-19,3 2-41,-2 0-48,3-3-47,-4 1-55,-2-3-41,-2 1-51,-1-1-69,0-1-68,0 0-321,-1-1-707,-3-2 313</inkml:trace>
  <inkml:trace contextRef="#ctx0" brushRef="#br0" timeOffset="24685.7623">26496 6287 186,'0'0'237,"0"0"-19,-10-3-18,10 3-20,0 0-23,-10 1-12,5 1-17,0 1-15,-2-2-7,1 0-11,2 0-13,-1 2-9,1-1-11,-2 0-7,6-2-3,-7 4-10,4-4 0,3 0-8,0 0-3,-6 3-3,6-3-2,-4 2-7,4-2 1,0 0-3,0 0 0,0 0-1,0 0-1,13 2 0,-13-2-3,8 0 0,-8 0-5,14 0 2,-6 0-4,-2-1 2,3 0 2,0 0 1,3 0 1,0-1 2,0 2 2,-2 0 0,9-2 2,-6 2 0,5 0 3,0-1-2,2-1 7,-2 2 6,-2-1 5,5 0 7,-2 1 1,-1-1 0,0 1 5,0 0 4,1-1 1,-1 1-3,1 0-4,0 0-2,-2 0-1,0 0-3,3 2-2,-3-1-2,-1 0-5,4 2-3,-1-2-7,-1 0 1,-1-1 0,1 0-5,-4 2 7,7-2-12,-4 1-1,0-1 2,5 0-8,-9 0 4,6-3 1,-2 5-3,0-2 2,0 0 5,4-2-10,-5 1 0,3 2-1,-1-2-3,-6 1 1,1 0 2,3 0 1,-3-1-3,1 2 6,-4 0 0,3-1 6,1 0 4,-2 3-1,2-3-1,-2 0 4,2 0-4,-1-1-3,6 1 0,-6-2-4,6 1 2,-2 0-5,-3 1 3,-1-1-4,2 2 6,-5-4-7,4 5 0,-3-1-1,0-1 1,1 0 4,-2 1-10,0-1 6,0 0-1,-2 1 0,0 1-5,-1-1 3,2 0-1,-1-1 1,2 2 1,0 0 0,3 0-1,-3 0 2,3-1-1,1-2 10,-1 4-10,0-1 1,-3-2-2,4 0 1,-5-1-1,4 1 3,-2-1-5,1-1 0,-1 2 2,1 0-1,-2-1 2,-1 0-1,1 0-2,1 1 2,-3 0-1,1-1 0,0-2 4,0 2-3,1 2-1,2-1-6,-3 0 5,2-1-1,-3 2 1,4-2 1,-5 2 5,2-1 1,0-1 0,3 2 13,-2-2-3,-1 2 3,3-1 6,-4 2 3,3-4 7,-5 2-4,7 2 3,-4-2-1,-2 0-9,2 0 4,0 0 12,-4 0-16,4 0-7,0 0 2,-4-2-9,3 1 1,-8 1-1,11 1 5,-3-2-1,-8 1-6,9-1 3,-9 1 0,10 1 3,-5-2-9,-5 1 0,7 1-1,-7-1-8,0 0 6,0 0 1,0 0-3,6 0-4,-6 0 0,0 0-9,0 0-6,0 0-3,0 0-9,0 0 0,0 0-37,4-5-16,-4 5-17,0 0-19,0 0-24,0 0-25,0 0-30,-13-3-24,13 3-25,-9-5-235,4 4-522,1-2 230</inkml:trace>
  <inkml:trace contextRef="#ctx0" brushRef="#br0" timeOffset="25172.1234">28116 6209 45,'0'0'316,"-9"-2"-8,9 2-18,0 0-11,-7-1-20,7 1-19,0 0-19,0 0-10,0 0-18,0 0-19,0 0-15,0 0-13,0 0-10,0 0-7,0 0-22,0 0-12,0 0-17,0 0 22,0 0-19,0 0 1,0 0-7,0 0-4,0 0-6,9 8-12,-9-8-9,9 3 10,-4-2-10,4 0 0,0 1-11,-4-2-1,3 3-4,1 0-1,2-1-3,-2 3-8,0-3-2,0 0 0,0 2 5,-2-2-6,3-1 4,0 3-8,-4-1 6,0-2-6,0 0-8,0 2 5,-2-1 1,0 0 3,1-1 0,-1 1 1,-3 3-12,2 0 7,-3-1 8,-1 2 4,-1 0 8,0 1 13,-2 3-8,0-1 9,-1 1 11,0-1 5,-4 1 2,0-1-5,1 0-2,-2 0-5,-3 4-8,4-4-5,0 0 3,0 0-4,3-1-5,-2 1 0,-1-3-2,4 2-6,-4-3-11,4 1-9,-1-1-28,-1 0-29,2-2-18,0 0-15,1-2-40,2 1-27,2-2-36,0 0-50,-7 2-42,7-2-37,0 0-270,0 0-643,0 0 285</inkml:trace>
  <inkml:trace contextRef="#ctx0" brushRef="#br0" timeOffset="26330.11">26583 6222 228,'0'0'320,"0"0"-13,0 0-21,0 0-18,0 0-19,0 0-23,0 0-17,0 0-19,0 0-20,0 0-13,0 0-11,0 0-15,0 0-12,0 0-14,0 0 0,0 0-5,0 0-7,3-3-7,-3 3-1,0 0-9,0 0-12,0 0-3,0 0-13,0 0 6,0 0-4,0 0-10,0 0 2,-8 10-11,4-4-3,-2-2-5,-2 2 10,-1-2-10,0 2-6,0 1 0,-2-2 5,2 3-5,-5-1-5,0 1 3,2-1-4,-3 0-1,-2 2-1,3-2-1,5-1-3,-5 0 14,5 0-16,-1 0-2,-1-1-2,0 0 10,2 1-1,-1 1-8,4-5 1,-1 0 1,1 2 1,2-3 14,0 0-11,-1 1-5,5-2 4,-6 5 0,6-5 5,-5 3-3,5-3-8,0 0 12,-7 0-10,7 0 3,0 0-5,0 0 2,0 0-1,0 0 4,0 0-6,0 0 2,13-8 2,-13 8 6,10-2-4,-3 1-2,-1 0 7,2-2 3,2 1 8,0 0-1,1 2-1,1-4-5,-3 3 1,4-1-3,2 0-3,-3 1 4,2 1-3,-4 1-4,3 0 0,0 2 4,-3 0-1,0-1-1,2 2-2,-5 0-6,0-2-4,2 4 14,-2-2-6,1 3 2,-1-6 1,-2 3-7,0 0 7,2-2-1,-5 3-6,3-2 0,-1 0-1,-1 0-12,1-1-11,1 1-15,0-1-12,-5-2-9,2 2-13,-2-2-18,4 2-9,-4-2-12,5 1-16,-5-1-22,2 2-22,-2-2-22,0 0-23,5 2-24,-5-2-27,5 2-179,-5-2-484,0 0 214</inkml:trace>
  <inkml:trace contextRef="#ctx0" brushRef="#br0" timeOffset="27028.4323">26854 6143 363,'-2'-7'360,"2"3"-16,-2 0-23,2-1-31,2-2-32,0 3-29,-2-3-20,5-3-19,-1 1-18,0-1-14,2-1-10,-6 2-14,5-2-8,-1 2-12,-1 1 0,1 0-8,-2-2-11,1 0 0,-2 1-5,3 0-12,-3 0 4,3 4-12,-3-4 8,2-1-10,-2 4 10,0-3 4,2 2 8,-2 4 4,-1-5 6,2 3 1,-2 2-1,1-2 0,-1 2-7,0 3 3,0-5-5,0 5-9,4-5-6,-4 3-10,0 2-5,0 0-8,0 0-3,0 0-6,0 0-7,-3-6-1,3 6-5,0 0-5,0 0-4,4-4-5,-4 4-3,0 0-2,0 0-2,0 0 12,0 0 11,3 11 12,-2-8 11,-1 2 11,1 2-5,2-1 3,-2 4 6,1-1-2,1 4-6,-1-4 1,0 2-1,0 0-2,0 1-4,1 0-11,0-2-2,1 4-2,0 1-5,0 3-1,1-2-3,-2-3 1,3 1-9,-3 3 1,0-3-1,1-4-4,0 2 1,1-2-3,-3 0-1,2 1 2,-1-2-1,-1 1-5,0-4 1,0 1-3,-1-2-2,1 1-2,0-3-2,-2 1 2,3 0-5,-2-1-3,0 1-3,1-1-15,0-1-12,-2-2-15,0 5-13,0-5-20,0 5-19,0-5-26,0 0-22,0 0-32,0 0-36,0 0-30,0 0-11,0 0-5,0 0-32,0 0-18,-15-8-18,12 5-27,-1 1-20,1-4-276,-6 2-704,5-3 312</inkml:trace>
  <inkml:trace contextRef="#ctx0" brushRef="#br0" timeOffset="27266.9841">26882 6148 384,'0'0'440,"0"0"0,-5-2-6,5 2-17,0 0-24,0 0-24,0 0-31,0 0-31,0 0-31,0 0-20,0 0-26,0 0-18,0 0-20,0 0-18,14-5-18,-6 2-16,1 1-11,1-4-16,-1 1-17,5 0-31,-5 1-29,3 0-34,-2-2-29,0-1-18,0 2-43,3-2-31,-1 1-29,1 2-24,-5-2-23,1 0-25,3 2-24,-5 1-26,2 1-34,-1-3-28,-3 3-241,0-1-620,0 0 274</inkml:trace>
  <inkml:trace contextRef="#ctx0" brushRef="#br0" timeOffset="28949.7296">24174 11903 26,'-4'-3'347,"0"2"0,4 1-16,-8-2-23,3 1-19,5 1-17,0 0-36,-7-3-18,7 3-16,0 0-18,-5-1-29,5 1-8,0 0-21,-5 8 1,1-3 2,3 0-6,-3 2 2,0 1-1,3 2-6,0 1 5,-1 1 0,2 5 3,0-2 2,-1 2-7,4 4 6,-2-3 3,0 1-7,2-1-11,-1 1-7,2 0-6,-4-1-9,4-1 0,-4 1-14,4-1-7,-2 0-11,1-4-1,-2-2-7,3 5-5,-1-2-3,-3-4-5,0 1-15,-2-1-30,2-2-34,-2-1-47,0 0-39,0 1-44,1-5-45,-2 3-38,-1-1-53,0-2-67,-1 0-341,0 1-775,1-3 343</inkml:trace>
  <inkml:trace contextRef="#ctx0" brushRef="#br0" timeOffset="29272.7724">23896 12464 241,'-7'7'413,"5"-5"17,0 0 3,-4 2-10,5-1-32,-2 0-27,3-3-12,0 6-2,0-6-19,9 1-11,-4 0-21,7 4-14,-1-7-15,10-1-17,-4 2-25,3-1-15,1-2-6,8-4-30,1 3-14,2-2-14,-4 1-22,3 0-11,0-4-12,-1 3-9,0 0-9,-4-2-6,4 1-9,-11 2-9,8-3-20,-7 2-8,-2 2-20,0 1-22,1-2-31,-10 1-25,2 1-26,1 1-24,-3-1-22,-4 2-25,3-1-26,-2 2-19,-2-2-15,1 1-12,-1 0-22,-4 2-20,0 0-23,0 0-24,0 0-39,0 0-22,-1 8-246,-6-4-680,0 2 301</inkml:trace>
  <inkml:trace contextRef="#ctx0" brushRef="#br0" timeOffset="29836.2348">24086 12738 67,'0'0'427,"0"0"13,-8-4 12,8 4-18,-1-5-27,1-1-22,1 2-23,3 0-21,1-2-18,3-1-17,2 0-26,-2 1-22,1 0-27,1 1-23,0 2-22,-2-2-17,-2 2-17,6-3-14,-3 6-17,0 0-10,-2-1-14,4 1-16,-6 1-8,1 0-12,-2 4-17,2-1-9,-4 1-14,0 1-15,-4 0-10,0 1-14,-3-1-7,1 2-8,-5 1-3,4-2-2,-4 1 8,-1-1 2,2 1-2,1-1 2,-2-1 7,4-1 1,-2 1 1,2-4 5,0 2-3,1-2 1,2 2 1,-2-1 5,4-3-4,-4 3 5,4-3 4,-1 2 8,1-2 8,0 0 8,6 2 0,-6-2 5,8 2-2,-8-2 6,10 0 2,-3 0 2,-7 0-3,13-2 5,-4 1 3,2-1-2,0 0-3,-2-1-4,3-1 0,0 0-8,1 0-2,1 2 0,-5-4-3,4 2 4,-4 0-10,-3 2-6,6 1-1,-7-3-24,5 2-17,-1 0-14,-2 1-4,0-2-20,1 1-17,-3 0-18,3 0-25,-1-2-10,1 2-16,0 0-11,-1-1-13,-1-1-11,2 1-12,-3-1-12,2 2-12,1-2-4,-3-1-19,6 2-2,-2-3-9,-4 1-11,0 1-200,0 1-520,-1-2 231</inkml:trace>
  <inkml:trace contextRef="#ctx0" brushRef="#br0" timeOffset="30359.7812">24630 12194 199,'0'0'353,"7"-2"-9,-7 2-12,0 0-30,4-2-8,-4 2-8,4-4 0,-4 4-7,7-1-7,-1-1-5,2 1-4,-8 1 3,11 0-8,-3 0-13,-3 1-1,3 1 3,1 3-15,1-3-2,-1 3-2,4-3-19,1 2-6,2 3-10,-4-1-20,2 0 2,2 2-32,-2 2-4,1 1-16,-3 0-19,4 0-4,-2-1-12,0 2-9,0-2-10,-2-2-6,-2 1-4,-2-2-9,2 0-8,-1-2-11,0 0-14,-3-1-22,1-1-29,-1 1-20,2-2-24,-3 0-25,-1 1-27,-4-3-20,6 2-19,-2 0-23,-1-1-23,-3-1-27,0 0-16,10-3-19,-10 3-22,1-4-24,-1 4-23,2-5-15,-2 1-25,0 4-259,-3-6-697,1 1 308</inkml:trace>
  <inkml:trace contextRef="#ctx0" brushRef="#br0" timeOffset="30698.0987">24937 12110 117,'0'0'350,"-11"3"-4,4-1 3,2-1-29,0 3-12,-3-2-15,0 3-3,-1 3-14,-1-4-12,0 5-18,0 3-16,-1 1-20,-1 0-14,-2-1-17,3 2-17,-2 8-13,2-5-20,3-3-9,0 2-12,2-4-8,-1 2-13,1 2-9,-2-4-4,6-1-13,-5 0-18,3-2-33,-2 0-14,-3-1-30,5-2-31,3 0-19,-2-1-18,-1-1-11,3 0-12,0 1-12,-2 0-13,3-5-12,-1 5-14,-2-2-10,2 1-9,1-4-13,0 0-19,-4 3-18,4-3-26,0 0-165,0 0-471,0 0 209</inkml:trace>
  <inkml:trace contextRef="#ctx0" brushRef="#br0" timeOffset="31490.7676">25405 11951 237,'-8'-1'328,"8"1"-5,-10 0-9,10 0-2,-9 3-11,1-1 5,3 2-6,-5 3-2,5 2-5,-3 2 9,-1 3 2,-1 2-1,2 0-3,3 2 1,-4 9-14,1-2-8,1 0-6,3 1-16,0-4-16,-1 6-18,6-10-17,-2 0-20,1-2-13,3 1-6,-1 0-27,0-5-11,0-1-20,1 0-8,3-5-8,-1 2-7,4-4-6,0-3-8,2-1-7,2-1-9,4-5-9,-4 2-8,-3-2-17,2 3-11,-1-4-15,-1 0-6,-1-2-15,-1 0 5,1 2-6,-3 0 1,1 0 8,0-2-2,-3 4 2,0 0 7,-1-1-3,-3-1 2,0 2 1,-3-1-3,3-1 5,-4 3-1,2-2 7,-5 1-4,2 0 3,-4-2 0,4 5-10,-3-2 7,-3-3-3,3 3 4,2 3-11,-3 0-7,1 0-2,-1-2-12,0 2-10,4 1-1,5 0-9,-13 0-7,8 1-12,0 1-7,5-2-11,-10 2-9,6-2-10,4 0-10,0 0-16,-5 1-13,5-1-17,0 0-14,0 0-6,0 0-9,0 0-13,0 0-8,0 0-21,0 0-23,9-8-31,-3 6-12,-2-2-16,1 0-13,-1 2-241,1-2-623,-2-1 277</inkml:trace>
  <inkml:trace contextRef="#ctx0" brushRef="#br0" timeOffset="31835.7919">25494 12047 289,'9'3'361,"-9"-3"8,6 3 1,-3 0-5,4 0 11,-2 2 6,1-1 8,3 5-7,1-2-11,-1 1-15,0 0-19,0 0-26,5 4-18,-1-2-20,1 1-24,-1 2-23,0-3-13,-2 1-28,1 1-16,3-3-16,-5-1-15,0-1-16,1 0-5,-2 1-13,0-1-16,-1 1-16,1-1-8,-1-1-11,2 0-17,-5-2-9,3-2-13,-3 3-17,-1-3-8,1 1-9,-1-2-9,0 2-7,-4-3-8,5 2-12,-5-2-18,0 0-25,0 0-19,0 0-27,0 0-18,0 0-25,0 0-26,0 0-4,0 0-19,-8-12-20,7 10-18,-4-1-19,1-2-31,3 2-13,-2-4-13,-1 2-27,3 0-195,-3-2-619,4-3 274</inkml:trace>
  <inkml:trace contextRef="#ctx0" brushRef="#br0" timeOffset="32105.8001">25765 12022 46,'-9'-1'347,"9"1"3,0 0 2,-10 2-5,10-2-18,-9 1-14,5 4-15,-3-1-11,0 2-9,-2 1-20,3 0-17,-3 1-21,-2 3-8,3 0 0,0-1-17,2 0-13,-4 5-18,2-7-18,-1 3-11,-1 5-15,2-4-14,3-3-12,-4 3-5,4-2-11,0 1-10,-2 3-16,2-3-23,0 0-31,0-3-25,-3 0-28,6 1-23,-1-4-18,-1 3-6,3-2-30,-3-2-21,3 1-14,-3 2-24,4-4-18,0 1-23,0 1-14,0-5-27,5 6-13,-5-6-29,2 2-197,-2-2-553,7 0 244</inkml:trace>
  <inkml:trace contextRef="#ctx0" brushRef="#br0" timeOffset="32633.7226">26140 11783 273,'-13'2'382,"7"2"-4,-1-1-26,1 1-17,1 2-28,-4 2-11,2 3-15,2 4-4,-1 1-2,1 0-20,0 1-9,0 2-3,1-1-4,-1 6-6,2-5-12,-1 6-19,0-7-5,3 3-15,-4-3-16,5 0-15,0 0-12,-1 0-13,-2-1-9,3 1-12,0-3-11,0 0-9,0-5-13,0 4-3,0-3-8,-1 5-6,1-1-6,1-3-14,-1-1-15,0-1-21,0 0-29,0-4-29,0 0-29,0 0-33,0-3-17,3 2-22,-2-2-21,2-2-17,-3-1-3,0 0-28,0 0-32,14-1-31,-14 1-33,9-7-30,-6 5-292,1-3-700,3 1 310</inkml:trace>
  <inkml:trace contextRef="#ctx0" brushRef="#br0" timeOffset="33248.4499">26383 11807 144,'0'0'332,"-9"-4"-12,9 4-23,-5 0-22,5 0-13,-8 2-8,5 2-11,-2 2-2,3-1-8,-5 5 3,4 1 10,-3 6 18,2 4 7,-2 1 16,2 3-2,-5 2 7,3-3-9,1 4-11,-4-3-6,1 1-10,6-5-15,-1-2-5,2 0-30,1 1-20,-1-4-12,2 1-19,1-5-7,1 0-20,2 5-12,0-8-12,0 1-10,2-3-2,2-1-10,1-3-12,1 0 1,3-4-10,-5-2-13,4-1 1,4-3-27,-6 0-13,1-1-19,-1 1-22,1-2-12,-2 2-10,-1-1-6,0-3-5,-3 4-8,2-4 2,-4 5 5,0-5 0,-2 3-2,2-1 6,-1 0 12,-5 3 2,1-1 8,0 1 3,-2 0 2,-2-3 3,-3 2 3,1 1 4,0 1 12,-2 1 1,4 0 7,-6 0-2,3 0 5,-1 1-1,-5 3 2,6 0-1,-2-1 1,-3 2 2,4 2-1,2-2 0,-3 0 0,2 1-5,3 1-7,-3 0-13,2 0-15,-1-1-18,1 2-16,1-2-19,0 0-17,1 1-13,0-2-10,-1 2-19,5-3-9,-5 3-9,5-3-3,-4 4-13,4-4-10,-1 3-7,1-3-15,-3 3-21,3-3-26,0 0-30,0 0-26,0 0-278,0 0-646,18-4 285</inkml:trace>
  <inkml:trace contextRef="#ctx0" brushRef="#br0" timeOffset="33676.713">26597 12059 275,'0'0'457,"0"0"2,0 0 0,0 3-16,0-3-28,0 5-26,0-5-15,3 4-22,3-2-20,-2 1-22,1-2-20,3 0-17,-1 0-28,6-2-24,0 1-22,0-1-16,0 1-18,1 1-17,1-6-13,-1 5-13,0-1-15,0 0-8,-2-2-11,-1 2 0,2 0-17,-1-4-9,0 4-7,-3 0-2,-2 0-9,0-1-5,-2 1 0,0-1-6,-1 0-4,-4 2-7,9 0-2,-9 0-6,0 0-11,6-1-5,-6 1-12,0 0-7,7-1-12,-7 1-18,0 0-16,0 0-14,0 0-29,0 0-23,0 0-25,0 0-27,0 0-30,0 0-26,0 0-36,0 0-38,0 0-50,-18-5-33,18 5-343,-9-4-803,7 0 355</inkml:trace>
  <inkml:trace contextRef="#ctx0" brushRef="#br0" timeOffset="33977.4745">26716 11922 53,'-2'2'410,"2"-2"1,-4 4 10,4-4-6,-8 5-5,8-2-2,-1 4 0,0 1 5,-1 1-7,1 1-22,1 2-15,0-3-15,1 5-7,2-4-22,-2 6-20,3-4-19,-3-1-25,2 1-17,1-1-24,-2 1-19,2 0-27,-2-2-11,-2 0-19,4 1-12,-1 0-8,-2 0-14,0-3-22,-1 3-22,-1 3-32,1-4-49,0-3-30,-1 1-53,0-2-45,-1-1-49,2 0-48,2-3-52,-4 3-34,2-5-35,-1 5-36,1-5-44,0 0-36,0 0-367,0 0-913,0 0 404</inkml:trace>
  <inkml:trace contextRef="#ctx0" brushRef="#br0" timeOffset="34512.9508">26960 12111 76,'0'0'486,"0"0"5,0 0 1,0 0-17,0 0-38,0 0-45,5-10-37,-2 6-37,1 0-35,0-2-25,1 1-25,-1-1-24,3-3-21,1 1-16,-2-2-21,1 0-12,-1-1-16,4-4-12,-5 5-13,3-7-7,-5 4-10,3-1-5,0 2-11,2-2-3,-5 2-8,-1 0-3,3 1-2,-2 0 3,-2 2-6,3-1 9,-3 4 9,-1-2 12,0 0 7,0 2-2,0 2 6,4-2 1,-4 3 2,1-1 0,-1 4-8,0 0-7,0-5-8,0 5-11,0 0-5,0 0 12,0 0-4,0 0 18,0 0 11,4 17 6,-4-12 24,1 9 24,-1-4-5,0 1 11,0 0-42,0 1-106,0 1 0,4-1 0,-5 0 0,-2 4 0,3-3 0,-1-1 0,1 0 0,4 3 0,-7-2 0,2 0 0,2 2 0,-1-4 0,3 1 0,-3-1 0,1 0 0,-1-2 0,3 1 0,-2 1 0,2-2 0,-3 0 0,2-1 0,2 2 0,-1-1 0,-1-2 0,1-3 0,-1 2 0,2-2 0,-4 1 0,1-3 0,1 2 0,-1-1 0,-1-3 0,0 5 0,0-5 0,1 5 0,-1-3 0,0-2 0,0 0 0,0 0 0,0 0 0,-1 5 0,1-5-242,-8 1-87,8-1-24,0 0-19,-10-1-19,10 1-20,-10 0-27,2-1-28,8 1-400,-15-1-936,7-2 415</inkml:trace>
  <inkml:trace contextRef="#ctx0" brushRef="#br0" timeOffset="34755.7915">26916 12164 237,'0'0'401,"-4"-3"24,4 3 14,-2-4 6,2 4-16,-1-2-27,1 2-30,0-5-27,0 5-22,1-7-24,-1 7-27,4-5-22,0 3-34,1 1-20,-1-5-21,4 4-14,-2-2-18,0 2-17,4 0-10,-3-1-18,2 0-23,-3 0-29,3-2-20,2 2-35,-5 2-26,0-3-28,1 2-19,-1-1-31,4 0-20,-2 0-32,-1 0-21,1-1-22,-3 2-28,1-1-29,1 0-35,1-3-25,-2 2-29,2 2-237,-4-2-639,1 0 282</inkml:trace>
  <inkml:trace contextRef="#ctx0" brushRef="#br0" timeOffset="35241.9163">27218 11726 264,'0'0'507,"0"0"9,0 0-5,0 0-20,6 4-26,-3-3-21,4 3-8,4 0-24,-2 4 1,7-1-20,0 3-11,3 0-12,-3 2-15,8 3-13,-10-1-18,4-2-20,-3 1-23,1 2-24,-2 0-23,0 0-24,-3 1-19,-1 1-102,-3-1-89,-1 0 0,-1 0 0,-1 4 0,0-3 0,-4 2 0,-2-2 0,0 2 0,-2-1 0,-1 6 0,-1-8 0,2 4 0,-5-3 0,3-2 0,-1 0 0,-3 2 0,1-2 0,0-1 0,3-4 0,-1-1 0,-2 0 0,2-1-68,-2 0-246,1 1-34,2-4-18,-3 2-22,-3 2-21,2-5-27,1 2-28,4 0-29,-4-2-325,1-2-886,6 1 392</inkml:trace>
  <inkml:trace contextRef="#ctx0" brushRef="#br0" timeOffset="36390.9884">27774 11950 103,'0'0'420,"0"-6"-6,0 6 0,0 0-14,0-4-14,0 4-20,0 0-15,3-4-12,-3 4-7,0 0-17,0 0-5,0 0-16,0 0-3,0 0-20,0 0-12,12 5-2,-9-3-8,2 2-9,2 1-7,-2 1-11,4 1-16,2 1-19,1 5-16,-2-2-19,1 0-11,2 3-28,4-4 1,-4 4-10,3-1-10,-3 0-1,5-1-19,-5 0-9,-3 1-1,4-2-12,0 1-3,-4-3-10,-1 1-32,0-4-7,3 8-38,-5-10-15,2 4-26,-5-4-30,1 1-32,0-1-31,-1 0-34,3-1-22,-4-1-22,4 1-20,-6-1-10,4-1-3,-5-1-3,7 1-3,-7-1-5,0 0 8,9-4-4,-7 1 7,-2-1-7,1 0 7,3-2 13,-2 1-6,-2-1 15,2-1 6,-2 0-15,0-3-139,0 5-441,0-3 195</inkml:trace>
  <inkml:trace contextRef="#ctx0" brushRef="#br0" timeOffset="36704.1133">28093 11907 214,'-7'-1'304,"3"-1"-2,4 2-7,0 0-11,0 0-11,-15 2-15,9 1-15,1-1 2,-1 1-13,-1 1-10,-3 4-3,2 0-10,-1 1-7,-1 0-13,-2 3-14,-1 1-11,-1 0-11,5 2-6,3-5-15,-7 4-8,4-1-10,0-4-8,-1 5-16,4-3-5,-5 2-4,6-4-10,-6 4-9,1 1-8,1-1-5,0-3-8,0 0-6,-3 5-12,2-7-17,2 2-17,2-1-13,1 1-13,-4-3-28,5-2-13,0 0-12,-1 1-18,3-2-8,-1 0-14,-1-1-12,0 0-12,4-3-13,0 3-7,0-3-10,0 0-11,0 0-11,0 0-11,0 0-3,13-9-12,-6 5-14,-3 2-189,-1-1-470,4-1 207</inkml:trace>
  <inkml:trace contextRef="#ctx0" brushRef="#br0" timeOffset="37031.5274">28268 11935 108,'0'0'395,"6"4"8,-6-4 3,4 3-10,-3 1-4,3 2-11,-4 0-18,6 2-12,-2 3-20,-1-2-16,1 2-22,-2 0-21,1 2-20,1 1-24,-2-2-17,3-1-19,-5-1-17,3 1-19,-1 0-11,-2 0-20,2-1-10,-1-2-10,1 1-10,-2-1-10,0-1-6,0 1-16,0-4-20,0 2-35,0-1-33,0 1-32,0-3-30,-2 1-33,2-4-35,0 4-36,0-4-15,0 0-26,2 6-26,-2-6-30,0 0-27,0 0-25,0 0-12,0 0-292,0 0-695,0-15 307</inkml:trace>
  <inkml:trace contextRef="#ctx0" brushRef="#br0" timeOffset="37583.793">28516 11899 319,'-2'4'365,"1"-1"1,1 3-9,-1 1-12,-1-1-9,1 2-14,1 0-9,-1 2 4,0 0-16,-1 1-5,2 2-5,0-3-14,0 2-7,2 2-13,-2-4-8,1 1-12,-2 1-7,3 0-9,-1-2-23,1-3-11,-1-1-15,0 1-21,1 0-12,-1-2-18,1 1-6,0-1-8,0-1-18,1 0-4,-1-2-4,2-1-7,-4-1-5,12 2-12,-6-4 8,1 0-12,-2 0-10,2-2 13,2-2-23,-4 1-3,3-1-7,1 1 3,-3-4 4,-1 0-6,-1 0-6,0 3 7,0-1-1,-3 0-3,3 0-5,-3-2-1,-1-3-7,-1 6-2,-3-3 3,2 0-1,-1 2 3,-1-1-6,-1-2-7,0 2-5,0-2-4,-4 2-12,1 0 0,3 2 3,-4 0-14,0 0-3,2 0-4,2 0-1,-1 3-10,-1-1-7,0 2-8,2-1-3,0 1-9,0 0-14,-1-1-23,1 1-19,1 0-26,4 2-35,-8-2-3,8 2-47,-3-2-24,3 2-21,0 0-24,-3-3-26,3 3-31,0 0-25,0 0-297,0 0-753,0 0 333</inkml:trace>
  <inkml:trace contextRef="#ctx0" brushRef="#br0" timeOffset="38278.5147">28692 11621 309,'-3'-4'299,"3"4"-15,0 0-21,0 0-19,-6-1-19,6 1-20,0 0-16,-1-4-11,1 4-14,0 0-7,0 0-9,0 0-9,0 0-9,0 0 6,0 0-2,0 0-13,0 0-7,0 0-2,0 0-10,0 0-11,2-7 9,-2 7-14,3-4-7,3 0 6,-1 1-1,0-1-3,2 2-1,-1 0-1,4-1 0,1 1-2,0 1-6,1 1 1,-1 1-12,1 0-3,-1 0-3,-3 3-6,2-2-4,-4 3-3,1 0-10,-2-1 2,-1 1-6,-3 2-3,-1-1-1,3 1-13,-6-1-7,3 0-11,-4 2-20,-1-2 6,1 0-13,3 0-11,-5 0 7,-2 2 6,0-1-3,1 1 4,-2-3 15,1 0-4,0 1-2,3-3 7,-1 1 8,1-2 2,-2 2 5,4-2 4,1 2 2,-3-2-1,5-2 5,-4 5 9,4-3 13,0-2 8,-1 7 5,1-7 1,1 4 1,2 0 8,1-2 6,-2 2 7,3 0 3,-1 0 1,1-1 6,0 1-8,-1 0 0,3 0 4,-3 0 2,-1 0 1,2 2 2,-5-2 1,2 0 7,0 1-8,-2 2-5,1-3-4,-2 1-9,1 2-5,-2-2-6,0 2-3,-3-4-7,2 3-7,-3-2-8,1 2-11,-3-1-16,2-1-10,0-1-12,-1 1-9,-2 1-13,3-3-16,-2 0-10,-2 1-7,2-2-11,-4 2-22,2-2-17,2 1-3,3-1-4,-4 0-23,1-1-9,3 2-11,5-2-4,-13 0-22,13 0-15,-5-4-15,5 4-19,-5-3-6,5-1-5,0 4-13,1-7-21,3 3-188,-4 1-529,4-2 233</inkml:trace>
  <inkml:trace contextRef="#ctx0" brushRef="#br0" timeOffset="38689.6802">29079 11932 214,'-1'2'470,"1"-2"8,-3 3 10,3-3-8,0 0-17,0 0-17,7 6-17,0-3-27,1-2-15,2-1-19,6 1-27,-4-3-30,4 2-33,0-2-18,-2 2-30,-1 0-22,1-1-28,-4 0-31,3 1-51,-4-1-50,-2 1-55,0-1-67,-7 1-62,8-1-63,-8 1-60,4 2-67,-4-2-66,0 0-74,-12 10-346,7-6-879,-5 0 389</inkml:trace>
  <inkml:trace contextRef="#ctx0" brushRef="#br0" timeOffset="38944.9681">29075 12049 38,'-6'2'415,"6"-2"-11,-13 3 3,11-2 7,-2 0-1,4-1-22,0 0-24,-7 3-19,7-3-13,3 6-14,-3-6-18,5 2-19,0-1-15,0 0-20,3 1-21,0-1-18,1 1-20,-2 0-21,5-1-14,-2 0-18,1 0-13,0-1-12,-2 1-12,2 2-11,1-2 2,-3 0-22,3-1-10,-1 0-18,1 1-22,-1-1-17,-4-1-20,7 1-13,-2-1-14,7 0-13,-6-2-19,-3 2-16,0 0-35,3-3-39,-3 2-37,-2-1-29,-2 2-21,1-1-35,-2 1-38,-5 1-45,10-3-51,-8 1-250,2-2-728,0 2 323</inkml:trace>
  <inkml:trace contextRef="#ctx0" brushRef="#br0" timeOffset="39639.7876">29662 11796 432,'1'-4'470,"-1"4"14,0 0 0,0 0-7,0 0-28,0 0-22,0 0-28,0 0-25,0 0-29,0 0-27,0 0-22,0 0-13,0 0-3,0 12 2,2-1-2,0-4-18,-1 4-11,3-3-14,1 5-9,-4-3-11,2-1-28,-2 9-2,-1-6-14,4 3-12,-4-3-12,2 4-92,0-4-57,-1-1 0,-2 2 0,1-2 0,1 1 0,-1-3 0,0 1 0,0-1 0,0-1 0,-3-1 0,3-1 0,0-1 0,0-2 0,0 1 0,0-4 0,0 5-45,0-5-240,0 0-35,0 0-61,0 0-36,0 0-51,0 0-26,3-21-56,1 12-323,1-1-944,4 0 419</inkml:trace>
  <inkml:trace contextRef="#ctx0" brushRef="#br0" timeOffset="40053.7868">29874 11808 190,'-4'-5'417,"0"3"-8,4 2 12,-5-3-7,0 2 0,5 1-21,-5-4-27,5 4-31,0 0-40,-8 1-29,8-1-19,-2 4-27,2-4-21,-1 7-20,-1-3-20,2 4-17,2-5-11,-2 4-14,1 2-13,-1-4-9,2 2-10,2 2-9,-2 0-6,0 1-6,3-1-8,-2 0-5,1 1-7,-1-2-1,3 2-5,-4-3-2,-1-1-5,3 0 8,-2 4 6,1-3-3,1-1-1,-1 0-5,-1 1-3,2 1-1,-3-5 2,3 6 5,1-3 2,-1-3-2,0 1-5,-3 0-1,4 0-2,-5 0-1,3-3 2,-3-1-4,1 5 4,-1-5-4,0 3 6,-4 1-5,4-4-1,-5 4 3,3 0-6,-2-1-5,-4-1-1,4 1-1,3 1-3,-3 0 4,-2-2-1,0 2-4,0-2-2,1 0-3,1 2 3,-3-3-7,-1 3 0,4-3-10,-2-1-12,6 0-11,0 0-17,-13 0-14,13 0-21,-11 0-20,11 0-24,-7-3-31,7 3-28,-6-7-36,2 4-16,-1-2-21,0 3-29,1-4-36,0 1-36,3-1-31,-2 3-318,1-4-764,0 0 339</inkml:trace>
  <inkml:trace contextRef="#ctx0" brushRef="#br0" timeOffset="40351.4183">29831 11836 44,'-3'-3'393,"-3"0"-22,6 3-17,0 0-17,-5-7-15,5 7-41,-2-3-31,2 3-26,0 0-7,2-8-34,0 6-12,3 0-22,-5 2-13,7-5-17,-2 4-13,-3-1-14,2-2-6,3 1-6,0 1-6,3-3-4,-2 3-4,-3 0-12,4-4-4,1 5-10,-1-2-7,-1 0-11,-2 2-2,3-1-15,-2 1-2,-1-2 6,2 2-26,-3 0-9,-5 1-15,9-2-9,-9 2-7,8 0-9,-8 0-22,5 4-15,-5-4-18,7 5-16,-4-3-19,-1 1-20,1-1-23,-3-2-36,6 4-33,-3 0-170,-3-4-473,6 3 211</inkml:trace>
  <inkml:trace contextRef="#ctx0" brushRef="#br0" timeOffset="41138.6328">30264 11748 61,'-12'-1'328,"12"1"-3,-9 1-14,9-1-12,-7 3-15,3 0-7,0 0 5,-1 4-4,1-3 10,0 3 3,-2 2-6,3 3-2,-1 0 7,-3 2 17,3 2-7,-1 1-12,1-2-19,-1 1-15,1-2-18,0 2-16,2-4-23,-2 0-17,0-2-6,3 0-15,-2 0-20,2-1-15,0-2-6,1-3-17,0 1-16,0 1-3,2-2-15,1-2 7,-2 1-20,4-1-11,-5-2-16,12-2-12,-7-1-32,4-1-26,1-5-19,3 1-14,-4-2-12,3-1-7,1-1-11,0-1-8,-1 2 3,-1-2-1,-1 0 8,-1 2 11,-2 1 9,0 1 6,0 0 7,-1 0 7,-1 4 9,-1-2 5,0 1 2,-3-1 12,3 0-4,-3 2 11,4-2-2,-5 1 7,3 2 6,-2-1-2,-1 0 18,1 0 10,2 3 9,-3 2 9,0-4 5,0 4 3,0 0 3,0 0 4,0 0 7,0 0 8,0 0 15,0 0 22,5 12-5,-6-6 18,1 1 10,0 5-1,1-7 4,-1 1 7,3 2-3,-3-3-11,0 4 5,2-4-12,2 2-10,-4-1-11,3-1-5,2 0-4,0-1-12,-3 0-1,1-2-10,3 1-8,0-3-5,-6 0-4,19-3 2,-9 0-7,0-1-16,0-1 0,2-1-23,-2 2 4,-4 0 6,2-3 1,0-1-3,-2-1 7,0 3 1,-2-4-1,2 5-2,-3-5 4,1 3-2,-2-1-2,-2 1 3,0 0-7,2 0 0,-6-2 8,2 0-2,0 3-8,-3-1 0,1-2-11,-1 2-15,0-2-6,-1 0-10,1 6-3,2-2-2,-1 1-10,0-1-14,-2 1-9,2 2-13,-2-1-4,1 1-8,5 2-8,-11-2-3,6 1-9,5 1-9,-11 0-13,11 0-20,-8 1-17,4 2-25,4-3-32,-5 3-16,5-3-22,-1 3-25,1-3-32,0 0-39,1 5-347,-1-5-782,1 5 346</inkml:trace>
  <inkml:trace contextRef="#ctx0" brushRef="#br0" timeOffset="41465.8903">30684 11636 399,'8'3'537,"-2"-1"26,0 5 19,-3-2 3,6 2-19,0 1-37,1 4-35,2 0-30,-4-1-29,3 1-31,2 2-33,-2-1-34,1 0-33,-3 0-27,2 2-26,-3-6-28,1 4-21,0-1-18,0-4-21,-1 3-18,-3-7-11,4 4-92,-2-1-42,-2-1 0,3-3 0,-3 2 0,0-1 0,0-1 0,-1 1 0,1-2 0,-1 1 0,-4-3 0,3 2 0,-1 0-12,-2-2-139,5 2-28,-5-2-38,0 0-15,4 2-33,-4-2-36,0 0-32,0 0-32,0 0-31,5-6-29,-1 2-16,-3 1-9,2-1-288,-2 0-799,-1 0 354</inkml:trace>
  <inkml:trace contextRef="#ctx0" brushRef="#br0" timeOffset="41751.4672">30942 11665 231,'-8'0'360,"8"0"37,0 0 13,-11 6 5,5 1 19,-3 0 18,-1 4 0,-2 1 2,1 0-9,-3 3-8,0-1-17,0 2-20,-4 2-9,4-3-32,-7 5-22,3 1-24,4-2-28,0-4-22,1 1-26,3-6-24,1 1-20,3-3-22,-2 3-49,2-1-122,3-3 0,1-1 0,0-1 0,0-1 0,-1 1 0,1-1 0,2-4 0,0 5 0,0-5-7,0 0-169,0 0-31,0 0-40,0 0-13,0 0-31,14-13-36,-8 10-31,-1-3-36,2-3-31,2 2-48,-3-1-365,4 0-907,-3-3 400</inkml:trace>
  <inkml:trace contextRef="#ctx0" brushRef="#br0" timeOffset="42200.3169">31075 11544 515,'0'0'625,"9"3"28,-1 0 28,-2-1-5,0 3-17,-1 0-40,1 3-35,2 1-22,-3 0-36,0 2-32,1-2-47,-2 4-41,1-2-34,0 3-42,-1 2-288,1-6-42,-1 3 0,-4-2 0,5-2 0,-3 1 0,0-3 0,2 1 0,-3-2 0,2 0 0,-1-1 0,0-3 0,0 2 0,-2-1 0,0-3 0,4 4 0,-4-4 0,5 0 0,-5 0 0,10-4 0,-1 1 0,-4 0 0,2-1 0,-1-2 0,4 2 0,-2-3 0,1-2 0,-1 1 0,2-2 0,-1 0 0,-1-4 0,-1 2 0,3-1 0,-2-1 0,-4 3 0,4-3 0,-1-2 0,-2 4 0,2-3 0,-5 6 0,2-3 0,-1 0 0,-1 3 0,-2-2 0,0 4 0,2 0 0,1 2 0,-3-1 0,0 2 0,2 0 0,-2 4 0,-2-6 0,2 6 0,2-4 0,-2 4 0,-2-4 0,2 4 0,0 0 0,3-4-62,-3 4-452,0 0-52,0 0-55,0 0-451,0 0-1160,0 0 513</inkml:trace>
  <inkml:trace contextRef="#ctx0" brushRef="#br0" timeOffset="42831.7875">31433 11708 330,'-1'-2'562,"-3"-1"11,4 3 2,0-6-28,0 6-40,8-8-37,1 2-35,0 2-37,2-3-27,2 3-24,4 1-28,-1-3-38,-3 4-27,0 0-23,-2 1-27,3 1-22,-3-1-11,-1 3-23,1 1-14,-7-1-16,3 3-4,-4-2-13,0 1-15,-2 4-24,-1-3 3,0 4-16,-4-2-10,1 2-6,-4 1-10,-1-1-7,-2 0-2,-1 1-10,2-2-2,-5 3 3,2-4-3,4 2 5,-2-3-2,3 1 1,0-3-7,2 0 2,0 0-3,-1-1 13,3 3 2,-1-4 11,2 0 0,2-2 11,-4 4 38,4-4 23,1 5 22,3-2-109,-1 0-9,0-2 0,5 0 0,0 1 0,-3 1 0,1-1 0,1 0 0,3-1 0,1 1 0,-2-1 0,3 0 0,-5 1 0,6-2 0,-3 0 0,1 1 0,-5-1 0,2 1 0,-1 0 0,-1-1 0,-6 0 0,11-1 0,-5 1 0,2 0 0,-3 1 0,-5-1 0,9-2 0,0 2 0,-9 0 0,9 0 0,-4-1 0,-5 1 0,10 0 0,-3-2 0,-7 2 0,6-1 0,-6 1 0,8-3 0,-8 3 0,4-2 0,-3-3-313,-1 5-166,0 0-44,0 0-54,0 0-474,-13-2-1136,13 2 503</inkml:trace>
  <inkml:trace contextRef="#ctx0" brushRef="#br0" timeOffset="45127.7803">26381 13228 157,'-9'-2'490,"6"-1"14,-3 2 25,6 1 4,-7-1-29,7 1-34,0 0-37,0 0-29,-8 6 1,6-1 6,4 2-12,2 5-13,-3 3-15,4 1-26,-1 2-27,-1 0-14,3 0-25,-5 0-25,3-3-24,3 2-22,0-1-20,-3-2-119,1 0-69,0-5 0,-1-2 0,1 2 0,0-3 0,1 0 0,1 0 0,-3-2 0,2-1 0,-1-2 0,2 0 0,-7-1 0,14-5 0,-4 1 0,-1-2 0,1 0 0,-1-4 0,-2 2 0,0-4 0,2-1 0,1-4 0,-2 2 0,0 0 0,-3-1 0,1 0 0,-2 1 0,-3 4 0,5-2 0,-4 4 0,3-3 0,-2 3 0,3 0 0,-3 0 0,0 0 0,1 0 0,0 3 0,0-1 0,-3 1 0,3 0 0,0-2 0,-3 3 0,4-1 0,-3 0 0,0 3 0,-2-2 0,4 2 0,-3 1 0,2-3 0,-3 5 0,1-3 0,-1 3 0,1-4 0,-1 4 0,0 0 0,0 0 0,4-2 0,-4 2-26,0 0-346,0 0-53,0 0-59,0 0-61,0 0-85,0 0-322,0 0-1031,-1 11 456</inkml:trace>
  <inkml:trace contextRef="#ctx0" brushRef="#br0" timeOffset="45660.1473">26753 13444 333,'0'0'497,"0"0"-3,0 0 4,0 0-6,0 0-41,0 0-9,0 0-42,9-11-48,-4 11-19,-5 0-33,12 3-32,-6-2-24,-1 2-27,2 1-20,-2-1-22,1 1-12,0 2-22,0 0-14,-4 0-12,0 1-11,0-2-25,-2 3 0,1-3-11,-1 0-7,0 1-2,-1 0-13,1 0-4,0-1-2,0-1-1,0-4-8,-2 4 0,2-4-2,0 4 9,0-4 5,-2 3 5,2-3 1,0 0 6,0 0-4,0 0 8,0 0 1,0 0 1,0 0-5,4 3-15,-4-3 13,0 0-4,0 0-7,10 0-13,-10 0-2,10-3 7,-10 3-2,13 0-4,-7-1-5,1 1-5,-1-2 3,2 1-5,0 1-5,-2-3-1,3 1-10,-4 1-7,2 1-13,-1-1-13,0-2-10,-1 2-10,1 0-16,-1-1-14,0 0-16,0 1-23,1 0-18,-6 1-21,9-4-20,-4 3-13,-1 0-26,1-1-32,2-3-14,-3 2-21,-1 2-11,1-1-27,-1-2-31,1-1-33,-2 1-38,0 2-227,1-2-706,1 1 313</inkml:trace>
  <inkml:trace contextRef="#ctx0" brushRef="#br0" timeOffset="45988.1475">27333 13300 156,'0'0'621,"0"0"-7,0 0 8,0 0-1,11-3-28,-5 1-31,6-3-30,2-1-40,6-1-42,4-4-31,3 3-47,-3-3-37,3-1-35,-5 7-30,-3-2-22,3 1-32,-2 0-40,1 0-33,-3 1-52,-5 2-43,-1 0-60,0 0-61,-2 2-66,-1 0-60,-3 1-60,-6 0-64,5 1-72,-5-1-69,-1 6-85,1-6-363,-8 7-987,5-4 437</inkml:trace>
  <inkml:trace contextRef="#ctx0" brushRef="#br0" timeOffset="46240.3252">27597 13298 379,'-9'6'468,"1"-3"-30,-2-1-3,1 3 0,1-1 7,1-3-15,0 2-31,2-2-35,1 1-34,4-2-37,-6 1-28,6-1-26,-4 4-20,4-4-29,1 3-12,-1-3-15,0 0-19,0 0-15,8 4-10,-8-4-11,9 0-12,-9 0-9,11-1-7,-3-1-15,-3 2-22,7-4-18,-1 2-21,1-1-22,6-1-18,-3-3-19,5 0-6,0-2 1,6 2-33,-4 2-34,5-4-56,-7 1-4,-2 0 1,9-2 2,0 1-17,-10 0-19,0 3-28,1-3-7,-7 5-16,-2-1-14,1 0 8,-4 2-11,-1 0-18,-3 1-175,-2 2-523,0 0 231</inkml:trace>
  <inkml:trace contextRef="#ctx0" brushRef="#br0" timeOffset="47752.7529">28190 13102 219,'-7'-2'468,"2"0"18,1-2 7,0 2-11,3-3-17,-3 0-18,4 1-30,0 4-22,-5-7-12,4 1-40,1 0-28,4 1-22,1-1-31,-3 2-13,6-1-32,-4 0-19,1 2-23,5-2-12,-1 2-18,3-1-17,-3 3-6,0-2-13,-3 2-17,6 1-14,-2-1-14,-3 1-3,1 0-15,1 1-12,-3 1-12,1-2-11,-1 2-11,-1-1-13,-1 0-7,1 2 3,0-1-9,-3 3-2,0 1-1,-2 0-1,0 0 10,0 0-6,-4 4 4,2-3 3,-3 0-1,-2 1 1,4-2-3,-4 2 3,1 0 1,-2-4 3,-1 6 4,0-3-1,-1 3 1,0-2 2,0 0 0,1 0 2,-3 1-1,3-1 2,-4 2 0,3-1 1,1 1 3,0-3 3,-1 1 1,1 1 3,3-2 9,-1 1 6,-2-1 5,4 1 5,1-2-6,-1-2 11,1 0 1,2-1-4,-1 0 1,1 0 5,2-3 2,-7 5-9,7-5 12,-1 3-5,1-3 0,-1 3-2,1-3 8,0 0-11,0 0-7,0 0 5,-3 3-4,3-3-1,0 0-9,0 0 1,0 0-2,0 0-2,0 0 2,0 0 3,0 0-1,0 0-3,0 0 13,0 0-15,0 0-1,16-5 2,-16 5 17,0 0-17,7-2 12,-7 2-12,4-2 13,-4 2 2,7-3 6,-5 1-14,3-2 5,1 1-5,0 2 0,0-1-7,-1-1 2,3 0 1,-2 1 1,3-1 2,-4-1-20,6 3 0,-1 0 0,0-3 0,-5 3 0,5 1 0,-3-1 0,-1-1 0,1 2 0,1-1 0,-8 1 0,13 2 0,-6-2 0,-1 1 0,3-1 0,-1 2 0,-1 1 0,-2-2 0,4 0 0,-2 0 0,-1 1 0,1-1 0,0 0 0,-7-1 0,10 1 0,-4-1 0,-6 0 0,7 0 0,-7 0 0,10 2 0,-10-2 0,3 1 0,-3-1 0,5 1 0,-5-1 0,0 0 0,0 0-83,0 0-34,0 0-27,0 0-23,0 0-29,8-2-30,-8 2-21,0 0-26,0 0-13,0 0-14,1-4-15,-1 4-11,0 0-16,0 0-15,0 0-18,0 0-8,0 0-293,0 0-732,1-5 324</inkml:trace>
  <inkml:trace contextRef="#ctx0" brushRef="#br0" timeOffset="48253.7962">28624 12995 185,'0'0'435,"-9"5"15,4-3 3,-3 3-18,2 2-2,-3 3-12,0 3-13,0 3-10,-5 0-21,7 0-17,1 0-17,1-2-22,-2-2-34,3 0-30,1-3-14,1 2-18,0 1-31,1-5-18,2-1-18,1 1-14,2-2-11,-2-1-16,3 0-4,5-3-13,-3-2 0,4-2-20,3-1-17,1-3-21,-2-3-23,3 3-17,-1-3-13,-1 1-16,-5-1-8,1-1-18,-1 0-9,0 1 10,-4 7 2,-1-8 9,-1 5-4,-2-1 9,0-3 3,1 0 4,-4 4-3,4 1 4,-5-1 5,-1 1 0,0 1-1,-2 2 5,2-2-3,0 2-9,-1-1-7,0-1-13,0 2-7,-1-1-3,2-1-3,0 3-12,-1 0-15,5 1-12,-9-4-5,9 4-15,-9 0-16,9 0-17,-4-1-18,4 1-15,-4-2-9,4 2-13,0 0-15,0 0-21,0 0-21,0 0-25,0 0-27,0 0-281,0 0-650,0 0 288</inkml:trace>
  <inkml:trace contextRef="#ctx0" brushRef="#br0" timeOffset="48923.6481">28930 12976 580,'1'3'585,"-2"5"12,-2 0-3,2 1 3,-2 0-25,1 2-41,-1-3-51,-1 3-43,2-3-44,-1 3-29,2 0-44,0-4-28,-1 0-32,1 0-26,1-1-23,-2 1-25,0-4-23,2 1-27,0 0-17,0 0-20,0-4-37,0 0-23,0 5-22,0-5-22,0 0-15,-2 2-20,2-2-18,0 0-14,0 0-4,2-13 7,0 8 3,-2 5 4,2-9 8,2 4 2,-2 0 10,2 2-1,1-2 8,1 0 2,-1 0 2,2 3 3,-2-3 3,2 4 7,1-1 7,-1-2 9,3-2 15,-1 1 8,5 2 13,-5 0 3,2 2-2,0 0-4,-5-2 0,2 1-3,-3-1 5,-1 3-5,-4 0-4,13-2-1,-8 2-4,-5 0-3,8 3-2,-6-1-5,-2-2 3,0 0-1,4 2-2,-4-2-7,3 4 2,-3 0-2,0-4-10,0 0-11,-3 5-8,3-5-4,0 0-1,0 0 5,0 5 4,0-5 1,0 0 4,0 0 5,0 0-1,0 0 12,0 0 11,0 0 6,0 0 6,0 0 7,6-14 10,-4 10 2,-1-1 16,0 1 8,2-1 9,-3 5 0,4-5 13,-3 1-10,0 1 4,-1 3 3,4-4-13,-1 1-3,-3 3 3,5-3-54,-5 3-16,9-2 0,-9 2 0,11 1 0,-6 0 0,2-1 0,0 2 0,0-2 0,-2 1 0,1-1 0,-1 2 0,-5-2 0,14 0 0,-12 1 0,-2-1 0,7 1 0,-3 1 0,-4-2 0,4 4 0,-3 0 0,1 0 0,3-1 0,-5 2 0,2 1 0,-2-1 0,1 0 0,-1 1 0,-1 0 0,1 1 0,0-1 0,0 1 0,-2-1 0,2 1 0,0-3-1,-2 0-254,2 1-45,0-5-34,0 4-27,0-4-30,0 0-25,0 3-14,0-3-24,0 0 7,0 0-25,0 0-250,5-12-782,-1 4 346</inkml:trace>
  <inkml:trace contextRef="#ctx0" brushRef="#br0" timeOffset="49188.5968">29276 12934 220,'9'-17'86,"-1"1"25,-3 2 25,2-1 14,-3 5 20,3 0 22,-2 1 13,-1 1 20,-1 2 11,1 2 20,1-2 17,-2 1 23,-1 2 13,2 1 27,-1 1 21,-3 1 22,0 0 30,5 4 28,-4 3 31,2 0 10,-2 5 12,3 3 0,-5 2-13,3 1-13,1 1-18,-3 8-351,1 0-95,0 1 0,-1-1 0,0 0 0,1-1 0,-1 1 0,-1 2 0,-1 0 0,2-2 0,-4 1 0,1-1 0,1 0 0,1-1 0,-2-2 0,0-5 0,1 0 0,-3-1 0,0-1 0,2-5 0,-1 2 0,2-4 0,-1 1 0,-1 0 0,4-6 0,0 2 0,0-4 0,4 0 0,-4-3 0,0 0-151,19-10-1189,-7 4-1452,4-7 642</inkml:trace>
  <inkml:trace contextRef="#ctx0" brushRef="#br0" timeOffset="49459.7962">29721 13092 594,'-8'-3'599,"-6"-1"-2,1 5 0,-1-2 17,1 2-12,1 2-27,0 0-39,-1 1-49,4 1-43,-1 2-41,1-1-39,4 2-38,0 0-35,1 5-31,2-3-20,0 1-30,2 0-13,2 1-24,-1 0-91,0 0-82,-1 1 0,4 2 0,-2-2 0,1-2 0,-2 1 0,-1-3 0,2 2 0,-1-2 0,-1 0 0,0-1 0,-1 0 0,-1-3 0,1 2 0,-2-1 0,0 0 0,-2-1 0,0-1 0,-3 1 0,1-1-188,-3 0-32,0-1-28,-3 1-40,2-1-33,-6-1-32,-2 5-31,-3-4-48,2 1-46,-8 5-403,0-4-952,-2 1 422</inkml:trace>
  <inkml:trace contextRef="#ctx0" brushRef="#br0" timeOffset="49703.9908">28326 13776 550,'0'1'590,"0"-1"-9,0 0 37,17 0 6,6-2-18,9-6-34,4 3-39,21-3-35,3-2-32,4-4-28,2 5-35,-1 0-49,24 0-31,-37 4-50,-2 5-52,-13-2-73,-1 0-79,1-1-103,-14 3-135,-4 5-121,-6-4-121,-6 3-121,-5-1-541,-2-3-1160,-5 9 514</inkml:trace>
  <inkml:trace contextRef="#ctx0" brushRef="#br0" timeOffset="49876.7123">28670 13922 375,'-20'5'555,"-1"-3"-38,3 2-26,7-2-8,0-2 4,5 0-6,6 0-30,0-6-50,6-2-42,11 2-26,11-8-29,4 2-29,4 0-29,15-4-21,3 1-25,2 2-24,0 0-54,-1 1-56,-5-2-56,-10 6-74,-2-3-74,-2 1-96,-3-1-116,-1-3-111,-5 4-424,-3-5-959,-1 1 424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8CC42-64C3-4E7F-B171-EB91121B0A4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810E5-2D00-46F4-82EE-079F61D19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63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8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322A15-A826-40E6-9BCC-4956C8AE9E4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9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5604CA-1CEB-46C1-8C1D-DA90C72AD81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0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/>
              <a:t>Source : F15-1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95A616-A4EA-4AD2-AEAB-F94D542045F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en-US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1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/>
              <a:t>Source : F15-4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F6CF85-D2D9-4E5F-A304-070DEA1A4BB6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en-US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fld id="{D5C12D0A-4372-4D9D-9E45-380FE13F7C18}" type="slidenum">
              <a:rPr kumimoji="0" lang="en-US" sz="1200">
                <a:solidFill>
                  <a:prstClr val="black"/>
                </a:solidFill>
              </a:rPr>
              <a:pPr eaLnBrk="1" hangingPunct="1">
                <a:defRPr/>
              </a:pPr>
              <a:t>19</a:t>
            </a:fld>
            <a:endParaRPr kumimoji="0" lang="en-US" sz="1200">
              <a:solidFill>
                <a:prstClr val="black"/>
              </a:solidFill>
            </a:endParaRPr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/>
              <a:t>Answers:</a:t>
            </a:r>
          </a:p>
          <a:p>
            <a:pPr eaLnBrk="1" hangingPunct="1"/>
            <a:r>
              <a:rPr lang="en-US" altLang="en-US" smtClean="0"/>
              <a:t>1.  B</a:t>
            </a:r>
          </a:p>
          <a:p>
            <a:pPr eaLnBrk="1" hangingPunct="1"/>
            <a:r>
              <a:rPr lang="en-US" altLang="en-US" smtClean="0"/>
              <a:t>2.  C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fld id="{40FBAFD2-47C4-45A5-9DB2-0BA58563EB16}" type="slidenum">
              <a:rPr kumimoji="0" lang="en-US" sz="1200">
                <a:solidFill>
                  <a:prstClr val="black"/>
                </a:solidFill>
              </a:rPr>
              <a:pPr eaLnBrk="1" hangingPunct="1">
                <a:defRPr/>
              </a:pPr>
              <a:t>20</a:t>
            </a:fld>
            <a:endParaRPr kumimoji="0" lang="en-US" sz="1200">
              <a:solidFill>
                <a:prstClr val="black"/>
              </a:solidFill>
            </a:endParaRPr>
          </a:p>
        </p:txBody>
      </p:sp>
      <p:sp>
        <p:nvSpPr>
          <p:cNvPr id="223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/>
              <a:t>Source : P15-18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fld id="{820390CA-FA15-43DB-A972-53854BBBBAD8}" type="slidenum">
              <a:rPr kumimoji="0" lang="en-US" sz="1200">
                <a:solidFill>
                  <a:prstClr val="black"/>
                </a:solidFill>
              </a:rPr>
              <a:pPr eaLnBrk="1" hangingPunct="1">
                <a:defRPr/>
              </a:pPr>
              <a:t>21</a:t>
            </a:fld>
            <a:endParaRPr kumimoji="0" lang="en-US" sz="1200">
              <a:solidFill>
                <a:prstClr val="black"/>
              </a:solidFill>
            </a:endParaRPr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fld id="{9E5E5B05-CD2D-4A70-BE5A-D0344AA1D79B}" type="slidenum">
              <a:rPr kumimoji="0" lang="en-US" sz="1200">
                <a:solidFill>
                  <a:prstClr val="black"/>
                </a:solidFill>
              </a:rPr>
              <a:pPr eaLnBrk="1" hangingPunct="1">
                <a:defRPr/>
              </a:pPr>
              <a:t>22</a:t>
            </a:fld>
            <a:endParaRPr kumimoji="0" lang="en-US" sz="1200">
              <a:solidFill>
                <a:prstClr val="black"/>
              </a:solidFill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6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0799B78-61AB-4210-8237-10B5D8287148}" type="slidenum">
              <a:rPr lang="tr-TR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tr-TR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7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8C915B-B5DE-43B0-AE05-A587973A4476}" type="slidenum">
              <a:rPr lang="tr-TR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tr-TR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8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D0FDCFE-CC01-4767-8D78-3E3F1B146F6A}" type="slidenum">
              <a:rPr lang="tr-TR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tr-TR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1pPr>
            <a:lvl2pPr marL="702756" indent="-270291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2pPr>
            <a:lvl3pPr marL="1081164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3pPr>
            <a:lvl4pPr marL="1513629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4pPr>
            <a:lvl5pPr marL="1946095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5pPr>
            <a:lvl6pPr marL="2378560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6pPr>
            <a:lvl7pPr marL="2811026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7pPr>
            <a:lvl8pPr marL="3243491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8pPr>
            <a:lvl9pPr marL="3675957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fld id="{601C4F40-54BC-4D45-8801-396D9031E53F}" type="slidenum">
              <a:rPr lang="en-US" altLang="en-US" sz="1100">
                <a:solidFill>
                  <a:prstClr val="black"/>
                </a:solidFill>
                <a:latin typeface="Times New Roman" pitchFamily="18" charset="0"/>
              </a:rPr>
              <a:pPr eaLnBrk="1" hangingPunct="1">
                <a:defRPr/>
              </a:pPr>
              <a:t>36</a:t>
            </a:fld>
            <a:endParaRPr lang="en-US" altLang="en-US" sz="11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1pPr>
            <a:lvl2pPr marL="702756" indent="-270291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2pPr>
            <a:lvl3pPr marL="1081164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3pPr>
            <a:lvl4pPr marL="1513629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4pPr>
            <a:lvl5pPr marL="1946095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5pPr>
            <a:lvl6pPr marL="2378560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6pPr>
            <a:lvl7pPr marL="2811026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7pPr>
            <a:lvl8pPr marL="3243491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8pPr>
            <a:lvl9pPr marL="3675957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fld id="{CE14F511-73C9-4C1F-8931-5AB36A613E96}" type="slidenum">
              <a:rPr lang="en-US" altLang="en-US" sz="1100">
                <a:solidFill>
                  <a:prstClr val="black"/>
                </a:solidFill>
                <a:latin typeface="Times New Roman" pitchFamily="18" charset="0"/>
              </a:rPr>
              <a:pPr eaLnBrk="1" hangingPunct="1">
                <a:defRPr/>
              </a:pPr>
              <a:t>37</a:t>
            </a:fld>
            <a:endParaRPr lang="en-US" altLang="en-US" sz="11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1pPr>
            <a:lvl2pPr marL="702756" indent="-270291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2pPr>
            <a:lvl3pPr marL="1081164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3pPr>
            <a:lvl4pPr marL="1513629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4pPr>
            <a:lvl5pPr marL="1946095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5pPr>
            <a:lvl6pPr marL="2378560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6pPr>
            <a:lvl7pPr marL="2811026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7pPr>
            <a:lvl8pPr marL="3243491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8pPr>
            <a:lvl9pPr marL="3675957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fld id="{517A5533-3F64-4E5F-BEEE-384016702E47}" type="slidenum">
              <a:rPr lang="en-US" altLang="en-US" sz="1100">
                <a:solidFill>
                  <a:prstClr val="black"/>
                </a:solidFill>
                <a:latin typeface="Times New Roman" pitchFamily="18" charset="0"/>
              </a:rPr>
              <a:pPr eaLnBrk="1" hangingPunct="1">
                <a:defRPr/>
              </a:pPr>
              <a:t>61</a:t>
            </a:fld>
            <a:endParaRPr lang="en-US" altLang="en-US" sz="11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1pPr>
            <a:lvl2pPr marL="702756" indent="-270291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2pPr>
            <a:lvl3pPr marL="1081164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3pPr>
            <a:lvl4pPr marL="1513629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4pPr>
            <a:lvl5pPr marL="1946095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5pPr>
            <a:lvl6pPr marL="2378560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6pPr>
            <a:lvl7pPr marL="2811026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7pPr>
            <a:lvl8pPr marL="3243491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8pPr>
            <a:lvl9pPr marL="3675957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fld id="{3963158D-584F-4B8B-BC90-AEEC5B2B0473}" type="slidenum">
              <a:rPr lang="en-US" altLang="en-US" sz="1100">
                <a:solidFill>
                  <a:prstClr val="black"/>
                </a:solidFill>
                <a:latin typeface="Times New Roman" pitchFamily="18" charset="0"/>
              </a:rPr>
              <a:pPr eaLnBrk="1" hangingPunct="1">
                <a:defRPr/>
              </a:pPr>
              <a:t>62</a:t>
            </a:fld>
            <a:endParaRPr lang="en-US" altLang="en-US" sz="11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1pPr>
            <a:lvl2pPr marL="702756" indent="-270291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2pPr>
            <a:lvl3pPr marL="1081164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3pPr>
            <a:lvl4pPr marL="1513629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4pPr>
            <a:lvl5pPr marL="1946095" indent="-216233" defTabSz="899469" eaLnBrk="0" hangingPunct="0">
              <a:defRPr sz="2300">
                <a:solidFill>
                  <a:schemeClr val="tx1"/>
                </a:solidFill>
                <a:latin typeface="Comic Sans MS" pitchFamily="66" charset="0"/>
              </a:defRPr>
            </a:lvl5pPr>
            <a:lvl6pPr marL="2378560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6pPr>
            <a:lvl7pPr marL="2811026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7pPr>
            <a:lvl8pPr marL="3243491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8pPr>
            <a:lvl9pPr marL="3675957" indent="-216233" algn="ctr" defTabSz="899469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3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fld id="{D764CC41-4585-497D-8316-0971085D6FC7}" type="slidenum">
              <a:rPr lang="en-US" altLang="en-US" sz="1100">
                <a:solidFill>
                  <a:prstClr val="black"/>
                </a:solidFill>
                <a:latin typeface="Times New Roman" pitchFamily="18" charset="0"/>
              </a:rPr>
              <a:pPr eaLnBrk="1" hangingPunct="1">
                <a:defRPr/>
              </a:pPr>
              <a:t>63</a:t>
            </a:fld>
            <a:endParaRPr lang="en-US" altLang="en-US" sz="11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fld id="{FD3E160A-74E0-4137-8286-B97A6864AA69}" type="slidenum">
              <a:rPr kumimoji="0" lang="en-US" altLang="en-US" sz="1200">
                <a:solidFill>
                  <a:prstClr val="black"/>
                </a:solidFill>
              </a:rPr>
              <a:pPr eaLnBrk="1" hangingPunct="1">
                <a:defRPr/>
              </a:pPr>
              <a:t>71</a:t>
            </a:fld>
            <a:endParaRPr kumimoji="0" lang="en-US" altLang="en-US" sz="1200">
              <a:solidFill>
                <a:prstClr val="black"/>
              </a:solidFill>
            </a:endParaRPr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fld id="{C0BB0D0F-6982-42BE-ABD5-D95C025931CC}" type="slidenum">
              <a:rPr kumimoji="0" lang="en-US" altLang="en-US" sz="1200">
                <a:solidFill>
                  <a:prstClr val="black"/>
                </a:solidFill>
              </a:rPr>
              <a:pPr eaLnBrk="1" hangingPunct="1">
                <a:defRPr/>
              </a:pPr>
              <a:t>72</a:t>
            </a:fld>
            <a:endParaRPr kumimoji="0" lang="en-US" altLang="en-US" sz="1200">
              <a:solidFill>
                <a:prstClr val="black"/>
              </a:solidFill>
            </a:endParaRPr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fld id="{AD9E59DE-D048-44C3-8BEB-EE1DCC21CEF1}" type="slidenum">
              <a:rPr kumimoji="0" lang="en-US" altLang="en-US" sz="1200">
                <a:solidFill>
                  <a:prstClr val="black"/>
                </a:solidFill>
              </a:rPr>
              <a:pPr eaLnBrk="1" hangingPunct="1">
                <a:defRPr/>
              </a:pPr>
              <a:t>73</a:t>
            </a:fld>
            <a:endParaRPr kumimoji="0" lang="en-US" altLang="en-US" sz="1200">
              <a:solidFill>
                <a:prstClr val="black"/>
              </a:solidFill>
            </a:endParaRPr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8463" y="1243013"/>
            <a:ext cx="5964237" cy="3355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4E0460-F78B-4751-ACD5-CB1FA823892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546970" y="1324628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buFont typeface="Courier New" panose="02070309020205020404" pitchFamily="49" charset="0"/>
              <a:buChar char="o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137160">
              <a:buFont typeface="Calibri" panose="020F0502020204030204" pitchFamily="34" charset="0"/>
              <a:buChar char="−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318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CA7694-521A-450C-9D96-31F4F6DC37F1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89764" y="214816"/>
            <a:ext cx="9870510" cy="874951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930B0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"/>
          </p:nvPr>
        </p:nvSpPr>
        <p:spPr>
          <a:xfrm>
            <a:off x="546970" y="1324628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buFont typeface="Courier New" panose="02070309020205020404" pitchFamily="49" charset="0"/>
              <a:buChar char="o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137160">
              <a:buFont typeface="Calibri" panose="020F0502020204030204" pitchFamily="34" charset="0"/>
              <a:buChar char="−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276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28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FE439-C49D-4EC1-BB5F-F12E4768289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8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764" y="214816"/>
            <a:ext cx="9870510" cy="874951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930B0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6093" y="1189973"/>
            <a:ext cx="10997852" cy="4899308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chemeClr val="accent2">
                  <a:lumMod val="75000"/>
                </a:schemeClr>
              </a:buClr>
              <a:buSzPct val="7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buClr>
                <a:srgbClr val="8D4427"/>
              </a:buClr>
              <a:buSzPct val="70000"/>
              <a:buFont typeface="Times New Roman" panose="02020603050405020304" pitchFamily="18" charset="0"/>
              <a:buChar char="−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650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949" y="1606006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268793-EB06-4C2E-A344-050FACD6263B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6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F30AE1-1730-442F-9262-909CF92DC89A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02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D5625C-EF98-48BD-8FC8-5BF7C67FC7BA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9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647B38-CBE4-43F0-83C7-2BFE19C03D99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3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4D2745-A1BB-4740-B2A6-77A91BD6B24F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1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D82B56-AE6E-4339-A450-F4754EE48308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75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E04EE8-9791-44D9-8C72-CADA01B0B9B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64FDC1-7B51-4592-AE98-E280758EE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50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9993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0708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7CDF3-9F91-4EDD-9109-3074F686E4E2}" type="datetimeFigureOut">
              <a:rPr lang="tr-TR"/>
              <a:pPr>
                <a:defRPr/>
              </a:pPr>
              <a:t>20.04.2026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A36C9-174A-4DEB-95C9-2B7E647C6936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5456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64CF1-5AEA-4791-BA0B-60EED0D672E5}" type="datetimeFigureOut">
              <a:rPr lang="tr-TR"/>
              <a:pPr>
                <a:defRPr/>
              </a:pPr>
              <a:t>20.04.2026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EAE28-1753-43AA-8E46-122C5D0595A0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3352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AE3060B2-BF49-4026-93E5-12AA50D09DAF}" type="datetimeFigureOut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61467-421E-4D77-89B2-F880CBF9FC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691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E63F7-D89F-4300-9D98-A370E8ED12E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13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DA9B6-F545-49AF-977B-825BD6DE3EFB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63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9B83-5CA3-47FC-A02D-F4321F08343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90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FBA7E-C18F-4B11-BF00-C3CFCE880303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658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C5-F9F0-4732-A59D-CF9BA3E9E0DF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6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5945-9632-42AD-B49B-720463761353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33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604D-0D04-4E24-A3BD-7B0EA6679384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71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247AC-E300-448C-B130-2A548F4A556C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19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71EE-8FE7-4BF5-BB9E-3CBFBB7A23FE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123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FEA42-D298-459D-8B0B-7CBD8DD03C9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59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850B-1C48-4C29-99F7-3644C0BD3BB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436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6B2D-3FB9-42FD-9927-316A30D98F0E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360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5ABD-C7B5-4A7C-84D9-B83C411117C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91772-6FEF-4BAA-8138-C924BDF2F367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4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C5DF-82DD-48DF-83E5-6708C09BCC35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328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EFC3-597F-42D6-9F42-64B43F7884AB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965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12981-365E-47BE-88EA-83EA763BA944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398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1DC0-BD77-4C6C-B77E-C38FF1E52DD5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11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7708-C714-460D-8247-C5D18FCB328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006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86A6-8E1F-4248-92C0-64FCDD490BA6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293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9C906-1193-4CB7-94D8-C92C8A26E99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659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022E-7816-4847-9E24-3E8C5833FFE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803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56CE-0FC4-4CBC-8C9C-057A5FEF647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665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77CC-D2FD-4020-900C-60E3DF8A15C8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412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A2ED-E0AA-4DA1-96DE-FD3F29FF5DA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647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E525-0CE9-4D59-8C39-808B537B5AD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116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6055-E9EE-4249-8E4F-5D21CDBDEB1D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47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4FF8-3F03-427C-B5D9-DB26EF759517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678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1CA1-DBCB-4F78-983C-32E3E113B58D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810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EE189-8164-4A39-BC0A-1A2B16F6F021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834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278A-D30E-4D50-B96D-B191A814B33E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987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5E92-03EF-402F-BDC1-6D12ABDF5B0E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689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2BA3-7996-4B32-9FC0-B9D99C3533A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7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 userDrawn="1"/>
        </p:nvSpPr>
        <p:spPr>
          <a:xfrm>
            <a:off x="1531257" y="294320"/>
            <a:ext cx="9129486" cy="7379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/>
          </a:p>
        </p:txBody>
      </p:sp>
      <p:sp>
        <p:nvSpPr>
          <p:cNvPr id="11" name="Date Placeholder 6"/>
          <p:cNvSpPr txBox="1">
            <a:spLocks/>
          </p:cNvSpPr>
          <p:nvPr userDrawn="1"/>
        </p:nvSpPr>
        <p:spPr>
          <a:xfrm>
            <a:off x="432520" y="6373653"/>
            <a:ext cx="194128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4A7E44F-68F0-4AA3-A5C8-607811B8945D}" type="datetime1">
              <a:rPr lang="en-US" sz="1400" b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4/20/2026</a:t>
            </a:fld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8"/>
          <p:cNvSpPr txBox="1">
            <a:spLocks/>
          </p:cNvSpPr>
          <p:nvPr userDrawn="1"/>
        </p:nvSpPr>
        <p:spPr>
          <a:xfrm>
            <a:off x="10986931" y="6347050"/>
            <a:ext cx="8019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A8E0CFD-BB30-4A9F-B723-AE1386555E15}" type="slidenum">
              <a:rPr 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231906" y="524442"/>
            <a:ext cx="20026" cy="587387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1945042" y="135448"/>
            <a:ext cx="19165" cy="61009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572366" y="135448"/>
            <a:ext cx="11382258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/>
          <p:nvPr userDrawn="1"/>
        </p:nvCxnSpPr>
        <p:spPr>
          <a:xfrm>
            <a:off x="251932" y="6398315"/>
            <a:ext cx="320433" cy="292996"/>
          </a:xfrm>
          <a:prstGeom prst="curvedConnector3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/>
          <p:nvPr userDrawn="1"/>
        </p:nvCxnSpPr>
        <p:spPr>
          <a:xfrm rot="5400000">
            <a:off x="11558285" y="6285387"/>
            <a:ext cx="454905" cy="356943"/>
          </a:xfrm>
          <a:prstGeom prst="curvedConnector3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8026AED6-E793-48A3-96AF-36A0D1FE2D70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05" y="135448"/>
            <a:ext cx="566958" cy="67225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98F5ADD7-F579-4B31-B088-24730AEA76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572783" y="135448"/>
            <a:ext cx="204457" cy="5305232"/>
          </a:xfrm>
          <a:prstGeom prst="rect">
            <a:avLst/>
          </a:prstGeom>
        </p:spPr>
      </p:pic>
      <p:pic>
        <p:nvPicPr>
          <p:cNvPr id="17" name="Picture 1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C8EA3854-8902-4417-899A-DE9CBF528C1A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26" y="6043824"/>
            <a:ext cx="868683" cy="647487"/>
          </a:xfrm>
          <a:prstGeom prst="rect">
            <a:avLst/>
          </a:prstGeom>
        </p:spPr>
      </p:pic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DA3B82F8-7F36-4AE6-A785-76BCA479C67E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" y="6214968"/>
            <a:ext cx="2655568" cy="6638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 rot="5400000">
            <a:off x="6714494" y="2503271"/>
            <a:ext cx="385984" cy="8376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 rot="5400000">
            <a:off x="6820534" y="2236938"/>
            <a:ext cx="173904" cy="837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81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98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57EDA-973E-4528-A77C-D6E1232A8CC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A0C87-9D6A-49C9-AAB7-CC2243907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7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C22EE-B079-4A9B-918D-A34AAF35CCEF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CADCB-2F5C-4625-A96A-69C8B5D5B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7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480CF-91EF-4726-A2CB-32588A5BFB1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SIRAC/29-5-2020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F0F20-6990-4047-BD5A-98DB59D05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7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emf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jpeg"/><Relationship Id="rId5" Type="http://schemas.openxmlformats.org/officeDocument/2006/relationships/image" Target="../media/image25.wmf"/><Relationship Id="rId4" Type="http://schemas.openxmlformats.org/officeDocument/2006/relationships/oleObject" Target="../embeddings/oleObject6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31.wmf"/><Relationship Id="rId18" Type="http://schemas.openxmlformats.org/officeDocument/2006/relationships/image" Target="../media/image26.jpe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33.wmf"/><Relationship Id="rId2" Type="http://schemas.openxmlformats.org/officeDocument/2006/relationships/slideLayout" Target="../slideLayouts/slideLayout16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12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34.jpe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9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image" Target="../media/image44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6.wmf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5.bin"/><Relationship Id="rId11" Type="http://schemas.openxmlformats.org/officeDocument/2006/relationships/oleObject" Target="../embeddings/oleObject27.bin"/><Relationship Id="rId5" Type="http://schemas.openxmlformats.org/officeDocument/2006/relationships/image" Target="../media/image45.wmf"/><Relationship Id="rId10" Type="http://schemas.openxmlformats.org/officeDocument/2006/relationships/image" Target="../media/image47.wmf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6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56.gif"/><Relationship Id="rId4" Type="http://schemas.openxmlformats.org/officeDocument/2006/relationships/image" Target="../media/image55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8.wmf"/><Relationship Id="rId4" Type="http://schemas.openxmlformats.org/officeDocument/2006/relationships/oleObject" Target="../embeddings/oleObject29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0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63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6.gi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65.wmf"/><Relationship Id="rId4" Type="http://schemas.openxmlformats.org/officeDocument/2006/relationships/oleObject" Target="../embeddings/oleObject34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35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69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72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4.jpeg"/><Relationship Id="rId5" Type="http://schemas.openxmlformats.org/officeDocument/2006/relationships/image" Target="../media/image73.wmf"/><Relationship Id="rId4" Type="http://schemas.openxmlformats.org/officeDocument/2006/relationships/oleObject" Target="../embeddings/oleObject39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81.wmf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80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4.jpeg"/><Relationship Id="rId11" Type="http://schemas.openxmlformats.org/officeDocument/2006/relationships/oleObject" Target="../embeddings/oleObject43.bin"/><Relationship Id="rId5" Type="http://schemas.openxmlformats.org/officeDocument/2006/relationships/image" Target="../media/image75.wmf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77.wmf"/><Relationship Id="rId4" Type="http://schemas.openxmlformats.org/officeDocument/2006/relationships/oleObject" Target="../embeddings/oleObject40.bin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79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51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8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4.jpeg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73.wmf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83.wmf"/><Relationship Id="rId4" Type="http://schemas.openxmlformats.org/officeDocument/2006/relationships/oleObject" Target="../embeddings/oleObject47.bin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78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8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1.png"/><Relationship Id="rId5" Type="http://schemas.openxmlformats.org/officeDocument/2006/relationships/oleObject" Target="../embeddings/oleObject55.bin"/><Relationship Id="rId4" Type="http://schemas.openxmlformats.org/officeDocument/2006/relationships/image" Target="../media/image9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92.w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5.png"/><Relationship Id="rId5" Type="http://schemas.openxmlformats.org/officeDocument/2006/relationships/oleObject" Target="../embeddings/oleObject59.bin"/><Relationship Id="rId4" Type="http://schemas.openxmlformats.org/officeDocument/2006/relationships/image" Target="../media/image94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7.png"/><Relationship Id="rId5" Type="http://schemas.openxmlformats.org/officeDocument/2006/relationships/oleObject" Target="../embeddings/oleObject61.bin"/><Relationship Id="rId4" Type="http://schemas.openxmlformats.org/officeDocument/2006/relationships/image" Target="../media/image9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56" y="2954829"/>
            <a:ext cx="5016500" cy="2951844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220"/>
          <a:stretch/>
        </p:blipFill>
        <p:spPr bwMode="auto">
          <a:xfrm rot="16200000">
            <a:off x="7506385" y="1991304"/>
            <a:ext cx="2951842" cy="48788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685800" y="120029"/>
            <a:ext cx="113157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  <a:p>
            <a:pPr algn="ctr"/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Engineering Mechanics</a:t>
            </a:r>
            <a:endParaRPr lang="en-US" sz="6000" b="1" dirty="0" smtClean="0">
              <a:solidFill>
                <a:srgbClr val="00206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algn="ctr"/>
            <a:endParaRPr lang="en-IN" sz="2400" b="1" dirty="0" smtClean="0">
              <a:solidFill>
                <a:srgbClr val="FF0000"/>
              </a:solidFill>
            </a:endParaRPr>
          </a:p>
          <a:p>
            <a:pPr algn="ctr"/>
            <a:r>
              <a:rPr lang="en-US" sz="5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Kinetics of Particles</a:t>
            </a:r>
            <a:endParaRPr lang="en-US" sz="5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  <a:sym typeface="Times New Roman"/>
            </a:endParaRPr>
          </a:p>
          <a:p>
            <a:pPr algn="ctr"/>
            <a:endParaRPr lang="en-US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  <a:sym typeface="Times New Roman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360363"/>
            <a:ext cx="2673842" cy="87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170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27381" y="1844824"/>
            <a:ext cx="11233248" cy="201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tr-TR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cs typeface="+mn-cs"/>
              </a:rPr>
              <a:t>Kinetics of </a:t>
            </a:r>
            <a:r>
              <a:rPr lang="tr-TR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cs typeface="+mn-cs"/>
              </a:rPr>
              <a:t>Particles</a:t>
            </a:r>
            <a:r>
              <a:rPr lang="en-IN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cs typeface="+mn-cs"/>
              </a:rPr>
              <a:t> III</a:t>
            </a:r>
            <a:endParaRPr lang="tr-TR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+mn-lt"/>
              <a:cs typeface="+mn-cs"/>
            </a:endParaRPr>
          </a:p>
          <a:p>
            <a:pPr algn="ct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n-lt"/>
                <a:cs typeface="+mn-cs"/>
              </a:rPr>
              <a:t>Impulse and Momentum </a:t>
            </a:r>
          </a:p>
        </p:txBody>
      </p:sp>
    </p:spTree>
    <p:extLst>
      <p:ext uri="{BB962C8B-B14F-4D97-AF65-F5344CB8AC3E}">
        <p14:creationId xmlns:p14="http://schemas.microsoft.com/office/powerpoint/2010/main" val="4602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5D821C0-0524-479F-84AE-D84BC22A8017}" type="slidenum">
              <a:rPr lang="zh-CN" altLang="en-US" sz="140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609600" y="457200"/>
          <a:ext cx="2472267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Bitmap Image" r:id="rId3" imgW="1380952" imgH="4200000" progId="Paint.Picture">
                  <p:embed/>
                </p:oleObj>
              </mc:Choice>
              <mc:Fallback>
                <p:oleObj name="Bitmap Image" r:id="rId3" imgW="1380952" imgH="420000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200"/>
                        <a:ext cx="2472267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3556000" y="685801"/>
            <a:ext cx="79248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Times New Roman" pitchFamily="18" charset="0"/>
                <a:ea typeface="宋体" pitchFamily="2" charset="-122"/>
                <a:cs typeface="+mn-cs"/>
              </a:rPr>
              <a:t>Impulse-Momentum Principle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When a net force acts on an object, the impulse of this force is equal to the change in momentum of the object: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5162551" y="3295650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endParaRPr lang="en-IN" sz="240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graphicFrame>
        <p:nvGraphicFramePr>
          <p:cNvPr id="139270" name="Object 5"/>
          <p:cNvGraphicFramePr>
            <a:graphicFrameLocks noChangeAspect="1"/>
          </p:cNvGraphicFramePr>
          <p:nvPr/>
        </p:nvGraphicFramePr>
        <p:xfrm>
          <a:off x="4267200" y="3352801"/>
          <a:ext cx="59944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r:id="rId5" imgW="1396394" imgH="266584" progId="Equation.3">
                  <p:embed/>
                </p:oleObj>
              </mc:Choice>
              <mc:Fallback>
                <p:oleObj r:id="rId5" imgW="1396394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352801"/>
                        <a:ext cx="599440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4572000" y="4267200"/>
            <a:ext cx="162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Impulse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6705600" y="4191001"/>
            <a:ext cx="213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Final momentum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8940800" y="4191001"/>
            <a:ext cx="213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Initial momentum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4165600" y="5410201"/>
            <a:ext cx="680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Impulse=Change in momentum</a:t>
            </a:r>
          </a:p>
        </p:txBody>
      </p:sp>
    </p:spTree>
    <p:extLst>
      <p:ext uri="{BB962C8B-B14F-4D97-AF65-F5344CB8AC3E}">
        <p14:creationId xmlns:p14="http://schemas.microsoft.com/office/powerpoint/2010/main" val="262777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1027"/>
          <p:cNvSpPr txBox="1">
            <a:spLocks noChangeArrowheads="1"/>
          </p:cNvSpPr>
          <p:nvPr/>
        </p:nvSpPr>
        <p:spPr bwMode="auto">
          <a:xfrm>
            <a:off x="5588000" y="1066801"/>
            <a:ext cx="5791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A dent in an 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trailer fender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can be removed using an impulse tool, which delivers a force over a very short time interval. 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To do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so, 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the weight is gripped and jerked upwards, striking the stop ring.</a:t>
            </a:r>
            <a:endParaRPr kumimoji="0" lang="en-US" sz="24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67588" name="Text Box 1028"/>
          <p:cNvSpPr txBox="1">
            <a:spLocks noChangeArrowheads="1"/>
          </p:cNvSpPr>
          <p:nvPr/>
        </p:nvSpPr>
        <p:spPr bwMode="auto">
          <a:xfrm>
            <a:off x="5662084" y="3429000"/>
            <a:ext cx="55880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>
                <a:solidFill>
                  <a:prstClr val="black"/>
                </a:solidFill>
                <a:cs typeface="+mn-cs"/>
              </a:rPr>
              <a:t>How can we determine the magnitude of the linear impulse applied to the fender?</a:t>
            </a:r>
          </a:p>
          <a:p>
            <a:pPr eaLnBrk="1" hangingPunct="1">
              <a:defRPr/>
            </a:pPr>
            <a:endParaRPr kumimoji="0" lang="en-US" sz="2400">
              <a:solidFill>
                <a:prstClr val="black"/>
              </a:solidFill>
              <a:cs typeface="+mn-cs"/>
            </a:endParaRPr>
          </a:p>
          <a:p>
            <a:pPr eaLnBrk="1" hangingPunct="1">
              <a:defRPr/>
            </a:pPr>
            <a:r>
              <a:rPr kumimoji="0" lang="en-US" sz="2400">
                <a:solidFill>
                  <a:prstClr val="black"/>
                </a:solidFill>
                <a:cs typeface="+mn-cs"/>
              </a:rPr>
              <a:t>Could you analyze a carpenter’s hammer striking a nail in the same fashion?</a:t>
            </a:r>
          </a:p>
        </p:txBody>
      </p:sp>
      <p:pic>
        <p:nvPicPr>
          <p:cNvPr id="14029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1371600"/>
            <a:ext cx="3989917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636000" y="5791201"/>
            <a:ext cx="8515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2400">
                <a:solidFill>
                  <a:prstClr val="black"/>
                </a:solidFill>
                <a:cs typeface="+mn-cs"/>
              </a:rPr>
              <a:t>Sure!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APPLICATIONS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6369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 autoUpdateAnimBg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5994400" y="1360488"/>
            <a:ext cx="5384800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Aft>
                <a:spcPts val="1200"/>
              </a:spcAft>
              <a:defRPr/>
            </a:pP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A good example of impulse is the action of hitting a ball with a bat.  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The impulse is the average force exerted by the bat multiplied by the time the bat and ball are in contact. 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00" y="4267201"/>
            <a:ext cx="10566400" cy="1724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Is the impulse a vector?   Is the impulse pointing in the same direction as the force being applied?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Given the situation of hitting a ball, how can we predict the resultant motion of the ball? </a:t>
            </a:r>
          </a:p>
        </p:txBody>
      </p:sp>
      <p:pic>
        <p:nvPicPr>
          <p:cNvPr id="141316" name="15_PH002.jpg" descr="15_PH0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9" t="3014" r="6796" b="31927"/>
          <a:stretch>
            <a:fillRect/>
          </a:stretch>
        </p:blipFill>
        <p:spPr bwMode="auto">
          <a:xfrm>
            <a:off x="812801" y="1524000"/>
            <a:ext cx="5128684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APPLICATIONS (continued)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7999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5486400" y="1371600"/>
            <a:ext cx="6197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>
                <a:solidFill>
                  <a:prstClr val="black"/>
                </a:solidFill>
                <a:cs typeface="+mn-cs"/>
              </a:rPr>
              <a:t>When a stake is struck by a sledgehammer, a large impulse force is delivered to the stake and drives it into the ground.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5486400" y="3276600"/>
            <a:ext cx="6096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>
                <a:solidFill>
                  <a:prstClr val="black"/>
                </a:solidFill>
                <a:cs typeface="+mn-cs"/>
              </a:rPr>
              <a:t>If we know the initial speed of the sledgehammer and the duration of impact, how can we determine the magnitude of the impulsive force delivered to the stake?</a:t>
            </a:r>
          </a:p>
        </p:txBody>
      </p:sp>
      <p:pic>
        <p:nvPicPr>
          <p:cNvPr id="14234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1447800"/>
            <a:ext cx="4171951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APPLICATIONS (continued)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3288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941917" y="4343400"/>
            <a:ext cx="9956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This principle is useful for solving problems that involve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force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,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velocity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, and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time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.  It can also be used to analyze the mechanics of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impact</a:t>
            </a:r>
            <a:r>
              <a:rPr kumimoji="0" lang="en-US" sz="2400" dirty="0">
                <a:solidFill>
                  <a:srgbClr val="0563C1"/>
                </a:solidFill>
                <a:cs typeface="+mn-cs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(taken up in a later section).</a:t>
            </a:r>
            <a:endParaRPr kumimoji="0" lang="en-US" sz="2400" dirty="0">
              <a:solidFill>
                <a:prstClr val="black"/>
              </a:solidFill>
              <a:cs typeface="+mn-cs"/>
              <a:sym typeface="Symbol" pitchFamily="18" charset="2"/>
            </a:endParaRP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918633" y="2819400"/>
            <a:ext cx="1046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result is referred to as the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principle of impulse and momentum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.  It can be applied to problems involving both linear and angular motion.</a:t>
            </a:r>
            <a:endParaRPr kumimoji="0" lang="en-US" sz="2400" dirty="0">
              <a:solidFill>
                <a:prstClr val="black"/>
              </a:solidFill>
              <a:cs typeface="+mn-cs"/>
              <a:sym typeface="Symbol" pitchFamily="18" charset="2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914400" y="1371600"/>
            <a:ext cx="10160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next method we will consider for solving particle kinetics problems is obtained by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integrating the equation of motion with respect to time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08000" y="228600"/>
            <a:ext cx="11277600" cy="7620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PRINCIPLE  OF   LINEAR  IMPULSE  AND  MOMENTUM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841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  <p:bldP spid="6963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1016000" y="4876800"/>
            <a:ext cx="995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This equation represents the principle of linear impulse and momentum.  It relates the particle’s final velocity (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</a:rPr>
              <a:t>v</a:t>
            </a:r>
            <a:r>
              <a:rPr kumimoji="0" lang="en-US" sz="2400" baseline="-25000" dirty="0">
                <a:solidFill>
                  <a:srgbClr val="FF0000"/>
                </a:solidFill>
                <a:cs typeface="+mn-cs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) and initial velocity (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</a:rPr>
              <a:t>v</a:t>
            </a:r>
            <a:r>
              <a:rPr kumimoji="0" lang="en-US" sz="2400" baseline="-25000" dirty="0">
                <a:solidFill>
                  <a:srgbClr val="FF0000"/>
                </a:solidFill>
                <a:cs typeface="+mn-cs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) and the forces acting on the particle as a function of time.</a:t>
            </a:r>
          </a:p>
        </p:txBody>
      </p:sp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1016000" y="1295400"/>
            <a:ext cx="10058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principle of linear impulse and momentum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is obtained by integrating the equation of motion with respect to time.  The equation of motion can be written </a:t>
            </a:r>
          </a:p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		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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F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 = m </a:t>
            </a:r>
            <a:r>
              <a:rPr kumimoji="0" lang="en-US" sz="2400" b="1" dirty="0">
                <a:solidFill>
                  <a:srgbClr val="FF0000"/>
                </a:solidFill>
                <a:cs typeface="+mn-cs"/>
                <a:sym typeface="Symbol" pitchFamily="18" charset="2"/>
              </a:rPr>
              <a:t>a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 = m (d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v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/</a:t>
            </a:r>
            <a:r>
              <a:rPr kumimoji="0" lang="en-US" sz="2400" dirty="0" err="1">
                <a:solidFill>
                  <a:prstClr val="black"/>
                </a:solidFill>
                <a:cs typeface="+mn-cs"/>
                <a:sym typeface="Symbol" pitchFamily="18" charset="2"/>
              </a:rPr>
              <a:t>dt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)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1016000" y="2819402"/>
            <a:ext cx="10464800" cy="1966913"/>
            <a:chOff x="480" y="1632"/>
            <a:chExt cx="4944" cy="1239"/>
          </a:xfrm>
        </p:grpSpPr>
        <p:sp>
          <p:nvSpPr>
            <p:cNvPr id="8200" name="Text Box 4"/>
            <p:cNvSpPr txBox="1">
              <a:spLocks noChangeArrowheads="1"/>
            </p:cNvSpPr>
            <p:nvPr/>
          </p:nvSpPr>
          <p:spPr bwMode="auto">
            <a:xfrm>
              <a:off x="480" y="1632"/>
              <a:ext cx="494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Separating variables and integrating between the limits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=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aseline="-25000" dirty="0">
                  <a:solidFill>
                    <a:srgbClr val="FF0000"/>
                  </a:solidFill>
                  <a:cs typeface="+mn-cs"/>
                </a:rPr>
                <a:t>1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at  t = t</a:t>
              </a:r>
              <a:r>
                <a:rPr kumimoji="0" lang="en-US" sz="2400" baseline="-25000" dirty="0">
                  <a:solidFill>
                    <a:prstClr val="black"/>
                  </a:solidFill>
                  <a:cs typeface="+mn-cs"/>
                </a:rPr>
                <a:t>1 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and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=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aseline="-25000" dirty="0">
                  <a:solidFill>
                    <a:srgbClr val="FF0000"/>
                  </a:solidFill>
                  <a:cs typeface="+mn-cs"/>
                </a:rPr>
                <a:t>2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at t = t</a:t>
              </a:r>
              <a:r>
                <a:rPr kumimoji="0" lang="en-US" sz="2400" baseline="-25000" dirty="0">
                  <a:solidFill>
                    <a:prstClr val="black"/>
                  </a:solidFill>
                  <a:cs typeface="+mn-cs"/>
                </a:rPr>
                <a:t>2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results in</a:t>
              </a:r>
            </a:p>
          </p:txBody>
        </p:sp>
        <p:sp>
          <p:nvSpPr>
            <p:cNvPr id="8201" name="Rectangle 17"/>
            <p:cNvSpPr>
              <a:spLocks noChangeArrowheads="1"/>
            </p:cNvSpPr>
            <p:nvPr/>
          </p:nvSpPr>
          <p:spPr bwMode="auto">
            <a:xfrm>
              <a:off x="3388" y="2448"/>
              <a:ext cx="5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m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v</a:t>
              </a:r>
              <a:r>
                <a:rPr lang="en-US" sz="2400" baseline="-25000" dirty="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2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 – m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v</a:t>
              </a:r>
              <a:r>
                <a:rPr lang="en-US" sz="2400" baseline="-25000" dirty="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8202" name="Rectangle 18"/>
            <p:cNvSpPr>
              <a:spLocks noChangeArrowheads="1"/>
            </p:cNvSpPr>
            <p:nvPr/>
          </p:nvSpPr>
          <p:spPr bwMode="auto">
            <a:xfrm>
              <a:off x="2928" y="2438"/>
              <a:ext cx="13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d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v</a:t>
              </a:r>
            </a:p>
          </p:txBody>
        </p:sp>
        <p:sp>
          <p:nvSpPr>
            <p:cNvPr id="8203" name="Rectangle 19"/>
            <p:cNvSpPr>
              <a:spLocks noChangeArrowheads="1"/>
            </p:cNvSpPr>
            <p:nvPr/>
          </p:nvSpPr>
          <p:spPr bwMode="auto">
            <a:xfrm>
              <a:off x="2587" y="2448"/>
              <a:ext cx="1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4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8204" name="Rectangle 20"/>
            <p:cNvSpPr>
              <a:spLocks noChangeArrowheads="1"/>
            </p:cNvSpPr>
            <p:nvPr/>
          </p:nvSpPr>
          <p:spPr bwMode="auto">
            <a:xfrm>
              <a:off x="2016" y="2438"/>
              <a:ext cx="24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F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 </a:t>
              </a:r>
              <a:r>
                <a:rPr lang="en-US" sz="2400" dirty="0" err="1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dt</a:t>
              </a:r>
              <a:endPara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8205" name="Rectangle 21"/>
            <p:cNvSpPr>
              <a:spLocks noChangeArrowheads="1"/>
            </p:cNvSpPr>
            <p:nvPr/>
          </p:nvSpPr>
          <p:spPr bwMode="auto">
            <a:xfrm>
              <a:off x="2798" y="2208"/>
              <a:ext cx="7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v</a:t>
              </a:r>
              <a:r>
                <a:rPr lang="en-US" sz="1600" baseline="-25000" dirty="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8206" name="Rectangle 22"/>
            <p:cNvSpPr>
              <a:spLocks noChangeArrowheads="1"/>
            </p:cNvSpPr>
            <p:nvPr/>
          </p:nvSpPr>
          <p:spPr bwMode="auto">
            <a:xfrm>
              <a:off x="2784" y="2716"/>
              <a:ext cx="7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 b="1" i="1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v</a:t>
              </a:r>
              <a:r>
                <a:rPr lang="en-US" sz="1600" baseline="-25000">
                  <a:solidFill>
                    <a:srgbClr val="FF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8207" name="Rectangle 23"/>
            <p:cNvSpPr>
              <a:spLocks noChangeArrowheads="1"/>
            </p:cNvSpPr>
            <p:nvPr/>
          </p:nvSpPr>
          <p:spPr bwMode="auto">
            <a:xfrm>
              <a:off x="1898" y="2208"/>
              <a:ext cx="6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8208" name="Rectangle 24"/>
            <p:cNvSpPr>
              <a:spLocks noChangeArrowheads="1"/>
            </p:cNvSpPr>
            <p:nvPr/>
          </p:nvSpPr>
          <p:spPr bwMode="auto">
            <a:xfrm>
              <a:off x="1872" y="2716"/>
              <a:ext cx="6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8209" name="Rectangle 25"/>
            <p:cNvSpPr>
              <a:spLocks noChangeArrowheads="1"/>
            </p:cNvSpPr>
            <p:nvPr/>
          </p:nvSpPr>
          <p:spPr bwMode="auto">
            <a:xfrm>
              <a:off x="3203" y="2448"/>
              <a:ext cx="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=</a:t>
              </a:r>
            </a:p>
          </p:txBody>
        </p:sp>
        <p:sp>
          <p:nvSpPr>
            <p:cNvPr id="8210" name="Rectangle 26"/>
            <p:cNvSpPr>
              <a:spLocks noChangeArrowheads="1"/>
            </p:cNvSpPr>
            <p:nvPr/>
          </p:nvSpPr>
          <p:spPr bwMode="auto">
            <a:xfrm>
              <a:off x="2400" y="2448"/>
              <a:ext cx="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4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=</a:t>
              </a:r>
            </a:p>
          </p:txBody>
        </p:sp>
        <p:sp>
          <p:nvSpPr>
            <p:cNvPr id="8211" name="Rectangle 27"/>
            <p:cNvSpPr>
              <a:spLocks noChangeArrowheads="1"/>
            </p:cNvSpPr>
            <p:nvPr/>
          </p:nvSpPr>
          <p:spPr bwMode="auto">
            <a:xfrm>
              <a:off x="2784" y="2407"/>
              <a:ext cx="6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3600" dirty="0">
                  <a:solidFill>
                    <a:prstClr val="black"/>
                  </a:solidFill>
                  <a:latin typeface="Symbol" pitchFamily="18" charset="2"/>
                  <a:cs typeface="+mn-cs"/>
                </a:rPr>
                <a:t>ò</a:t>
              </a:r>
            </a:p>
          </p:txBody>
        </p:sp>
        <p:sp>
          <p:nvSpPr>
            <p:cNvPr id="8212" name="Rectangle 28"/>
            <p:cNvSpPr>
              <a:spLocks noChangeArrowheads="1"/>
            </p:cNvSpPr>
            <p:nvPr/>
          </p:nvSpPr>
          <p:spPr bwMode="auto">
            <a:xfrm>
              <a:off x="1680" y="2438"/>
              <a:ext cx="1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400">
                  <a:solidFill>
                    <a:prstClr val="black"/>
                  </a:solidFill>
                  <a:latin typeface="Symbol" pitchFamily="18" charset="2"/>
                  <a:cs typeface="+mn-cs"/>
                </a:rPr>
                <a:t>å</a:t>
              </a:r>
            </a:p>
          </p:txBody>
        </p:sp>
        <p:sp>
          <p:nvSpPr>
            <p:cNvPr id="8213" name="Rectangle 29"/>
            <p:cNvSpPr>
              <a:spLocks noChangeArrowheads="1"/>
            </p:cNvSpPr>
            <p:nvPr/>
          </p:nvSpPr>
          <p:spPr bwMode="auto">
            <a:xfrm>
              <a:off x="1877" y="2380"/>
              <a:ext cx="6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3600">
                  <a:solidFill>
                    <a:prstClr val="black"/>
                  </a:solidFill>
                  <a:latin typeface="Symbol" pitchFamily="18" charset="2"/>
                  <a:cs typeface="+mn-cs"/>
                </a:rPr>
                <a:t>ò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04800" y="228600"/>
            <a:ext cx="114808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PRINCIPLE  OF  LINEAR  IMPULSE  AND  MOMENTUM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ea typeface="+mn-ea"/>
                <a:cs typeface="+mn-cs"/>
              </a:rPr>
              <a:t>(continued)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3114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609600" y="2590800"/>
            <a:ext cx="10871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srgbClr val="0000FA"/>
                </a:solidFill>
                <a:cs typeface="+mn-cs"/>
              </a:rPr>
              <a:t>Linear impulse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:  The integral 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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F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 </a:t>
            </a:r>
            <a:r>
              <a:rPr kumimoji="0" lang="en-US" sz="2400" dirty="0" err="1">
                <a:solidFill>
                  <a:prstClr val="black"/>
                </a:solidFill>
                <a:cs typeface="+mn-cs"/>
                <a:sym typeface="Symbol" pitchFamily="18" charset="2"/>
              </a:rPr>
              <a:t>dt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 is the linear impulse, denoted 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I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.  It is a </a:t>
            </a:r>
            <a:r>
              <a:rPr kumimoji="0" lang="en-US" sz="2400" dirty="0">
                <a:solidFill>
                  <a:srgbClr val="0000FA"/>
                </a:solidFill>
                <a:cs typeface="+mn-cs"/>
                <a:sym typeface="Symbol" pitchFamily="18" charset="2"/>
              </a:rPr>
              <a:t>vector quantity 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measuring the effect of a force during its time interval of action. 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I</a:t>
            </a:r>
            <a:r>
              <a:rPr kumimoji="0" lang="en-US" sz="2400" dirty="0">
                <a:solidFill>
                  <a:srgbClr val="FF0000"/>
                </a:solidFill>
                <a:cs typeface="+mn-cs"/>
                <a:sym typeface="Symbol" pitchFamily="18" charset="2"/>
              </a:rPr>
              <a:t> 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acts in the </a:t>
            </a:r>
            <a:r>
              <a:rPr kumimoji="0" lang="en-US" sz="2400" dirty="0">
                <a:solidFill>
                  <a:srgbClr val="0000FA"/>
                </a:solidFill>
                <a:cs typeface="+mn-cs"/>
                <a:sym typeface="Symbol" pitchFamily="18" charset="2"/>
              </a:rPr>
              <a:t>same direction 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as 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F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 and has units of N</a:t>
            </a:r>
            <a:r>
              <a:rPr kumimoji="0" lang="en-US" sz="2400" dirty="0">
                <a:solidFill>
                  <a:prstClr val="black"/>
                </a:solidFill>
                <a:cs typeface="Times New Roman" pitchFamily="18" charset="0"/>
                <a:sym typeface="Symbol" pitchFamily="18" charset="2"/>
              </a:rPr>
              <a:t>·s or </a:t>
            </a:r>
            <a:r>
              <a:rPr kumimoji="0" lang="en-US" sz="2400" dirty="0" err="1">
                <a:solidFill>
                  <a:prstClr val="black"/>
                </a:solidFill>
                <a:cs typeface="Times New Roman" pitchFamily="18" charset="0"/>
                <a:sym typeface="Symbol" pitchFamily="18" charset="2"/>
              </a:rPr>
              <a:t>lb·s</a:t>
            </a:r>
            <a:r>
              <a:rPr kumimoji="0" lang="en-US" sz="2400" dirty="0">
                <a:solidFill>
                  <a:prstClr val="black"/>
                </a:solidFill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609600" y="1238250"/>
            <a:ext cx="11277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srgbClr val="0000FA"/>
                </a:solidFill>
                <a:cs typeface="+mn-cs"/>
              </a:rPr>
              <a:t>Linear momentum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:  The vector m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</a:rPr>
              <a:t>v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 is called the linear momentum, denoted as 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</a:rPr>
              <a:t>L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.  This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vector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 has the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same direction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as 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</a:rPr>
              <a:t>v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.  The linear momentum vector has units of (</a:t>
            </a:r>
            <a:r>
              <a:rPr kumimoji="0" lang="en-US" sz="2400" dirty="0" err="1">
                <a:solidFill>
                  <a:prstClr val="black"/>
                </a:solidFill>
                <a:cs typeface="+mn-cs"/>
              </a:rPr>
              <a:t>kg</a:t>
            </a:r>
            <a:r>
              <a:rPr kumimoji="0" lang="en-US" sz="2400" dirty="0" err="1">
                <a:solidFill>
                  <a:prstClr val="black"/>
                </a:solidFill>
                <a:cs typeface="Times New Roman" pitchFamily="18" charset="0"/>
              </a:rPr>
              <a:t>·m</a:t>
            </a:r>
            <a:r>
              <a:rPr kumimoji="0" lang="en-US" sz="2400" dirty="0">
                <a:solidFill>
                  <a:prstClr val="black"/>
                </a:solidFill>
                <a:cs typeface="Times New Roman" pitchFamily="18" charset="0"/>
              </a:rPr>
              <a:t>)/s or (</a:t>
            </a:r>
            <a:r>
              <a:rPr kumimoji="0" lang="en-US" sz="2400" dirty="0" err="1">
                <a:solidFill>
                  <a:prstClr val="black"/>
                </a:solidFill>
                <a:cs typeface="Times New Roman" pitchFamily="18" charset="0"/>
              </a:rPr>
              <a:t>slug·ft</a:t>
            </a:r>
            <a:r>
              <a:rPr kumimoji="0" lang="en-US" sz="2400" dirty="0">
                <a:solidFill>
                  <a:prstClr val="black"/>
                </a:solidFill>
                <a:cs typeface="Times New Roman" pitchFamily="18" charset="0"/>
              </a:rPr>
              <a:t>)/s.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812800" y="4038600"/>
            <a:ext cx="10566400" cy="2057094"/>
            <a:chOff x="609600" y="4038600"/>
            <a:chExt cx="7924800" cy="2057400"/>
          </a:xfrm>
        </p:grpSpPr>
        <p:sp>
          <p:nvSpPr>
            <p:cNvPr id="9224" name="Text Box 3"/>
            <p:cNvSpPr txBox="1">
              <a:spLocks noChangeArrowheads="1"/>
            </p:cNvSpPr>
            <p:nvPr/>
          </p:nvSpPr>
          <p:spPr bwMode="auto">
            <a:xfrm>
              <a:off x="3886200" y="4038600"/>
              <a:ext cx="4648200" cy="2031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The impulse may be determined by </a:t>
              </a:r>
              <a:r>
                <a:rPr kumimoji="0" lang="en-US" sz="2400" dirty="0">
                  <a:solidFill>
                    <a:srgbClr val="0000FA"/>
                  </a:solidFill>
                  <a:cs typeface="+mn-cs"/>
                </a:rPr>
                <a:t>direct integration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.  Graphically, it can be represented by the </a:t>
              </a:r>
              <a:r>
                <a:rPr kumimoji="0" lang="en-US" sz="2400" dirty="0">
                  <a:solidFill>
                    <a:srgbClr val="0000FA"/>
                  </a:solidFill>
                  <a:cs typeface="+mn-cs"/>
                </a:rPr>
                <a:t>area under the</a:t>
              </a:r>
              <a:r>
                <a:rPr kumimoji="0" lang="en-US" sz="2400" dirty="0">
                  <a:solidFill>
                    <a:srgbClr val="0563C1"/>
                  </a:solidFill>
                  <a:cs typeface="+mn-cs"/>
                </a:rPr>
                <a:t> 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force versus time</a:t>
              </a:r>
              <a:r>
                <a:rPr kumimoji="0" lang="en-US" sz="2400" dirty="0">
                  <a:solidFill>
                    <a:srgbClr val="0563C1"/>
                  </a:solidFill>
                  <a:cs typeface="+mn-cs"/>
                </a:rPr>
                <a:t> </a:t>
              </a:r>
              <a:r>
                <a:rPr kumimoji="0" lang="en-US" sz="2400" dirty="0">
                  <a:solidFill>
                    <a:srgbClr val="0000FA"/>
                  </a:solidFill>
                  <a:cs typeface="+mn-cs"/>
                </a:rPr>
                <a:t>curve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.  If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F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is constant,  then</a:t>
              </a:r>
            </a:p>
            <a:p>
              <a:pPr algn="ctr" eaLnBrk="1" hangingPunct="1">
                <a:spcBef>
                  <a:spcPct val="25000"/>
                </a:spcBef>
                <a:defRPr/>
              </a:pP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I</a:t>
              </a:r>
              <a:r>
                <a:rPr kumimoji="0" lang="en-US" sz="2400" dirty="0">
                  <a:solidFill>
                    <a:srgbClr val="FF0000"/>
                  </a:solidFill>
                  <a:cs typeface="+mn-cs"/>
                </a:rPr>
                <a:t> 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=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F</a:t>
              </a:r>
              <a:r>
                <a:rPr kumimoji="0" lang="en-US" sz="2400" b="1" i="1" dirty="0">
                  <a:solidFill>
                    <a:srgbClr val="FFFF00"/>
                  </a:solidFill>
                  <a:cs typeface="+mn-cs"/>
                </a:rPr>
                <a:t> 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(t</a:t>
              </a:r>
              <a:r>
                <a:rPr kumimoji="0" lang="en-US" sz="2400" baseline="-25000" dirty="0">
                  <a:solidFill>
                    <a:prstClr val="black"/>
                  </a:solidFill>
                  <a:cs typeface="+mn-cs"/>
                </a:rPr>
                <a:t>2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– t</a:t>
              </a:r>
              <a:r>
                <a:rPr kumimoji="0" lang="en-US" sz="2400" baseline="-25000" dirty="0">
                  <a:solidFill>
                    <a:prstClr val="black"/>
                  </a:solidFill>
                  <a:cs typeface="+mn-cs"/>
                </a:rPr>
                <a:t>1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) .</a:t>
              </a:r>
            </a:p>
          </p:txBody>
        </p:sp>
        <p:pic>
          <p:nvPicPr>
            <p:cNvPr id="145415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4267200"/>
              <a:ext cx="3228975" cy="1828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45413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838200" y="228600"/>
            <a:ext cx="10515600" cy="762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400" smtClean="0"/>
              <a:t>PRINCIPLE OF LINEAR IMPULSE AND MOMENTUM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2400" smtClean="0"/>
              <a:t>(continued)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8362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2796117" y="4143375"/>
            <a:ext cx="8636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two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momentum diagrams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indicate direction and magnitude of the particle’s initial and final momentum, 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m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v</a:t>
            </a:r>
            <a:r>
              <a:rPr kumimoji="0" lang="en-US" sz="2400" baseline="-25000" dirty="0">
                <a:solidFill>
                  <a:srgbClr val="FF0000"/>
                </a:solidFill>
                <a:cs typeface="+mn-cs"/>
                <a:sym typeface="Symbol" pitchFamily="18" charset="2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 and 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m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v</a:t>
            </a:r>
            <a:r>
              <a:rPr kumimoji="0" lang="en-US" sz="2400" baseline="-25000" dirty="0">
                <a:solidFill>
                  <a:srgbClr val="FF0000"/>
                </a:solidFill>
                <a:cs typeface="+mn-cs"/>
                <a:sym typeface="Symbol" pitchFamily="18" charset="2"/>
              </a:rPr>
              <a:t>2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.  The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impulse diagram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is similar to a free body diagram, but includes the time duration of the forces acting on the particle.</a:t>
            </a:r>
          </a:p>
        </p:txBody>
      </p:sp>
      <p:grpSp>
        <p:nvGrpSpPr>
          <p:cNvPr id="146435" name="Group 16"/>
          <p:cNvGrpSpPr>
            <a:grpSpLocks/>
          </p:cNvGrpSpPr>
          <p:nvPr/>
        </p:nvGrpSpPr>
        <p:grpSpPr bwMode="auto">
          <a:xfrm>
            <a:off x="2683933" y="1169988"/>
            <a:ext cx="9245600" cy="2430463"/>
            <a:chOff x="1752600" y="1143000"/>
            <a:chExt cx="6934200" cy="2430463"/>
          </a:xfrm>
        </p:grpSpPr>
        <p:grpSp>
          <p:nvGrpSpPr>
            <p:cNvPr id="146438" name="Group 17"/>
            <p:cNvGrpSpPr>
              <a:grpSpLocks/>
            </p:cNvGrpSpPr>
            <p:nvPr/>
          </p:nvGrpSpPr>
          <p:grpSpPr bwMode="auto">
            <a:xfrm>
              <a:off x="1752600" y="1143000"/>
              <a:ext cx="6934200" cy="2430463"/>
              <a:chOff x="288" y="432"/>
              <a:chExt cx="5232" cy="1531"/>
            </a:xfrm>
          </p:grpSpPr>
          <p:sp>
            <p:nvSpPr>
              <p:cNvPr id="10251" name="Text Box 4"/>
              <p:cNvSpPr txBox="1">
                <a:spLocks noChangeArrowheads="1"/>
              </p:cNvSpPr>
              <p:nvPr/>
            </p:nvSpPr>
            <p:spPr bwMode="auto">
              <a:xfrm>
                <a:off x="288" y="1440"/>
                <a:ext cx="5232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The particle’s initial momentum plus the sum of all the impulses applied from t</a:t>
                </a:r>
                <a:r>
                  <a:rPr kumimoji="0" lang="en-US" sz="2400" baseline="-25000" dirty="0">
                    <a:solidFill>
                      <a:prstClr val="black"/>
                    </a:solidFill>
                    <a:cs typeface="+mn-cs"/>
                  </a:rPr>
                  <a:t>1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 to t</a:t>
                </a:r>
                <a:r>
                  <a:rPr kumimoji="0" lang="en-US" sz="2400" baseline="-25000" dirty="0">
                    <a:solidFill>
                      <a:prstClr val="black"/>
                    </a:solidFill>
                    <a:cs typeface="+mn-cs"/>
                  </a:rPr>
                  <a:t>2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 is equal to the particle’s final momentum. </a:t>
                </a:r>
                <a:endPara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endParaRPr>
              </a:p>
            </p:txBody>
          </p:sp>
          <p:sp>
            <p:nvSpPr>
              <p:cNvPr id="10252" name="Text Box 5"/>
              <p:cNvSpPr txBox="1">
                <a:spLocks noChangeArrowheads="1"/>
              </p:cNvSpPr>
              <p:nvPr/>
            </p:nvSpPr>
            <p:spPr bwMode="auto">
              <a:xfrm>
                <a:off x="288" y="432"/>
                <a:ext cx="5232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The principle of linear impulse and momentum in </a:t>
                </a:r>
                <a:r>
                  <a:rPr kumimoji="0" lang="en-US" sz="2400" dirty="0">
                    <a:solidFill>
                      <a:srgbClr val="0000FA"/>
                    </a:solidFill>
                    <a:cs typeface="+mn-cs"/>
                  </a:rPr>
                  <a:t>vector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 form is written as </a:t>
                </a:r>
              </a:p>
            </p:txBody>
          </p:sp>
          <p:sp>
            <p:nvSpPr>
              <p:cNvPr id="10253" name="Rectangle 9"/>
              <p:cNvSpPr>
                <a:spLocks noChangeArrowheads="1"/>
              </p:cNvSpPr>
              <p:nvPr/>
            </p:nvSpPr>
            <p:spPr bwMode="auto">
              <a:xfrm>
                <a:off x="2795" y="1008"/>
                <a:ext cx="29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2400" b="1" i="1" dirty="0">
                    <a:solidFill>
                      <a:srgbClr val="FF0000"/>
                    </a:solidFill>
                    <a:latin typeface="Times New Roman" pitchFamily="18" charset="0"/>
                    <a:cs typeface="+mn-cs"/>
                  </a:rPr>
                  <a:t>F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 </a:t>
                </a:r>
                <a:r>
                  <a:rPr lang="en-US" sz="2400" dirty="0" err="1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dt</a:t>
                </a:r>
                <a:endPara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0254" name="Rectangle 10"/>
              <p:cNvSpPr>
                <a:spLocks noChangeArrowheads="1"/>
              </p:cNvSpPr>
              <p:nvPr/>
            </p:nvSpPr>
            <p:spPr bwMode="auto">
              <a:xfrm>
                <a:off x="2779" y="854"/>
                <a:ext cx="72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16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t</a:t>
                </a:r>
                <a:r>
                  <a:rPr lang="en-US" sz="1600" baseline="-250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2</a:t>
                </a:r>
              </a:p>
            </p:txBody>
          </p:sp>
          <p:sp>
            <p:nvSpPr>
              <p:cNvPr id="10255" name="Rectangle 11"/>
              <p:cNvSpPr>
                <a:spLocks noChangeArrowheads="1"/>
              </p:cNvSpPr>
              <p:nvPr/>
            </p:nvSpPr>
            <p:spPr bwMode="auto">
              <a:xfrm>
                <a:off x="2732" y="1173"/>
                <a:ext cx="72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16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t</a:t>
                </a:r>
                <a:r>
                  <a:rPr lang="en-US" sz="1600" baseline="-250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1</a:t>
                </a:r>
              </a:p>
            </p:txBody>
          </p:sp>
          <p:sp>
            <p:nvSpPr>
              <p:cNvPr id="10256" name="Rectangle 12"/>
              <p:cNvSpPr>
                <a:spLocks noChangeArrowheads="1"/>
              </p:cNvSpPr>
              <p:nvPr/>
            </p:nvSpPr>
            <p:spPr bwMode="auto">
              <a:xfrm>
                <a:off x="2458" y="1008"/>
                <a:ext cx="12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Symbol" pitchFamily="18" charset="2"/>
                    <a:cs typeface="+mn-cs"/>
                  </a:rPr>
                  <a:t>å</a:t>
                </a:r>
              </a:p>
            </p:txBody>
          </p:sp>
          <p:sp>
            <p:nvSpPr>
              <p:cNvPr id="10257" name="Rectangle 13"/>
              <p:cNvSpPr>
                <a:spLocks noChangeArrowheads="1"/>
              </p:cNvSpPr>
              <p:nvPr/>
            </p:nvSpPr>
            <p:spPr bwMode="auto">
              <a:xfrm>
                <a:off x="2656" y="950"/>
                <a:ext cx="72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3600">
                    <a:solidFill>
                      <a:prstClr val="black"/>
                    </a:solidFill>
                    <a:latin typeface="Symbol" pitchFamily="18" charset="2"/>
                    <a:cs typeface="+mn-cs"/>
                  </a:rPr>
                  <a:t>ò</a:t>
                </a:r>
              </a:p>
            </p:txBody>
          </p:sp>
        </p:grpSp>
        <p:sp>
          <p:nvSpPr>
            <p:cNvPr id="10249" name="Rectangle 14"/>
            <p:cNvSpPr>
              <a:spLocks noChangeArrowheads="1"/>
            </p:cNvSpPr>
            <p:nvPr/>
          </p:nvSpPr>
          <p:spPr bwMode="auto">
            <a:xfrm>
              <a:off x="3733800" y="2009775"/>
              <a:ext cx="6843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m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v</a:t>
              </a:r>
              <a:r>
                <a:rPr lang="en-US" sz="2400" baseline="-25000" dirty="0">
                  <a:solidFill>
                    <a:srgbClr val="FF0000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1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 +</a:t>
              </a:r>
              <a:endParaRPr kumimoji="1"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0250" name="Rectangle 15"/>
            <p:cNvSpPr>
              <a:spLocks noChangeArrowheads="1"/>
            </p:cNvSpPr>
            <p:nvPr/>
          </p:nvSpPr>
          <p:spPr bwMode="auto">
            <a:xfrm>
              <a:off x="5763879" y="2011362"/>
              <a:ext cx="7420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= m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v</a:t>
              </a:r>
              <a:r>
                <a:rPr lang="en-US" sz="2400" baseline="-25000" dirty="0">
                  <a:solidFill>
                    <a:srgbClr val="FF0000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2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 </a:t>
              </a:r>
            </a:p>
          </p:txBody>
        </p:sp>
      </p:grpSp>
      <p:pic>
        <p:nvPicPr>
          <p:cNvPr id="1464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0"/>
          <a:stretch>
            <a:fillRect/>
          </a:stretch>
        </p:blipFill>
        <p:spPr bwMode="auto">
          <a:xfrm>
            <a:off x="508000" y="879476"/>
            <a:ext cx="1803400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37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304800" y="228600"/>
            <a:ext cx="11684000" cy="762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400" smtClean="0"/>
              <a:t>PRINCIPLE  OF  LINEAR  IMPULSE  AND  MOMENTUM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2400" smtClean="0"/>
              <a:t>(continued)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0743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812800" y="5137150"/>
            <a:ext cx="10871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>
                <a:solidFill>
                  <a:prstClr val="black"/>
                </a:solidFill>
                <a:cs typeface="+mn-cs"/>
              </a:rPr>
              <a:t>The scalar equations provide a convenient means for applying the principle of linear impulse and momentum once the velocity and force vectors have been resolved into x, y, z components.</a:t>
            </a:r>
            <a:endParaRPr kumimoji="0" lang="en-US" sz="2400">
              <a:solidFill>
                <a:prstClr val="black"/>
              </a:solidFill>
              <a:cs typeface="+mn-cs"/>
              <a:sym typeface="Symbol" pitchFamily="18" charset="2"/>
            </a:endParaRP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812800" y="1098550"/>
            <a:ext cx="10261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Since the principle of linear impulse and momentum is a vector equation, it can be resolved into its x, y, z component</a:t>
            </a:r>
            <a:r>
              <a:rPr kumimoji="0" lang="en-US" sz="2400" dirty="0">
                <a:solidFill>
                  <a:srgbClr val="0563C1"/>
                </a:solidFill>
                <a:cs typeface="+mn-cs"/>
              </a:rPr>
              <a:t>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scalar equations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:</a:t>
            </a:r>
            <a:endParaRPr kumimoji="0" lang="en-US" sz="2400" dirty="0">
              <a:solidFill>
                <a:prstClr val="black"/>
              </a:solidFill>
              <a:cs typeface="+mn-cs"/>
              <a:sym typeface="Symbol" pitchFamily="18" charset="2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3748618" y="1860550"/>
            <a:ext cx="3638549" cy="3354388"/>
            <a:chOff x="1771" y="1104"/>
            <a:chExt cx="1719" cy="2113"/>
          </a:xfrm>
        </p:grpSpPr>
        <p:sp>
          <p:nvSpPr>
            <p:cNvPr id="11272" name="Text Box 8"/>
            <p:cNvSpPr txBox="1">
              <a:spLocks noChangeArrowheads="1"/>
            </p:cNvSpPr>
            <p:nvPr/>
          </p:nvSpPr>
          <p:spPr bwMode="auto">
            <a:xfrm>
              <a:off x="1771" y="1344"/>
              <a:ext cx="1719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m(v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x</a:t>
              </a: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)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1</a:t>
              </a: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 + 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     F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x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 dt = m(v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x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)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  <a:sym typeface="Symbol" pitchFamily="18" charset="2"/>
                </a:rPr>
                <a:t>2</a:t>
              </a:r>
            </a:p>
            <a:p>
              <a:pPr eaLnBrk="1" hangingPunct="1">
                <a:defRPr/>
              </a:pPr>
              <a:endParaRPr kumimoji="0" lang="en-US" sz="2400">
                <a:solidFill>
                  <a:prstClr val="black"/>
                </a:solidFill>
                <a:cs typeface="+mn-cs"/>
                <a:sym typeface="Symbol" pitchFamily="18" charset="2"/>
              </a:endParaRPr>
            </a:p>
            <a:p>
              <a:pPr eaLnBrk="1" hangingPunct="1">
                <a:defRPr/>
              </a:pPr>
              <a:endParaRPr kumimoji="0" lang="en-US" sz="2400">
                <a:solidFill>
                  <a:prstClr val="black"/>
                </a:solidFill>
                <a:cs typeface="+mn-cs"/>
                <a:sym typeface="Symbol" pitchFamily="18" charset="2"/>
              </a:endParaRPr>
            </a:p>
            <a:p>
              <a:pPr eaLnBrk="1" hangingPunct="1">
                <a:defRPr/>
              </a:pP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m(v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y</a:t>
              </a: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)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1</a:t>
              </a: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 + 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     F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y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 dt = m(v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y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)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  <a:sym typeface="Symbol" pitchFamily="18" charset="2"/>
                </a:rPr>
                <a:t>2</a:t>
              </a:r>
            </a:p>
            <a:p>
              <a:pPr eaLnBrk="1" hangingPunct="1">
                <a:defRPr/>
              </a:pPr>
              <a:endParaRPr kumimoji="0" lang="en-US" sz="2400">
                <a:solidFill>
                  <a:prstClr val="black"/>
                </a:solidFill>
                <a:cs typeface="+mn-cs"/>
              </a:endParaRPr>
            </a:p>
            <a:p>
              <a:pPr eaLnBrk="1" hangingPunct="1">
                <a:defRPr/>
              </a:pPr>
              <a:endParaRPr kumimoji="0" lang="en-US" sz="2400">
                <a:solidFill>
                  <a:prstClr val="black"/>
                </a:solidFill>
                <a:cs typeface="+mn-cs"/>
              </a:endParaRPr>
            </a:p>
            <a:p>
              <a:pPr eaLnBrk="1" hangingPunct="1">
                <a:defRPr/>
              </a:pP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m(v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z</a:t>
              </a: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)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1</a:t>
              </a:r>
              <a:r>
                <a:rPr kumimoji="0" lang="en-US" sz="2400">
                  <a:solidFill>
                    <a:prstClr val="black"/>
                  </a:solidFill>
                  <a:cs typeface="+mn-cs"/>
                </a:rPr>
                <a:t> + 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     F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z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 dt = m(v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</a:rPr>
                <a:t>z</a:t>
              </a:r>
              <a:r>
                <a:rPr kumimoji="0" lang="en-US" sz="2400">
                  <a:solidFill>
                    <a:prstClr val="black"/>
                  </a:solidFill>
                  <a:cs typeface="+mn-cs"/>
                  <a:sym typeface="Symbol" pitchFamily="18" charset="2"/>
                </a:rPr>
                <a:t>)</a:t>
              </a:r>
              <a:r>
                <a:rPr kumimoji="0" lang="en-US" sz="2400" baseline="-25000">
                  <a:solidFill>
                    <a:prstClr val="black"/>
                  </a:solidFill>
                  <a:cs typeface="+mn-cs"/>
                  <a:sym typeface="Symbol" pitchFamily="18" charset="2"/>
                </a:rPr>
                <a:t>2</a:t>
              </a:r>
            </a:p>
          </p:txBody>
        </p:sp>
        <p:sp>
          <p:nvSpPr>
            <p:cNvPr id="11273" name="Rectangle 9"/>
            <p:cNvSpPr>
              <a:spLocks noChangeArrowheads="1"/>
            </p:cNvSpPr>
            <p:nvPr/>
          </p:nvSpPr>
          <p:spPr bwMode="auto">
            <a:xfrm>
              <a:off x="2800" y="1104"/>
              <a:ext cx="6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11274" name="Rectangle 10"/>
            <p:cNvSpPr>
              <a:spLocks noChangeArrowheads="1"/>
            </p:cNvSpPr>
            <p:nvPr/>
          </p:nvSpPr>
          <p:spPr bwMode="auto">
            <a:xfrm>
              <a:off x="2774" y="1649"/>
              <a:ext cx="6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11275" name="Rectangle 11"/>
            <p:cNvSpPr>
              <a:spLocks noChangeArrowheads="1"/>
            </p:cNvSpPr>
            <p:nvPr/>
          </p:nvSpPr>
          <p:spPr bwMode="auto">
            <a:xfrm>
              <a:off x="2779" y="1313"/>
              <a:ext cx="6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3600">
                  <a:solidFill>
                    <a:prstClr val="black"/>
                  </a:solidFill>
                  <a:latin typeface="Symbol" pitchFamily="18" charset="2"/>
                  <a:cs typeface="+mn-cs"/>
                </a:rPr>
                <a:t>ò</a:t>
              </a:r>
            </a:p>
          </p:txBody>
        </p:sp>
        <p:sp>
          <p:nvSpPr>
            <p:cNvPr id="11276" name="Rectangle 12"/>
            <p:cNvSpPr>
              <a:spLocks noChangeArrowheads="1"/>
            </p:cNvSpPr>
            <p:nvPr/>
          </p:nvSpPr>
          <p:spPr bwMode="auto">
            <a:xfrm>
              <a:off x="2790" y="1824"/>
              <a:ext cx="6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11277" name="Rectangle 13"/>
            <p:cNvSpPr>
              <a:spLocks noChangeArrowheads="1"/>
            </p:cNvSpPr>
            <p:nvPr/>
          </p:nvSpPr>
          <p:spPr bwMode="auto">
            <a:xfrm>
              <a:off x="2764" y="2369"/>
              <a:ext cx="6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11278" name="Rectangle 14"/>
            <p:cNvSpPr>
              <a:spLocks noChangeArrowheads="1"/>
            </p:cNvSpPr>
            <p:nvPr/>
          </p:nvSpPr>
          <p:spPr bwMode="auto">
            <a:xfrm>
              <a:off x="2769" y="2033"/>
              <a:ext cx="6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3600">
                  <a:solidFill>
                    <a:prstClr val="black"/>
                  </a:solidFill>
                  <a:latin typeface="Symbol" pitchFamily="18" charset="2"/>
                  <a:cs typeface="+mn-cs"/>
                </a:rPr>
                <a:t>ò</a:t>
              </a:r>
            </a:p>
          </p:txBody>
        </p:sp>
        <p:sp>
          <p:nvSpPr>
            <p:cNvPr id="11279" name="Rectangle 15"/>
            <p:cNvSpPr>
              <a:spLocks noChangeArrowheads="1"/>
            </p:cNvSpPr>
            <p:nvPr/>
          </p:nvSpPr>
          <p:spPr bwMode="auto">
            <a:xfrm>
              <a:off x="2762" y="2517"/>
              <a:ext cx="6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11280" name="Rectangle 16"/>
            <p:cNvSpPr>
              <a:spLocks noChangeArrowheads="1"/>
            </p:cNvSpPr>
            <p:nvPr/>
          </p:nvSpPr>
          <p:spPr bwMode="auto">
            <a:xfrm>
              <a:off x="2736" y="3062"/>
              <a:ext cx="6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11281" name="Rectangle 17"/>
            <p:cNvSpPr>
              <a:spLocks noChangeArrowheads="1"/>
            </p:cNvSpPr>
            <p:nvPr/>
          </p:nvSpPr>
          <p:spPr bwMode="auto">
            <a:xfrm>
              <a:off x="2741" y="2726"/>
              <a:ext cx="6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3600">
                  <a:solidFill>
                    <a:prstClr val="black"/>
                  </a:solidFill>
                  <a:latin typeface="Symbol" pitchFamily="18" charset="2"/>
                  <a:cs typeface="+mn-cs"/>
                </a:rPr>
                <a:t>ò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IMPULSE AND MOMENTUM:  SCALAR EQUATIONS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2698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3"/>
          <p:cNvSpPr>
            <a:spLocks noChangeArrowheads="1"/>
          </p:cNvSpPr>
          <p:nvPr/>
        </p:nvSpPr>
        <p:spPr bwMode="auto">
          <a:xfrm>
            <a:off x="711200" y="1143000"/>
            <a:ext cx="751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9388" indent="-179388" eaLnBrk="0" hangingPunct="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altLang="en-US" sz="2400">
                <a:solidFill>
                  <a:srgbClr val="00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Establish the x, y, z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coordinate system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711200" y="4876800"/>
            <a:ext cx="10769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9388" indent="-179388" eaLnBrk="0" hangingPunct="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Forces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functions of time 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must be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integrated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to obtain impulses.  If a force is constant, its impulse is the product of the force’s magnitude and time interval over which it acts.</a:t>
            </a:r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711200" y="3505200"/>
            <a:ext cx="10668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9388" indent="-179388" eaLnBrk="0" hangingPunct="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altLang="en-US" sz="2400">
                <a:solidFill>
                  <a:srgbClr val="00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Resolve the force and velocity (or impulse and momentum) vectors into their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x, y, z components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and apply the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principle of linear impulse and momentum 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using its scalar form.</a:t>
            </a:r>
          </a:p>
        </p:txBody>
      </p:sp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711200" y="1752600"/>
            <a:ext cx="10769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9388" indent="-179388" eaLnBrk="0" hangingPunct="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Draw the particle’s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free body diagram 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establish the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direction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of the particle’s initial and final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velocities, 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drawing the </a:t>
            </a:r>
            <a:r>
              <a:rPr lang="en-US" altLang="en-US" sz="2400">
                <a:solidFill>
                  <a:srgbClr val="0000FA"/>
                </a:solidFill>
                <a:latin typeface="Times New Roman" pitchFamily="18" charset="0"/>
                <a:cs typeface="Times New Roman" pitchFamily="18" charset="0"/>
              </a:rPr>
              <a:t>impulse and momentum diagrams 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 the particle.  Show the linear momenta and force impulse vectors.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PROBLEM SOLVING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768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utoUpdateAnimBg="0"/>
      <p:bldP spid="74757" grpId="0" autoUpdateAnimBg="0"/>
      <p:bldP spid="7475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700617" y="4484689"/>
            <a:ext cx="1046268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370013" indent="-1370013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6175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6175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6175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6175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300" dirty="0">
                <a:solidFill>
                  <a:srgbClr val="990033"/>
                </a:solidFill>
                <a:cs typeface="+mn-cs"/>
              </a:rPr>
              <a:t>	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1)	Draw </a:t>
            </a:r>
            <a:r>
              <a:rPr kumimoji="0" lang="en-US" sz="2400" dirty="0" smtClean="0">
                <a:solidFill>
                  <a:srgbClr val="0000FA"/>
                </a:solidFill>
                <a:cs typeface="+mn-cs"/>
              </a:rPr>
              <a:t>momentum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and impulse diagrams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of the ball as it hits the surface.</a:t>
            </a:r>
          </a:p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	2)	Apply the principle of impulse and momentum to determine the impulsive force.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5181600" y="1087438"/>
            <a:ext cx="6807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300" b="1" dirty="0">
                <a:solidFill>
                  <a:srgbClr val="990033"/>
                </a:solidFill>
                <a:cs typeface="+mn-cs"/>
              </a:rPr>
              <a:t>Given:</a:t>
            </a:r>
            <a:r>
              <a:rPr kumimoji="0" lang="en-US" sz="2300" dirty="0">
                <a:solidFill>
                  <a:prstClr val="black"/>
                </a:solidFill>
                <a:cs typeface="+mn-cs"/>
              </a:rPr>
              <a:t>	A 0.5 kg  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ball strikes the rough 	ground and rebounds with the 	velocities shown</a:t>
            </a:r>
            <a:r>
              <a:rPr kumimoji="0" lang="en-US" sz="2300" dirty="0">
                <a:solidFill>
                  <a:prstClr val="black"/>
                </a:solidFill>
                <a:cs typeface="+mn-cs"/>
              </a:rPr>
              <a:t>. </a:t>
            </a:r>
            <a:r>
              <a:rPr kumimoji="0" lang="en-US" sz="2400" dirty="0">
                <a:solidFill>
                  <a:prstClr val="black"/>
                </a:solidFill>
                <a:cs typeface="Times New Roman" pitchFamily="18" charset="0"/>
              </a:rPr>
              <a:t>Neglect the 	ball’s weight during the time it 	impacts the ground.</a:t>
            </a:r>
            <a:endParaRPr kumimoji="0" lang="en-US" sz="24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700617" y="3429000"/>
            <a:ext cx="106680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9080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300" b="1" dirty="0">
                <a:solidFill>
                  <a:srgbClr val="990033"/>
                </a:solidFill>
                <a:cs typeface="+mn-cs"/>
              </a:rPr>
              <a:t>Find:</a:t>
            </a:r>
            <a:r>
              <a:rPr kumimoji="0" lang="en-US" sz="2300" dirty="0">
                <a:solidFill>
                  <a:prstClr val="black"/>
                </a:solidFill>
                <a:cs typeface="+mn-cs"/>
              </a:rPr>
              <a:t>	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magnitude of impulsive force exerted on the ball.</a:t>
            </a:r>
          </a:p>
          <a:p>
            <a:pPr eaLnBrk="1" hangingPunct="1">
              <a:defRPr/>
            </a:pPr>
            <a:endParaRPr kumimoji="0" lang="en-US" sz="2300" dirty="0">
              <a:solidFill>
                <a:srgbClr val="FF0000"/>
              </a:solidFill>
              <a:cs typeface="Times New Roman" pitchFamily="18" charset="0"/>
            </a:endParaRPr>
          </a:p>
          <a:p>
            <a:pPr eaLnBrk="1" hangingPunct="1">
              <a:defRPr/>
            </a:pPr>
            <a:r>
              <a:rPr kumimoji="0" lang="en-US" sz="2300" b="1" dirty="0">
                <a:solidFill>
                  <a:srgbClr val="990033"/>
                </a:solidFill>
                <a:cs typeface="+mn-cs"/>
              </a:rPr>
              <a:t>Plan:</a:t>
            </a:r>
            <a:endParaRPr kumimoji="0" lang="en-US" sz="2300" dirty="0">
              <a:solidFill>
                <a:srgbClr val="990033"/>
              </a:solidFill>
              <a:cs typeface="Times New Roman" pitchFamily="18" charset="0"/>
            </a:endParaRPr>
          </a:p>
        </p:txBody>
      </p:sp>
      <p:pic>
        <p:nvPicPr>
          <p:cNvPr id="149509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67" y="1206501"/>
            <a:ext cx="4868333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I</a:t>
            </a:r>
            <a:endParaRPr lang="en-US" dirty="0" smtClean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857880" y="1550520"/>
              <a:ext cx="10996920" cy="3036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2040" y="1536120"/>
                <a:ext cx="11029320" cy="306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25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/>
      <p:bldP spid="13315" grpId="0"/>
      <p:bldP spid="7680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711201" y="1143000"/>
            <a:ext cx="1382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b="1" u="sng" dirty="0">
                <a:solidFill>
                  <a:srgbClr val="990033"/>
                </a:solidFill>
                <a:cs typeface="+mn-cs"/>
              </a:rPr>
              <a:t>Solution:</a:t>
            </a:r>
            <a:endParaRPr kumimoji="0" lang="en-US" sz="2400" u="sng" dirty="0">
              <a:solidFill>
                <a:srgbClr val="990033"/>
              </a:solidFill>
              <a:cs typeface="+mn-cs"/>
            </a:endParaRP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1320800" y="1752601"/>
            <a:ext cx="10160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1638" indent="-401638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1)</a:t>
            </a:r>
            <a:r>
              <a:rPr kumimoji="0" lang="en-US" sz="2400" dirty="0">
                <a:solidFill>
                  <a:srgbClr val="0563C1"/>
                </a:solidFill>
                <a:cs typeface="+mn-cs"/>
              </a:rPr>
              <a:t>	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I</a:t>
            </a:r>
            <a:r>
              <a:rPr kumimoji="0" lang="en-US" sz="2400" dirty="0" smtClean="0">
                <a:solidFill>
                  <a:srgbClr val="0000FA"/>
                </a:solidFill>
                <a:cs typeface="+mn-cs"/>
              </a:rPr>
              <a:t>mpulse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and momentum diagrams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can be drawn as:</a:t>
            </a: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1320800" y="4691063"/>
            <a:ext cx="9855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impulse caused by the ball’s weight and the normal force 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</a:rPr>
              <a:t>N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 can be neglected because their magnitudes are very small as compared to the impulse from the ground.  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165351" y="2384425"/>
            <a:ext cx="8898311" cy="1985665"/>
            <a:chOff x="1623639" y="2362200"/>
            <a:chExt cx="6674462" cy="1985665"/>
          </a:xfrm>
        </p:grpSpPr>
        <p:sp>
          <p:nvSpPr>
            <p:cNvPr id="14345" name="Oval 9"/>
            <p:cNvSpPr>
              <a:spLocks noChangeArrowheads="1"/>
            </p:cNvSpPr>
            <p:nvPr/>
          </p:nvSpPr>
          <p:spPr bwMode="auto">
            <a:xfrm>
              <a:off x="4267115" y="3124200"/>
              <a:ext cx="457250" cy="4572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46" name="Oval 10"/>
            <p:cNvSpPr>
              <a:spLocks noChangeArrowheads="1"/>
            </p:cNvSpPr>
            <p:nvPr/>
          </p:nvSpPr>
          <p:spPr bwMode="auto">
            <a:xfrm>
              <a:off x="7010614" y="3124200"/>
              <a:ext cx="457250" cy="4572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47" name="Text Box 12"/>
            <p:cNvSpPr txBox="1">
              <a:spLocks noChangeArrowheads="1"/>
            </p:cNvSpPr>
            <p:nvPr/>
          </p:nvSpPr>
          <p:spPr bwMode="auto">
            <a:xfrm>
              <a:off x="2727072" y="2919413"/>
              <a:ext cx="377789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4400">
                  <a:solidFill>
                    <a:prstClr val="black"/>
                  </a:solidFill>
                  <a:cs typeface="+mn-cs"/>
                </a:rPr>
                <a:t>+</a:t>
              </a:r>
            </a:p>
          </p:txBody>
        </p:sp>
        <p:sp>
          <p:nvSpPr>
            <p:cNvPr id="14348" name="Text Box 13"/>
            <p:cNvSpPr txBox="1">
              <a:spLocks noChangeArrowheads="1"/>
            </p:cNvSpPr>
            <p:nvPr/>
          </p:nvSpPr>
          <p:spPr bwMode="auto">
            <a:xfrm>
              <a:off x="5977039" y="2895600"/>
              <a:ext cx="377789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4400">
                  <a:solidFill>
                    <a:prstClr val="black"/>
                  </a:solidFill>
                  <a:cs typeface="+mn-cs"/>
                </a:rPr>
                <a:t>=</a:t>
              </a:r>
            </a:p>
          </p:txBody>
        </p:sp>
        <p:sp>
          <p:nvSpPr>
            <p:cNvPr id="14349" name="Line 16"/>
            <p:cNvSpPr>
              <a:spLocks noChangeShapeType="1"/>
            </p:cNvSpPr>
            <p:nvPr/>
          </p:nvSpPr>
          <p:spPr bwMode="auto">
            <a:xfrm>
              <a:off x="4495740" y="35814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0" name="Line 17"/>
            <p:cNvSpPr>
              <a:spLocks noChangeShapeType="1"/>
            </p:cNvSpPr>
            <p:nvPr/>
          </p:nvSpPr>
          <p:spPr bwMode="auto">
            <a:xfrm>
              <a:off x="4495740" y="2514600"/>
              <a:ext cx="0" cy="60960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1" name="Line 18"/>
            <p:cNvSpPr>
              <a:spLocks noChangeShapeType="1"/>
            </p:cNvSpPr>
            <p:nvPr/>
          </p:nvSpPr>
          <p:spPr bwMode="auto">
            <a:xfrm rot="-7200000">
              <a:off x="4037696" y="3355149"/>
              <a:ext cx="1587" cy="60966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2" name="Line 19"/>
            <p:cNvSpPr>
              <a:spLocks noChangeShapeType="1"/>
            </p:cNvSpPr>
            <p:nvPr/>
          </p:nvSpPr>
          <p:spPr bwMode="auto">
            <a:xfrm rot="-7200000">
              <a:off x="7694108" y="2745549"/>
              <a:ext cx="1587" cy="60966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3" name="Text Box 23"/>
            <p:cNvSpPr txBox="1">
              <a:spLocks noChangeArrowheads="1"/>
            </p:cNvSpPr>
            <p:nvPr/>
          </p:nvSpPr>
          <p:spPr bwMode="auto">
            <a:xfrm>
              <a:off x="4571948" y="2362200"/>
              <a:ext cx="10595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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W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</a:t>
              </a:r>
              <a:r>
                <a:rPr kumimoji="0" lang="en-US" sz="2400" dirty="0" err="1">
                  <a:solidFill>
                    <a:prstClr val="black"/>
                  </a:solidFill>
                  <a:cs typeface="+mn-cs"/>
                  <a:sym typeface="Symbol" pitchFamily="18" charset="2"/>
                </a:rPr>
                <a:t>dt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 0</a:t>
              </a:r>
              <a:endParaRPr kumimoji="0" lang="en-US" sz="2400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4354" name="Rectangle 24"/>
            <p:cNvSpPr>
              <a:spLocks noChangeArrowheads="1"/>
            </p:cNvSpPr>
            <p:nvPr/>
          </p:nvSpPr>
          <p:spPr bwMode="auto">
            <a:xfrm>
              <a:off x="4495740" y="3810000"/>
              <a:ext cx="1021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 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N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 </a:t>
              </a:r>
              <a:r>
                <a:rPr lang="en-US" sz="2400" dirty="0" err="1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dt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  0</a:t>
              </a:r>
            </a:p>
          </p:txBody>
        </p:sp>
        <p:sp>
          <p:nvSpPr>
            <p:cNvPr id="14355" name="Rectangle 25"/>
            <p:cNvSpPr>
              <a:spLocks noChangeArrowheads="1"/>
            </p:cNvSpPr>
            <p:nvPr/>
          </p:nvSpPr>
          <p:spPr bwMode="auto">
            <a:xfrm>
              <a:off x="3276407" y="3886200"/>
              <a:ext cx="6507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 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F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 </a:t>
              </a:r>
              <a:r>
                <a:rPr lang="en-US" sz="2400" dirty="0" err="1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dt</a:t>
              </a:r>
              <a:endPara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  <a:sym typeface="Symbol" pitchFamily="18" charset="2"/>
              </a:endParaRPr>
            </a:p>
          </p:txBody>
        </p:sp>
        <p:sp>
          <p:nvSpPr>
            <p:cNvPr id="14356" name="Line 27"/>
            <p:cNvSpPr>
              <a:spLocks noChangeShapeType="1"/>
            </p:cNvSpPr>
            <p:nvPr/>
          </p:nvSpPr>
          <p:spPr bwMode="auto">
            <a:xfrm>
              <a:off x="7467864" y="3352800"/>
              <a:ext cx="68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7" name="Arc 28"/>
            <p:cNvSpPr>
              <a:spLocks/>
            </p:cNvSpPr>
            <p:nvPr/>
          </p:nvSpPr>
          <p:spPr bwMode="auto">
            <a:xfrm>
              <a:off x="7239239" y="3116263"/>
              <a:ext cx="457250" cy="239712"/>
            </a:xfrm>
            <a:custGeom>
              <a:avLst/>
              <a:gdLst>
                <a:gd name="T0" fmla="*/ 49379381 w 21600"/>
                <a:gd name="T1" fmla="*/ 0 h 11287"/>
                <a:gd name="T2" fmla="*/ 57809892 w 21600"/>
                <a:gd name="T3" fmla="*/ 30721110 h 11287"/>
                <a:gd name="T4" fmla="*/ 0 w 21600"/>
                <a:gd name="T5" fmla="*/ 30721110 h 11287"/>
                <a:gd name="T6" fmla="*/ 0 60000 65536"/>
                <a:gd name="T7" fmla="*/ 0 60000 65536"/>
                <a:gd name="T8" fmla="*/ 0 60000 65536"/>
                <a:gd name="T9" fmla="*/ 0 w 21600"/>
                <a:gd name="T10" fmla="*/ 0 h 11287"/>
                <a:gd name="T11" fmla="*/ 21600 w 21600"/>
                <a:gd name="T12" fmla="*/ 11287 h 112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1287" fill="none" extrusionOk="0">
                  <a:moveTo>
                    <a:pt x="18416" y="-1"/>
                  </a:moveTo>
                  <a:cubicBezTo>
                    <a:pt x="20498" y="3396"/>
                    <a:pt x="21600" y="7302"/>
                    <a:pt x="21600" y="11287"/>
                  </a:cubicBezTo>
                </a:path>
                <a:path w="21600" h="11287" stroke="0" extrusionOk="0">
                  <a:moveTo>
                    <a:pt x="18416" y="-1"/>
                  </a:moveTo>
                  <a:cubicBezTo>
                    <a:pt x="20498" y="3396"/>
                    <a:pt x="21600" y="7302"/>
                    <a:pt x="21600" y="11287"/>
                  </a:cubicBezTo>
                  <a:lnTo>
                    <a:pt x="0" y="112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8" name="Text Box 29"/>
            <p:cNvSpPr txBox="1">
              <a:spLocks noChangeArrowheads="1"/>
            </p:cNvSpPr>
            <p:nvPr/>
          </p:nvSpPr>
          <p:spPr bwMode="auto">
            <a:xfrm>
              <a:off x="7801276" y="2438400"/>
              <a:ext cx="4968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m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aseline="-25000" dirty="0">
                  <a:solidFill>
                    <a:srgbClr val="FF0000"/>
                  </a:solidFill>
                  <a:cs typeface="+mn-cs"/>
                </a:rPr>
                <a:t>2</a:t>
              </a:r>
            </a:p>
          </p:txBody>
        </p:sp>
        <p:sp>
          <p:nvSpPr>
            <p:cNvPr id="14359" name="Text Box 30"/>
            <p:cNvSpPr txBox="1">
              <a:spLocks noChangeArrowheads="1"/>
            </p:cNvSpPr>
            <p:nvPr/>
          </p:nvSpPr>
          <p:spPr bwMode="auto">
            <a:xfrm>
              <a:off x="7685376" y="3028950"/>
              <a:ext cx="4078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000">
                  <a:solidFill>
                    <a:prstClr val="black"/>
                  </a:solidFill>
                  <a:cs typeface="+mn-cs"/>
                </a:rPr>
                <a:t>30</a:t>
              </a:r>
              <a:r>
                <a:rPr kumimoji="0" lang="en-US" sz="2000">
                  <a:solidFill>
                    <a:prstClr val="black"/>
                  </a:solidFill>
                  <a:cs typeface="Times New Roman" pitchFamily="18" charset="0"/>
                </a:rPr>
                <a:t>°</a:t>
              </a:r>
              <a:endParaRPr kumimoji="0" lang="en-US" sz="200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150550" name="Group 33"/>
            <p:cNvGrpSpPr>
              <a:grpSpLocks/>
            </p:cNvGrpSpPr>
            <p:nvPr/>
          </p:nvGrpSpPr>
          <p:grpSpPr bwMode="auto">
            <a:xfrm>
              <a:off x="1623639" y="2895600"/>
              <a:ext cx="1106492" cy="1376065"/>
              <a:chOff x="1676400" y="2895600"/>
              <a:chExt cx="1106492" cy="1376065"/>
            </a:xfrm>
          </p:grpSpPr>
          <p:sp>
            <p:nvSpPr>
              <p:cNvPr id="14361" name="Oval 8"/>
              <p:cNvSpPr>
                <a:spLocks noChangeArrowheads="1"/>
              </p:cNvSpPr>
              <p:nvPr/>
            </p:nvSpPr>
            <p:spPr bwMode="auto">
              <a:xfrm>
                <a:off x="1676400" y="2895600"/>
                <a:ext cx="457250" cy="4572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4362" name="Text Box 11"/>
              <p:cNvSpPr txBox="1">
                <a:spLocks noChangeArrowheads="1"/>
              </p:cNvSpPr>
              <p:nvPr/>
            </p:nvSpPr>
            <p:spPr bwMode="auto">
              <a:xfrm>
                <a:off x="2286067" y="3810000"/>
                <a:ext cx="4968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m</a:t>
                </a:r>
                <a:r>
                  <a:rPr kumimoji="0" lang="en-US" sz="2400" b="1" i="1" dirty="0">
                    <a:solidFill>
                      <a:srgbClr val="FF0000"/>
                    </a:solidFill>
                    <a:cs typeface="+mn-cs"/>
                  </a:rPr>
                  <a:t>v</a:t>
                </a:r>
                <a:r>
                  <a:rPr kumimoji="0" lang="en-US" sz="2400" baseline="-25000" dirty="0">
                    <a:solidFill>
                      <a:srgbClr val="FF0000"/>
                    </a:solidFill>
                    <a:cs typeface="+mn-cs"/>
                  </a:rPr>
                  <a:t>1</a:t>
                </a:r>
                <a:endParaRPr kumimoji="0" lang="en-US" sz="2400" dirty="0">
                  <a:solidFill>
                    <a:srgbClr val="FF0000"/>
                  </a:solidFill>
                  <a:cs typeface="+mn-cs"/>
                </a:endParaRPr>
              </a:p>
            </p:txBody>
          </p:sp>
          <p:cxnSp>
            <p:nvCxnSpPr>
              <p:cNvPr id="150553" name="Straight Arrow Connector 27"/>
              <p:cNvCxnSpPr>
                <a:cxnSpLocks noChangeShapeType="1"/>
                <a:stCxn id="14361" idx="5"/>
              </p:cNvCxnSpPr>
              <p:nvPr/>
            </p:nvCxnSpPr>
            <p:spPr bwMode="auto">
              <a:xfrm rot="16200000" flipH="1">
                <a:off x="2066645" y="3285844"/>
                <a:ext cx="524155" cy="524155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364" name="Line 27"/>
              <p:cNvSpPr>
                <a:spLocks noChangeShapeType="1"/>
              </p:cNvSpPr>
              <p:nvPr/>
            </p:nvSpPr>
            <p:spPr bwMode="auto">
              <a:xfrm>
                <a:off x="1828817" y="3810000"/>
                <a:ext cx="6858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4365" name="Text Box 30"/>
              <p:cNvSpPr txBox="1">
                <a:spLocks noChangeArrowheads="1"/>
              </p:cNvSpPr>
              <p:nvPr/>
            </p:nvSpPr>
            <p:spPr bwMode="auto">
              <a:xfrm>
                <a:off x="1676400" y="3440113"/>
                <a:ext cx="407849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sz="2000">
                    <a:solidFill>
                      <a:prstClr val="black"/>
                    </a:solidFill>
                    <a:cs typeface="+mn-cs"/>
                  </a:rPr>
                  <a:t>45</a:t>
                </a:r>
                <a:r>
                  <a:rPr kumimoji="0" lang="en-US" sz="2000">
                    <a:solidFill>
                      <a:prstClr val="black"/>
                    </a:solidFill>
                    <a:cs typeface="Times New Roman" pitchFamily="18" charset="0"/>
                  </a:rPr>
                  <a:t>°</a:t>
                </a:r>
                <a:endParaRPr kumimoji="0" lang="en-US" sz="200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14366" name="Freeform 31"/>
              <p:cNvSpPr>
                <a:spLocks/>
              </p:cNvSpPr>
              <p:nvPr/>
            </p:nvSpPr>
            <p:spPr bwMode="auto">
              <a:xfrm>
                <a:off x="2108247" y="3467100"/>
                <a:ext cx="142891" cy="323850"/>
              </a:xfrm>
              <a:custGeom>
                <a:avLst/>
                <a:gdLst>
                  <a:gd name="T0" fmla="*/ 143021 w 143021"/>
                  <a:gd name="T1" fmla="*/ 0 h 323557"/>
                  <a:gd name="T2" fmla="*/ 16412 w 143021"/>
                  <a:gd name="T3" fmla="*/ 154744 h 323557"/>
                  <a:gd name="T4" fmla="*/ 44547 w 143021"/>
                  <a:gd name="T5" fmla="*/ 323557 h 323557"/>
                  <a:gd name="T6" fmla="*/ 0 60000 65536"/>
                  <a:gd name="T7" fmla="*/ 0 60000 65536"/>
                  <a:gd name="T8" fmla="*/ 0 60000 65536"/>
                  <a:gd name="T9" fmla="*/ 0 w 143021"/>
                  <a:gd name="T10" fmla="*/ 0 h 323557"/>
                  <a:gd name="T11" fmla="*/ 143021 w 143021"/>
                  <a:gd name="T12" fmla="*/ 323557 h 3235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021" h="323557">
                    <a:moveTo>
                      <a:pt x="143021" y="0"/>
                    </a:moveTo>
                    <a:cubicBezTo>
                      <a:pt x="87922" y="50409"/>
                      <a:pt x="32824" y="100818"/>
                      <a:pt x="16412" y="154744"/>
                    </a:cubicBezTo>
                    <a:cubicBezTo>
                      <a:pt x="0" y="208670"/>
                      <a:pt x="22273" y="266113"/>
                      <a:pt x="44547" y="323557"/>
                    </a:cubicBezTo>
                  </a:path>
                </a:pathLst>
              </a:cu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I (continued)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4938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  <p:bldP spid="778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711200" y="1214438"/>
            <a:ext cx="1097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1638" indent="-401638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2)	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The principle of impulse and momentum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can be applied along the direction of motion: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775200" y="1884364"/>
            <a:ext cx="4368800" cy="719137"/>
            <a:chOff x="2470" y="1046"/>
            <a:chExt cx="1840" cy="453"/>
          </a:xfrm>
        </p:grpSpPr>
        <p:sp>
          <p:nvSpPr>
            <p:cNvPr id="15382" name="Text Box 6"/>
            <p:cNvSpPr txBox="1">
              <a:spLocks noChangeArrowheads="1"/>
            </p:cNvSpPr>
            <p:nvPr/>
          </p:nvSpPr>
          <p:spPr bwMode="auto">
            <a:xfrm>
              <a:off x="2470" y="1152"/>
              <a:ext cx="18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m</a:t>
              </a:r>
              <a:r>
                <a:rPr kumimoji="0" lang="en-US" sz="2400" b="1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v</a:t>
              </a:r>
              <a:r>
                <a:rPr kumimoji="0" lang="en-US" sz="2400" baseline="-25000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1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+     </a:t>
              </a:r>
              <a:r>
                <a:rPr kumimoji="0" lang="en-US" sz="2400" b="1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F</a:t>
              </a:r>
              <a:r>
                <a:rPr kumimoji="0" lang="en-US" sz="2400" dirty="0">
                  <a:solidFill>
                    <a:srgbClr val="0000FA"/>
                  </a:solidFill>
                  <a:cs typeface="+mn-cs"/>
                  <a:sym typeface="Symbol" pitchFamily="18" charset="2"/>
                </a:rPr>
                <a:t> </a:t>
              </a:r>
              <a:r>
                <a:rPr kumimoji="0" lang="en-US" sz="2400" dirty="0" err="1">
                  <a:solidFill>
                    <a:prstClr val="black"/>
                  </a:solidFill>
                  <a:cs typeface="+mn-cs"/>
                  <a:sym typeface="Symbol" pitchFamily="18" charset="2"/>
                </a:rPr>
                <a:t>dt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= 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m</a:t>
              </a:r>
              <a:r>
                <a:rPr kumimoji="0" lang="en-US" sz="2400" b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aseline="-25000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2</a:t>
              </a:r>
            </a:p>
          </p:txBody>
        </p:sp>
        <p:sp>
          <p:nvSpPr>
            <p:cNvPr id="15383" name="Rectangle 21"/>
            <p:cNvSpPr>
              <a:spLocks noChangeArrowheads="1"/>
            </p:cNvSpPr>
            <p:nvPr/>
          </p:nvSpPr>
          <p:spPr bwMode="auto">
            <a:xfrm>
              <a:off x="3245" y="1046"/>
              <a:ext cx="5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15384" name="Rectangle 22"/>
            <p:cNvSpPr>
              <a:spLocks noChangeArrowheads="1"/>
            </p:cNvSpPr>
            <p:nvPr/>
          </p:nvSpPr>
          <p:spPr bwMode="auto">
            <a:xfrm>
              <a:off x="3203" y="1344"/>
              <a:ext cx="5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15385" name="Rectangle 23"/>
            <p:cNvSpPr>
              <a:spLocks noChangeArrowheads="1"/>
            </p:cNvSpPr>
            <p:nvPr/>
          </p:nvSpPr>
          <p:spPr bwMode="auto">
            <a:xfrm>
              <a:off x="3157" y="1121"/>
              <a:ext cx="5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3600">
                  <a:solidFill>
                    <a:prstClr val="black"/>
                  </a:solidFill>
                  <a:latin typeface="Symbol" pitchFamily="18" charset="2"/>
                  <a:cs typeface="+mn-cs"/>
                </a:rPr>
                <a:t>ò</a:t>
              </a:r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828800" y="2662239"/>
            <a:ext cx="8636000" cy="1228725"/>
            <a:chOff x="1371600" y="2590800"/>
            <a:chExt cx="6477000" cy="1228726"/>
          </a:xfrm>
        </p:grpSpPr>
        <p:grpSp>
          <p:nvGrpSpPr>
            <p:cNvPr id="151566" name="Group 31"/>
            <p:cNvGrpSpPr>
              <a:grpSpLocks/>
            </p:cNvGrpSpPr>
            <p:nvPr/>
          </p:nvGrpSpPr>
          <p:grpSpPr bwMode="auto">
            <a:xfrm>
              <a:off x="2210711" y="2590800"/>
              <a:ext cx="5637889" cy="1228726"/>
              <a:chOff x="801" y="950"/>
              <a:chExt cx="3166" cy="774"/>
            </a:xfrm>
          </p:grpSpPr>
          <p:sp>
            <p:nvSpPr>
              <p:cNvPr id="15378" name="Text Box 6"/>
              <p:cNvSpPr txBox="1">
                <a:spLocks noChangeArrowheads="1"/>
              </p:cNvSpPr>
              <p:nvPr/>
            </p:nvSpPr>
            <p:spPr bwMode="auto">
              <a:xfrm>
                <a:off x="801" y="1104"/>
                <a:ext cx="3166" cy="6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Aft>
                    <a:spcPts val="1200"/>
                  </a:spcAft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  0.5 (25 </a:t>
                </a:r>
                <a:r>
                  <a:rPr kumimoji="0" lang="en-US" sz="2400" dirty="0" err="1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cos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45</a:t>
                </a:r>
                <a:r>
                  <a:rPr kumimoji="0" lang="en-US" sz="2400" dirty="0">
                    <a:solidFill>
                      <a:prstClr val="black"/>
                    </a:solidFill>
                    <a:cs typeface="Times New Roman" pitchFamily="18" charset="0"/>
                  </a:rPr>
                  <a:t>° </a:t>
                </a:r>
                <a:r>
                  <a:rPr kumimoji="0" lang="en-US" sz="2400" b="1" i="1" dirty="0" err="1">
                    <a:solidFill>
                      <a:srgbClr val="FF0000"/>
                    </a:solidFill>
                    <a:cs typeface="Times New Roman" pitchFamily="18" charset="0"/>
                  </a:rPr>
                  <a:t>i</a:t>
                </a:r>
                <a:r>
                  <a:rPr kumimoji="0" lang="en-US" sz="2400" b="1" i="1" dirty="0">
                    <a:solidFill>
                      <a:srgbClr val="0000FA"/>
                    </a:solidFill>
                    <a:cs typeface="Times New Roman" pitchFamily="18" charset="0"/>
                  </a:rPr>
                  <a:t> </a:t>
                </a:r>
                <a:r>
                  <a:rPr kumimoji="0" lang="en-US" sz="2400" dirty="0">
                    <a:solidFill>
                      <a:prstClr val="black"/>
                    </a:solidFill>
                    <a:cs typeface="Times New Roman" pitchFamily="18" charset="0"/>
                  </a:rPr>
                  <a:t>− 25 sin 45° </a:t>
                </a:r>
                <a:r>
                  <a:rPr kumimoji="0" lang="en-US" sz="2400" b="1" i="1" dirty="0">
                    <a:solidFill>
                      <a:srgbClr val="FF0000"/>
                    </a:solidFill>
                    <a:cs typeface="Times New Roman" pitchFamily="18" charset="0"/>
                  </a:rPr>
                  <a:t>j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) +    </a:t>
                </a:r>
                <a:r>
                  <a:rPr kumimoji="0" lang="en-US" sz="2400" b="1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F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sz="2400" dirty="0" err="1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dt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</a:p>
              <a:p>
                <a:pPr eaLnBrk="1" hangingPunct="1">
                  <a:spcAft>
                    <a:spcPts val="1200"/>
                  </a:spcAft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= 0.5 (10 </a:t>
                </a:r>
                <a:r>
                  <a:rPr kumimoji="0" lang="en-US" sz="2400" dirty="0" err="1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cos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30</a:t>
                </a:r>
                <a:r>
                  <a:rPr kumimoji="0" lang="en-US" sz="2400" dirty="0">
                    <a:solidFill>
                      <a:prstClr val="black"/>
                    </a:solidFill>
                    <a:cs typeface="Times New Roman" pitchFamily="18" charset="0"/>
                  </a:rPr>
                  <a:t>° </a:t>
                </a:r>
                <a:r>
                  <a:rPr kumimoji="0" lang="en-US" sz="2400" b="1" i="1" dirty="0" err="1">
                    <a:solidFill>
                      <a:srgbClr val="FF0000"/>
                    </a:solidFill>
                    <a:cs typeface="Times New Roman" pitchFamily="18" charset="0"/>
                  </a:rPr>
                  <a:t>i</a:t>
                </a:r>
                <a:r>
                  <a:rPr kumimoji="0" lang="en-US" sz="2400" b="1" dirty="0">
                    <a:solidFill>
                      <a:srgbClr val="FFFF00"/>
                    </a:solidFill>
                    <a:cs typeface="Times New Roman" pitchFamily="18" charset="0"/>
                  </a:rPr>
                  <a:t> </a:t>
                </a:r>
                <a:r>
                  <a:rPr kumimoji="0" lang="en-US" sz="2400" dirty="0">
                    <a:solidFill>
                      <a:prstClr val="black"/>
                    </a:solidFill>
                    <a:cs typeface="Times New Roman" pitchFamily="18" charset="0"/>
                  </a:rPr>
                  <a:t>+ 10 sin 30° </a:t>
                </a:r>
                <a:r>
                  <a:rPr kumimoji="0" lang="en-US" sz="2400" b="1" i="1" dirty="0">
                    <a:solidFill>
                      <a:srgbClr val="FF0000"/>
                    </a:solidFill>
                    <a:cs typeface="Times New Roman" pitchFamily="18" charset="0"/>
                  </a:rPr>
                  <a:t>j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)</a:t>
                </a:r>
                <a:r>
                  <a:rPr kumimoji="0" lang="en-US" sz="2400" baseline="-250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</a:p>
            </p:txBody>
          </p:sp>
          <p:sp>
            <p:nvSpPr>
              <p:cNvPr id="15379" name="Rectangle 21"/>
              <p:cNvSpPr>
                <a:spLocks noChangeArrowheads="1"/>
              </p:cNvSpPr>
              <p:nvPr/>
            </p:nvSpPr>
            <p:spPr bwMode="auto">
              <a:xfrm flipH="1">
                <a:off x="3316" y="950"/>
                <a:ext cx="94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16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t</a:t>
                </a:r>
                <a:r>
                  <a:rPr lang="en-US" sz="1600" baseline="-250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2</a:t>
                </a:r>
              </a:p>
            </p:txBody>
          </p:sp>
          <p:sp>
            <p:nvSpPr>
              <p:cNvPr id="15380" name="Rectangle 22"/>
              <p:cNvSpPr>
                <a:spLocks noChangeArrowheads="1"/>
              </p:cNvSpPr>
              <p:nvPr/>
            </p:nvSpPr>
            <p:spPr bwMode="auto">
              <a:xfrm flipH="1">
                <a:off x="3325" y="1430"/>
                <a:ext cx="94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16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t</a:t>
                </a:r>
                <a:r>
                  <a:rPr lang="en-US" sz="1600" baseline="-250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1</a:t>
                </a:r>
              </a:p>
            </p:txBody>
          </p:sp>
          <p:sp>
            <p:nvSpPr>
              <p:cNvPr id="15381" name="Rectangle 23"/>
              <p:cNvSpPr>
                <a:spLocks noChangeArrowheads="1"/>
              </p:cNvSpPr>
              <p:nvPr/>
            </p:nvSpPr>
            <p:spPr bwMode="auto">
              <a:xfrm>
                <a:off x="3325" y="1094"/>
                <a:ext cx="102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3600">
                    <a:solidFill>
                      <a:prstClr val="black"/>
                    </a:solidFill>
                    <a:latin typeface="Symbol" pitchFamily="18" charset="2"/>
                    <a:cs typeface="+mn-cs"/>
                  </a:rPr>
                  <a:t>ò </a:t>
                </a:r>
              </a:p>
            </p:txBody>
          </p:sp>
        </p:grpSp>
        <p:sp>
          <p:nvSpPr>
            <p:cNvPr id="15377" name="TextBox 30"/>
            <p:cNvSpPr txBox="1">
              <a:spLocks noChangeArrowheads="1"/>
            </p:cNvSpPr>
            <p:nvPr/>
          </p:nvSpPr>
          <p:spPr bwMode="auto">
            <a:xfrm>
              <a:off x="1371600" y="3048000"/>
              <a:ext cx="6858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lang="en-US" sz="2800">
                  <a:solidFill>
                    <a:prstClr val="black"/>
                  </a:solidFill>
                  <a:cs typeface="+mn-cs"/>
                  <a:sym typeface="Symbol" pitchFamily="18" charset="2"/>
                </a:rPr>
                <a:t></a:t>
              </a:r>
              <a:endParaRPr lang="en-US" sz="2800">
                <a:solidFill>
                  <a:prstClr val="black"/>
                </a:solidFill>
                <a:cs typeface="+mn-cs"/>
              </a:endParaRPr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422400" y="4033838"/>
            <a:ext cx="10363200" cy="2062162"/>
            <a:chOff x="1066800" y="3962400"/>
            <a:chExt cx="7772400" cy="2062103"/>
          </a:xfrm>
        </p:grpSpPr>
        <p:grpSp>
          <p:nvGrpSpPr>
            <p:cNvPr id="151559" name="Group 35"/>
            <p:cNvGrpSpPr>
              <a:grpSpLocks/>
            </p:cNvGrpSpPr>
            <p:nvPr/>
          </p:nvGrpSpPr>
          <p:grpSpPr bwMode="auto">
            <a:xfrm>
              <a:off x="1066800" y="3962400"/>
              <a:ext cx="7772400" cy="2062103"/>
              <a:chOff x="1066800" y="3962400"/>
              <a:chExt cx="7772400" cy="2062103"/>
            </a:xfrm>
          </p:grpSpPr>
          <p:sp>
            <p:nvSpPr>
              <p:cNvPr id="15371" name="Text Box 4"/>
              <p:cNvSpPr txBox="1">
                <a:spLocks noChangeArrowheads="1"/>
              </p:cNvSpPr>
              <p:nvPr/>
            </p:nvSpPr>
            <p:spPr bwMode="auto">
              <a:xfrm>
                <a:off x="1066800" y="3962400"/>
                <a:ext cx="7772400" cy="20621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52588" algn="l"/>
                    <a:tab pos="6340475" algn="l"/>
                  </a:tabLs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The impulsive force vector is</a:t>
                </a:r>
              </a:p>
              <a:p>
                <a:pPr eaLnBrk="1" hangingPunct="1">
                  <a:defRPr/>
                </a:pPr>
                <a:endPara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endParaRPr>
              </a:p>
              <a:p>
                <a:pPr eaLnBrk="1" hangingPunct="1"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         </a:t>
                </a:r>
                <a:r>
                  <a:rPr kumimoji="0" lang="en-US" sz="2400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sz="2400" b="1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I 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=     </a:t>
                </a:r>
                <a:r>
                  <a:rPr kumimoji="0" lang="en-US" sz="2400" b="1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F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sz="2400" dirty="0" err="1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dt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= (</a:t>
                </a:r>
                <a:r>
                  <a:rPr kumimoji="0" lang="en-US" sz="2400" dirty="0">
                    <a:solidFill>
                      <a:srgbClr val="0000FA"/>
                    </a:solidFill>
                    <a:cs typeface="+mn-cs"/>
                    <a:sym typeface="Symbol" pitchFamily="18" charset="2"/>
                  </a:rPr>
                  <a:t>4.509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sz="2400" b="1" i="1" dirty="0" err="1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+ </a:t>
                </a:r>
                <a:r>
                  <a:rPr kumimoji="0" lang="en-US" sz="2400" dirty="0">
                    <a:solidFill>
                      <a:srgbClr val="0000FA"/>
                    </a:solidFill>
                    <a:cs typeface="+mn-cs"/>
                    <a:sym typeface="Symbol" pitchFamily="18" charset="2"/>
                  </a:rPr>
                  <a:t>11.34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sz="2400" b="1" i="1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j</a:t>
                </a:r>
                <a:r>
                  <a:rPr kumimoji="0" lang="en-US" sz="2400" b="1" dirty="0">
                    <a:solidFill>
                      <a:srgbClr val="FFFF00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) Ns</a:t>
                </a:r>
              </a:p>
              <a:p>
                <a:pPr eaLnBrk="1" hangingPunct="1">
                  <a:defRPr/>
                </a:pPr>
                <a:endParaRPr kumimoji="0" lang="en-US" sz="2400" baseline="-25000" dirty="0">
                  <a:solidFill>
                    <a:srgbClr val="44546A"/>
                  </a:solidFill>
                  <a:cs typeface="+mn-cs"/>
                  <a:sym typeface="Symbol" pitchFamily="18" charset="2"/>
                </a:endParaRPr>
              </a:p>
              <a:p>
                <a:pPr eaLnBrk="1" hangingPunct="1"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Magnitude: I = √ 4.509</a:t>
                </a:r>
                <a:r>
                  <a:rPr kumimoji="0" lang="en-US" sz="2400" baseline="30000" dirty="0">
                    <a:solidFill>
                      <a:prstClr val="black"/>
                    </a:solidFill>
                    <a:cs typeface="+mn-cs"/>
                  </a:rPr>
                  <a:t>2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 + 11.34</a:t>
                </a:r>
                <a:r>
                  <a:rPr kumimoji="0" lang="en-US" sz="2400" baseline="30000" dirty="0">
                    <a:solidFill>
                      <a:prstClr val="black"/>
                    </a:solidFill>
                    <a:cs typeface="+mn-cs"/>
                  </a:rPr>
                  <a:t>2 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 = </a:t>
                </a:r>
                <a:r>
                  <a:rPr kumimoji="0" lang="en-US" sz="2400" u="sng" dirty="0">
                    <a:solidFill>
                      <a:srgbClr val="0000FA"/>
                    </a:solidFill>
                    <a:cs typeface="+mn-cs"/>
                  </a:rPr>
                  <a:t>12.2 N</a:t>
                </a:r>
                <a:r>
                  <a:rPr kumimoji="0" lang="en-US" sz="2400" u="sng" dirty="0">
                    <a:solidFill>
                      <a:srgbClr val="0000FA"/>
                    </a:solidFill>
                    <a:cs typeface="+mn-cs"/>
                    <a:sym typeface="Symbol" pitchFamily="18" charset="2"/>
                  </a:rPr>
                  <a:t></a:t>
                </a:r>
                <a:r>
                  <a:rPr kumimoji="0" lang="en-US" sz="2400" u="sng" dirty="0">
                    <a:solidFill>
                      <a:srgbClr val="0000FA"/>
                    </a:solidFill>
                    <a:cs typeface="+mn-cs"/>
                  </a:rPr>
                  <a:t>s</a:t>
                </a:r>
              </a:p>
              <a:p>
                <a:pPr eaLnBrk="1" hangingPunct="1">
                  <a:defRPr/>
                </a:pPr>
                <a:endParaRPr kumimoji="0" lang="en-US" sz="2400" baseline="-25000" dirty="0">
                  <a:solidFill>
                    <a:srgbClr val="44546A"/>
                  </a:solidFill>
                  <a:cs typeface="+mn-cs"/>
                  <a:sym typeface="Symbol" pitchFamily="18" charset="2"/>
                </a:endParaRPr>
              </a:p>
            </p:txBody>
          </p:sp>
          <p:grpSp>
            <p:nvGrpSpPr>
              <p:cNvPr id="151562" name="Group 34"/>
              <p:cNvGrpSpPr>
                <a:grpSpLocks/>
              </p:cNvGrpSpPr>
              <p:nvPr/>
            </p:nvGrpSpPr>
            <p:grpSpPr bwMode="auto">
              <a:xfrm>
                <a:off x="2438400" y="4495785"/>
                <a:ext cx="247379" cy="779599"/>
                <a:chOff x="3429000" y="4571985"/>
                <a:chExt cx="247379" cy="779599"/>
              </a:xfrm>
            </p:grpSpPr>
            <p:sp>
              <p:nvSpPr>
                <p:cNvPr id="15373" name="Rectangle 26"/>
                <p:cNvSpPr>
                  <a:spLocks noChangeArrowheads="1"/>
                </p:cNvSpPr>
                <p:nvPr/>
              </p:nvSpPr>
              <p:spPr bwMode="auto">
                <a:xfrm>
                  <a:off x="3429000" y="4724381"/>
                  <a:ext cx="94978" cy="5539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defRPr/>
                  </a:pPr>
                  <a:r>
                    <a:rPr lang="en-US" sz="3600">
                      <a:solidFill>
                        <a:prstClr val="black"/>
                      </a:solidFill>
                      <a:latin typeface="Symbol" pitchFamily="18" charset="2"/>
                      <a:cs typeface="+mn-cs"/>
                    </a:rPr>
                    <a:t>ò</a:t>
                  </a:r>
                </a:p>
              </p:txBody>
            </p:sp>
            <p:sp>
              <p:nvSpPr>
                <p:cNvPr id="15374" name="Rectangle 22"/>
                <p:cNvSpPr>
                  <a:spLocks noChangeArrowheads="1"/>
                </p:cNvSpPr>
                <p:nvPr/>
              </p:nvSpPr>
              <p:spPr bwMode="auto">
                <a:xfrm>
                  <a:off x="3519488" y="5105370"/>
                  <a:ext cx="94979" cy="246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defRPr/>
                  </a:pPr>
                  <a:r>
                    <a:rPr lang="en-US" sz="16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rPr>
                    <a:t>t</a:t>
                  </a:r>
                  <a:r>
                    <a:rPr lang="en-US" sz="1600" baseline="-250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5375" name="Rectangle 21"/>
                <p:cNvSpPr>
                  <a:spLocks noChangeArrowheads="1"/>
                </p:cNvSpPr>
                <p:nvPr/>
              </p:nvSpPr>
              <p:spPr bwMode="auto">
                <a:xfrm>
                  <a:off x="3581400" y="4571985"/>
                  <a:ext cx="94979" cy="246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defRPr/>
                  </a:pPr>
                  <a:r>
                    <a:rPr lang="en-US" sz="16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rPr>
                    <a:t>t</a:t>
                  </a:r>
                  <a:r>
                    <a:rPr lang="en-US" sz="1600" baseline="-250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rPr>
                    <a:t>2</a:t>
                  </a:r>
                </a:p>
              </p:txBody>
            </p:sp>
          </p:grpSp>
        </p:grpSp>
        <p:cxnSp>
          <p:nvCxnSpPr>
            <p:cNvPr id="151560" name="Straight Connector 37"/>
            <p:cNvCxnSpPr>
              <a:cxnSpLocks noChangeShapeType="1"/>
            </p:cNvCxnSpPr>
            <p:nvPr/>
          </p:nvCxnSpPr>
          <p:spPr bwMode="auto">
            <a:xfrm>
              <a:off x="3200400" y="5348068"/>
              <a:ext cx="19812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I (continued)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2504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2197101" y="4221164"/>
            <a:ext cx="92011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370013" indent="-1370013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6175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6175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6175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6175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6175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34963" indent="-334963" eaLnBrk="1" hangingPunct="1">
              <a:tabLst/>
              <a:defRPr/>
            </a:pP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1) Draw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momentum and impulse diagrams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of the 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car.</a:t>
            </a:r>
            <a:endParaRPr kumimoji="0" lang="en-US" sz="2400" dirty="0">
              <a:solidFill>
                <a:prstClr val="black"/>
              </a:solidFill>
              <a:cs typeface="+mn-cs"/>
            </a:endParaRPr>
          </a:p>
          <a:p>
            <a:pPr marL="334963" indent="-334963" eaLnBrk="1" hangingPunct="1">
              <a:tabLst/>
              <a:defRPr/>
            </a:pP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2) Apply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principle of impulse and momentum 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to determine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speed.</a:t>
            </a:r>
            <a:endParaRPr kumimoji="0" lang="en-US" sz="24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5403851" y="1238251"/>
            <a:ext cx="5994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847725" indent="-847725">
              <a:defRPr/>
            </a:pPr>
            <a:r>
              <a:rPr kumimoji="0" lang="en-US" sz="2300" b="1" dirty="0">
                <a:solidFill>
                  <a:srgbClr val="990033"/>
                </a:solidFill>
                <a:cs typeface="+mn-cs"/>
              </a:rPr>
              <a:t>Given:</a:t>
            </a:r>
            <a:r>
              <a:rPr kumimoji="0" lang="en-US" sz="2300" dirty="0">
                <a:solidFill>
                  <a:prstClr val="black"/>
                </a:solidFill>
                <a:cs typeface="+mn-cs"/>
              </a:rPr>
              <a:t>	</a:t>
            </a:r>
            <a:r>
              <a:rPr kumimoji="0" lang="en-US" sz="2300" dirty="0" smtClean="0">
                <a:solidFill>
                  <a:prstClr val="black"/>
                </a:solidFill>
                <a:cs typeface="+mn-cs"/>
              </a:rPr>
              <a:t>The wheels of the 1500 </a:t>
            </a:r>
            <a:r>
              <a:rPr kumimoji="0" lang="en-US" sz="2300" dirty="0">
                <a:solidFill>
                  <a:prstClr val="black"/>
                </a:solidFill>
                <a:cs typeface="+mn-cs"/>
              </a:rPr>
              <a:t>kg 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car 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generate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a traction force </a:t>
            </a:r>
            <a:r>
              <a:rPr lang="en-US" sz="2400" b="1" dirty="0">
                <a:solidFill>
                  <a:prstClr val="black"/>
                </a:solidFill>
                <a:cs typeface="+mn-cs"/>
              </a:rPr>
              <a:t>F 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described by the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graph.</a:t>
            </a:r>
            <a:endParaRPr kumimoji="0" lang="en-US" sz="24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5403851" y="2792413"/>
            <a:ext cx="5772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9080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b="1" dirty="0">
                <a:solidFill>
                  <a:srgbClr val="990033"/>
                </a:solidFill>
                <a:cs typeface="+mn-cs"/>
              </a:rPr>
              <a:t>Find: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	The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speed of the car when </a:t>
            </a:r>
            <a:r>
              <a:rPr lang="en-US" sz="2400" i="1" dirty="0">
                <a:solidFill>
                  <a:prstClr val="black"/>
                </a:solidFill>
                <a:cs typeface="+mn-cs"/>
              </a:rPr>
              <a:t>t 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= 6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s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if the 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car starts from rest</a:t>
            </a:r>
            <a:r>
              <a:rPr kumimoji="0" lang="en-US" sz="2300" dirty="0" smtClean="0">
                <a:solidFill>
                  <a:prstClr val="black"/>
                </a:solidFill>
                <a:cs typeface="Times New Roman" pitchFamily="18" charset="0"/>
              </a:rPr>
              <a:t>.</a:t>
            </a:r>
            <a:endParaRPr kumimoji="0" lang="en-US" sz="24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II</a:t>
            </a:r>
            <a:endParaRPr lang="en-US" dirty="0" smtClean="0"/>
          </a:p>
        </p:txBody>
      </p:sp>
      <p:pic>
        <p:nvPicPr>
          <p:cNvPr id="1525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1" y="1177925"/>
            <a:ext cx="4993217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16001" y="4186238"/>
            <a:ext cx="885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990033"/>
                </a:solidFill>
                <a:latin typeface="Times New Roman" pitchFamily="18" charset="0"/>
                <a:cs typeface="+mn-cs"/>
              </a:rPr>
              <a:t>Plan:</a:t>
            </a:r>
            <a:endParaRPr lang="en-US" sz="2400" dirty="0">
              <a:solidFill>
                <a:srgbClr val="99003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01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711201" y="1143000"/>
            <a:ext cx="1382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b="1" u="sng" dirty="0">
                <a:solidFill>
                  <a:srgbClr val="990033"/>
                </a:solidFill>
                <a:cs typeface="+mn-cs"/>
              </a:rPr>
              <a:t>Solution:</a:t>
            </a:r>
            <a:endParaRPr kumimoji="0" lang="en-US" sz="2400" u="sng" dirty="0">
              <a:solidFill>
                <a:srgbClr val="990033"/>
              </a:solidFill>
              <a:cs typeface="+mn-cs"/>
            </a:endParaRP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1320800" y="1671638"/>
            <a:ext cx="10160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1638" indent="-401638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1)</a:t>
            </a:r>
            <a:r>
              <a:rPr kumimoji="0" lang="en-US" sz="2400" dirty="0">
                <a:solidFill>
                  <a:srgbClr val="0563C1"/>
                </a:solidFill>
                <a:cs typeface="+mn-cs"/>
              </a:rPr>
              <a:t>	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The impulse and momentum diagrams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can be drawn as:</a:t>
            </a: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1320800" y="4505325"/>
            <a:ext cx="9855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Why is the traction force 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  <a:sym typeface="Symbol" pitchFamily="18" charset="2"/>
              </a:rPr>
              <a:t>F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 drawn acting to the right?</a:t>
            </a:r>
          </a:p>
          <a:p>
            <a:pPr eaLnBrk="1" hangingPunct="1">
              <a:defRPr/>
            </a:pPr>
            <a:endParaRPr kumimoji="0" lang="en-US" sz="2400" dirty="0">
              <a:solidFill>
                <a:prstClr val="black"/>
              </a:solidFill>
              <a:cs typeface="+mn-cs"/>
            </a:endParaRPr>
          </a:p>
          <a:p>
            <a:pPr eaLnBrk="1" hangingPunct="1">
              <a:defRPr/>
            </a:pP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The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impulse caused by the 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weight </a:t>
            </a:r>
            <a:r>
              <a:rPr kumimoji="0" lang="en-US" sz="2400" b="1" i="1" dirty="0" smtClean="0">
                <a:solidFill>
                  <a:srgbClr val="FF0000"/>
                </a:solidFill>
                <a:cs typeface="+mn-cs"/>
              </a:rPr>
              <a:t>W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 and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the normal force </a:t>
            </a:r>
            <a:r>
              <a:rPr kumimoji="0" lang="en-US" sz="2400" b="1" i="1" dirty="0">
                <a:solidFill>
                  <a:srgbClr val="FF0000"/>
                </a:solidFill>
                <a:cs typeface="+mn-cs"/>
              </a:rPr>
              <a:t>N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 can be 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canceled. Why?</a:t>
            </a:r>
            <a:endParaRPr kumimoji="0" lang="en-US" sz="24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II (continued)</a:t>
            </a:r>
            <a:endParaRPr lang="en-US" dirty="0" smtClean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445684" y="2362201"/>
            <a:ext cx="9617977" cy="1909465"/>
            <a:chOff x="1084806" y="2362948"/>
            <a:chExt cx="7212953" cy="1909167"/>
          </a:xfrm>
        </p:grpSpPr>
        <p:sp>
          <p:nvSpPr>
            <p:cNvPr id="14347" name="Text Box 12"/>
            <p:cNvSpPr txBox="1">
              <a:spLocks noChangeArrowheads="1"/>
            </p:cNvSpPr>
            <p:nvPr/>
          </p:nvSpPr>
          <p:spPr bwMode="auto">
            <a:xfrm>
              <a:off x="2819816" y="2897853"/>
              <a:ext cx="380125" cy="769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4400" b="1" dirty="0">
                  <a:solidFill>
                    <a:prstClr val="black"/>
                  </a:solidFill>
                  <a:cs typeface="+mn-cs"/>
                </a:rPr>
                <a:t>+</a:t>
              </a:r>
            </a:p>
          </p:txBody>
        </p:sp>
        <p:sp>
          <p:nvSpPr>
            <p:cNvPr id="14348" name="Text Box 13"/>
            <p:cNvSpPr txBox="1">
              <a:spLocks noChangeArrowheads="1"/>
            </p:cNvSpPr>
            <p:nvPr/>
          </p:nvSpPr>
          <p:spPr bwMode="auto">
            <a:xfrm>
              <a:off x="5715203" y="2896265"/>
              <a:ext cx="380125" cy="769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4400" b="1" dirty="0">
                  <a:solidFill>
                    <a:prstClr val="black"/>
                  </a:solidFill>
                  <a:cs typeface="+mn-cs"/>
                </a:rPr>
                <a:t>=</a:t>
              </a:r>
            </a:p>
          </p:txBody>
        </p:sp>
        <p:sp>
          <p:nvSpPr>
            <p:cNvPr id="14349" name="Line 16"/>
            <p:cNvSpPr>
              <a:spLocks noChangeShapeType="1"/>
            </p:cNvSpPr>
            <p:nvPr/>
          </p:nvSpPr>
          <p:spPr bwMode="auto">
            <a:xfrm>
              <a:off x="4496092" y="3581958"/>
              <a:ext cx="0" cy="60950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2" name="Line 19"/>
            <p:cNvSpPr>
              <a:spLocks noChangeShapeType="1"/>
            </p:cNvSpPr>
            <p:nvPr/>
          </p:nvSpPr>
          <p:spPr bwMode="auto">
            <a:xfrm rot="14400000" flipH="1">
              <a:off x="7329585" y="2610537"/>
              <a:ext cx="328562" cy="5762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3" name="Text Box 23"/>
            <p:cNvSpPr txBox="1">
              <a:spLocks noChangeArrowheads="1"/>
            </p:cNvSpPr>
            <p:nvPr/>
          </p:nvSpPr>
          <p:spPr bwMode="auto">
            <a:xfrm>
              <a:off x="4572287" y="2362948"/>
              <a:ext cx="760008" cy="461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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W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</a:t>
              </a:r>
              <a:r>
                <a:rPr kumimoji="0" lang="en-US" sz="2400" dirty="0" err="1">
                  <a:solidFill>
                    <a:prstClr val="black"/>
                  </a:solidFill>
                  <a:cs typeface="+mn-cs"/>
                  <a:sym typeface="Symbol" pitchFamily="18" charset="2"/>
                </a:rPr>
                <a:t>dt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</a:t>
              </a:r>
              <a:endParaRPr kumimoji="0" lang="en-US" sz="2400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4354" name="Rectangle 24"/>
            <p:cNvSpPr>
              <a:spLocks noChangeArrowheads="1"/>
            </p:cNvSpPr>
            <p:nvPr/>
          </p:nvSpPr>
          <p:spPr bwMode="auto">
            <a:xfrm>
              <a:off x="4496092" y="3810522"/>
              <a:ext cx="721539" cy="461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 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N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 </a:t>
              </a:r>
              <a:r>
                <a:rPr lang="en-US" sz="2400" dirty="0" err="1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dt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 </a:t>
              </a:r>
            </a:p>
          </p:txBody>
        </p:sp>
        <p:sp>
          <p:nvSpPr>
            <p:cNvPr id="14355" name="Rectangle 25"/>
            <p:cNvSpPr>
              <a:spLocks noChangeArrowheads="1"/>
            </p:cNvSpPr>
            <p:nvPr/>
          </p:nvSpPr>
          <p:spPr bwMode="auto">
            <a:xfrm>
              <a:off x="3276982" y="3588307"/>
              <a:ext cx="650611" cy="461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 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F</a:t>
              </a:r>
              <a:r>
                <a: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 </a:t>
              </a:r>
              <a:r>
                <a:rPr lang="en-US" sz="2400" dirty="0" err="1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rPr>
                <a:t>dt</a:t>
              </a:r>
              <a:endPara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  <a:sym typeface="Symbol" pitchFamily="18" charset="2"/>
              </a:endParaRPr>
            </a:p>
          </p:txBody>
        </p:sp>
        <p:sp>
          <p:nvSpPr>
            <p:cNvPr id="14358" name="Text Box 29"/>
            <p:cNvSpPr txBox="1">
              <a:spLocks noChangeArrowheads="1"/>
            </p:cNvSpPr>
            <p:nvPr/>
          </p:nvSpPr>
          <p:spPr bwMode="auto">
            <a:xfrm>
              <a:off x="7801025" y="2439136"/>
              <a:ext cx="496734" cy="461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m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aseline="-25000" dirty="0">
                  <a:solidFill>
                    <a:srgbClr val="FF0000"/>
                  </a:solidFill>
                  <a:cs typeface="+mn-cs"/>
                </a:rPr>
                <a:t>2</a:t>
              </a:r>
            </a:p>
          </p:txBody>
        </p:sp>
        <p:sp>
          <p:nvSpPr>
            <p:cNvPr id="14362" name="Text Box 11"/>
            <p:cNvSpPr txBox="1">
              <a:spLocks noChangeArrowheads="1"/>
            </p:cNvSpPr>
            <p:nvPr/>
          </p:nvSpPr>
          <p:spPr bwMode="auto">
            <a:xfrm>
              <a:off x="1397520" y="2515324"/>
              <a:ext cx="838149" cy="461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m</a:t>
              </a:r>
              <a:r>
                <a:rPr kumimoji="0" lang="en-US" sz="2400" b="1" i="1" dirty="0" smtClean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aseline="-25000" dirty="0" smtClean="0">
                  <a:solidFill>
                    <a:srgbClr val="FF0000"/>
                  </a:solidFill>
                  <a:cs typeface="+mn-cs"/>
                </a:rPr>
                <a:t>1 </a:t>
              </a:r>
              <a:r>
                <a:rPr kumimoji="0" lang="en-US" sz="2400" dirty="0" smtClean="0">
                  <a:solidFill>
                    <a:prstClr val="black"/>
                  </a:solidFill>
                  <a:cs typeface="+mn-cs"/>
                </a:rPr>
                <a:t>= 0</a:t>
              </a:r>
              <a:endParaRPr kumimoji="0" lang="en-US" sz="2400" dirty="0">
                <a:solidFill>
                  <a:prstClr val="black"/>
                </a:solidFill>
                <a:cs typeface="+mn-cs"/>
              </a:endParaRPr>
            </a:p>
          </p:txBody>
        </p:sp>
        <p:pic>
          <p:nvPicPr>
            <p:cNvPr id="15361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4806" y="3012378"/>
              <a:ext cx="1637214" cy="484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1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2967" y="3041188"/>
              <a:ext cx="1407508" cy="416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6844" y="3050519"/>
              <a:ext cx="1637214" cy="484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1" name="Line 18"/>
            <p:cNvSpPr>
              <a:spLocks noChangeShapeType="1"/>
            </p:cNvSpPr>
            <p:nvPr/>
          </p:nvSpPr>
          <p:spPr bwMode="auto">
            <a:xfrm rot="14400000" flipH="1">
              <a:off x="3617490" y="3131947"/>
              <a:ext cx="346021" cy="601619"/>
            </a:xfrm>
            <a:prstGeom prst="line">
              <a:avLst/>
            </a:prstGeom>
            <a:noFill/>
            <a:ln w="38100">
              <a:solidFill>
                <a:srgbClr val="0000FA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14350" name="Line 17"/>
            <p:cNvSpPr>
              <a:spLocks noChangeShapeType="1"/>
            </p:cNvSpPr>
            <p:nvPr/>
          </p:nvSpPr>
          <p:spPr bwMode="auto">
            <a:xfrm>
              <a:off x="4496092" y="2515324"/>
              <a:ext cx="0" cy="609505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300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  <p:bldP spid="778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711200" y="1214438"/>
            <a:ext cx="1097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1638" indent="-401638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dirty="0">
                <a:solidFill>
                  <a:prstClr val="black"/>
                </a:solidFill>
                <a:cs typeface="+mn-cs"/>
              </a:rPr>
              <a:t>2)	</a:t>
            </a:r>
            <a:r>
              <a:rPr kumimoji="0" lang="en-US" sz="2400" dirty="0">
                <a:solidFill>
                  <a:srgbClr val="0000FA"/>
                </a:solidFill>
                <a:cs typeface="+mn-cs"/>
              </a:rPr>
              <a:t>The principle of impulse and momentum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can be 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/>
            </a:r>
            <a:br>
              <a:rPr kumimoji="0" lang="en-US" sz="2400" dirty="0" smtClean="0">
                <a:solidFill>
                  <a:prstClr val="black"/>
                </a:solidFill>
                <a:cs typeface="+mn-cs"/>
              </a:rPr>
            </a:b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applied 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along the direction of motion:</a:t>
            </a:r>
          </a:p>
        </p:txBody>
      </p:sp>
      <p:sp>
        <p:nvSpPr>
          <p:cNvPr id="15378" name="Text Box 6"/>
          <p:cNvSpPr txBox="1">
            <a:spLocks noChangeArrowheads="1"/>
          </p:cNvSpPr>
          <p:nvPr/>
        </p:nvSpPr>
        <p:spPr bwMode="auto">
          <a:xfrm>
            <a:off x="1422400" y="3282950"/>
            <a:ext cx="100584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Aft>
                <a:spcPts val="1200"/>
              </a:spcAft>
              <a:defRPr/>
            </a:pPr>
            <a:r>
              <a:rPr lang="en-US" sz="2400" dirty="0" smtClean="0">
                <a:solidFill>
                  <a:prstClr val="black"/>
                </a:solidFill>
                <a:cs typeface="+mn-cs"/>
                <a:sym typeface="Symbol" pitchFamily="18" charset="2"/>
              </a:rPr>
              <a:t>(1500 kg) (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  <a:sym typeface="Symbol" pitchFamily="18" charset="2"/>
              </a:rPr>
              <a:t>0 m/s) + 0.5 (6000 N) (2 s) + (6000 N) (4 s) 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kumimoji="0" lang="en-US" sz="2400" dirty="0" smtClean="0">
                <a:solidFill>
                  <a:prstClr val="black"/>
                </a:solidFill>
                <a:cs typeface="+mn-cs"/>
                <a:sym typeface="Symbol" pitchFamily="18" charset="2"/>
              </a:rPr>
              <a:t>= </a:t>
            </a:r>
            <a:r>
              <a:rPr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(1500 kg) </a:t>
            </a:r>
            <a:r>
              <a:rPr lang="en-US" sz="2400" dirty="0" smtClean="0">
                <a:solidFill>
                  <a:prstClr val="black"/>
                </a:solidFill>
                <a:cs typeface="+mn-cs"/>
                <a:sym typeface="Symbol" pitchFamily="18" charset="2"/>
              </a:rPr>
              <a:t>(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v</a:t>
            </a:r>
            <a:r>
              <a:rPr kumimoji="0" lang="en-US" sz="2400" baseline="-25000" dirty="0" smtClean="0">
                <a:solidFill>
                  <a:prstClr val="black"/>
                </a:solidFill>
                <a:cs typeface="+mn-cs"/>
                <a:sym typeface="Symbol" pitchFamily="18" charset="2"/>
              </a:rPr>
              <a:t>2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  <a:sym typeface="Symbol" pitchFamily="18" charset="2"/>
              </a:rPr>
              <a:t>  m/s</a:t>
            </a:r>
            <a:r>
              <a:rPr kumimoji="0" 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) </a:t>
            </a:r>
            <a:endParaRPr kumimoji="0" lang="en-US" sz="2400" baseline="-25000" dirty="0">
              <a:solidFill>
                <a:prstClr val="black"/>
              </a:solidFill>
              <a:cs typeface="+mn-cs"/>
              <a:sym typeface="Symbol" pitchFamily="18" charset="2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II (continued)</a:t>
            </a:r>
            <a:endParaRPr lang="en-US" dirty="0" smtClean="0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498600" y="2024064"/>
            <a:ext cx="5410200" cy="719137"/>
            <a:chOff x="990600" y="1918493"/>
            <a:chExt cx="4058426" cy="719138"/>
          </a:xfrm>
        </p:grpSpPr>
        <p:grpSp>
          <p:nvGrpSpPr>
            <p:cNvPr id="154632" name="Group 31"/>
            <p:cNvGrpSpPr>
              <a:grpSpLocks/>
            </p:cNvGrpSpPr>
            <p:nvPr/>
          </p:nvGrpSpPr>
          <p:grpSpPr bwMode="auto">
            <a:xfrm>
              <a:off x="1772426" y="1918493"/>
              <a:ext cx="3276600" cy="719138"/>
              <a:chOff x="2470" y="1046"/>
              <a:chExt cx="1840" cy="453"/>
            </a:xfrm>
          </p:grpSpPr>
          <p:sp>
            <p:nvSpPr>
              <p:cNvPr id="15382" name="Text Box 6"/>
              <p:cNvSpPr txBox="1">
                <a:spLocks noChangeArrowheads="1"/>
              </p:cNvSpPr>
              <p:nvPr/>
            </p:nvSpPr>
            <p:spPr bwMode="auto">
              <a:xfrm>
                <a:off x="2470" y="1152"/>
                <a:ext cx="18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m</a:t>
                </a:r>
                <a:r>
                  <a:rPr kumimoji="0" lang="en-US" sz="2400" b="1" i="1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v</a:t>
                </a:r>
                <a:r>
                  <a:rPr kumimoji="0" lang="en-US" sz="2400" i="1" baseline="-25000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1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+     </a:t>
                </a:r>
                <a:r>
                  <a:rPr kumimoji="0" lang="en-US" sz="2400" b="1" i="1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F</a:t>
                </a:r>
                <a:r>
                  <a:rPr kumimoji="0" lang="en-US" sz="2400" dirty="0">
                    <a:solidFill>
                      <a:srgbClr val="0000FA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sz="2400" dirty="0" err="1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dt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= 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</a:rPr>
                  <a:t>m</a:t>
                </a:r>
                <a:r>
                  <a:rPr kumimoji="0" lang="en-US" sz="2400" b="1" i="1" dirty="0">
                    <a:solidFill>
                      <a:srgbClr val="FF0000"/>
                    </a:solidFill>
                    <a:cs typeface="+mn-cs"/>
                  </a:rPr>
                  <a:t>v</a:t>
                </a:r>
                <a:r>
                  <a:rPr kumimoji="0" lang="en-US" sz="2400" i="1" baseline="-25000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2</a:t>
                </a:r>
              </a:p>
            </p:txBody>
          </p:sp>
          <p:sp>
            <p:nvSpPr>
              <p:cNvPr id="15383" name="Rectangle 21"/>
              <p:cNvSpPr>
                <a:spLocks noChangeArrowheads="1"/>
              </p:cNvSpPr>
              <p:nvPr/>
            </p:nvSpPr>
            <p:spPr bwMode="auto">
              <a:xfrm>
                <a:off x="3244" y="1046"/>
                <a:ext cx="53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16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t</a:t>
                </a:r>
                <a:r>
                  <a:rPr lang="en-US" sz="1600" baseline="-250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2</a:t>
                </a:r>
              </a:p>
            </p:txBody>
          </p:sp>
          <p:sp>
            <p:nvSpPr>
              <p:cNvPr id="15384" name="Rectangle 22"/>
              <p:cNvSpPr>
                <a:spLocks noChangeArrowheads="1"/>
              </p:cNvSpPr>
              <p:nvPr/>
            </p:nvSpPr>
            <p:spPr bwMode="auto">
              <a:xfrm>
                <a:off x="3203" y="1344"/>
                <a:ext cx="53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16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t</a:t>
                </a:r>
                <a:r>
                  <a:rPr lang="en-US" sz="1600" baseline="-250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1</a:t>
                </a:r>
              </a:p>
            </p:txBody>
          </p:sp>
          <p:sp>
            <p:nvSpPr>
              <p:cNvPr id="15385" name="Rectangle 23"/>
              <p:cNvSpPr>
                <a:spLocks noChangeArrowheads="1"/>
              </p:cNvSpPr>
              <p:nvPr/>
            </p:nvSpPr>
            <p:spPr bwMode="auto">
              <a:xfrm>
                <a:off x="3157" y="1121"/>
                <a:ext cx="53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sz="3600" dirty="0">
                    <a:solidFill>
                      <a:prstClr val="black"/>
                    </a:solidFill>
                    <a:latin typeface="Symbol" pitchFamily="18" charset="2"/>
                    <a:cs typeface="+mn-cs"/>
                  </a:rPr>
                  <a:t>ò</a:t>
                </a: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990600" y="2134393"/>
              <a:ext cx="553382" cy="4616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+ </a:t>
              </a:r>
              <a:r>
                <a:rPr kumimoji="1" lang="en-US" sz="2400" dirty="0">
                  <a:solidFill>
                    <a:srgbClr val="0000FA"/>
                  </a:solidFill>
                  <a:latin typeface="Times New Roman" pitchFamily="18" charset="0"/>
                  <a:cs typeface="+mn-cs"/>
                  <a:sym typeface="Symbol"/>
                </a:rPr>
                <a:t></a:t>
              </a:r>
              <a:endParaRPr kumimoji="1" lang="en-US" sz="2400" dirty="0">
                <a:solidFill>
                  <a:srgbClr val="0000FA"/>
                </a:solidFill>
                <a:latin typeface="Times New Roman" pitchFamily="18" charset="0"/>
                <a:cs typeface="+mn-cs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1475318" y="4491038"/>
            <a:ext cx="1596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v</a:t>
            </a:r>
            <a:r>
              <a:rPr lang="en-US" sz="2400" baseline="-25000" dirty="0">
                <a:solidFill>
                  <a:prstClr val="black"/>
                </a:solidFill>
                <a:latin typeface="Times New Roman" pitchFamily="18" charset="0"/>
                <a:cs typeface="+mn-cs"/>
                <a:sym typeface="Symbol" pitchFamily="18" charset="2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  <a:sym typeface="Symbol" pitchFamily="18" charset="2"/>
              </a:rPr>
              <a:t> = </a:t>
            </a:r>
            <a:r>
              <a:rPr lang="en-US" sz="2400" u="sng" dirty="0">
                <a:solidFill>
                  <a:srgbClr val="0000FA"/>
                </a:solidFill>
                <a:latin typeface="Times New Roman" pitchFamily="18" charset="0"/>
                <a:cs typeface="+mn-cs"/>
                <a:sym typeface="Symbol" pitchFamily="18" charset="2"/>
              </a:rPr>
              <a:t>20 m/s</a:t>
            </a:r>
            <a:endParaRPr kumimoji="1" lang="en-US" sz="2400" u="sng" dirty="0">
              <a:solidFill>
                <a:srgbClr val="0000FA"/>
              </a:solidFill>
              <a:latin typeface="Times New Roman" pitchFamily="18" charset="0"/>
              <a:cs typeface="+mn-cs"/>
            </a:endParaRP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652589"/>
            <a:ext cx="2607733" cy="163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8595000" y="2116080"/>
              <a:ext cx="2826720" cy="2900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86000" y="2103120"/>
                <a:ext cx="2851920" cy="29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019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78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711201" y="3276600"/>
            <a:ext cx="10790767" cy="2438400"/>
            <a:chOff x="336" y="2064"/>
            <a:chExt cx="5098" cy="1536"/>
          </a:xfrm>
        </p:grpSpPr>
        <p:sp>
          <p:nvSpPr>
            <p:cNvPr id="16392" name="Text Box 46"/>
            <p:cNvSpPr txBox="1">
              <a:spLocks noChangeArrowheads="1"/>
            </p:cNvSpPr>
            <p:nvPr/>
          </p:nvSpPr>
          <p:spPr bwMode="auto">
            <a:xfrm>
              <a:off x="336" y="2064"/>
              <a:ext cx="5098" cy="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08050" algn="l"/>
                  <a:tab pos="3200400" algn="l"/>
                  <a:tab pos="3602038" algn="l"/>
                </a:tabLs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2.	A constant force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F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is applied for 2 s to change the particle’s velocity from </a:t>
              </a:r>
              <a:r>
                <a:rPr kumimoji="0" lang="en-US" sz="2400" b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aseline="-25000" dirty="0">
                  <a:solidFill>
                    <a:prstClr val="black"/>
                  </a:solidFill>
                  <a:cs typeface="+mn-cs"/>
                </a:rPr>
                <a:t>1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to </a:t>
              </a:r>
              <a:r>
                <a:rPr kumimoji="0" lang="en-US" sz="2400" b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aseline="-25000" dirty="0">
                  <a:solidFill>
                    <a:prstClr val="black"/>
                  </a:solidFill>
                  <a:cs typeface="+mn-cs"/>
                </a:rPr>
                <a:t>2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. Determine the force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F</a:t>
              </a:r>
              <a:r>
                <a:rPr kumimoji="0" lang="en-US" sz="2400" b="1" dirty="0">
                  <a:solidFill>
                    <a:prstClr val="black"/>
                  </a:solidFill>
                  <a:cs typeface="+mn-cs"/>
                </a:rPr>
                <a:t> 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if the particle’s mass is 2 kg.</a:t>
              </a:r>
            </a:p>
            <a:p>
              <a:pPr eaLnBrk="1" hangingPunct="1">
                <a:spcBef>
                  <a:spcPct val="40000"/>
                </a:spcBef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	A)	(17.3</a:t>
              </a:r>
              <a:r>
                <a:rPr kumimoji="0" lang="en-US" sz="2400" dirty="0">
                  <a:solidFill>
                    <a:srgbClr val="FF0000"/>
                  </a:solidFill>
                  <a:cs typeface="+mn-cs"/>
                </a:rPr>
                <a:t>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j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) N	B)	(–10 </a:t>
              </a:r>
              <a:r>
                <a:rPr kumimoji="0" lang="en-US" sz="2400" b="1" i="1" dirty="0" err="1">
                  <a:solidFill>
                    <a:srgbClr val="FF0000"/>
                  </a:solidFill>
                  <a:cs typeface="+mn-cs"/>
                </a:rPr>
                <a:t>i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+17.3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j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) N</a:t>
              </a:r>
            </a:p>
            <a:p>
              <a:pPr eaLnBrk="1" hangingPunct="1">
                <a:spcBef>
                  <a:spcPct val="40000"/>
                </a:spcBef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	C)	(20 </a:t>
              </a:r>
              <a:r>
                <a:rPr kumimoji="0" lang="en-US" sz="2400" b="1" i="1" dirty="0" err="1">
                  <a:solidFill>
                    <a:srgbClr val="FF0000"/>
                  </a:solidFill>
                  <a:cs typeface="+mn-cs"/>
                </a:rPr>
                <a:t>i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+17.3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j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) N	D)	(  10 </a:t>
              </a:r>
              <a:r>
                <a:rPr kumimoji="0" lang="en-US" sz="2400" b="1" i="1" dirty="0" err="1">
                  <a:solidFill>
                    <a:srgbClr val="FF0000"/>
                  </a:solidFill>
                  <a:cs typeface="+mn-cs"/>
                </a:rPr>
                <a:t>i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 +17.3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j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) N</a:t>
              </a:r>
            </a:p>
          </p:txBody>
        </p:sp>
        <p:grpSp>
          <p:nvGrpSpPr>
            <p:cNvPr id="155670" name="Group 61"/>
            <p:cNvGrpSpPr>
              <a:grpSpLocks/>
            </p:cNvGrpSpPr>
            <p:nvPr/>
          </p:nvGrpSpPr>
          <p:grpSpPr bwMode="auto">
            <a:xfrm>
              <a:off x="4204" y="2832"/>
              <a:ext cx="896" cy="768"/>
              <a:chOff x="4204" y="2832"/>
              <a:chExt cx="896" cy="768"/>
            </a:xfrm>
          </p:grpSpPr>
          <p:sp>
            <p:nvSpPr>
              <p:cNvPr id="16395" name="Line 48"/>
              <p:cNvSpPr>
                <a:spLocks noChangeShapeType="1"/>
              </p:cNvSpPr>
              <p:nvPr/>
            </p:nvSpPr>
            <p:spPr bwMode="auto">
              <a:xfrm>
                <a:off x="4224" y="3600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6396" name="Line 49"/>
              <p:cNvSpPr>
                <a:spLocks noChangeShapeType="1"/>
              </p:cNvSpPr>
              <p:nvPr/>
            </p:nvSpPr>
            <p:spPr bwMode="auto">
              <a:xfrm flipV="1">
                <a:off x="4224" y="2832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6397" name="Line 50"/>
              <p:cNvSpPr>
                <a:spLocks noChangeShapeType="1"/>
              </p:cNvSpPr>
              <p:nvPr/>
            </p:nvSpPr>
            <p:spPr bwMode="auto">
              <a:xfrm flipH="1" flipV="1">
                <a:off x="4608" y="3552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A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6398" name="Line 51"/>
              <p:cNvSpPr>
                <a:spLocks noChangeShapeType="1"/>
              </p:cNvSpPr>
              <p:nvPr/>
            </p:nvSpPr>
            <p:spPr bwMode="auto">
              <a:xfrm flipV="1">
                <a:off x="4224" y="3168"/>
                <a:ext cx="240" cy="432"/>
              </a:xfrm>
              <a:prstGeom prst="line">
                <a:avLst/>
              </a:prstGeom>
              <a:noFill/>
              <a:ln w="28575">
                <a:solidFill>
                  <a:srgbClr val="0000FA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6399" name="Arc 52"/>
              <p:cNvSpPr>
                <a:spLocks/>
              </p:cNvSpPr>
              <p:nvPr/>
            </p:nvSpPr>
            <p:spPr bwMode="auto">
              <a:xfrm rot="-9888850" flipH="1" flipV="1">
                <a:off x="4320" y="3444"/>
                <a:ext cx="144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6400" name="Rectangle 53"/>
              <p:cNvSpPr>
                <a:spLocks noChangeArrowheads="1"/>
              </p:cNvSpPr>
              <p:nvPr/>
            </p:nvSpPr>
            <p:spPr bwMode="auto">
              <a:xfrm>
                <a:off x="4320" y="2926"/>
                <a:ext cx="53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b="1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v</a:t>
                </a:r>
                <a:r>
                  <a:rPr lang="en-US" baseline="-250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2</a:t>
                </a:r>
                <a:r>
                  <a:rPr lang="en-US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=20 m/s</a:t>
                </a:r>
                <a:endParaRPr lang="en-US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6401" name="Rectangle 54"/>
              <p:cNvSpPr>
                <a:spLocks noChangeArrowheads="1"/>
              </p:cNvSpPr>
              <p:nvPr/>
            </p:nvSpPr>
            <p:spPr bwMode="auto">
              <a:xfrm>
                <a:off x="4567" y="3312"/>
                <a:ext cx="53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b="1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v</a:t>
                </a:r>
                <a:r>
                  <a:rPr lang="en-US" baseline="-250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1</a:t>
                </a:r>
                <a:r>
                  <a:rPr lang="en-US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=10 m/s</a:t>
                </a:r>
                <a:endParaRPr lang="en-US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6402" name="Rectangle 55"/>
              <p:cNvSpPr>
                <a:spLocks noChangeArrowheads="1"/>
              </p:cNvSpPr>
              <p:nvPr/>
            </p:nvSpPr>
            <p:spPr bwMode="auto">
              <a:xfrm>
                <a:off x="4356" y="3360"/>
                <a:ext cx="22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600">
                    <a:solidFill>
                      <a:prstClr val="black"/>
                    </a:solidFill>
                    <a:latin typeface="Times New Roman" pitchFamily="18" charset="0"/>
                    <a:cs typeface="+mn-cs"/>
                  </a:rPr>
                  <a:t>60</a:t>
                </a:r>
                <a:r>
                  <a:rPr lang="en-US" sz="1600">
                    <a:solidFill>
                      <a:prstClr val="black"/>
                    </a:solidFill>
                    <a:latin typeface="Times New Roman" pitchFamily="18" charset="0"/>
                    <a:cs typeface="+mn-cs"/>
                    <a:sym typeface="Symbol" pitchFamily="18" charset="2"/>
                  </a:rPr>
                  <a:t></a:t>
                </a:r>
                <a:endPara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16403" name="Oval 56"/>
              <p:cNvSpPr>
                <a:spLocks noChangeArrowheads="1"/>
              </p:cNvSpPr>
              <p:nvPr/>
            </p:nvSpPr>
            <p:spPr bwMode="auto">
              <a:xfrm>
                <a:off x="4204" y="3504"/>
                <a:ext cx="96" cy="96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sp>
          <p:nvSpPr>
            <p:cNvPr id="16394" name="Oval 60"/>
            <p:cNvSpPr>
              <a:spLocks noChangeArrowheads="1"/>
            </p:cNvSpPr>
            <p:nvPr/>
          </p:nvSpPr>
          <p:spPr bwMode="auto">
            <a:xfrm>
              <a:off x="4896" y="3504"/>
              <a:ext cx="96" cy="9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en-US" sz="1600">
                <a:solidFill>
                  <a:prstClr val="black"/>
                </a:solidFill>
                <a:latin typeface="Times New Roman" pitchFamily="18" charset="0"/>
                <a:cs typeface="+mn-cs"/>
              </a:endParaRPr>
            </a:p>
          </p:txBody>
        </p:sp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711201" y="1066800"/>
            <a:ext cx="10911418" cy="1938338"/>
            <a:chOff x="533400" y="1066800"/>
            <a:chExt cx="8183563" cy="1938338"/>
          </a:xfrm>
        </p:grpSpPr>
        <p:grpSp>
          <p:nvGrpSpPr>
            <p:cNvPr id="155653" name="Group 31"/>
            <p:cNvGrpSpPr>
              <a:grpSpLocks/>
            </p:cNvGrpSpPr>
            <p:nvPr/>
          </p:nvGrpSpPr>
          <p:grpSpPr bwMode="auto">
            <a:xfrm>
              <a:off x="533400" y="1066800"/>
              <a:ext cx="8183563" cy="1938338"/>
              <a:chOff x="533400" y="1066800"/>
              <a:chExt cx="8183563" cy="1938338"/>
            </a:xfrm>
          </p:grpSpPr>
          <p:sp>
            <p:nvSpPr>
              <p:cNvPr id="16404" name="Isosceles Triangle 30"/>
              <p:cNvSpPr>
                <a:spLocks noChangeArrowheads="1"/>
              </p:cNvSpPr>
              <p:nvPr/>
            </p:nvSpPr>
            <p:spPr bwMode="auto">
              <a:xfrm>
                <a:off x="7086600" y="1676400"/>
                <a:ext cx="914400" cy="9906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grpSp>
            <p:nvGrpSpPr>
              <p:cNvPr id="155656" name="Group 59"/>
              <p:cNvGrpSpPr>
                <a:grpSpLocks/>
              </p:cNvGrpSpPr>
              <p:nvPr/>
            </p:nvGrpSpPr>
            <p:grpSpPr bwMode="auto">
              <a:xfrm>
                <a:off x="533400" y="1066800"/>
                <a:ext cx="8183563" cy="1938338"/>
                <a:chOff x="336" y="528"/>
                <a:chExt cx="5155" cy="1221"/>
              </a:xfrm>
            </p:grpSpPr>
            <p:sp>
              <p:nvSpPr>
                <p:cNvPr id="16406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36" y="768"/>
                  <a:ext cx="5098" cy="9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marL="457200" indent="-457200" eaLnBrk="0" hangingPunct="0"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908050" algn="l"/>
                      <a:tab pos="4510088" algn="l"/>
                      <a:tab pos="4911725" algn="l"/>
                    </a:tabLs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kumimoji="0" lang="en-US" sz="2400">
                      <a:solidFill>
                        <a:prstClr val="black"/>
                      </a:solidFill>
                      <a:cs typeface="+mn-cs"/>
                    </a:rPr>
                    <a:t>1.	Calculate the impulse due to the force. </a:t>
                  </a:r>
                </a:p>
                <a:p>
                  <a:pPr eaLnBrk="1" hangingPunct="1">
                    <a:spcBef>
                      <a:spcPct val="40000"/>
                    </a:spcBef>
                    <a:defRPr/>
                  </a:pPr>
                  <a:r>
                    <a:rPr kumimoji="0" lang="en-US" sz="2400">
                      <a:solidFill>
                        <a:prstClr val="black"/>
                      </a:solidFill>
                      <a:cs typeface="+mn-cs"/>
                    </a:rPr>
                    <a:t>	A)	20 kg·m/s            B)   10 kg·m/s </a:t>
                  </a:r>
                </a:p>
                <a:p>
                  <a:pPr eaLnBrk="1" hangingPunct="1">
                    <a:spcBef>
                      <a:spcPct val="40000"/>
                    </a:spcBef>
                    <a:defRPr/>
                  </a:pPr>
                  <a:r>
                    <a:rPr kumimoji="0" lang="en-US" sz="2400">
                      <a:solidFill>
                        <a:prstClr val="black"/>
                      </a:solidFill>
                      <a:cs typeface="+mn-cs"/>
                    </a:rPr>
                    <a:t>	C)	5 N·s                    D)   15 N·s</a:t>
                  </a:r>
                </a:p>
              </p:txBody>
            </p:sp>
            <p:grpSp>
              <p:nvGrpSpPr>
                <p:cNvPr id="155658" name="Group 58"/>
                <p:cNvGrpSpPr>
                  <a:grpSpLocks/>
                </p:cNvGrpSpPr>
                <p:nvPr/>
              </p:nvGrpSpPr>
              <p:grpSpPr bwMode="auto">
                <a:xfrm>
                  <a:off x="4123" y="528"/>
                  <a:ext cx="1368" cy="1221"/>
                  <a:chOff x="4123" y="528"/>
                  <a:chExt cx="1368" cy="1221"/>
                </a:xfrm>
              </p:grpSpPr>
              <p:sp>
                <p:nvSpPr>
                  <p:cNvPr id="16408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4459" y="1536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kumimoji="1" lang="en-US" sz="16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endParaRPr>
                  </a:p>
                </p:txBody>
              </p:sp>
              <p:sp>
                <p:nvSpPr>
                  <p:cNvPr id="16409" name="Line 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59" y="720"/>
                    <a:ext cx="0" cy="81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kumimoji="1" lang="en-US" sz="16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endParaRPr>
                  </a:p>
                </p:txBody>
              </p:sp>
              <p:sp>
                <p:nvSpPr>
                  <p:cNvPr id="16410" name="Line 3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747" y="912"/>
                    <a:ext cx="288" cy="62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FA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kumimoji="1" lang="en-US" sz="16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endParaRPr>
                  </a:p>
                </p:txBody>
              </p:sp>
              <p:sp>
                <p:nvSpPr>
                  <p:cNvPr id="16411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59" y="912"/>
                    <a:ext cx="288" cy="624"/>
                  </a:xfrm>
                  <a:prstGeom prst="line">
                    <a:avLst/>
                  </a:prstGeom>
                  <a:noFill/>
                  <a:ln w="28575">
                    <a:solidFill>
                      <a:srgbClr val="0000FA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kumimoji="1" lang="en-US" sz="16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endParaRPr>
                  </a:p>
                </p:txBody>
              </p:sp>
              <p:sp>
                <p:nvSpPr>
                  <p:cNvPr id="16412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4459" y="912"/>
                    <a:ext cx="288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kumimoji="1" lang="en-US" sz="16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endParaRPr>
                  </a:p>
                </p:txBody>
              </p:sp>
              <p:sp>
                <p:nvSpPr>
                  <p:cNvPr id="16413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15" y="528"/>
                    <a:ext cx="146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eaLnBrk="1" hangingPunct="1">
                      <a:defRPr/>
                    </a:pPr>
                    <a:r>
                      <a:rPr kumimoji="0" lang="en-US" b="1">
                        <a:solidFill>
                          <a:prstClr val="black"/>
                        </a:solidFill>
                        <a:cs typeface="+mn-cs"/>
                      </a:rPr>
                      <a:t>F</a:t>
                    </a:r>
                  </a:p>
                </p:txBody>
              </p:sp>
              <p:sp>
                <p:nvSpPr>
                  <p:cNvPr id="16414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23" y="816"/>
                    <a:ext cx="278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eaLnBrk="1" hangingPunct="1">
                      <a:defRPr/>
                    </a:pPr>
                    <a:r>
                      <a:rPr kumimoji="0" lang="en-US" b="1">
                        <a:solidFill>
                          <a:prstClr val="black"/>
                        </a:solidFill>
                        <a:cs typeface="+mn-cs"/>
                      </a:rPr>
                      <a:t>10 N</a:t>
                    </a:r>
                  </a:p>
                </p:txBody>
              </p:sp>
              <p:sp>
                <p:nvSpPr>
                  <p:cNvPr id="16415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71" y="1440"/>
                    <a:ext cx="120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eaLnBrk="1" hangingPunct="1">
                      <a:defRPr/>
                    </a:pPr>
                    <a:r>
                      <a:rPr kumimoji="0" lang="en-US" b="1">
                        <a:solidFill>
                          <a:prstClr val="black"/>
                        </a:solidFill>
                        <a:cs typeface="+mn-cs"/>
                      </a:rPr>
                      <a:t>t</a:t>
                    </a:r>
                  </a:p>
                </p:txBody>
              </p:sp>
              <p:sp>
                <p:nvSpPr>
                  <p:cNvPr id="16416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39" y="1536"/>
                    <a:ext cx="198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eaLnBrk="1" hangingPunct="1">
                      <a:defRPr/>
                    </a:pPr>
                    <a:r>
                      <a:rPr kumimoji="0" lang="en-US" b="1">
                        <a:solidFill>
                          <a:prstClr val="black"/>
                        </a:solidFill>
                        <a:cs typeface="+mn-cs"/>
                      </a:rPr>
                      <a:t>2 s</a:t>
                    </a:r>
                  </a:p>
                </p:txBody>
              </p:sp>
              <p:sp>
                <p:nvSpPr>
                  <p:cNvPr id="16417" name="Line 4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47" y="960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kumimoji="1" lang="en-US" sz="1600">
                      <a:solidFill>
                        <a:prstClr val="black"/>
                      </a:solidFill>
                      <a:latin typeface="Times New Roman" pitchFamily="18" charset="0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6391" name="TextBox 32"/>
            <p:cNvSpPr txBox="1">
              <a:spLocks noChangeArrowheads="1"/>
            </p:cNvSpPr>
            <p:nvPr/>
          </p:nvSpPr>
          <p:spPr bwMode="auto">
            <a:xfrm>
              <a:off x="7772400" y="1600200"/>
              <a:ext cx="52802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lang="en-US">
                  <a:solidFill>
                    <a:prstClr val="black"/>
                  </a:solidFill>
                  <a:cs typeface="+mn-cs"/>
                </a:rPr>
                <a:t>Force </a:t>
              </a:r>
            </a:p>
            <a:p>
              <a:pPr eaLnBrk="1" hangingPunct="1">
                <a:defRPr/>
              </a:pPr>
              <a:r>
                <a:rPr lang="en-US">
                  <a:solidFill>
                    <a:prstClr val="black"/>
                  </a:solidFill>
                  <a:cs typeface="+mn-cs"/>
                </a:rPr>
                <a:t>curve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CONCEPT QUIZ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307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711200" y="4408489"/>
            <a:ext cx="10972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0950" indent="-1250950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300" dirty="0">
                <a:solidFill>
                  <a:srgbClr val="990033"/>
                </a:solidFill>
                <a:cs typeface="+mn-cs"/>
              </a:rPr>
              <a:t>	</a:t>
            </a:r>
            <a:r>
              <a:rPr kumimoji="0" lang="en-US" sz="2400" dirty="0">
                <a:solidFill>
                  <a:prstClr val="black"/>
                </a:solidFill>
                <a:cs typeface="+mn-cs"/>
              </a:rPr>
              <a:t>1)	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Draw the </a:t>
            </a:r>
            <a:r>
              <a:rPr kumimoji="0" lang="en-US" sz="2400" dirty="0" smtClean="0">
                <a:solidFill>
                  <a:srgbClr val="0000FA"/>
                </a:solidFill>
                <a:cs typeface="+mn-cs"/>
              </a:rPr>
              <a:t>momentum and impulse diagrams </a:t>
            </a: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of the crate.</a:t>
            </a:r>
          </a:p>
          <a:p>
            <a:pPr eaLnBrk="1" hangingPunct="1">
              <a:defRPr/>
            </a:pPr>
            <a:r>
              <a:rPr kumimoji="0" lang="en-US" sz="2400" dirty="0" smtClean="0">
                <a:solidFill>
                  <a:prstClr val="black"/>
                </a:solidFill>
                <a:cs typeface="+mn-cs"/>
              </a:rPr>
              <a:t>	2)	Apply the principle of impulse and momentum to determine the speed.</a:t>
            </a:r>
            <a:endParaRPr kumimoji="0" lang="en-US" sz="24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711200" y="4414838"/>
            <a:ext cx="284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9080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1200"/>
              </a:spcBef>
              <a:defRPr/>
            </a:pPr>
            <a:r>
              <a:rPr kumimoji="0" lang="en-US" sz="2400" b="1" dirty="0" smtClean="0">
                <a:solidFill>
                  <a:srgbClr val="990033"/>
                </a:solidFill>
                <a:cs typeface="+mn-cs"/>
              </a:rPr>
              <a:t>Plan</a:t>
            </a:r>
            <a:r>
              <a:rPr kumimoji="0" lang="en-US" sz="2400" b="1" dirty="0">
                <a:solidFill>
                  <a:srgbClr val="990033"/>
                </a:solidFill>
                <a:cs typeface="+mn-cs"/>
              </a:rPr>
              <a:t>:</a:t>
            </a:r>
            <a:endParaRPr kumimoji="0" lang="en-US" sz="2400" dirty="0">
              <a:solidFill>
                <a:srgbClr val="990033"/>
              </a:solidFill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3</a:t>
            </a:r>
            <a:endParaRPr lang="en-US" dirty="0" smtClean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486400" y="1208089"/>
            <a:ext cx="59944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914400" indent="-914400">
              <a:defRPr/>
            </a:pPr>
            <a:r>
              <a:rPr kumimoji="0" lang="en-US" altLang="en-US" sz="2400" b="1" dirty="0">
                <a:solidFill>
                  <a:srgbClr val="990033"/>
                </a:solidFill>
                <a:cs typeface="+mn-cs"/>
              </a:rPr>
              <a:t>Given:</a:t>
            </a:r>
            <a:r>
              <a:rPr kumimoji="0" lang="en-US" altLang="en-US" sz="2400" dirty="0">
                <a:solidFill>
                  <a:srgbClr val="990033"/>
                </a:solidFill>
                <a:cs typeface="+mn-cs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cs typeface="+mn-cs"/>
              </a:rPr>
              <a:t>The </a:t>
            </a:r>
            <a:r>
              <a:rPr lang="en-US" altLang="en-US" sz="2400" dirty="0" smtClean="0">
                <a:solidFill>
                  <a:prstClr val="black"/>
                </a:solidFill>
                <a:cs typeface="+mn-cs"/>
              </a:rPr>
              <a:t>40 </a:t>
            </a:r>
            <a:r>
              <a:rPr lang="en-US" altLang="en-US" sz="2400" dirty="0">
                <a:solidFill>
                  <a:prstClr val="black"/>
                </a:solidFill>
                <a:cs typeface="+mn-cs"/>
              </a:rPr>
              <a:t>kg crate is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moving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downward </a:t>
            </a:r>
            <a:r>
              <a:rPr lang="en-US" sz="2400" dirty="0">
                <a:solidFill>
                  <a:prstClr val="black"/>
                </a:solidFill>
                <a:cs typeface="+mn-cs"/>
              </a:rPr>
              <a:t>at 10 </a:t>
            </a:r>
            <a:r>
              <a:rPr lang="en-US" sz="2400" dirty="0" smtClean="0">
                <a:solidFill>
                  <a:prstClr val="black"/>
                </a:solidFill>
                <a:cs typeface="+mn-cs"/>
              </a:rPr>
              <a:t>m/s</a:t>
            </a:r>
            <a:r>
              <a:rPr lang="en-US" altLang="en-US" sz="2400" dirty="0" smtClean="0">
                <a:solidFill>
                  <a:prstClr val="black"/>
                </a:solidFill>
                <a:cs typeface="+mn-cs"/>
              </a:rPr>
              <a:t>.  The </a:t>
            </a:r>
            <a:r>
              <a:rPr lang="en-US" altLang="en-US" sz="2400" dirty="0">
                <a:solidFill>
                  <a:prstClr val="black"/>
                </a:solidFill>
                <a:cs typeface="+mn-cs"/>
              </a:rPr>
              <a:t>motor M </a:t>
            </a:r>
            <a:r>
              <a:rPr lang="en-US" altLang="en-US" sz="2400" dirty="0" smtClean="0">
                <a:solidFill>
                  <a:prstClr val="black"/>
                </a:solidFill>
                <a:cs typeface="+mn-cs"/>
              </a:rPr>
              <a:t>pulls </a:t>
            </a:r>
            <a:r>
              <a:rPr lang="en-US" altLang="en-US" sz="2400" dirty="0">
                <a:solidFill>
                  <a:prstClr val="black"/>
                </a:solidFill>
                <a:cs typeface="+mn-cs"/>
              </a:rPr>
              <a:t>on the cable with a </a:t>
            </a:r>
            <a:r>
              <a:rPr lang="en-US" altLang="en-US" sz="2400" dirty="0" smtClean="0">
                <a:solidFill>
                  <a:prstClr val="black"/>
                </a:solidFill>
                <a:cs typeface="+mn-cs"/>
              </a:rPr>
              <a:t>force </a:t>
            </a:r>
            <a:r>
              <a:rPr lang="en-US" altLang="en-US" sz="2400" dirty="0">
                <a:solidFill>
                  <a:prstClr val="black"/>
                </a:solidFill>
                <a:cs typeface="+mn-cs"/>
              </a:rPr>
              <a:t>of </a:t>
            </a:r>
            <a:r>
              <a:rPr lang="en-US" altLang="en-US" sz="2400" b="1" dirty="0">
                <a:solidFill>
                  <a:prstClr val="black"/>
                </a:solidFill>
                <a:cs typeface="+mn-cs"/>
              </a:rPr>
              <a:t>F, </a:t>
            </a:r>
            <a:r>
              <a:rPr lang="en-US" altLang="en-US" sz="2400" dirty="0">
                <a:solidFill>
                  <a:prstClr val="black"/>
                </a:solidFill>
                <a:cs typeface="+mn-cs"/>
              </a:rPr>
              <a:t>which has a </a:t>
            </a:r>
            <a:r>
              <a:rPr lang="en-US" altLang="en-US" sz="2400" dirty="0" smtClean="0">
                <a:solidFill>
                  <a:prstClr val="black"/>
                </a:solidFill>
                <a:cs typeface="+mn-cs"/>
              </a:rPr>
              <a:t>magnitude </a:t>
            </a:r>
            <a:r>
              <a:rPr lang="en-US" altLang="en-US" sz="2400" dirty="0">
                <a:solidFill>
                  <a:prstClr val="black"/>
                </a:solidFill>
                <a:cs typeface="+mn-cs"/>
              </a:rPr>
              <a:t>that varies as </a:t>
            </a:r>
            <a:r>
              <a:rPr lang="en-US" altLang="en-US" sz="2400" dirty="0" smtClean="0">
                <a:solidFill>
                  <a:prstClr val="black"/>
                </a:solidFill>
                <a:cs typeface="+mn-cs"/>
              </a:rPr>
              <a:t>shown </a:t>
            </a:r>
            <a:r>
              <a:rPr lang="en-US" altLang="en-US" sz="2400" dirty="0">
                <a:solidFill>
                  <a:prstClr val="black"/>
                </a:solidFill>
                <a:cs typeface="+mn-cs"/>
              </a:rPr>
              <a:t>on the graph.</a:t>
            </a:r>
            <a:endParaRPr kumimoji="0" lang="en-US" altLang="en-US" sz="2400" dirty="0">
              <a:solidFill>
                <a:prstClr val="black"/>
              </a:solidFill>
              <a:cs typeface="+mn-cs"/>
            </a:endParaRPr>
          </a:p>
        </p:txBody>
      </p:sp>
      <p:pic>
        <p:nvPicPr>
          <p:cNvPr id="15667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08088"/>
            <a:ext cx="4658784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486400" y="3527425"/>
            <a:ext cx="579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9080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z="2400" b="1" dirty="0">
                <a:solidFill>
                  <a:srgbClr val="990033"/>
                </a:solidFill>
                <a:cs typeface="+mn-cs"/>
              </a:rPr>
              <a:t>Find</a:t>
            </a:r>
            <a:r>
              <a:rPr kumimoji="0" lang="en-US" altLang="en-US" sz="2300" b="1" dirty="0">
                <a:solidFill>
                  <a:srgbClr val="990033"/>
                </a:solidFill>
                <a:cs typeface="+mn-cs"/>
              </a:rPr>
              <a:t>:</a:t>
            </a:r>
            <a:r>
              <a:rPr kumimoji="0" lang="en-US" altLang="en-US" sz="2300" dirty="0">
                <a:solidFill>
                  <a:srgbClr val="990033"/>
                </a:solidFill>
                <a:cs typeface="+mn-cs"/>
              </a:rPr>
              <a:t>	</a:t>
            </a:r>
            <a:r>
              <a:rPr kumimoji="0" lang="en-US" altLang="en-US" sz="2400" dirty="0">
                <a:solidFill>
                  <a:prstClr val="black"/>
                </a:solidFill>
                <a:cs typeface="+mn-cs"/>
              </a:rPr>
              <a:t>The speed of the crate when t = 6 s. </a:t>
            </a:r>
          </a:p>
        </p:txBody>
      </p:sp>
    </p:spTree>
    <p:extLst>
      <p:ext uri="{BB962C8B-B14F-4D97-AF65-F5344CB8AC3E}">
        <p14:creationId xmlns:p14="http://schemas.microsoft.com/office/powerpoint/2010/main" val="102045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1200" y="1295401"/>
            <a:ext cx="90424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1) The </a:t>
            </a:r>
            <a:r>
              <a:rPr lang="en-US" sz="2400" dirty="0">
                <a:solidFill>
                  <a:srgbClr val="0000FA"/>
                </a:solidFill>
                <a:latin typeface="Times New Roman" pitchFamily="18" charset="0"/>
                <a:cs typeface="+mn-cs"/>
              </a:rPr>
              <a:t>momentum and impulse diagrams are</a:t>
            </a:r>
            <a:endParaRPr kumimoji="1" lang="en-US" sz="2400" dirty="0">
              <a:solidFill>
                <a:srgbClr val="0000FA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3 (continued)</a:t>
            </a:r>
            <a:endParaRPr lang="en-US" dirty="0" smtClean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auto">
          <a:xfrm>
            <a:off x="1746251" y="1752600"/>
            <a:ext cx="5033277" cy="1799928"/>
            <a:chOff x="1302724" y="1621413"/>
            <a:chExt cx="5045831" cy="2405492"/>
          </a:xfrm>
        </p:grpSpPr>
        <p:sp>
          <p:nvSpPr>
            <p:cNvPr id="26" name="Text Box 12"/>
            <p:cNvSpPr txBox="1">
              <a:spLocks noChangeArrowheads="1"/>
            </p:cNvSpPr>
            <p:nvPr/>
          </p:nvSpPr>
          <p:spPr bwMode="auto">
            <a:xfrm>
              <a:off x="2157868" y="2289716"/>
              <a:ext cx="432877" cy="1028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4400" b="1" dirty="0">
                  <a:solidFill>
                    <a:prstClr val="black"/>
                  </a:solidFill>
                  <a:cs typeface="+mn-cs"/>
                </a:rPr>
                <a:t>+</a:t>
              </a:r>
            </a:p>
          </p:txBody>
        </p: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4180083" y="2310932"/>
              <a:ext cx="508134" cy="1028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4400" b="1" dirty="0">
                  <a:solidFill>
                    <a:prstClr val="black"/>
                  </a:solidFill>
                  <a:cs typeface="+mn-cs"/>
                </a:rPr>
                <a:t>=</a:t>
              </a:r>
            </a:p>
          </p:txBody>
        </p:sp>
        <p:grpSp>
          <p:nvGrpSpPr>
            <p:cNvPr id="157722" name="Group 5"/>
            <p:cNvGrpSpPr>
              <a:grpSpLocks/>
            </p:cNvGrpSpPr>
            <p:nvPr/>
          </p:nvGrpSpPr>
          <p:grpSpPr bwMode="auto">
            <a:xfrm>
              <a:off x="3044841" y="1621413"/>
              <a:ext cx="1352883" cy="2405492"/>
              <a:chOff x="3937660" y="1752600"/>
              <a:chExt cx="1352883" cy="2405492"/>
            </a:xfrm>
          </p:grpSpPr>
          <p:sp>
            <p:nvSpPr>
              <p:cNvPr id="28" name="Line 16"/>
              <p:cNvSpPr>
                <a:spLocks noChangeShapeType="1"/>
              </p:cNvSpPr>
              <p:nvPr/>
            </p:nvSpPr>
            <p:spPr bwMode="auto">
              <a:xfrm>
                <a:off x="4166830" y="1854437"/>
                <a:ext cx="0" cy="60889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32" name="Text Box 23"/>
              <p:cNvSpPr txBox="1">
                <a:spLocks noChangeArrowheads="1"/>
              </p:cNvSpPr>
              <p:nvPr/>
            </p:nvSpPr>
            <p:spPr bwMode="auto">
              <a:xfrm>
                <a:off x="3984343" y="3541105"/>
                <a:ext cx="1015947" cy="6169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 </a:t>
                </a:r>
                <a:r>
                  <a:rPr kumimoji="0" lang="en-US" sz="2400" b="1" i="1" dirty="0">
                    <a:solidFill>
                      <a:srgbClr val="FF0000"/>
                    </a:solidFill>
                    <a:cs typeface="+mn-cs"/>
                    <a:sym typeface="Symbol" pitchFamily="18" charset="2"/>
                  </a:rPr>
                  <a:t>W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sz="2400" dirty="0" err="1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dt</a:t>
                </a:r>
                <a:r>
                  <a:rPr kumimoji="0" 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  <a:endParaRPr kumimoji="0" lang="en-US" sz="2400" dirty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34" name="Rectangle 25"/>
              <p:cNvSpPr>
                <a:spLocks noChangeArrowheads="1"/>
              </p:cNvSpPr>
              <p:nvPr/>
            </p:nvSpPr>
            <p:spPr bwMode="auto">
              <a:xfrm>
                <a:off x="4266562" y="1752600"/>
                <a:ext cx="1023981" cy="6169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+mn-cs"/>
                    <a:sym typeface="Symbol" pitchFamily="18" charset="2"/>
                  </a:rPr>
                  <a:t> 2</a:t>
                </a:r>
                <a:r>
                  <a:rPr lang="en-US" sz="2400" b="1" i="1" dirty="0">
                    <a:solidFill>
                      <a:srgbClr val="FF0000"/>
                    </a:solidFill>
                    <a:latin typeface="Times New Roman" pitchFamily="18" charset="0"/>
                    <a:cs typeface="+mn-cs"/>
                    <a:sym typeface="Symbol" pitchFamily="18" charset="2"/>
                  </a:rPr>
                  <a:t>F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+mn-cs"/>
                    <a:sym typeface="Symbol" pitchFamily="18" charset="2"/>
                  </a:rPr>
                  <a:t> </a:t>
                </a:r>
                <a:r>
                  <a:rPr lang="en-US" sz="2400" dirty="0" err="1">
                    <a:solidFill>
                      <a:prstClr val="black"/>
                    </a:solidFill>
                    <a:latin typeface="Times New Roman" pitchFamily="18" charset="0"/>
                    <a:cs typeface="+mn-cs"/>
                    <a:sym typeface="Symbol" pitchFamily="18" charset="2"/>
                  </a:rPr>
                  <a:t>dt</a:t>
                </a:r>
                <a:endParaRPr lang="en-US" sz="2400" dirty="0">
                  <a:solidFill>
                    <a:prstClr val="black"/>
                  </a:solidFill>
                  <a:latin typeface="Times New Roman" pitchFamily="18" charset="0"/>
                  <a:cs typeface="+mn-cs"/>
                  <a:sym typeface="Symbol" pitchFamily="18" charset="2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937660" y="2463335"/>
                <a:ext cx="458340" cy="7128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1" lang="en-US" sz="16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Line 17"/>
              <p:cNvSpPr>
                <a:spLocks noChangeShapeType="1"/>
              </p:cNvSpPr>
              <p:nvPr/>
            </p:nvSpPr>
            <p:spPr bwMode="auto">
              <a:xfrm>
                <a:off x="4192294" y="2898261"/>
                <a:ext cx="0" cy="611019"/>
              </a:xfrm>
              <a:prstGeom prst="line">
                <a:avLst/>
              </a:prstGeom>
              <a:noFill/>
              <a:ln w="38100">
                <a:solidFill>
                  <a:srgbClr val="0000FA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grpSp>
          <p:nvGrpSpPr>
            <p:cNvPr id="157723" name="Group 4"/>
            <p:cNvGrpSpPr>
              <a:grpSpLocks/>
            </p:cNvGrpSpPr>
            <p:nvPr/>
          </p:nvGrpSpPr>
          <p:grpSpPr bwMode="auto">
            <a:xfrm>
              <a:off x="1386257" y="2310823"/>
              <a:ext cx="457150" cy="1017151"/>
              <a:chOff x="1219200" y="2362200"/>
              <a:chExt cx="457150" cy="1017151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218422" y="2362310"/>
                <a:ext cx="458341" cy="71073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1" lang="en-US" sz="1600">
                  <a:solidFill>
                    <a:prstClr val="white"/>
                  </a:solidFill>
                </a:endParaRPr>
              </a:p>
            </p:txBody>
          </p:sp>
          <p:sp>
            <p:nvSpPr>
              <p:cNvPr id="39" name="Line 17"/>
              <p:cNvSpPr>
                <a:spLocks noChangeShapeType="1"/>
              </p:cNvSpPr>
              <p:nvPr/>
            </p:nvSpPr>
            <p:spPr bwMode="auto">
              <a:xfrm>
                <a:off x="1447593" y="2769656"/>
                <a:ext cx="0" cy="608897"/>
              </a:xfrm>
              <a:prstGeom prst="line">
                <a:avLst/>
              </a:prstGeom>
              <a:noFill/>
              <a:ln w="38100">
                <a:solidFill>
                  <a:srgbClr val="0000FA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sp>
          <p:nvSpPr>
            <p:cNvPr id="41" name="Text Box 29"/>
            <p:cNvSpPr txBox="1">
              <a:spLocks noChangeArrowheads="1"/>
            </p:cNvSpPr>
            <p:nvPr/>
          </p:nvSpPr>
          <p:spPr bwMode="auto">
            <a:xfrm>
              <a:off x="1302724" y="3327176"/>
              <a:ext cx="664013" cy="616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 smtClean="0">
                  <a:solidFill>
                    <a:prstClr val="black"/>
                  </a:solidFill>
                  <a:cs typeface="+mn-cs"/>
                </a:rPr>
                <a:t>m</a:t>
              </a:r>
              <a:r>
                <a:rPr kumimoji="0" lang="en-US" sz="2400" b="1" i="1" dirty="0" smtClean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="1" i="1" baseline="-25000" dirty="0" smtClean="0">
                  <a:solidFill>
                    <a:srgbClr val="FF0000"/>
                  </a:solidFill>
                  <a:cs typeface="+mn-cs"/>
                </a:rPr>
                <a:t>1</a:t>
              </a:r>
              <a:endParaRPr kumimoji="0" lang="en-US" sz="2400" baseline="-25000" dirty="0">
                <a:solidFill>
                  <a:srgbClr val="FF0000"/>
                </a:solidFill>
                <a:cs typeface="+mn-cs"/>
              </a:endParaRPr>
            </a:p>
          </p:txBody>
        </p:sp>
        <p:grpSp>
          <p:nvGrpSpPr>
            <p:cNvPr id="157725" name="Group 41"/>
            <p:cNvGrpSpPr>
              <a:grpSpLocks/>
            </p:cNvGrpSpPr>
            <p:nvPr/>
          </p:nvGrpSpPr>
          <p:grpSpPr bwMode="auto">
            <a:xfrm>
              <a:off x="5105400" y="2362198"/>
              <a:ext cx="457150" cy="1017151"/>
              <a:chOff x="1219200" y="2362200"/>
              <a:chExt cx="457150" cy="1017151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219052" y="2361853"/>
                <a:ext cx="458341" cy="7128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1" lang="en-US" sz="1600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Line 17"/>
              <p:cNvSpPr>
                <a:spLocks noChangeShapeType="1"/>
              </p:cNvSpPr>
              <p:nvPr/>
            </p:nvSpPr>
            <p:spPr bwMode="auto">
              <a:xfrm>
                <a:off x="1448222" y="2769199"/>
                <a:ext cx="0" cy="61101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arrow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kumimoji="1"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endParaRPr>
              </a:p>
            </p:txBody>
          </p:sp>
        </p:grpSp>
        <p:sp>
          <p:nvSpPr>
            <p:cNvPr id="45" name="Text Box 29"/>
            <p:cNvSpPr txBox="1">
              <a:spLocks noChangeArrowheads="1"/>
            </p:cNvSpPr>
            <p:nvPr/>
          </p:nvSpPr>
          <p:spPr bwMode="auto">
            <a:xfrm>
              <a:off x="5684542" y="2444592"/>
              <a:ext cx="664013" cy="616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 smtClean="0">
                  <a:solidFill>
                    <a:prstClr val="black"/>
                  </a:solidFill>
                  <a:cs typeface="+mn-cs"/>
                </a:rPr>
                <a:t>m</a:t>
              </a:r>
              <a:r>
                <a:rPr kumimoji="0" lang="en-US" sz="2400" b="1" i="1" dirty="0" smtClean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b="1" i="1" baseline="-25000" dirty="0">
                  <a:solidFill>
                    <a:srgbClr val="FF0000"/>
                  </a:solidFill>
                  <a:cs typeface="+mn-cs"/>
                </a:rPr>
                <a:t>2</a:t>
              </a:r>
              <a:endParaRPr kumimoji="0" lang="en-US" sz="2400" baseline="-25000" dirty="0">
                <a:solidFill>
                  <a:srgbClr val="FF0000"/>
                </a:solidFill>
                <a:cs typeface="+mn-cs"/>
              </a:endParaRPr>
            </a:p>
          </p:txBody>
        </p:sp>
      </p:grpSp>
      <p:sp>
        <p:nvSpPr>
          <p:cNvPr id="46" name="Text Box 3"/>
          <p:cNvSpPr txBox="1">
            <a:spLocks noChangeArrowheads="1"/>
          </p:cNvSpPr>
          <p:nvPr/>
        </p:nvSpPr>
        <p:spPr bwMode="auto">
          <a:xfrm>
            <a:off x="508001" y="914400"/>
            <a:ext cx="1382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</a:tabLs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sz="2400" b="1" u="sng" dirty="0">
                <a:solidFill>
                  <a:srgbClr val="990033"/>
                </a:solidFill>
                <a:cs typeface="+mn-cs"/>
              </a:rPr>
              <a:t>Solution:</a:t>
            </a:r>
            <a:endParaRPr kumimoji="0" lang="en-US" sz="2400" u="sng" dirty="0">
              <a:solidFill>
                <a:srgbClr val="990033"/>
              </a:solidFill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" r="31966"/>
          <a:stretch>
            <a:fillRect/>
          </a:stretch>
        </p:blipFill>
        <p:spPr bwMode="auto">
          <a:xfrm>
            <a:off x="9328151" y="3462339"/>
            <a:ext cx="2074333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1056218" y="3870326"/>
            <a:ext cx="6615236" cy="1217772"/>
            <a:chOff x="791904" y="3730438"/>
            <a:chExt cx="4961313" cy="1217181"/>
          </a:xfrm>
        </p:grpSpPr>
        <p:grpSp>
          <p:nvGrpSpPr>
            <p:cNvPr id="157712" name="Group 10"/>
            <p:cNvGrpSpPr>
              <a:grpSpLocks/>
            </p:cNvGrpSpPr>
            <p:nvPr/>
          </p:nvGrpSpPr>
          <p:grpSpPr bwMode="auto">
            <a:xfrm>
              <a:off x="990336" y="4131882"/>
              <a:ext cx="4762881" cy="815737"/>
              <a:chOff x="761736" y="4312069"/>
              <a:chExt cx="4762881" cy="815737"/>
            </a:xfrm>
          </p:grpSpPr>
          <p:sp>
            <p:nvSpPr>
              <p:cNvPr id="50" name="Rectangle 26"/>
              <p:cNvSpPr>
                <a:spLocks noChangeArrowheads="1"/>
              </p:cNvSpPr>
              <p:nvPr/>
            </p:nvSpPr>
            <p:spPr bwMode="auto">
              <a:xfrm>
                <a:off x="1353860" y="4494542"/>
                <a:ext cx="4170757" cy="461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Aft>
                    <a:spcPts val="1800"/>
                  </a:spcAft>
                  <a:defRPr/>
                </a:pPr>
                <a:r>
                  <a:rPr kumimoji="0" lang="en-US" altLang="en-US" sz="2400" dirty="0" smtClean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2 F </a:t>
                </a:r>
                <a:r>
                  <a:rPr kumimoji="0" lang="en-US" altLang="en-US" sz="2400" dirty="0" err="1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dt</a:t>
                </a:r>
                <a:r>
                  <a:rPr kumimoji="0" lang="en-US" alt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= </a:t>
                </a:r>
                <a:r>
                  <a:rPr kumimoji="0" lang="en-US" altLang="en-US" sz="2400" dirty="0" smtClean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2 [0.5 ( 150 + 450 ) 6 ] = </a:t>
                </a:r>
                <a:r>
                  <a:rPr kumimoji="0" lang="en-US" altLang="en-US" sz="2400" dirty="0" smtClean="0">
                    <a:solidFill>
                      <a:srgbClr val="0000FA"/>
                    </a:solidFill>
                    <a:cs typeface="+mn-cs"/>
                    <a:sym typeface="Symbol" pitchFamily="18" charset="2"/>
                  </a:rPr>
                  <a:t>3600 </a:t>
                </a:r>
                <a:r>
                  <a:rPr kumimoji="0" lang="en-US" altLang="en-US" sz="2400" dirty="0">
                    <a:solidFill>
                      <a:srgbClr val="0000FA"/>
                    </a:solidFill>
                    <a:cs typeface="+mn-cs"/>
                    <a:sym typeface="Symbol" pitchFamily="18" charset="2"/>
                  </a:rPr>
                  <a:t>Ns </a:t>
                </a:r>
                <a:endParaRPr lang="en-US" altLang="en-US" sz="2400" dirty="0">
                  <a:solidFill>
                    <a:srgbClr val="0000FA"/>
                  </a:solidFill>
                  <a:cs typeface="+mn-cs"/>
                </a:endParaRPr>
              </a:p>
            </p:txBody>
          </p:sp>
          <p:grpSp>
            <p:nvGrpSpPr>
              <p:cNvPr id="157715" name="Group 31"/>
              <p:cNvGrpSpPr>
                <a:grpSpLocks/>
              </p:cNvGrpSpPr>
              <p:nvPr/>
            </p:nvGrpSpPr>
            <p:grpSpPr bwMode="auto">
              <a:xfrm>
                <a:off x="1274485" y="4312069"/>
                <a:ext cx="216638" cy="815737"/>
                <a:chOff x="1814734" y="5028446"/>
                <a:chExt cx="216666" cy="815811"/>
              </a:xfrm>
            </p:grpSpPr>
            <p:sp>
              <p:nvSpPr>
                <p:cNvPr id="52" name="Rectangle 12"/>
                <p:cNvSpPr>
                  <a:spLocks noChangeArrowheads="1"/>
                </p:cNvSpPr>
                <p:nvPr/>
              </p:nvSpPr>
              <p:spPr bwMode="auto">
                <a:xfrm>
                  <a:off x="1814734" y="5164917"/>
                  <a:ext cx="106373" cy="5506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kumimoji="0" lang="en-US" altLang="en-US" sz="3600" dirty="0">
                      <a:solidFill>
                        <a:prstClr val="black"/>
                      </a:solidFill>
                      <a:latin typeface="Symbol" pitchFamily="18" charset="2"/>
                      <a:cs typeface="+mn-cs"/>
                    </a:rPr>
                    <a:t>ò</a:t>
                  </a:r>
                </a:p>
              </p:txBody>
            </p:sp>
            <p:sp>
              <p:nvSpPr>
                <p:cNvPr id="53" name="Rectangle 17"/>
                <p:cNvSpPr>
                  <a:spLocks noChangeArrowheads="1"/>
                </p:cNvSpPr>
                <p:nvPr/>
              </p:nvSpPr>
              <p:spPr bwMode="auto">
                <a:xfrm>
                  <a:off x="1863951" y="5598133"/>
                  <a:ext cx="76952" cy="2461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kumimoji="0" lang="en-US" altLang="en-US" dirty="0">
                      <a:solidFill>
                        <a:prstClr val="black"/>
                      </a:solidFill>
                      <a:cs typeface="+mn-cs"/>
                    </a:rPr>
                    <a:t>0</a:t>
                  </a:r>
                  <a:endParaRPr kumimoji="0" lang="en-US" altLang="en-US" baseline="-25000" dirty="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54" name="Rectangle 17"/>
                <p:cNvSpPr>
                  <a:spLocks noChangeArrowheads="1"/>
                </p:cNvSpPr>
                <p:nvPr/>
              </p:nvSpPr>
              <p:spPr bwMode="auto">
                <a:xfrm>
                  <a:off x="1954448" y="5028446"/>
                  <a:ext cx="76952" cy="2461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kumimoji="0" lang="en-US" altLang="en-US">
                      <a:solidFill>
                        <a:prstClr val="black"/>
                      </a:solidFill>
                      <a:cs typeface="+mn-cs"/>
                    </a:rPr>
                    <a:t>6</a:t>
                  </a:r>
                  <a:endParaRPr kumimoji="0" lang="en-US" altLang="en-US" baseline="-250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</p:grpSp>
          <p:sp>
            <p:nvSpPr>
              <p:cNvPr id="49" name="Rectangle 33"/>
              <p:cNvSpPr>
                <a:spLocks noChangeArrowheads="1"/>
              </p:cNvSpPr>
              <p:nvPr/>
            </p:nvSpPr>
            <p:spPr bwMode="auto">
              <a:xfrm>
                <a:off x="761736" y="4440593"/>
                <a:ext cx="441457" cy="461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en-US" sz="2400" dirty="0">
                    <a:solidFill>
                      <a:prstClr val="black"/>
                    </a:solidFill>
                    <a:cs typeface="+mn-cs"/>
                  </a:rPr>
                  <a:t>+↑ </a:t>
                </a:r>
                <a:endParaRPr lang="en-US" altLang="en-US" dirty="0">
                  <a:solidFill>
                    <a:prstClr val="black"/>
                  </a:solidFill>
                  <a:cs typeface="+mn-cs"/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791904" y="3730438"/>
              <a:ext cx="3261876" cy="461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1800"/>
                </a:spcAft>
                <a:defRPr/>
              </a:pPr>
              <a:r>
                <a:rPr lang="en-US" altLang="en-US" sz="2400" dirty="0">
                  <a:solidFill>
                    <a:srgbClr val="0000FA"/>
                  </a:solidFill>
                  <a:latin typeface="Times New Roman" pitchFamily="18" charset="0"/>
                  <a:cs typeface="+mn-cs"/>
                </a:rPr>
                <a:t>The impulse due to cable force is:</a:t>
              </a:r>
            </a:p>
          </p:txBody>
        </p:sp>
      </p:grp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1109134" y="5257800"/>
            <a:ext cx="6055494" cy="1195546"/>
            <a:chOff x="838200" y="5181600"/>
            <a:chExt cx="4541786" cy="1195981"/>
          </a:xfrm>
        </p:grpSpPr>
        <p:grpSp>
          <p:nvGrpSpPr>
            <p:cNvPr id="157705" name="Group 12"/>
            <p:cNvGrpSpPr>
              <a:grpSpLocks/>
            </p:cNvGrpSpPr>
            <p:nvPr/>
          </p:nvGrpSpPr>
          <p:grpSpPr bwMode="auto">
            <a:xfrm>
              <a:off x="1100148" y="5562739"/>
              <a:ext cx="4279838" cy="814842"/>
              <a:chOff x="1234713" y="5608365"/>
              <a:chExt cx="4279838" cy="814842"/>
            </a:xfrm>
          </p:grpSpPr>
          <p:sp>
            <p:nvSpPr>
              <p:cNvPr id="56" name="Rectangle 36"/>
              <p:cNvSpPr>
                <a:spLocks noChangeArrowheads="1"/>
              </p:cNvSpPr>
              <p:nvPr/>
            </p:nvSpPr>
            <p:spPr bwMode="auto">
              <a:xfrm>
                <a:off x="1234713" y="5786230"/>
                <a:ext cx="4279838" cy="4618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Aft>
                    <a:spcPts val="1200"/>
                  </a:spcAft>
                  <a:defRPr/>
                </a:pPr>
                <a:r>
                  <a:rPr kumimoji="0" lang="en-US" altLang="en-US" sz="2400" dirty="0" smtClean="0">
                    <a:solidFill>
                      <a:prstClr val="black"/>
                    </a:solidFill>
                    <a:cs typeface="+mn-cs"/>
                  </a:rPr>
                  <a:t>+↑    </a:t>
                </a:r>
                <a:r>
                  <a:rPr kumimoji="0" lang="en-US" altLang="en-US" sz="2400" dirty="0">
                    <a:solidFill>
                      <a:prstClr val="black"/>
                    </a:solidFill>
                    <a:cs typeface="+mn-cs"/>
                  </a:rPr>
                  <a:t>(</a:t>
                </a:r>
                <a:r>
                  <a:rPr kumimoji="0" lang="en-US" altLang="en-US" sz="2400" dirty="0">
                    <a:solidFill>
                      <a:prstClr val="black"/>
                    </a:solidFill>
                    <a:cs typeface="Times New Roman" pitchFamily="18" charset="0"/>
                    <a:sym typeface="Symbol" pitchFamily="18" charset="2"/>
                  </a:rPr>
                  <a:t>− </a:t>
                </a:r>
                <a:r>
                  <a:rPr kumimoji="0" lang="en-US" alt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W</a:t>
                </a:r>
                <a:r>
                  <a:rPr kumimoji="0" lang="en-US" altLang="en-US" sz="2400" dirty="0" smtClean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) </a:t>
                </a:r>
                <a:r>
                  <a:rPr kumimoji="0" lang="en-US" altLang="en-US" sz="2400" dirty="0" err="1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dt</a:t>
                </a:r>
                <a:r>
                  <a:rPr kumimoji="0" lang="en-US" alt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= </a:t>
                </a:r>
                <a:r>
                  <a:rPr kumimoji="0" lang="en-US" altLang="en-US" sz="2400" dirty="0" smtClean="0">
                    <a:solidFill>
                      <a:prstClr val="black"/>
                    </a:solidFill>
                    <a:cs typeface="Times New Roman" pitchFamily="18" charset="0"/>
                    <a:sym typeface="Symbol" pitchFamily="18" charset="2"/>
                  </a:rPr>
                  <a:t>−40 (9.81)</a:t>
                </a:r>
                <a:r>
                  <a:rPr kumimoji="0" lang="en-US" altLang="en-US" sz="2400" dirty="0" smtClean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 </a:t>
                </a:r>
                <a:r>
                  <a:rPr kumimoji="0" lang="en-US" alt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(</a:t>
                </a:r>
                <a:r>
                  <a:rPr kumimoji="0" lang="en-US" altLang="en-US" sz="2400" dirty="0" smtClean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6) </a:t>
                </a:r>
                <a:r>
                  <a:rPr kumimoji="0" lang="en-US" altLang="en-US" sz="2400" dirty="0">
                    <a:solidFill>
                      <a:prstClr val="black"/>
                    </a:solidFill>
                    <a:cs typeface="+mn-cs"/>
                    <a:sym typeface="Symbol" pitchFamily="18" charset="2"/>
                  </a:rPr>
                  <a:t>= </a:t>
                </a:r>
                <a:r>
                  <a:rPr kumimoji="0" lang="en-US" altLang="en-US" sz="2400" dirty="0">
                    <a:solidFill>
                      <a:srgbClr val="0000FA"/>
                    </a:solidFill>
                    <a:cs typeface="Times New Roman" pitchFamily="18" charset="0"/>
                    <a:sym typeface="Symbol" pitchFamily="18" charset="2"/>
                  </a:rPr>
                  <a:t>− </a:t>
                </a:r>
                <a:r>
                  <a:rPr kumimoji="0" lang="en-US" altLang="en-US" sz="2400" dirty="0" smtClean="0">
                    <a:solidFill>
                      <a:srgbClr val="0000FA"/>
                    </a:solidFill>
                    <a:cs typeface="+mn-cs"/>
                    <a:sym typeface="Symbol" pitchFamily="18" charset="2"/>
                  </a:rPr>
                  <a:t>2354 </a:t>
                </a:r>
                <a:r>
                  <a:rPr kumimoji="0" lang="en-US" altLang="en-US" sz="2400" dirty="0">
                    <a:solidFill>
                      <a:srgbClr val="0000FA"/>
                    </a:solidFill>
                    <a:cs typeface="+mn-cs"/>
                    <a:sym typeface="Symbol" pitchFamily="18" charset="2"/>
                  </a:rPr>
                  <a:t>Ns </a:t>
                </a:r>
                <a:endParaRPr lang="en-US" altLang="en-US" sz="2400" dirty="0">
                  <a:solidFill>
                    <a:srgbClr val="0000FA"/>
                  </a:solidFill>
                  <a:cs typeface="+mn-cs"/>
                </a:endParaRPr>
              </a:p>
            </p:txBody>
          </p:sp>
          <p:grpSp>
            <p:nvGrpSpPr>
              <p:cNvPr id="157708" name="Group 31"/>
              <p:cNvGrpSpPr>
                <a:grpSpLocks/>
              </p:cNvGrpSpPr>
              <p:nvPr/>
            </p:nvGrpSpPr>
            <p:grpSpPr bwMode="auto">
              <a:xfrm>
                <a:off x="1730029" y="5608365"/>
                <a:ext cx="232526" cy="814842"/>
                <a:chOff x="2173525" y="4953139"/>
                <a:chExt cx="232503" cy="814920"/>
              </a:xfrm>
            </p:grpSpPr>
            <p:sp>
              <p:nvSpPr>
                <p:cNvPr id="58" name="Rectangle 12"/>
                <p:cNvSpPr>
                  <a:spLocks noChangeArrowheads="1"/>
                </p:cNvSpPr>
                <p:nvPr/>
              </p:nvSpPr>
              <p:spPr bwMode="auto">
                <a:xfrm>
                  <a:off x="2173525" y="5089727"/>
                  <a:ext cx="106355" cy="5495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kumimoji="0" lang="en-US" altLang="en-US" sz="3600">
                      <a:solidFill>
                        <a:prstClr val="black"/>
                      </a:solidFill>
                      <a:latin typeface="Symbol" pitchFamily="18" charset="2"/>
                      <a:cs typeface="+mn-cs"/>
                    </a:rPr>
                    <a:t>ò</a:t>
                  </a:r>
                </a:p>
              </p:txBody>
            </p:sp>
            <p:sp>
              <p:nvSpPr>
                <p:cNvPr id="59" name="Rectangle 17"/>
                <p:cNvSpPr>
                  <a:spLocks noChangeArrowheads="1"/>
                </p:cNvSpPr>
                <p:nvPr/>
              </p:nvSpPr>
              <p:spPr bwMode="auto">
                <a:xfrm>
                  <a:off x="2279880" y="5521725"/>
                  <a:ext cx="76939" cy="2463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kumimoji="0" lang="en-US" altLang="en-US" dirty="0">
                      <a:solidFill>
                        <a:prstClr val="black"/>
                      </a:solidFill>
                      <a:cs typeface="+mn-cs"/>
                    </a:rPr>
                    <a:t>0</a:t>
                  </a:r>
                  <a:endParaRPr kumimoji="0" lang="en-US" altLang="en-US" baseline="-25000" dirty="0">
                    <a:solidFill>
                      <a:prstClr val="black"/>
                    </a:solidFill>
                    <a:cs typeface="+mn-cs"/>
                  </a:endParaRPr>
                </a:p>
              </p:txBody>
            </p:sp>
            <p:sp>
              <p:nvSpPr>
                <p:cNvPr id="60" name="Rectangle 17"/>
                <p:cNvSpPr>
                  <a:spLocks noChangeArrowheads="1"/>
                </p:cNvSpPr>
                <p:nvPr/>
              </p:nvSpPr>
              <p:spPr bwMode="auto">
                <a:xfrm>
                  <a:off x="2329089" y="4953139"/>
                  <a:ext cx="76939" cy="2463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kumimoji="0" lang="en-US" altLang="en-US">
                      <a:solidFill>
                        <a:prstClr val="black"/>
                      </a:solidFill>
                      <a:cs typeface="+mn-cs"/>
                    </a:rPr>
                    <a:t>6</a:t>
                  </a:r>
                  <a:endParaRPr kumimoji="0" lang="en-US" altLang="en-US" baseline="-25000">
                    <a:solidFill>
                      <a:prstClr val="black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12" name="Rectangle 11"/>
            <p:cNvSpPr/>
            <p:nvPr/>
          </p:nvSpPr>
          <p:spPr>
            <a:xfrm>
              <a:off x="838200" y="5181600"/>
              <a:ext cx="2872526" cy="461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1200"/>
                </a:spcAft>
                <a:defRPr/>
              </a:pPr>
              <a:r>
                <a:rPr lang="en-US" altLang="en-US" sz="2400" dirty="0">
                  <a:solidFill>
                    <a:srgbClr val="0000FA"/>
                  </a:solidFill>
                  <a:latin typeface="Times New Roman" pitchFamily="18" charset="0"/>
                  <a:cs typeface="+mn-cs"/>
                </a:rPr>
                <a:t>The impulse due to weight is: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969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1200" y="998538"/>
            <a:ext cx="10668000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2) Apply the principle of impulse and momentum to determine</a:t>
            </a:r>
            <a:br>
              <a: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</a:b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    the velocity. </a:t>
            </a:r>
            <a:endParaRPr kumimoji="1" lang="en-US" sz="24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228600"/>
            <a:ext cx="10515600" cy="762000"/>
          </a:xfrm>
          <a:prstGeom prst="rect">
            <a:avLst/>
          </a:prstGeom>
        </p:spPr>
        <p:txBody>
          <a:bodyPr/>
          <a:lstStyle/>
          <a:p>
            <a:pPr eaLnBrk="1" hangingPunct="1">
              <a:spcAft>
                <a:spcPts val="0"/>
              </a:spcAft>
              <a:defRPr/>
            </a:pPr>
            <a:r>
              <a:rPr lang="en-US" sz="2400" dirty="0" smtClean="0">
                <a:ea typeface="+mn-ea"/>
                <a:cs typeface="+mn-cs"/>
              </a:rPr>
              <a:t>Example 3 (continued)</a:t>
            </a:r>
            <a:endParaRPr lang="en-US" dirty="0" smtClean="0"/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574800" y="2590801"/>
            <a:ext cx="8534400" cy="904875"/>
            <a:chOff x="914716" y="1871551"/>
            <a:chExt cx="6400215" cy="905098"/>
          </a:xfrm>
        </p:grpSpPr>
        <p:sp>
          <p:nvSpPr>
            <p:cNvPr id="43" name="Text Box 7"/>
            <p:cNvSpPr txBox="1">
              <a:spLocks noChangeArrowheads="1"/>
            </p:cNvSpPr>
            <p:nvPr/>
          </p:nvSpPr>
          <p:spPr bwMode="auto">
            <a:xfrm>
              <a:off x="914716" y="2122438"/>
              <a:ext cx="6400215" cy="460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en-US" sz="2400" dirty="0" smtClean="0">
                  <a:solidFill>
                    <a:prstClr val="black"/>
                  </a:solidFill>
                  <a:cs typeface="+mn-cs"/>
                  <a:sym typeface="Symbol"/>
                </a:rPr>
                <a:t>+ </a:t>
              </a:r>
              <a:r>
                <a:rPr kumimoji="0" lang="en-US" altLang="en-US" sz="2400" dirty="0" smtClean="0">
                  <a:solidFill>
                    <a:srgbClr val="0000FA"/>
                  </a:solidFill>
                  <a:cs typeface="+mn-cs"/>
                  <a:sym typeface="Symbol"/>
                </a:rPr>
                <a:t> </a:t>
              </a:r>
              <a:r>
                <a:rPr kumimoji="0" lang="en-US" altLang="en-US" sz="2400" dirty="0" smtClean="0">
                  <a:solidFill>
                    <a:prstClr val="black"/>
                  </a:solidFill>
                  <a:cs typeface="+mn-cs"/>
                </a:rPr>
                <a:t>mv</a:t>
              </a:r>
              <a:r>
                <a:rPr kumimoji="0" lang="en-US" altLang="en-US" sz="2400" baseline="-25000" dirty="0" smtClean="0">
                  <a:solidFill>
                    <a:prstClr val="black"/>
                  </a:solidFill>
                  <a:cs typeface="+mn-cs"/>
                </a:rPr>
                <a:t>1</a:t>
              </a:r>
              <a:r>
                <a:rPr kumimoji="0" lang="en-US" altLang="en-US" sz="2400" dirty="0" smtClean="0">
                  <a:solidFill>
                    <a:prstClr val="black"/>
                  </a:solidFill>
                  <a:cs typeface="+mn-cs"/>
                </a:rPr>
                <a:t> </a:t>
              </a:r>
              <a:r>
                <a:rPr kumimoji="0" lang="en-US" altLang="en-US" sz="2400" dirty="0" smtClean="0">
                  <a:solidFill>
                    <a:prstClr val="black"/>
                  </a:solidFill>
                  <a:cs typeface="+mn-cs"/>
                  <a:sym typeface="Symbol"/>
                </a:rPr>
                <a:t></a:t>
              </a:r>
              <a:r>
                <a:rPr kumimoji="0" lang="en-US" altLang="en-US" sz="2400" dirty="0" smtClean="0">
                  <a:solidFill>
                    <a:prstClr val="black"/>
                  </a:solidFill>
                  <a:cs typeface="+mn-cs"/>
                </a:rPr>
                <a:t> </a:t>
              </a:r>
              <a:r>
                <a:rPr kumimoji="0" lang="en-US" altLang="en-US" sz="2400" dirty="0" smtClean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   W </a:t>
              </a:r>
              <a:r>
                <a:rPr kumimoji="0" lang="en-US" altLang="en-US" sz="2400" dirty="0" err="1">
                  <a:solidFill>
                    <a:prstClr val="black"/>
                  </a:solidFill>
                  <a:cs typeface="+mn-cs"/>
                  <a:sym typeface="Symbol" pitchFamily="18" charset="2"/>
                </a:rPr>
                <a:t>dt</a:t>
              </a:r>
              <a:r>
                <a:rPr kumimoji="0" lang="en-US" alt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</a:t>
              </a:r>
              <a:r>
                <a:rPr kumimoji="0" lang="en-US" altLang="en-US" sz="2400" dirty="0">
                  <a:solidFill>
                    <a:prstClr val="black"/>
                  </a:solidFill>
                  <a:cs typeface="+mn-cs"/>
                </a:rPr>
                <a:t>+ </a:t>
              </a:r>
              <a:r>
                <a:rPr kumimoji="0" lang="en-US" alt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   </a:t>
              </a:r>
              <a:r>
                <a:rPr kumimoji="0" lang="en-US" altLang="en-US" sz="2400" dirty="0" smtClean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2F </a:t>
              </a:r>
              <a:r>
                <a:rPr kumimoji="0" lang="en-US" altLang="en-US" sz="2400" dirty="0" err="1">
                  <a:solidFill>
                    <a:prstClr val="black"/>
                  </a:solidFill>
                  <a:cs typeface="+mn-cs"/>
                  <a:sym typeface="Symbol" pitchFamily="18" charset="2"/>
                </a:rPr>
                <a:t>dt</a:t>
              </a:r>
              <a:r>
                <a:rPr kumimoji="0" lang="en-US" alt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</a:t>
              </a:r>
              <a:r>
                <a:rPr kumimoji="0" lang="en-US" altLang="en-US" sz="2400" dirty="0" smtClean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= mv</a:t>
              </a:r>
              <a:r>
                <a:rPr kumimoji="0" lang="en-US" altLang="en-US" sz="2400" baseline="-25000" dirty="0" smtClean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2</a:t>
              </a:r>
              <a:endParaRPr kumimoji="0" lang="en-US" altLang="en-US" sz="2400" dirty="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158732" name="Group 6"/>
            <p:cNvGrpSpPr>
              <a:grpSpLocks/>
            </p:cNvGrpSpPr>
            <p:nvPr/>
          </p:nvGrpSpPr>
          <p:grpSpPr bwMode="auto">
            <a:xfrm>
              <a:off x="2430491" y="1871551"/>
              <a:ext cx="312709" cy="871649"/>
              <a:chOff x="2329523" y="3489372"/>
              <a:chExt cx="312709" cy="871649"/>
            </a:xfrm>
          </p:grpSpPr>
          <p:sp>
            <p:nvSpPr>
              <p:cNvPr id="45" name="Rectangle 10"/>
              <p:cNvSpPr>
                <a:spLocks noChangeArrowheads="1"/>
              </p:cNvSpPr>
              <p:nvPr/>
            </p:nvSpPr>
            <p:spPr bwMode="auto">
              <a:xfrm>
                <a:off x="2439199" y="3489372"/>
                <a:ext cx="203181" cy="246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en-US" dirty="0">
                    <a:solidFill>
                      <a:prstClr val="black"/>
                    </a:solidFill>
                    <a:cs typeface="+mn-cs"/>
                  </a:rPr>
                  <a:t>6</a:t>
                </a:r>
                <a:endParaRPr kumimoji="0" lang="en-US" altLang="en-US" baseline="-25000" dirty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47" name="Rectangle 11"/>
              <p:cNvSpPr>
                <a:spLocks noChangeArrowheads="1"/>
              </p:cNvSpPr>
              <p:nvPr/>
            </p:nvSpPr>
            <p:spPr bwMode="auto">
              <a:xfrm>
                <a:off x="2397928" y="4115001"/>
                <a:ext cx="244452" cy="246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en-US" dirty="0">
                    <a:solidFill>
                      <a:prstClr val="black"/>
                    </a:solidFill>
                    <a:cs typeface="+mn-cs"/>
                  </a:rPr>
                  <a:t>0</a:t>
                </a:r>
                <a:endParaRPr kumimoji="0" lang="en-US" altLang="en-US" baseline="-25000" dirty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48" name="Rectangle 12"/>
              <p:cNvSpPr>
                <a:spLocks noChangeArrowheads="1"/>
              </p:cNvSpPr>
              <p:nvPr/>
            </p:nvSpPr>
            <p:spPr bwMode="auto">
              <a:xfrm>
                <a:off x="2329672" y="3684683"/>
                <a:ext cx="106352" cy="549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en-US" sz="3600" dirty="0">
                    <a:solidFill>
                      <a:prstClr val="black"/>
                    </a:solidFill>
                    <a:latin typeface="Symbol" pitchFamily="18" charset="2"/>
                    <a:cs typeface="+mn-cs"/>
                  </a:rPr>
                  <a:t>ò</a:t>
                </a:r>
              </a:p>
            </p:txBody>
          </p:sp>
        </p:grpSp>
        <p:grpSp>
          <p:nvGrpSpPr>
            <p:cNvPr id="158733" name="Group 51"/>
            <p:cNvGrpSpPr>
              <a:grpSpLocks/>
            </p:cNvGrpSpPr>
            <p:nvPr/>
          </p:nvGrpSpPr>
          <p:grpSpPr bwMode="auto">
            <a:xfrm>
              <a:off x="3649691" y="1905000"/>
              <a:ext cx="312709" cy="871649"/>
              <a:chOff x="2329523" y="3489372"/>
              <a:chExt cx="312709" cy="871649"/>
            </a:xfrm>
          </p:grpSpPr>
          <p:sp>
            <p:nvSpPr>
              <p:cNvPr id="53" name="Rectangle 10"/>
              <p:cNvSpPr>
                <a:spLocks noChangeArrowheads="1"/>
              </p:cNvSpPr>
              <p:nvPr/>
            </p:nvSpPr>
            <p:spPr bwMode="auto">
              <a:xfrm>
                <a:off x="2439088" y="3489269"/>
                <a:ext cx="203181" cy="2461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en-US" dirty="0">
                    <a:solidFill>
                      <a:prstClr val="black"/>
                    </a:solidFill>
                    <a:cs typeface="+mn-cs"/>
                  </a:rPr>
                  <a:t>6</a:t>
                </a:r>
                <a:endParaRPr kumimoji="0" lang="en-US" altLang="en-US" baseline="-25000" dirty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54" name="Rectangle 11"/>
              <p:cNvSpPr>
                <a:spLocks noChangeArrowheads="1"/>
              </p:cNvSpPr>
              <p:nvPr/>
            </p:nvSpPr>
            <p:spPr bwMode="auto">
              <a:xfrm>
                <a:off x="2397817" y="4114898"/>
                <a:ext cx="244452" cy="2461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en-US" dirty="0">
                    <a:solidFill>
                      <a:prstClr val="black"/>
                    </a:solidFill>
                    <a:cs typeface="+mn-cs"/>
                  </a:rPr>
                  <a:t>0</a:t>
                </a:r>
                <a:endParaRPr kumimoji="0" lang="en-US" altLang="en-US" baseline="-25000" dirty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55" name="Rectangle 12"/>
              <p:cNvSpPr>
                <a:spLocks noChangeArrowheads="1"/>
              </p:cNvSpPr>
              <p:nvPr/>
            </p:nvSpPr>
            <p:spPr bwMode="auto">
              <a:xfrm>
                <a:off x="2329561" y="3684579"/>
                <a:ext cx="106352" cy="549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US" altLang="en-US" sz="3600" dirty="0">
                    <a:solidFill>
                      <a:prstClr val="black"/>
                    </a:solidFill>
                    <a:latin typeface="Symbol" pitchFamily="18" charset="2"/>
                    <a:cs typeface="+mn-cs"/>
                  </a:rPr>
                  <a:t>ò</a:t>
                </a:r>
              </a:p>
            </p:txBody>
          </p:sp>
        </p:grpSp>
      </p:grpSp>
      <p:sp>
        <p:nvSpPr>
          <p:cNvPr id="56" name="Text Box 5"/>
          <p:cNvSpPr txBox="1">
            <a:spLocks noChangeArrowheads="1"/>
          </p:cNvSpPr>
          <p:nvPr/>
        </p:nvSpPr>
        <p:spPr bwMode="auto">
          <a:xfrm>
            <a:off x="1928285" y="3733801"/>
            <a:ext cx="8231716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17513" indent="-417513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z="2400" dirty="0" smtClean="0">
                <a:solidFill>
                  <a:prstClr val="black"/>
                </a:solidFill>
                <a:cs typeface="+mn-cs"/>
              </a:rPr>
              <a:t>40 (-10) </a:t>
            </a:r>
            <a:r>
              <a:rPr kumimoji="0" lang="en-US" altLang="en-US" sz="2400" dirty="0">
                <a:solidFill>
                  <a:prstClr val="black"/>
                </a:solidFill>
                <a:cs typeface="Times New Roman" pitchFamily="18" charset="0"/>
                <a:sym typeface="Symbol" pitchFamily="18" charset="2"/>
              </a:rPr>
              <a:t>− </a:t>
            </a:r>
            <a:r>
              <a:rPr kumimoji="0" lang="en-US" altLang="en-US" sz="2400" dirty="0">
                <a:solidFill>
                  <a:prstClr val="black"/>
                </a:solidFill>
                <a:cs typeface="+mn-cs"/>
                <a:sym typeface="Symbol" pitchFamily="18" charset="2"/>
              </a:rPr>
              <a:t>2354 </a:t>
            </a:r>
            <a:r>
              <a:rPr kumimoji="0" lang="en-US" altLang="en-US" sz="2400" dirty="0" smtClean="0">
                <a:solidFill>
                  <a:prstClr val="black"/>
                </a:solidFill>
                <a:cs typeface="+mn-cs"/>
              </a:rPr>
              <a:t>+ 3600 = 40 </a:t>
            </a:r>
            <a:r>
              <a:rPr kumimoji="0" lang="en-US" altLang="en-US" sz="2400" dirty="0">
                <a:solidFill>
                  <a:prstClr val="black"/>
                </a:solidFill>
                <a:cs typeface="+mn-cs"/>
              </a:rPr>
              <a:t>v</a:t>
            </a:r>
            <a:r>
              <a:rPr kumimoji="0" lang="en-US" altLang="en-US" sz="2400" baseline="-25000" dirty="0">
                <a:solidFill>
                  <a:prstClr val="black"/>
                </a:solidFill>
                <a:cs typeface="+mn-cs"/>
              </a:rPr>
              <a:t>2</a:t>
            </a:r>
          </a:p>
          <a:p>
            <a:pPr eaLnBrk="1" hangingPunct="1">
              <a:defRPr/>
            </a:pPr>
            <a:endParaRPr kumimoji="0" lang="en-US" altLang="en-US" sz="2400" baseline="-25000" dirty="0">
              <a:solidFill>
                <a:prstClr val="black"/>
              </a:solidFill>
              <a:cs typeface="+mn-cs"/>
            </a:endParaRPr>
          </a:p>
          <a:p>
            <a:pPr eaLnBrk="1" hangingPunct="1">
              <a:defRPr/>
            </a:pPr>
            <a:r>
              <a:rPr kumimoji="0" lang="en-US" altLang="en-US" sz="2400" dirty="0" smtClean="0">
                <a:solidFill>
                  <a:prstClr val="black"/>
                </a:solidFill>
                <a:cs typeface="+mn-cs"/>
                <a:sym typeface="Symbol"/>
              </a:rPr>
              <a:t></a:t>
            </a:r>
            <a:r>
              <a:rPr kumimoji="0" lang="en-US" altLang="en-US" sz="2400" dirty="0" smtClean="0">
                <a:solidFill>
                  <a:prstClr val="black"/>
                </a:solidFill>
                <a:cs typeface="+mn-cs"/>
              </a:rPr>
              <a:t>   </a:t>
            </a:r>
            <a:r>
              <a:rPr kumimoji="0" lang="en-US" altLang="en-US" sz="2400" dirty="0">
                <a:solidFill>
                  <a:prstClr val="black"/>
                </a:solidFill>
                <a:cs typeface="+mn-cs"/>
              </a:rPr>
              <a:t>v</a:t>
            </a:r>
            <a:r>
              <a:rPr kumimoji="0" lang="en-US" altLang="en-US" sz="2400" baseline="-25000" dirty="0">
                <a:solidFill>
                  <a:prstClr val="black"/>
                </a:solidFill>
                <a:cs typeface="+mn-cs"/>
              </a:rPr>
              <a:t>2</a:t>
            </a:r>
            <a:r>
              <a:rPr kumimoji="0" lang="en-US" altLang="en-US" sz="2400" dirty="0">
                <a:solidFill>
                  <a:prstClr val="black"/>
                </a:solidFill>
                <a:cs typeface="+mn-cs"/>
              </a:rPr>
              <a:t> = </a:t>
            </a:r>
            <a:r>
              <a:rPr kumimoji="0" lang="en-US" altLang="en-US" sz="2400" u="sng" dirty="0" smtClean="0">
                <a:solidFill>
                  <a:srgbClr val="0000FA"/>
                </a:solidFill>
                <a:cs typeface="+mn-cs"/>
              </a:rPr>
              <a:t>21.1 m/s </a:t>
            </a:r>
            <a:r>
              <a:rPr kumimoji="0" lang="en-US" altLang="en-US" sz="2400" dirty="0" smtClean="0">
                <a:solidFill>
                  <a:prstClr val="black"/>
                </a:solidFill>
                <a:cs typeface="+mn-cs"/>
                <a:sym typeface="Symbol"/>
              </a:rPr>
              <a:t></a:t>
            </a:r>
            <a:endParaRPr kumimoji="0" lang="en-US" altLang="en-US" sz="2400" dirty="0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58" name="Group 31"/>
          <p:cNvGrpSpPr>
            <a:grpSpLocks/>
          </p:cNvGrpSpPr>
          <p:nvPr/>
        </p:nvGrpSpPr>
        <p:grpSpPr bwMode="auto">
          <a:xfrm>
            <a:off x="2540000" y="1795464"/>
            <a:ext cx="4368800" cy="719137"/>
            <a:chOff x="2470" y="1046"/>
            <a:chExt cx="1840" cy="453"/>
          </a:xfrm>
        </p:grpSpPr>
        <p:sp>
          <p:nvSpPr>
            <p:cNvPr id="60" name="Text Box 6"/>
            <p:cNvSpPr txBox="1">
              <a:spLocks noChangeArrowheads="1"/>
            </p:cNvSpPr>
            <p:nvPr/>
          </p:nvSpPr>
          <p:spPr bwMode="auto">
            <a:xfrm>
              <a:off x="2470" y="1152"/>
              <a:ext cx="18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m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v</a:t>
              </a:r>
              <a:r>
                <a:rPr kumimoji="0" lang="en-US" sz="2400" i="1" baseline="-25000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1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+     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F</a:t>
              </a:r>
              <a:r>
                <a:rPr kumimoji="0" lang="en-US" sz="2400" dirty="0">
                  <a:solidFill>
                    <a:srgbClr val="0000FA"/>
                  </a:solidFill>
                  <a:cs typeface="+mn-cs"/>
                  <a:sym typeface="Symbol" pitchFamily="18" charset="2"/>
                </a:rPr>
                <a:t> </a:t>
              </a:r>
              <a:r>
                <a:rPr kumimoji="0" lang="en-US" sz="2400" dirty="0" err="1">
                  <a:solidFill>
                    <a:prstClr val="black"/>
                  </a:solidFill>
                  <a:cs typeface="+mn-cs"/>
                  <a:sym typeface="Symbol" pitchFamily="18" charset="2"/>
                </a:rPr>
                <a:t>dt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  <a:sym typeface="Symbol" pitchFamily="18" charset="2"/>
                </a:rPr>
                <a:t> = </a:t>
              </a:r>
              <a:r>
                <a:rPr kumimoji="0" lang="en-US" sz="2400" dirty="0">
                  <a:solidFill>
                    <a:prstClr val="black"/>
                  </a:solidFill>
                  <a:cs typeface="+mn-cs"/>
                </a:rPr>
                <a:t>m</a:t>
              </a:r>
              <a:r>
                <a:rPr kumimoji="0" lang="en-US" sz="2400" b="1" i="1" dirty="0">
                  <a:solidFill>
                    <a:srgbClr val="FF0000"/>
                  </a:solidFill>
                  <a:cs typeface="+mn-cs"/>
                </a:rPr>
                <a:t>v</a:t>
              </a:r>
              <a:r>
                <a:rPr kumimoji="0" lang="en-US" sz="2400" i="1" baseline="-25000" dirty="0">
                  <a:solidFill>
                    <a:srgbClr val="FF0000"/>
                  </a:solidFill>
                  <a:cs typeface="+mn-cs"/>
                  <a:sym typeface="Symbol" pitchFamily="18" charset="2"/>
                </a:rPr>
                <a:t>2</a:t>
              </a:r>
            </a:p>
          </p:txBody>
        </p: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3245" y="1046"/>
              <a:ext cx="5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62" name="Rectangle 22"/>
            <p:cNvSpPr>
              <a:spLocks noChangeArrowheads="1"/>
            </p:cNvSpPr>
            <p:nvPr/>
          </p:nvSpPr>
          <p:spPr bwMode="auto">
            <a:xfrm>
              <a:off x="3203" y="1344"/>
              <a:ext cx="5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6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t</a:t>
              </a:r>
              <a:r>
                <a:rPr lang="en-US" sz="1600" baseline="-25000">
                  <a:solidFill>
                    <a:prstClr val="black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63" name="Rectangle 23"/>
            <p:cNvSpPr>
              <a:spLocks noChangeArrowheads="1"/>
            </p:cNvSpPr>
            <p:nvPr/>
          </p:nvSpPr>
          <p:spPr bwMode="auto">
            <a:xfrm>
              <a:off x="3157" y="1121"/>
              <a:ext cx="5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3600" dirty="0">
                  <a:solidFill>
                    <a:prstClr val="black"/>
                  </a:solidFill>
                  <a:latin typeface="Symbol" pitchFamily="18" charset="2"/>
                  <a:cs typeface="+mn-cs"/>
                </a:rPr>
                <a:t>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934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2 Metin kutusu"/>
          <p:cNvSpPr txBox="1">
            <a:spLocks noChangeArrowheads="1"/>
          </p:cNvSpPr>
          <p:nvPr/>
        </p:nvSpPr>
        <p:spPr bwMode="auto">
          <a:xfrm>
            <a:off x="239184" y="260351"/>
            <a:ext cx="787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Conservation of Linear Momentum</a:t>
            </a:r>
          </a:p>
        </p:txBody>
      </p:sp>
      <p:sp>
        <p:nvSpPr>
          <p:cNvPr id="159747" name="3 Metin kutusu"/>
          <p:cNvSpPr txBox="1">
            <a:spLocks noChangeArrowheads="1"/>
          </p:cNvSpPr>
          <p:nvPr/>
        </p:nvSpPr>
        <p:spPr bwMode="auto">
          <a:xfrm>
            <a:off x="334434" y="981075"/>
            <a:ext cx="11425767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mic Sans MS" pitchFamily="66" charset="0"/>
              </a:rPr>
              <a:t>If the resultant force on a particle is zero during an interval of time, its linear momentum </a:t>
            </a:r>
            <a:r>
              <a:rPr lang="en-US" altLang="en-US" sz="1800" b="1">
                <a:solidFill>
                  <a:srgbClr val="7030A0"/>
                </a:solidFill>
                <a:latin typeface="Comic Sans MS" pitchFamily="66" charset="0"/>
              </a:rPr>
              <a:t>G</a:t>
            </a:r>
            <a:r>
              <a:rPr lang="en-US" altLang="en-US" sz="1800">
                <a:latin typeface="Comic Sans MS" pitchFamily="66" charset="0"/>
              </a:rPr>
              <a:t> remains constant. In this case,  the linear momentum of the particle is said to be </a:t>
            </a:r>
            <a:r>
              <a:rPr lang="en-US" altLang="en-US" sz="1800" b="1">
                <a:solidFill>
                  <a:srgbClr val="7030A0"/>
                </a:solidFill>
                <a:latin typeface="Comic Sans MS" pitchFamily="66" charset="0"/>
              </a:rPr>
              <a:t>conserved</a:t>
            </a:r>
            <a:r>
              <a:rPr lang="en-US" altLang="en-US" sz="1800">
                <a:latin typeface="Comic Sans MS" pitchFamily="66" charset="0"/>
              </a:rPr>
              <a:t>. Linear momentum may be conserved in one direction, such as </a:t>
            </a:r>
            <a:r>
              <a:rPr lang="en-US" altLang="en-US" sz="1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800">
                <a:latin typeface="Comic Sans MS" pitchFamily="66" charset="0"/>
              </a:rPr>
              <a:t>, but not necessarily in the </a:t>
            </a:r>
            <a:r>
              <a:rPr lang="en-US" altLang="en-US" sz="1800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1800">
                <a:latin typeface="Comic Sans MS" pitchFamily="66" charset="0"/>
              </a:rPr>
              <a:t>- or </a:t>
            </a:r>
            <a:r>
              <a:rPr lang="en-US" altLang="en-US" sz="1800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sz="1800">
                <a:latin typeface="Comic Sans MS" pitchFamily="66" charset="0"/>
              </a:rPr>
              <a:t>- direction.  </a:t>
            </a:r>
          </a:p>
        </p:txBody>
      </p:sp>
      <p:sp>
        <p:nvSpPr>
          <p:cNvPr id="15974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59749" name="Object 1"/>
          <p:cNvGraphicFramePr>
            <a:graphicFrameLocks noChangeAspect="1"/>
          </p:cNvGraphicFramePr>
          <p:nvPr/>
        </p:nvGraphicFramePr>
        <p:xfrm>
          <a:off x="3215217" y="2997200"/>
          <a:ext cx="4231216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Denklem" r:id="rId3" imgW="1066337" imgH="215806" progId="Equation.3">
                  <p:embed/>
                </p:oleObj>
              </mc:Choice>
              <mc:Fallback>
                <p:oleObj name="Denklem" r:id="rId3" imgW="106633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217" y="2997200"/>
                        <a:ext cx="4231216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59751" name="Object 3"/>
          <p:cNvGraphicFramePr>
            <a:graphicFrameLocks noChangeAspect="1"/>
          </p:cNvGraphicFramePr>
          <p:nvPr/>
        </p:nvGraphicFramePr>
        <p:xfrm>
          <a:off x="3983567" y="4005263"/>
          <a:ext cx="238336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Denklem" r:id="rId5" imgW="545863" imgH="190417" progId="Equation.3">
                  <p:embed/>
                </p:oleObj>
              </mc:Choice>
              <mc:Fallback>
                <p:oleObj name="Denklem" r:id="rId5" imgW="545863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567" y="4005263"/>
                        <a:ext cx="238336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2" name="8 Metin kutusu"/>
          <p:cNvSpPr txBox="1">
            <a:spLocks noChangeArrowheads="1"/>
          </p:cNvSpPr>
          <p:nvPr/>
        </p:nvSpPr>
        <p:spPr bwMode="auto">
          <a:xfrm>
            <a:off x="431801" y="4941889"/>
            <a:ext cx="1142576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mic Sans MS" pitchFamily="66" charset="0"/>
              </a:rPr>
              <a:t>This equation expresses the </a:t>
            </a:r>
            <a:r>
              <a:rPr lang="en-US" altLang="en-US" sz="1800" b="1">
                <a:solidFill>
                  <a:srgbClr val="7030A0"/>
                </a:solidFill>
                <a:latin typeface="Comic Sans MS" pitchFamily="66" charset="0"/>
              </a:rPr>
              <a:t>principle of conservation of linear momentum</a:t>
            </a:r>
            <a:r>
              <a:rPr lang="en-US" altLang="en-US" sz="1800">
                <a:latin typeface="Comic Sans MS" pitchFamily="66" charset="0"/>
              </a:rPr>
              <a:t>.  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7583488" y="1"/>
            <a:ext cx="4608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n-lt"/>
                <a:cs typeface="+mn-cs"/>
              </a:rPr>
              <a:t>Principle of Linear Impulse and Momentum </a:t>
            </a:r>
          </a:p>
        </p:txBody>
      </p:sp>
    </p:spTree>
    <p:extLst>
      <p:ext uri="{BB962C8B-B14F-4D97-AF65-F5344CB8AC3E}">
        <p14:creationId xmlns:p14="http://schemas.microsoft.com/office/powerpoint/2010/main" val="369549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2 Metin kutusu"/>
          <p:cNvSpPr txBox="1">
            <a:spLocks noChangeArrowheads="1"/>
          </p:cNvSpPr>
          <p:nvPr/>
        </p:nvSpPr>
        <p:spPr bwMode="auto">
          <a:xfrm>
            <a:off x="1" y="0"/>
            <a:ext cx="249555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PROBLEMS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583488" y="1"/>
            <a:ext cx="4608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n-lt"/>
                <a:cs typeface="+mn-cs"/>
              </a:rPr>
              <a:t>Principle of Linear Impulse and Momentum </a:t>
            </a:r>
          </a:p>
        </p:txBody>
      </p:sp>
      <p:sp>
        <p:nvSpPr>
          <p:cNvPr id="160772" name="4 Metin kutusu"/>
          <p:cNvSpPr txBox="1">
            <a:spLocks noChangeArrowheads="1"/>
          </p:cNvSpPr>
          <p:nvPr/>
        </p:nvSpPr>
        <p:spPr bwMode="auto">
          <a:xfrm>
            <a:off x="239184" y="620713"/>
            <a:ext cx="1152101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mic Sans MS" pitchFamily="66" charset="0"/>
              </a:rPr>
              <a:t>4. </a:t>
            </a:r>
            <a:r>
              <a:rPr lang="en-US" altLang="en-US" sz="1800">
                <a:latin typeface="Comic Sans MS" pitchFamily="66" charset="0"/>
              </a:rPr>
              <a:t>The 200-kg lunar lander is descending onto the moon’s surface with a velocity of 6 m/s when its retro-engine is fired. If the engine produces a thrust </a:t>
            </a:r>
            <a:r>
              <a:rPr lang="en-US" altLang="en-US" sz="1800">
                <a:solidFill>
                  <a:srgbClr val="7030A0"/>
                </a:solidFill>
                <a:latin typeface="Comic Sans MS" pitchFamily="66" charset="0"/>
              </a:rPr>
              <a:t>T</a:t>
            </a:r>
            <a:r>
              <a:rPr lang="en-US" altLang="en-US" sz="1800">
                <a:latin typeface="Comic Sans MS" pitchFamily="66" charset="0"/>
              </a:rPr>
              <a:t> for 4 s which varies with the time as shown and then cuts off, calculate the velocity of the lander when t=5 s, assuming that it has not yet landed. Gravitational acceleration at the moon’s surface is 1.62 m/s</a:t>
            </a:r>
            <a:r>
              <a:rPr lang="en-US" altLang="en-US" sz="1800" baseline="30000">
                <a:latin typeface="Comic Sans MS" pitchFamily="66" charset="0"/>
              </a:rPr>
              <a:t>2</a:t>
            </a:r>
            <a:r>
              <a:rPr lang="en-US" altLang="en-US" sz="1800">
                <a:latin typeface="Comic Sans MS" pitchFamily="66" charset="0"/>
              </a:rPr>
              <a:t>.</a:t>
            </a:r>
          </a:p>
        </p:txBody>
      </p:sp>
      <p:pic>
        <p:nvPicPr>
          <p:cNvPr id="1607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234" y="3141663"/>
            <a:ext cx="7228417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73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4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318" y="4149726"/>
            <a:ext cx="5581649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795" name="3 Metin kutusu"/>
          <p:cNvSpPr txBox="1">
            <a:spLocks noChangeArrowheads="1"/>
          </p:cNvSpPr>
          <p:nvPr/>
        </p:nvSpPr>
        <p:spPr bwMode="auto">
          <a:xfrm>
            <a:off x="1" y="0"/>
            <a:ext cx="249555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SOLUTION</a:t>
            </a:r>
          </a:p>
        </p:txBody>
      </p:sp>
      <p:graphicFrame>
        <p:nvGraphicFramePr>
          <p:cNvPr id="161796" name="Object 2"/>
          <p:cNvGraphicFramePr>
            <a:graphicFrameLocks noChangeAspect="1"/>
          </p:cNvGraphicFramePr>
          <p:nvPr/>
        </p:nvGraphicFramePr>
        <p:xfrm>
          <a:off x="643467" y="836613"/>
          <a:ext cx="7255933" cy="427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Denklem" r:id="rId5" imgW="2247900" imgH="1765300" progId="Equation.3">
                  <p:embed/>
                </p:oleObj>
              </mc:Choice>
              <mc:Fallback>
                <p:oleObj name="Denklem" r:id="rId5" imgW="2247900" imgH="176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67" y="836613"/>
                        <a:ext cx="7255933" cy="427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9167285" y="1773238"/>
            <a:ext cx="1729316" cy="100806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r-TR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0033000" y="1268414"/>
            <a:ext cx="0" cy="1081087"/>
          </a:xfrm>
          <a:prstGeom prst="straightConnector1">
            <a:avLst/>
          </a:prstGeom>
          <a:ln w="539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496300" y="1773238"/>
            <a:ext cx="0" cy="792162"/>
          </a:xfrm>
          <a:prstGeom prst="straightConnector1">
            <a:avLst/>
          </a:prstGeom>
          <a:ln w="539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0033000" y="2781300"/>
            <a:ext cx="10584" cy="647700"/>
          </a:xfrm>
          <a:prstGeom prst="straightConnector1">
            <a:avLst/>
          </a:prstGeom>
          <a:ln w="539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801" name="TextBox 14"/>
          <p:cNvSpPr txBox="1">
            <a:spLocks noChangeArrowheads="1"/>
          </p:cNvSpPr>
          <p:nvPr/>
        </p:nvSpPr>
        <p:spPr bwMode="auto">
          <a:xfrm>
            <a:off x="9647767" y="692151"/>
            <a:ext cx="86571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/>
              <a:t>mg</a:t>
            </a:r>
            <a:endParaRPr lang="tr-TR" altLang="en-US" sz="2400" baseline="-25000"/>
          </a:p>
        </p:txBody>
      </p:sp>
      <p:sp>
        <p:nvSpPr>
          <p:cNvPr id="161802" name="TextBox 15"/>
          <p:cNvSpPr txBox="1">
            <a:spLocks noChangeArrowheads="1"/>
          </p:cNvSpPr>
          <p:nvPr/>
        </p:nvSpPr>
        <p:spPr bwMode="auto">
          <a:xfrm>
            <a:off x="6874934" y="1925638"/>
            <a:ext cx="1536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/>
              <a:t>motion</a:t>
            </a:r>
            <a:endParaRPr lang="tr-TR" altLang="en-US" sz="2400" baseline="-25000"/>
          </a:p>
        </p:txBody>
      </p:sp>
      <p:sp>
        <p:nvSpPr>
          <p:cNvPr id="161803" name="TextBox 16"/>
          <p:cNvSpPr txBox="1">
            <a:spLocks noChangeArrowheads="1"/>
          </p:cNvSpPr>
          <p:nvPr/>
        </p:nvSpPr>
        <p:spPr bwMode="auto">
          <a:xfrm>
            <a:off x="10128251" y="3213101"/>
            <a:ext cx="57573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/>
              <a:t>T</a:t>
            </a:r>
            <a:endParaRPr lang="tr-TR" altLang="en-US" sz="2400" baseline="-25000"/>
          </a:p>
        </p:txBody>
      </p:sp>
      <p:cxnSp>
        <p:nvCxnSpPr>
          <p:cNvPr id="13" name="12 Düz Ok Bağlayıcısı"/>
          <p:cNvCxnSpPr/>
          <p:nvPr/>
        </p:nvCxnSpPr>
        <p:spPr>
          <a:xfrm>
            <a:off x="8496300" y="2636838"/>
            <a:ext cx="0" cy="5762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805" name="TextBox 16"/>
          <p:cNvSpPr txBox="1">
            <a:spLocks noChangeArrowheads="1"/>
          </p:cNvSpPr>
          <p:nvPr/>
        </p:nvSpPr>
        <p:spPr bwMode="auto">
          <a:xfrm>
            <a:off x="8303684" y="3141664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rgbClr val="FF0000"/>
                </a:solidFill>
              </a:rPr>
              <a:t>+</a:t>
            </a:r>
            <a:endParaRPr lang="tr-TR" altLang="en-US" sz="2400" baseline="-25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19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583488" y="1"/>
            <a:ext cx="4608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n-lt"/>
                <a:cs typeface="+mn-cs"/>
              </a:rPr>
              <a:t>Principle of Linear Impulse and Momentum </a:t>
            </a:r>
          </a:p>
        </p:txBody>
      </p:sp>
      <p:sp>
        <p:nvSpPr>
          <p:cNvPr id="162819" name="3 Metin kutusu"/>
          <p:cNvSpPr txBox="1">
            <a:spLocks noChangeArrowheads="1"/>
          </p:cNvSpPr>
          <p:nvPr/>
        </p:nvSpPr>
        <p:spPr bwMode="auto">
          <a:xfrm>
            <a:off x="1" y="0"/>
            <a:ext cx="249555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PROBLEMS</a:t>
            </a:r>
          </a:p>
        </p:txBody>
      </p:sp>
      <p:sp>
        <p:nvSpPr>
          <p:cNvPr id="162820" name="4 Metin kutusu"/>
          <p:cNvSpPr txBox="1">
            <a:spLocks noChangeArrowheads="1"/>
          </p:cNvSpPr>
          <p:nvPr/>
        </p:nvSpPr>
        <p:spPr bwMode="auto">
          <a:xfrm>
            <a:off x="239184" y="620714"/>
            <a:ext cx="11521016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mic Sans MS" pitchFamily="66" charset="0"/>
              </a:rPr>
              <a:t>5. </a:t>
            </a:r>
            <a:r>
              <a:rPr lang="en-US" altLang="en-US" sz="1800">
                <a:latin typeface="Comic Sans MS" pitchFamily="66" charset="0"/>
              </a:rPr>
              <a:t>The 9-kg block is moving to the right with a velocity of 0.6 m/s on a horizontal surface when a force P is applied to it at time t=0. Calculate the velocity </a:t>
            </a:r>
            <a:r>
              <a:rPr lang="en-US" altLang="en-US" sz="1800" i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en-US" sz="1800">
                <a:latin typeface="Comic Sans MS" pitchFamily="66" charset="0"/>
              </a:rPr>
              <a:t> of the block when t=0.4 s. The kinetic coefficient of friction is </a:t>
            </a:r>
            <a:r>
              <a:rPr lang="en-US" altLang="en-US" sz="1800">
                <a:latin typeface="Symbol" pitchFamily="18" charset="2"/>
              </a:rPr>
              <a:t>m</a:t>
            </a:r>
            <a:r>
              <a:rPr lang="en-US" altLang="en-US" sz="1800" baseline="-25000">
                <a:latin typeface="Comic Sans MS" pitchFamily="66" charset="0"/>
              </a:rPr>
              <a:t>k</a:t>
            </a:r>
            <a:r>
              <a:rPr lang="en-US" altLang="en-US" sz="1800">
                <a:latin typeface="Comic Sans MS" pitchFamily="66" charset="0"/>
              </a:rPr>
              <a:t>=0.3.</a:t>
            </a:r>
          </a:p>
        </p:txBody>
      </p:sp>
      <p:pic>
        <p:nvPicPr>
          <p:cNvPr id="16282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367" y="2852738"/>
            <a:ext cx="745913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74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3 Metin kutusu"/>
          <p:cNvSpPr txBox="1">
            <a:spLocks noChangeArrowheads="1"/>
          </p:cNvSpPr>
          <p:nvPr/>
        </p:nvSpPr>
        <p:spPr bwMode="auto">
          <a:xfrm>
            <a:off x="1" y="0"/>
            <a:ext cx="249555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SOLUTION</a:t>
            </a:r>
          </a:p>
        </p:txBody>
      </p:sp>
      <p:graphicFrame>
        <p:nvGraphicFramePr>
          <p:cNvPr id="163843" name="Object 2"/>
          <p:cNvGraphicFramePr>
            <a:graphicFrameLocks noChangeAspect="1"/>
          </p:cNvGraphicFramePr>
          <p:nvPr/>
        </p:nvGraphicFramePr>
        <p:xfrm>
          <a:off x="239184" y="2997200"/>
          <a:ext cx="10276416" cy="367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Denklem" r:id="rId4" imgW="3543300" imgH="1689100" progId="Equation.3">
                  <p:embed/>
                </p:oleObj>
              </mc:Choice>
              <mc:Fallback>
                <p:oleObj name="Denklem" r:id="rId4" imgW="3543300" imgH="168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84" y="2997200"/>
                        <a:ext cx="10276416" cy="367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44" name="Group 31"/>
          <p:cNvGrpSpPr>
            <a:grpSpLocks/>
          </p:cNvGrpSpPr>
          <p:nvPr/>
        </p:nvGrpSpPr>
        <p:grpSpPr bwMode="auto">
          <a:xfrm>
            <a:off x="6527800" y="0"/>
            <a:ext cx="5664200" cy="3321050"/>
            <a:chOff x="4355976" y="2996952"/>
            <a:chExt cx="4248472" cy="3321079"/>
          </a:xfrm>
        </p:grpSpPr>
        <p:sp>
          <p:nvSpPr>
            <p:cNvPr id="7" name="Rectangle 6"/>
            <p:cNvSpPr/>
            <p:nvPr/>
          </p:nvSpPr>
          <p:spPr>
            <a:xfrm>
              <a:off x="5580032" y="4652729"/>
              <a:ext cx="1513002" cy="9366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r-TR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6300811" y="5589363"/>
              <a:ext cx="0" cy="503241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4716366" y="5084533"/>
              <a:ext cx="863665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6804087" y="5733826"/>
              <a:ext cx="64774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6300811" y="4436828"/>
              <a:ext cx="7938" cy="61278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5219641" y="4076461"/>
              <a:ext cx="86525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7164477" y="4076461"/>
              <a:ext cx="7191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7164477" y="3357318"/>
              <a:ext cx="0" cy="71914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854" name="TextBox 24"/>
            <p:cNvSpPr txBox="1">
              <a:spLocks noChangeArrowheads="1"/>
            </p:cNvSpPr>
            <p:nvPr/>
          </p:nvSpPr>
          <p:spPr bwMode="auto">
            <a:xfrm>
              <a:off x="5220072" y="3573016"/>
              <a:ext cx="12961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/>
                <a:t>motion</a:t>
              </a:r>
            </a:p>
          </p:txBody>
        </p:sp>
        <p:sp>
          <p:nvSpPr>
            <p:cNvPr id="163855" name="TextBox 25"/>
            <p:cNvSpPr txBox="1">
              <a:spLocks noChangeArrowheads="1"/>
            </p:cNvSpPr>
            <p:nvPr/>
          </p:nvSpPr>
          <p:spPr bwMode="auto">
            <a:xfrm>
              <a:off x="7884368" y="3861048"/>
              <a:ext cx="2880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/>
                <a:t>x</a:t>
              </a:r>
            </a:p>
          </p:txBody>
        </p:sp>
        <p:sp>
          <p:nvSpPr>
            <p:cNvPr id="163856" name="TextBox 26"/>
            <p:cNvSpPr txBox="1">
              <a:spLocks noChangeArrowheads="1"/>
            </p:cNvSpPr>
            <p:nvPr/>
          </p:nvSpPr>
          <p:spPr bwMode="auto">
            <a:xfrm>
              <a:off x="7020272" y="2996952"/>
              <a:ext cx="2880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/>
                <a:t>y</a:t>
              </a:r>
            </a:p>
          </p:txBody>
        </p:sp>
        <p:sp>
          <p:nvSpPr>
            <p:cNvPr id="163857" name="TextBox 27"/>
            <p:cNvSpPr txBox="1">
              <a:spLocks noChangeArrowheads="1"/>
            </p:cNvSpPr>
            <p:nvPr/>
          </p:nvSpPr>
          <p:spPr bwMode="auto">
            <a:xfrm>
              <a:off x="4355976" y="4725144"/>
              <a:ext cx="28803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b="1"/>
                <a:t>P</a:t>
              </a:r>
            </a:p>
          </p:txBody>
        </p:sp>
        <p:sp>
          <p:nvSpPr>
            <p:cNvPr id="163858" name="TextBox 28"/>
            <p:cNvSpPr txBox="1">
              <a:spLocks noChangeArrowheads="1"/>
            </p:cNvSpPr>
            <p:nvPr/>
          </p:nvSpPr>
          <p:spPr bwMode="auto">
            <a:xfrm>
              <a:off x="6300192" y="4077072"/>
              <a:ext cx="144016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b="1"/>
                <a:t>W=mg</a:t>
              </a:r>
            </a:p>
          </p:txBody>
        </p:sp>
        <p:sp>
          <p:nvSpPr>
            <p:cNvPr id="163859" name="TextBox 29"/>
            <p:cNvSpPr txBox="1">
              <a:spLocks noChangeArrowheads="1"/>
            </p:cNvSpPr>
            <p:nvPr/>
          </p:nvSpPr>
          <p:spPr bwMode="auto">
            <a:xfrm>
              <a:off x="5868144" y="5733256"/>
              <a:ext cx="28803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b="1"/>
                <a:t>N</a:t>
              </a:r>
            </a:p>
          </p:txBody>
        </p:sp>
        <p:sp>
          <p:nvSpPr>
            <p:cNvPr id="163860" name="TextBox 30"/>
            <p:cNvSpPr txBox="1">
              <a:spLocks noChangeArrowheads="1"/>
            </p:cNvSpPr>
            <p:nvPr/>
          </p:nvSpPr>
          <p:spPr bwMode="auto">
            <a:xfrm>
              <a:off x="7092280" y="5733256"/>
              <a:ext cx="151216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b="1"/>
                <a:t>F</a:t>
              </a:r>
              <a:r>
                <a:rPr lang="tr-TR" altLang="en-US" b="1" baseline="-25000"/>
                <a:t>f</a:t>
              </a:r>
              <a:r>
                <a:rPr lang="tr-TR" altLang="en-US" b="1"/>
                <a:t>=</a:t>
              </a:r>
              <a:r>
                <a:rPr lang="tr-TR" altLang="en-US" b="1">
                  <a:latin typeface="Symbol" pitchFamily="18" charset="2"/>
                </a:rPr>
                <a:t>m</a:t>
              </a:r>
              <a:r>
                <a:rPr lang="tr-TR" altLang="en-US" b="1" baseline="-25000"/>
                <a:t>k</a:t>
              </a:r>
              <a:r>
                <a:rPr lang="tr-TR" altLang="en-US" b="1"/>
                <a:t>N</a:t>
              </a:r>
            </a:p>
          </p:txBody>
        </p:sp>
      </p:grpSp>
      <p:pic>
        <p:nvPicPr>
          <p:cNvPr id="163845" name="Picture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04813"/>
            <a:ext cx="5281084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021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583488" y="1"/>
            <a:ext cx="4608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n-lt"/>
                <a:cs typeface="+mn-cs"/>
              </a:rPr>
              <a:t>Principle of Linear Impulse and Momentum </a:t>
            </a:r>
          </a:p>
        </p:txBody>
      </p:sp>
      <p:sp>
        <p:nvSpPr>
          <p:cNvPr id="164867" name="3 Metin kutusu"/>
          <p:cNvSpPr txBox="1">
            <a:spLocks noChangeArrowheads="1"/>
          </p:cNvSpPr>
          <p:nvPr/>
        </p:nvSpPr>
        <p:spPr bwMode="auto">
          <a:xfrm>
            <a:off x="1" y="0"/>
            <a:ext cx="249555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PROBLEMS</a:t>
            </a:r>
          </a:p>
        </p:txBody>
      </p:sp>
      <p:sp>
        <p:nvSpPr>
          <p:cNvPr id="164868" name="4 Metin kutusu"/>
          <p:cNvSpPr txBox="1">
            <a:spLocks noChangeArrowheads="1"/>
          </p:cNvSpPr>
          <p:nvPr/>
        </p:nvSpPr>
        <p:spPr bwMode="auto">
          <a:xfrm>
            <a:off x="239184" y="620714"/>
            <a:ext cx="1152101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mic Sans MS" pitchFamily="66" charset="0"/>
              </a:rPr>
              <a:t>6. </a:t>
            </a:r>
            <a:r>
              <a:rPr lang="en-US" altLang="en-US" sz="1800">
                <a:latin typeface="Comic Sans MS" pitchFamily="66" charset="0"/>
              </a:rPr>
              <a:t>A tennis player strikes the tennis ball with her racket while the ball is still rising. The ball speed before impact with the racket is v</a:t>
            </a:r>
            <a:r>
              <a:rPr lang="en-US" altLang="en-US" sz="1800" baseline="-25000">
                <a:latin typeface="Comic Sans MS" pitchFamily="66" charset="0"/>
              </a:rPr>
              <a:t>1</a:t>
            </a:r>
            <a:r>
              <a:rPr lang="en-US" altLang="en-US" sz="1800">
                <a:latin typeface="Comic Sans MS" pitchFamily="66" charset="0"/>
              </a:rPr>
              <a:t>=15 m/s and after impact its speed is v</a:t>
            </a:r>
            <a:r>
              <a:rPr lang="en-US" altLang="en-US" sz="1800" baseline="-25000">
                <a:latin typeface="Comic Sans MS" pitchFamily="66" charset="0"/>
              </a:rPr>
              <a:t>2</a:t>
            </a:r>
            <a:r>
              <a:rPr lang="en-US" altLang="en-US" sz="1800">
                <a:latin typeface="Comic Sans MS" pitchFamily="66" charset="0"/>
              </a:rPr>
              <a:t>=22 m/s, with directions as shown in</a:t>
            </a:r>
            <a:r>
              <a:rPr lang="tr-TR" altLang="en-US" sz="1800">
                <a:latin typeface="Comic Sans MS" pitchFamily="66" charset="0"/>
              </a:rPr>
              <a:t> </a:t>
            </a:r>
            <a:r>
              <a:rPr lang="en-US" altLang="en-US" sz="1800">
                <a:latin typeface="Comic Sans MS" pitchFamily="66" charset="0"/>
              </a:rPr>
              <a:t>the figure. If the 60-g ball is in contact with the racket for 0.05 </a:t>
            </a:r>
            <a:r>
              <a:rPr lang="tr-TR" altLang="en-US" sz="1800">
                <a:latin typeface="Comic Sans MS" pitchFamily="66" charset="0"/>
              </a:rPr>
              <a:t>s</a:t>
            </a:r>
            <a:r>
              <a:rPr lang="en-US" altLang="en-US" sz="1800">
                <a:latin typeface="Comic Sans MS" pitchFamily="66" charset="0"/>
              </a:rPr>
              <a:t>, determine the magnitude of the average force R exerted by the racket on the ball. Find the angle </a:t>
            </a:r>
            <a:r>
              <a:rPr lang="en-US" altLang="en-US" sz="1800">
                <a:latin typeface="Symbol" pitchFamily="18" charset="2"/>
              </a:rPr>
              <a:t>b</a:t>
            </a:r>
            <a:r>
              <a:rPr lang="en-US" altLang="en-US" sz="1800">
                <a:latin typeface="Comic Sans MS" pitchFamily="66" charset="0"/>
              </a:rPr>
              <a:t> made by R with the horizontal. </a:t>
            </a:r>
          </a:p>
        </p:txBody>
      </p:sp>
      <p:pic>
        <p:nvPicPr>
          <p:cNvPr id="1648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1" y="3860801"/>
            <a:ext cx="7685617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566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890" name="Object 2"/>
          <p:cNvGraphicFramePr>
            <a:graphicFrameLocks noChangeAspect="1"/>
          </p:cNvGraphicFramePr>
          <p:nvPr/>
        </p:nvGraphicFramePr>
        <p:xfrm>
          <a:off x="239184" y="1341438"/>
          <a:ext cx="8727016" cy="527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Denklem" r:id="rId4" imgW="3009900" imgH="2425700" progId="Equation.3">
                  <p:embed/>
                </p:oleObj>
              </mc:Choice>
              <mc:Fallback>
                <p:oleObj name="Denklem" r:id="rId4" imgW="3009900" imgH="2425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84" y="1341438"/>
                        <a:ext cx="8727016" cy="527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1" name="3 Metin kutusu"/>
          <p:cNvSpPr txBox="1">
            <a:spLocks noChangeArrowheads="1"/>
          </p:cNvSpPr>
          <p:nvPr/>
        </p:nvSpPr>
        <p:spPr bwMode="auto">
          <a:xfrm>
            <a:off x="1" y="0"/>
            <a:ext cx="249555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SOLUTION</a:t>
            </a:r>
          </a:p>
        </p:txBody>
      </p:sp>
      <p:grpSp>
        <p:nvGrpSpPr>
          <p:cNvPr id="165892" name="66 Grup"/>
          <p:cNvGrpSpPr>
            <a:grpSpLocks/>
          </p:cNvGrpSpPr>
          <p:nvPr/>
        </p:nvGrpSpPr>
        <p:grpSpPr bwMode="auto">
          <a:xfrm>
            <a:off x="9167284" y="2420939"/>
            <a:ext cx="2785533" cy="2924175"/>
            <a:chOff x="6588224" y="3933056"/>
            <a:chExt cx="2088232" cy="2924944"/>
          </a:xfrm>
        </p:grpSpPr>
        <p:sp>
          <p:nvSpPr>
            <p:cNvPr id="44" name="Oval 43"/>
            <p:cNvSpPr/>
            <p:nvPr/>
          </p:nvSpPr>
          <p:spPr>
            <a:xfrm>
              <a:off x="7453031" y="5012840"/>
              <a:ext cx="1007620" cy="10083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r-TR"/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>
              <a:off x="7956048" y="4580926"/>
              <a:ext cx="0" cy="100832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V="1">
              <a:off x="6732623" y="5733754"/>
              <a:ext cx="728343" cy="64787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V="1">
              <a:off x="7453031" y="5805210"/>
              <a:ext cx="15868" cy="711387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6659630" y="5733754"/>
              <a:ext cx="801336" cy="0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929" name="TextBox 53"/>
            <p:cNvSpPr txBox="1">
              <a:spLocks noChangeArrowheads="1"/>
            </p:cNvSpPr>
            <p:nvPr/>
          </p:nvSpPr>
          <p:spPr bwMode="auto">
            <a:xfrm>
              <a:off x="6588224" y="5085184"/>
              <a:ext cx="7200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/>
                <a:t>R</a:t>
              </a:r>
              <a:r>
                <a:rPr lang="tr-TR" altLang="en-US" baseline="-25000"/>
                <a:t>x</a:t>
              </a:r>
            </a:p>
          </p:txBody>
        </p:sp>
        <p:sp>
          <p:nvSpPr>
            <p:cNvPr id="165930" name="TextBox 54"/>
            <p:cNvSpPr txBox="1">
              <a:spLocks noChangeArrowheads="1"/>
            </p:cNvSpPr>
            <p:nvPr/>
          </p:nvSpPr>
          <p:spPr bwMode="auto">
            <a:xfrm>
              <a:off x="7380312" y="6273225"/>
              <a:ext cx="7200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/>
                <a:t>R</a:t>
              </a:r>
              <a:r>
                <a:rPr lang="tr-TR" altLang="en-US" baseline="-25000"/>
                <a:t>y</a:t>
              </a:r>
            </a:p>
          </p:txBody>
        </p:sp>
        <p:sp>
          <p:nvSpPr>
            <p:cNvPr id="165931" name="TextBox 55"/>
            <p:cNvSpPr txBox="1">
              <a:spLocks noChangeArrowheads="1"/>
            </p:cNvSpPr>
            <p:nvPr/>
          </p:nvSpPr>
          <p:spPr bwMode="auto">
            <a:xfrm>
              <a:off x="6732240" y="6228601"/>
              <a:ext cx="7200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/>
                <a:t>R</a:t>
              </a:r>
              <a:endParaRPr lang="tr-TR" altLang="en-US" baseline="-25000"/>
            </a:p>
          </p:txBody>
        </p:sp>
        <p:sp>
          <p:nvSpPr>
            <p:cNvPr id="165932" name="TextBox 56"/>
            <p:cNvSpPr txBox="1">
              <a:spLocks noChangeArrowheads="1"/>
            </p:cNvSpPr>
            <p:nvPr/>
          </p:nvSpPr>
          <p:spPr bwMode="auto">
            <a:xfrm>
              <a:off x="7380312" y="3933056"/>
              <a:ext cx="129614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/>
                <a:t>W=mg</a:t>
              </a:r>
              <a:endParaRPr lang="tr-TR" altLang="en-US" baseline="-25000"/>
            </a:p>
          </p:txBody>
        </p:sp>
      </p:grpSp>
      <p:grpSp>
        <p:nvGrpSpPr>
          <p:cNvPr id="165893" name="65 Grup"/>
          <p:cNvGrpSpPr>
            <a:grpSpLocks/>
          </p:cNvGrpSpPr>
          <p:nvPr/>
        </p:nvGrpSpPr>
        <p:grpSpPr bwMode="auto">
          <a:xfrm>
            <a:off x="9120717" y="5489576"/>
            <a:ext cx="3071283" cy="1368425"/>
            <a:chOff x="3635896" y="548680"/>
            <a:chExt cx="2304256" cy="1368152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4139306" y="1340685"/>
              <a:ext cx="122438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4139306" y="835961"/>
              <a:ext cx="0" cy="50472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4139306" y="908971"/>
              <a:ext cx="1152922" cy="43171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788818" y="1332749"/>
              <a:ext cx="719385" cy="5840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tr-TR" sz="3200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+mn-cs"/>
                </a:rPr>
                <a:t>R</a:t>
              </a:r>
              <a:r>
                <a:rPr lang="tr-TR" sz="3200" baseline="-25000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+mn-cs"/>
                </a:rPr>
                <a:t>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35896" y="620104"/>
              <a:ext cx="719385" cy="5856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tr-TR" sz="3200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+mn-cs"/>
                </a:rPr>
                <a:t>R</a:t>
              </a:r>
              <a:r>
                <a:rPr lang="tr-TR" sz="3200" baseline="-25000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+mn-cs"/>
                </a:rPr>
                <a:t>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20767" y="548680"/>
              <a:ext cx="719385" cy="5840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tr-TR" sz="3200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+mn-cs"/>
                </a:rPr>
                <a:t>R</a:t>
              </a:r>
              <a:endParaRPr lang="tr-TR" sz="3200" baseline="-25000" dirty="0">
                <a:solidFill>
                  <a:schemeClr val="accent5">
                    <a:lumMod val="7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65923" name="TextBox 14"/>
            <p:cNvSpPr txBox="1">
              <a:spLocks noChangeArrowheads="1"/>
            </p:cNvSpPr>
            <p:nvPr/>
          </p:nvSpPr>
          <p:spPr bwMode="auto">
            <a:xfrm>
              <a:off x="4932040" y="903387"/>
              <a:ext cx="7200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2400">
                  <a:solidFill>
                    <a:srgbClr val="7030A0"/>
                  </a:solidFill>
                  <a:latin typeface="Symbol" pitchFamily="18" charset="2"/>
                </a:rPr>
                <a:t>b</a:t>
              </a:r>
              <a:endParaRPr lang="tr-TR" altLang="en-US" sz="2400" baseline="-25000">
                <a:solidFill>
                  <a:srgbClr val="7030A0"/>
                </a:solidFill>
                <a:latin typeface="Symbol" pitchFamily="18" charset="2"/>
              </a:endParaRPr>
            </a:p>
          </p:txBody>
        </p:sp>
      </p:grpSp>
      <p:sp>
        <p:nvSpPr>
          <p:cNvPr id="165894" name="39 Metin kutusu"/>
          <p:cNvSpPr txBox="1">
            <a:spLocks noChangeArrowheads="1"/>
          </p:cNvSpPr>
          <p:nvPr/>
        </p:nvSpPr>
        <p:spPr bwMode="auto">
          <a:xfrm>
            <a:off x="334433" y="908051"/>
            <a:ext cx="26670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7030A0"/>
                </a:solidFill>
              </a:rPr>
              <a:t>in </a:t>
            </a:r>
            <a:r>
              <a:rPr lang="en-US" altLang="en-US" sz="1800" b="1" i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800" b="1" i="1">
                <a:solidFill>
                  <a:srgbClr val="7030A0"/>
                </a:solidFill>
              </a:rPr>
              <a:t> direction</a:t>
            </a:r>
          </a:p>
        </p:txBody>
      </p:sp>
      <p:sp>
        <p:nvSpPr>
          <p:cNvPr id="165895" name="40 Metin kutusu"/>
          <p:cNvSpPr txBox="1">
            <a:spLocks noChangeArrowheads="1"/>
          </p:cNvSpPr>
          <p:nvPr/>
        </p:nvSpPr>
        <p:spPr bwMode="auto">
          <a:xfrm>
            <a:off x="527051" y="3573464"/>
            <a:ext cx="2667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7030A0"/>
                </a:solidFill>
              </a:rPr>
              <a:t>in </a:t>
            </a:r>
            <a:r>
              <a:rPr lang="tr-TR" altLang="en-US" sz="1800" b="1" i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1800" b="1">
                <a:solidFill>
                  <a:srgbClr val="7030A0"/>
                </a:solidFill>
              </a:rPr>
              <a:t> direction</a:t>
            </a:r>
          </a:p>
        </p:txBody>
      </p:sp>
      <p:sp>
        <p:nvSpPr>
          <p:cNvPr id="63" name="TextBox 11"/>
          <p:cNvSpPr txBox="1"/>
          <p:nvPr/>
        </p:nvSpPr>
        <p:spPr>
          <a:xfrm>
            <a:off x="10801351" y="1484313"/>
            <a:ext cx="57573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2000" b="1" dirty="0">
                <a:solidFill>
                  <a:schemeClr val="accent5">
                    <a:lumMod val="75000"/>
                  </a:schemeClr>
                </a:solidFill>
                <a:latin typeface="+mn-lt"/>
                <a:cs typeface="+mn-cs"/>
              </a:rPr>
              <a:t>x</a:t>
            </a:r>
            <a:endParaRPr lang="tr-TR" sz="2000" b="1" baseline="-25000" dirty="0">
              <a:solidFill>
                <a:schemeClr val="accent5">
                  <a:lumMod val="75000"/>
                </a:schemeClr>
              </a:solidFill>
              <a:latin typeface="+mn-lt"/>
              <a:cs typeface="+mn-cs"/>
            </a:endParaRPr>
          </a:p>
        </p:txBody>
      </p:sp>
      <p:grpSp>
        <p:nvGrpSpPr>
          <p:cNvPr id="165897" name="67 Grup"/>
          <p:cNvGrpSpPr>
            <a:grpSpLocks/>
          </p:cNvGrpSpPr>
          <p:nvPr/>
        </p:nvGrpSpPr>
        <p:grpSpPr bwMode="auto">
          <a:xfrm>
            <a:off x="7056967" y="0"/>
            <a:ext cx="3888317" cy="2692400"/>
            <a:chOff x="6046788" y="116632"/>
            <a:chExt cx="2916237" cy="2692102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6875463" y="188062"/>
              <a:ext cx="0" cy="23047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6588126" y="1737291"/>
              <a:ext cx="2312986" cy="3492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 flipV="1">
              <a:off x="6875463" y="1799196"/>
              <a:ext cx="1008063" cy="431752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6902451" y="700767"/>
              <a:ext cx="1512886" cy="1007951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5903" name="Object 3"/>
            <p:cNvGraphicFramePr>
              <a:graphicFrameLocks noChangeAspect="1"/>
            </p:cNvGraphicFramePr>
            <p:nvPr/>
          </p:nvGraphicFramePr>
          <p:xfrm>
            <a:off x="7812360" y="2132856"/>
            <a:ext cx="429890" cy="586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2" name="Equation" r:id="rId6" imgW="139639" imgH="190417" progId="Equation.3">
                    <p:embed/>
                  </p:oleObj>
                </mc:Choice>
                <mc:Fallback>
                  <p:oleObj name="Equation" r:id="rId6" imgW="139639" imgH="1904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2360" y="2132856"/>
                          <a:ext cx="429890" cy="586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04" name="Object 4"/>
            <p:cNvGraphicFramePr>
              <a:graphicFrameLocks noChangeAspect="1"/>
            </p:cNvGraphicFramePr>
            <p:nvPr/>
          </p:nvGraphicFramePr>
          <p:xfrm>
            <a:off x="7721600" y="333375"/>
            <a:ext cx="469900" cy="585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3" name="Equation" r:id="rId8" imgW="152334" imgH="190417" progId="Equation.3">
                    <p:embed/>
                  </p:oleObj>
                </mc:Choice>
                <mc:Fallback>
                  <p:oleObj name="Equation" r:id="rId8" imgW="152334" imgH="1904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1600" y="333375"/>
                          <a:ext cx="469900" cy="585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905" name="TextBox 26"/>
            <p:cNvSpPr txBox="1">
              <a:spLocks noChangeArrowheads="1"/>
            </p:cNvSpPr>
            <p:nvPr/>
          </p:nvSpPr>
          <p:spPr bwMode="auto">
            <a:xfrm>
              <a:off x="7524328" y="1700808"/>
              <a:ext cx="7200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2400"/>
                <a:t>10°</a:t>
              </a:r>
              <a:endParaRPr lang="tr-TR" altLang="en-US" sz="2400" baseline="-25000"/>
            </a:p>
          </p:txBody>
        </p:sp>
        <p:sp>
          <p:nvSpPr>
            <p:cNvPr id="165906" name="TextBox 27"/>
            <p:cNvSpPr txBox="1">
              <a:spLocks noChangeArrowheads="1"/>
            </p:cNvSpPr>
            <p:nvPr/>
          </p:nvSpPr>
          <p:spPr bwMode="auto">
            <a:xfrm>
              <a:off x="7596336" y="1268760"/>
              <a:ext cx="7200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2400"/>
                <a:t>20°</a:t>
              </a:r>
              <a:endParaRPr lang="tr-TR" altLang="en-US" sz="2400" baseline="-25000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V="1">
              <a:off x="6875463" y="1772212"/>
              <a:ext cx="0" cy="496832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6875463" y="764260"/>
              <a:ext cx="0" cy="928585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6875463" y="1772212"/>
              <a:ext cx="1009650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6875463" y="1700782"/>
              <a:ext cx="1574799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5911" name="Object 5"/>
            <p:cNvGraphicFramePr>
              <a:graphicFrameLocks noChangeAspect="1"/>
            </p:cNvGraphicFramePr>
            <p:nvPr/>
          </p:nvGraphicFramePr>
          <p:xfrm>
            <a:off x="8100392" y="1734716"/>
            <a:ext cx="625475" cy="625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4" name="Equation" r:id="rId10" imgW="203024" imgH="203024" progId="Equation.3">
                    <p:embed/>
                  </p:oleObj>
                </mc:Choice>
                <mc:Fallback>
                  <p:oleObj name="Equation" r:id="rId10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0392" y="1734716"/>
                          <a:ext cx="625475" cy="625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12" name="Object 6"/>
            <p:cNvGraphicFramePr>
              <a:graphicFrameLocks noChangeAspect="1"/>
            </p:cNvGraphicFramePr>
            <p:nvPr/>
          </p:nvGraphicFramePr>
          <p:xfrm>
            <a:off x="6910884" y="2105472"/>
            <a:ext cx="625475" cy="703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5" name="Equation" r:id="rId12" imgW="203112" imgH="228501" progId="Equation.3">
                    <p:embed/>
                  </p:oleObj>
                </mc:Choice>
                <mc:Fallback>
                  <p:oleObj name="Equation" r:id="rId12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0884" y="2105472"/>
                          <a:ext cx="625475" cy="703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13" name="Object 7"/>
            <p:cNvGraphicFramePr>
              <a:graphicFrameLocks noChangeAspect="1"/>
            </p:cNvGraphicFramePr>
            <p:nvPr/>
          </p:nvGraphicFramePr>
          <p:xfrm>
            <a:off x="8297863" y="1052513"/>
            <a:ext cx="665162" cy="625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6" name="Equation" r:id="rId14" imgW="215713" imgH="203024" progId="Equation.3">
                    <p:embed/>
                  </p:oleObj>
                </mc:Choice>
                <mc:Fallback>
                  <p:oleObj name="Equation" r:id="rId14" imgW="215713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7863" y="1052513"/>
                          <a:ext cx="665162" cy="625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14" name="Object 8"/>
            <p:cNvGraphicFramePr>
              <a:graphicFrameLocks noChangeAspect="1"/>
            </p:cNvGraphicFramePr>
            <p:nvPr/>
          </p:nvGraphicFramePr>
          <p:xfrm>
            <a:off x="6046788" y="438150"/>
            <a:ext cx="703262" cy="703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7" name="Equation" r:id="rId16" imgW="228600" imgH="228600" progId="Equation.3">
                    <p:embed/>
                  </p:oleObj>
                </mc:Choice>
                <mc:Fallback>
                  <p:oleObj name="Equation" r:id="rId16" imgW="228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46788" y="438150"/>
                          <a:ext cx="703262" cy="703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57 Oval"/>
            <p:cNvSpPr/>
            <p:nvPr/>
          </p:nvSpPr>
          <p:spPr>
            <a:xfrm>
              <a:off x="6845301" y="1729353"/>
              <a:ext cx="71437" cy="714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r-TR"/>
            </a:p>
          </p:txBody>
        </p:sp>
        <p:sp>
          <p:nvSpPr>
            <p:cNvPr id="64" name="TextBox 11"/>
            <p:cNvSpPr txBox="1"/>
            <p:nvPr/>
          </p:nvSpPr>
          <p:spPr>
            <a:xfrm>
              <a:off x="6588126" y="116632"/>
              <a:ext cx="431800" cy="40000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tr-TR" sz="2000" b="1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+mn-cs"/>
                </a:rPr>
                <a:t>y</a:t>
              </a:r>
              <a:endParaRPr lang="tr-TR" sz="2000" b="1" baseline="-25000" dirty="0">
                <a:solidFill>
                  <a:schemeClr val="accent5">
                    <a:lumMod val="75000"/>
                  </a:schemeClr>
                </a:solidFill>
                <a:latin typeface="+mn-lt"/>
                <a:cs typeface="+mn-cs"/>
              </a:endParaRPr>
            </a:p>
          </p:txBody>
        </p:sp>
      </p:grpSp>
      <p:pic>
        <p:nvPicPr>
          <p:cNvPr id="165898" name="Picture 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86" t="10904" r="42528" b="38710"/>
          <a:stretch>
            <a:fillRect/>
          </a:stretch>
        </p:blipFill>
        <p:spPr bwMode="auto">
          <a:xfrm>
            <a:off x="3119967" y="0"/>
            <a:ext cx="2302933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450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583488" y="1"/>
            <a:ext cx="4608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n-lt"/>
                <a:cs typeface="+mn-cs"/>
              </a:rPr>
              <a:t>Principle of Linear Impulse and Momentum </a:t>
            </a:r>
          </a:p>
        </p:txBody>
      </p:sp>
      <p:sp>
        <p:nvSpPr>
          <p:cNvPr id="166915" name="3 Metin kutusu"/>
          <p:cNvSpPr txBox="1">
            <a:spLocks noChangeArrowheads="1"/>
          </p:cNvSpPr>
          <p:nvPr/>
        </p:nvSpPr>
        <p:spPr bwMode="auto">
          <a:xfrm>
            <a:off x="1" y="0"/>
            <a:ext cx="249555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PROBLEMS</a:t>
            </a:r>
          </a:p>
        </p:txBody>
      </p:sp>
      <p:sp>
        <p:nvSpPr>
          <p:cNvPr id="166916" name="4 Metin kutusu"/>
          <p:cNvSpPr txBox="1">
            <a:spLocks noChangeArrowheads="1"/>
          </p:cNvSpPr>
          <p:nvPr/>
        </p:nvSpPr>
        <p:spPr bwMode="auto">
          <a:xfrm>
            <a:off x="239184" y="620713"/>
            <a:ext cx="1152101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mic Sans MS" pitchFamily="66" charset="0"/>
              </a:rPr>
              <a:t>7. </a:t>
            </a:r>
            <a:r>
              <a:rPr lang="en-US" altLang="en-US" sz="1800">
                <a:latin typeface="Comic Sans MS" pitchFamily="66" charset="0"/>
              </a:rPr>
              <a:t>The 40-kg boy has taken a running jump from the upper surface and lands on his 5-kg skateboard with a velocity of 5 m/s in the plane of the figure as shown. If his impact with the skateboard has a time duration of 0.05 s, determine the final speed v along the horizontal surface and the total normal force N exerted by the surface on the skateboard wheels during the impact.</a:t>
            </a:r>
          </a:p>
        </p:txBody>
      </p:sp>
      <p:pic>
        <p:nvPicPr>
          <p:cNvPr id="1669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1" y="3141664"/>
            <a:ext cx="6286500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825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583488" y="1"/>
            <a:ext cx="4608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+mn-lt"/>
                <a:cs typeface="+mn-cs"/>
              </a:rPr>
              <a:t>Principle of Linear Impulse and Momentum </a:t>
            </a:r>
          </a:p>
        </p:txBody>
      </p:sp>
      <p:sp>
        <p:nvSpPr>
          <p:cNvPr id="167939" name="3 Metin kutusu"/>
          <p:cNvSpPr txBox="1">
            <a:spLocks noChangeArrowheads="1"/>
          </p:cNvSpPr>
          <p:nvPr/>
        </p:nvSpPr>
        <p:spPr bwMode="auto">
          <a:xfrm>
            <a:off x="1" y="0"/>
            <a:ext cx="249555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PROBLEMS</a:t>
            </a:r>
          </a:p>
        </p:txBody>
      </p:sp>
      <p:sp>
        <p:nvSpPr>
          <p:cNvPr id="7" name="6 Oval"/>
          <p:cNvSpPr/>
          <p:nvPr/>
        </p:nvSpPr>
        <p:spPr>
          <a:xfrm>
            <a:off x="2286001" y="1143001"/>
            <a:ext cx="571500" cy="4286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r-TR"/>
          </a:p>
        </p:txBody>
      </p:sp>
      <p:cxnSp>
        <p:nvCxnSpPr>
          <p:cNvPr id="9" name="8 Düz Ok Bağlayıcısı"/>
          <p:cNvCxnSpPr>
            <a:endCxn id="7" idx="0"/>
          </p:cNvCxnSpPr>
          <p:nvPr/>
        </p:nvCxnSpPr>
        <p:spPr>
          <a:xfrm rot="5400000">
            <a:off x="2213505" y="784755"/>
            <a:ext cx="714375" cy="211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Düz Ok Bağlayıcısı"/>
          <p:cNvCxnSpPr/>
          <p:nvPr/>
        </p:nvCxnSpPr>
        <p:spPr>
          <a:xfrm rot="16200000" flipV="1">
            <a:off x="2215622" y="1927755"/>
            <a:ext cx="714375" cy="211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Metin kutusu"/>
          <p:cNvSpPr txBox="1"/>
          <p:nvPr/>
        </p:nvSpPr>
        <p:spPr>
          <a:xfrm>
            <a:off x="2476501" y="428626"/>
            <a:ext cx="2190751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(</a:t>
            </a:r>
            <a:r>
              <a:rPr lang="tr-TR" sz="2400" b="1" dirty="0" err="1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m</a:t>
            </a:r>
            <a:r>
              <a:rPr lang="tr-TR" sz="2400" b="1" baseline="-25000" dirty="0" err="1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B</a:t>
            </a:r>
            <a:r>
              <a:rPr lang="tr-TR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+</a:t>
            </a:r>
            <a:r>
              <a:rPr lang="tr-TR" sz="2400" b="1" dirty="0" err="1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m</a:t>
            </a:r>
            <a:r>
              <a:rPr lang="tr-TR" sz="2400" b="1" baseline="-25000" dirty="0" err="1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S</a:t>
            </a:r>
            <a:r>
              <a:rPr lang="tr-TR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)g</a:t>
            </a:r>
          </a:p>
        </p:txBody>
      </p:sp>
      <p:sp>
        <p:nvSpPr>
          <p:cNvPr id="12" name="11 Metin kutusu"/>
          <p:cNvSpPr txBox="1"/>
          <p:nvPr/>
        </p:nvSpPr>
        <p:spPr>
          <a:xfrm>
            <a:off x="2571752" y="1928813"/>
            <a:ext cx="857249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24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N</a:t>
            </a:r>
          </a:p>
        </p:txBody>
      </p:sp>
      <p:cxnSp>
        <p:nvCxnSpPr>
          <p:cNvPr id="14" name="13 Düz Bağlayıcı"/>
          <p:cNvCxnSpPr/>
          <p:nvPr/>
        </p:nvCxnSpPr>
        <p:spPr>
          <a:xfrm rot="5400000">
            <a:off x="534724" y="963349"/>
            <a:ext cx="642937" cy="2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Düz Bağlayıcı"/>
          <p:cNvCxnSpPr/>
          <p:nvPr/>
        </p:nvCxnSpPr>
        <p:spPr>
          <a:xfrm>
            <a:off x="857252" y="1285875"/>
            <a:ext cx="857249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947" name="16 Metin kutusu"/>
          <p:cNvSpPr txBox="1">
            <a:spLocks noChangeArrowheads="1"/>
          </p:cNvSpPr>
          <p:nvPr/>
        </p:nvSpPr>
        <p:spPr bwMode="auto">
          <a:xfrm>
            <a:off x="857251" y="500063"/>
            <a:ext cx="571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y</a:t>
            </a:r>
          </a:p>
        </p:txBody>
      </p:sp>
      <p:sp>
        <p:nvSpPr>
          <p:cNvPr id="167948" name="17 Metin kutusu"/>
          <p:cNvSpPr txBox="1">
            <a:spLocks noChangeArrowheads="1"/>
          </p:cNvSpPr>
          <p:nvPr/>
        </p:nvSpPr>
        <p:spPr bwMode="auto">
          <a:xfrm>
            <a:off x="1428751" y="1143001"/>
            <a:ext cx="571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400" b="1">
                <a:solidFill>
                  <a:srgbClr val="7030A0"/>
                </a:solidFill>
              </a:rPr>
              <a:t>x</a:t>
            </a:r>
          </a:p>
        </p:txBody>
      </p:sp>
      <p:graphicFrame>
        <p:nvGraphicFramePr>
          <p:cNvPr id="167949" name="Object 3"/>
          <p:cNvGraphicFramePr>
            <a:graphicFrameLocks noChangeAspect="1"/>
          </p:cNvGraphicFramePr>
          <p:nvPr/>
        </p:nvGraphicFramePr>
        <p:xfrm>
          <a:off x="527052" y="3141664"/>
          <a:ext cx="922443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3" imgW="3162300" imgH="457200" progId="Equation.3">
                  <p:embed/>
                </p:oleObj>
              </mc:Choice>
              <mc:Fallback>
                <p:oleObj name="Equation" r:id="rId3" imgW="3162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2" y="3141664"/>
                        <a:ext cx="922443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50" name="19 Metin kutusu"/>
          <p:cNvSpPr txBox="1">
            <a:spLocks noChangeArrowheads="1"/>
          </p:cNvSpPr>
          <p:nvPr/>
        </p:nvSpPr>
        <p:spPr bwMode="auto">
          <a:xfrm>
            <a:off x="527051" y="2565400"/>
            <a:ext cx="800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en-US" sz="2000" b="1">
                <a:solidFill>
                  <a:srgbClr val="7030A0"/>
                </a:solidFill>
                <a:latin typeface="Comic Sans MS" pitchFamily="66" charset="0"/>
              </a:rPr>
              <a:t>Linear momentum is conserved in x-direction;</a:t>
            </a:r>
          </a:p>
        </p:txBody>
      </p:sp>
      <p:graphicFrame>
        <p:nvGraphicFramePr>
          <p:cNvPr id="167951" name="Object 3"/>
          <p:cNvGraphicFramePr>
            <a:graphicFrameLocks noChangeAspect="1"/>
          </p:cNvGraphicFramePr>
          <p:nvPr/>
        </p:nvGraphicFramePr>
        <p:xfrm>
          <a:off x="624417" y="4581526"/>
          <a:ext cx="8441267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Denklem" r:id="rId5" imgW="2578100" imgH="850900" progId="Equation.3">
                  <p:embed/>
                </p:oleObj>
              </mc:Choice>
              <mc:Fallback>
                <p:oleObj name="Denklem" r:id="rId5" imgW="25781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417" y="4581526"/>
                        <a:ext cx="8441267" cy="208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52" name="21 Metin kutusu"/>
          <p:cNvSpPr txBox="1">
            <a:spLocks noChangeArrowheads="1"/>
          </p:cNvSpPr>
          <p:nvPr/>
        </p:nvSpPr>
        <p:spPr bwMode="auto">
          <a:xfrm>
            <a:off x="912284" y="4437064"/>
            <a:ext cx="2667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7030A0"/>
                </a:solidFill>
                <a:latin typeface="Comic Sans MS" pitchFamily="66" charset="0"/>
              </a:rPr>
              <a:t>in </a:t>
            </a:r>
            <a:r>
              <a:rPr lang="tr-TR" altLang="en-US" sz="2000" b="1" i="1">
                <a:solidFill>
                  <a:srgbClr val="7030A0"/>
                </a:solidFill>
                <a:latin typeface="Comic Sans MS" pitchFamily="66" charset="0"/>
                <a:cs typeface="Times New Roman" pitchFamily="18" charset="0"/>
              </a:rPr>
              <a:t>y</a:t>
            </a:r>
            <a:r>
              <a:rPr lang="en-US" altLang="en-US" sz="2000" b="1">
                <a:solidFill>
                  <a:srgbClr val="7030A0"/>
                </a:solidFill>
                <a:latin typeface="Comic Sans MS" pitchFamily="66" charset="0"/>
              </a:rPr>
              <a:t> direction</a:t>
            </a:r>
          </a:p>
        </p:txBody>
      </p:sp>
      <p:pic>
        <p:nvPicPr>
          <p:cNvPr id="167953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7" r="12952" b="2380"/>
          <a:stretch>
            <a:fillRect/>
          </a:stretch>
        </p:blipFill>
        <p:spPr bwMode="auto">
          <a:xfrm>
            <a:off x="8879418" y="692151"/>
            <a:ext cx="2592916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636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217ACB-263C-4E21-81D1-2FD74141CF3A}" type="slidenum">
              <a:rPr lang="zh-CN" altLang="en-US" sz="140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8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008080"/>
                </a:solidFill>
                <a:ea typeface="宋体" pitchFamily="2" charset="-122"/>
              </a:rPr>
              <a:t>Example 8.   A Well-Hit Ball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508000" y="1905000"/>
            <a:ext cx="114808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A baseball (m=0.14kg) has initial velocity of 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0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=-38m/s as it approaches a bat. The bat applies an average force      that is much larger than the weight of the ball, and the ball departs from the bat with a final velocity of 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f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=+58m.</a:t>
            </a:r>
          </a:p>
          <a:p>
            <a:pPr>
              <a:spcBef>
                <a:spcPct val="50000"/>
              </a:spcBef>
              <a:buFontTx/>
              <a:buAutoNum type="alphaLcParenBoth"/>
              <a:defRPr/>
            </a:pP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Determine the impulse applied to the ball by the bat.</a:t>
            </a:r>
          </a:p>
          <a:p>
            <a:pPr>
              <a:spcBef>
                <a:spcPct val="50000"/>
              </a:spcBef>
              <a:buFontTx/>
              <a:buAutoNum type="alphaLcParenBoth"/>
              <a:defRPr/>
            </a:pP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 Assuming time of contact is      =1.6</a:t>
            </a:r>
            <a:r>
              <a:rPr lang="en-US" altLang="zh-CN" sz="2800" b="1" baseline="-6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*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10</a:t>
            </a:r>
            <a:r>
              <a:rPr lang="en-US" altLang="zh-CN" sz="2800" b="1" baseline="30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-3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s, find the average force exerted on the ball by the bat.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5988051" y="3328988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endParaRPr lang="en-IN" sz="240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graphicFrame>
        <p:nvGraphicFramePr>
          <p:cNvPr id="168966" name="Object 4"/>
          <p:cNvGraphicFramePr>
            <a:graphicFrameLocks noChangeAspect="1"/>
          </p:cNvGraphicFramePr>
          <p:nvPr/>
        </p:nvGraphicFramePr>
        <p:xfrm>
          <a:off x="2336800" y="2895600"/>
          <a:ext cx="493184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r:id="rId3" imgW="164957" imgH="203024" progId="Equation.3">
                  <p:embed/>
                </p:oleObj>
              </mc:Choice>
              <mc:Fallback>
                <p:oleObj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2895600"/>
                        <a:ext cx="493184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5969000" y="3338513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endParaRPr lang="en-IN" sz="240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graphicFrame>
        <p:nvGraphicFramePr>
          <p:cNvPr id="168968" name="Object 6"/>
          <p:cNvGraphicFramePr>
            <a:graphicFrameLocks noChangeAspect="1"/>
          </p:cNvGraphicFramePr>
          <p:nvPr/>
        </p:nvGraphicFramePr>
        <p:xfrm>
          <a:off x="6908800" y="4953001"/>
          <a:ext cx="7112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r:id="rId5" imgW="190335" imgH="177646" progId="Equation.3">
                  <p:embed/>
                </p:oleObj>
              </mc:Choice>
              <mc:Fallback>
                <p:oleObj r:id="rId5" imgW="190335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8800" y="4953001"/>
                        <a:ext cx="7112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16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1D563D0-65AE-4922-9528-7B2E048657C0}" type="slidenum">
              <a:rPr lang="zh-CN" altLang="en-US" sz="140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5480051" y="3309938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endParaRPr lang="en-IN" sz="240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graphicFrame>
        <p:nvGraphicFramePr>
          <p:cNvPr id="169988" name="Object 2"/>
          <p:cNvGraphicFramePr>
            <a:graphicFrameLocks noChangeAspect="1"/>
          </p:cNvGraphicFramePr>
          <p:nvPr/>
        </p:nvGraphicFramePr>
        <p:xfrm>
          <a:off x="2235200" y="838200"/>
          <a:ext cx="4470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r:id="rId3" imgW="927100" imgH="241300" progId="Equation.3">
                  <p:embed/>
                </p:oleObj>
              </mc:Choice>
              <mc:Fallback>
                <p:oleObj r:id="rId3" imgW="9271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838200"/>
                        <a:ext cx="4470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4445000" y="3328988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endParaRPr lang="en-IN" sz="240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graphicFrame>
        <p:nvGraphicFramePr>
          <p:cNvPr id="169990" name="Object 4"/>
          <p:cNvGraphicFramePr>
            <a:graphicFrameLocks noChangeAspect="1"/>
          </p:cNvGraphicFramePr>
          <p:nvPr/>
        </p:nvGraphicFramePr>
        <p:xfrm>
          <a:off x="2032000" y="1905000"/>
          <a:ext cx="101600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r:id="rId5" imgW="2476500" imgH="203200" progId="Equation.3">
                  <p:embed/>
                </p:oleObj>
              </mc:Choice>
              <mc:Fallback>
                <p:oleObj r:id="rId5" imgW="2476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905000"/>
                        <a:ext cx="101600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4743451" y="3233738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endParaRPr lang="en-IN" sz="240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graphicFrame>
        <p:nvGraphicFramePr>
          <p:cNvPr id="169992" name="Object 6"/>
          <p:cNvGraphicFramePr>
            <a:graphicFrameLocks noChangeAspect="1"/>
          </p:cNvGraphicFramePr>
          <p:nvPr/>
        </p:nvGraphicFramePr>
        <p:xfrm>
          <a:off x="2235200" y="4038601"/>
          <a:ext cx="843280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r:id="rId7" imgW="2032000" imgH="393700" progId="Equation.3">
                  <p:embed/>
                </p:oleObj>
              </mc:Choice>
              <mc:Fallback>
                <p:oleObj r:id="rId7" imgW="2032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4038601"/>
                        <a:ext cx="8432800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2133600" y="2895600"/>
            <a:ext cx="487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= +13.4 </a:t>
            </a: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kg.m/s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1016000" y="990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a)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1016000" y="42672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116347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4D2045A-794E-4618-85B5-8744202B3398}" type="slidenum">
              <a:rPr lang="zh-CN" altLang="en-US" sz="140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1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008080"/>
                </a:solidFill>
                <a:ea typeface="宋体" pitchFamily="2" charset="-122"/>
              </a:rPr>
              <a:t>Example 9.   A Rain Storm</a:t>
            </a:r>
          </a:p>
        </p:txBody>
      </p:sp>
      <p:graphicFrame>
        <p:nvGraphicFramePr>
          <p:cNvPr id="171012" name="Object 4"/>
          <p:cNvGraphicFramePr>
            <a:graphicFrameLocks noChangeAspect="1"/>
          </p:cNvGraphicFramePr>
          <p:nvPr/>
        </p:nvGraphicFramePr>
        <p:xfrm>
          <a:off x="406400" y="3581400"/>
          <a:ext cx="6096000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Bitmap Image" r:id="rId3" imgW="3304762" imgH="1771429" progId="Paint.Picture">
                  <p:embed/>
                </p:oleObj>
              </mc:Choice>
              <mc:Fallback>
                <p:oleObj name="Bitmap Image" r:id="rId3" imgW="3304762" imgH="177142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581400"/>
                        <a:ext cx="6096000" cy="245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812800" y="1981200"/>
            <a:ext cx="10871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Rain comes straight down with velocity of v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0</a:t>
            </a:r>
            <a:r>
              <a:rPr lang="en-US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=-15m/s and hits the roof of a car perpendicularly. Mass of rain per second that strikes the car roof is 0.06kg/s. 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6400800" y="3578226"/>
            <a:ext cx="54864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Assuming the rain comes to rest upon striking the car (v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=0m/s), find the average force exerted by the raindrop.</a:t>
            </a:r>
          </a:p>
        </p:txBody>
      </p:sp>
    </p:spTree>
    <p:extLst>
      <p:ext uri="{BB962C8B-B14F-4D97-AF65-F5344CB8AC3E}">
        <p14:creationId xmlns:p14="http://schemas.microsoft.com/office/powerpoint/2010/main" val="355547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07713A2-A9D6-419C-92D1-390CFDE63EA1}" type="slidenum">
              <a:rPr lang="zh-CN" altLang="en-US" sz="140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5022851" y="3219450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endParaRPr lang="en-IN" sz="240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graphicFrame>
        <p:nvGraphicFramePr>
          <p:cNvPr id="172036" name="Object 2"/>
          <p:cNvGraphicFramePr>
            <a:graphicFrameLocks noChangeAspect="1"/>
          </p:cNvGraphicFramePr>
          <p:nvPr/>
        </p:nvGraphicFramePr>
        <p:xfrm>
          <a:off x="2540000" y="1066801"/>
          <a:ext cx="629920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r:id="rId3" imgW="1612900" imgH="419100" progId="Equation.3">
                  <p:embed/>
                </p:oleObj>
              </mc:Choice>
              <mc:Fallback>
                <p:oleObj r:id="rId3" imgW="1612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066801"/>
                        <a:ext cx="629920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5988051" y="3328988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endParaRPr lang="en-IN" sz="240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graphicFrame>
        <p:nvGraphicFramePr>
          <p:cNvPr id="172038" name="Object 5"/>
          <p:cNvGraphicFramePr>
            <a:graphicFrameLocks noChangeAspect="1"/>
          </p:cNvGraphicFramePr>
          <p:nvPr/>
        </p:nvGraphicFramePr>
        <p:xfrm>
          <a:off x="2540001" y="2590800"/>
          <a:ext cx="658284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r:id="rId5" imgW="164957" imgH="203024" progId="Equation.3">
                  <p:embed/>
                </p:oleObj>
              </mc:Choice>
              <mc:Fallback>
                <p:oleObj r:id="rId5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1" y="2590800"/>
                        <a:ext cx="658284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3251200" y="2590800"/>
            <a:ext cx="670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= -(0.06</a:t>
            </a:r>
            <a:r>
              <a:rPr lang="en-US" altLang="zh-CN" sz="32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kg/s)(-15m/s)=0.9 N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1524000" y="3886200"/>
            <a:ext cx="9347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rPr>
              <a:t>According to action-reaction law, the force exerted on the roof also has a magnitude of 0.9 N points downward: -0.9N </a:t>
            </a:r>
          </a:p>
        </p:txBody>
      </p:sp>
    </p:spTree>
    <p:extLst>
      <p:ext uri="{BB962C8B-B14F-4D97-AF65-F5344CB8AC3E}">
        <p14:creationId xmlns:p14="http://schemas.microsoft.com/office/powerpoint/2010/main" val="160097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99FF"/>
              </a:buClr>
              <a:buSzPct val="80000"/>
              <a:buFont typeface="Wingdings" pitchFamily="2" charset="2"/>
              <a:buChar char="q"/>
              <a:defRPr sz="3200">
                <a:solidFill>
                  <a:schemeClr val="bg2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800">
                <a:solidFill>
                  <a:schemeClr val="bg2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400">
                <a:solidFill>
                  <a:schemeClr val="bg2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89266F-151D-4234-92FA-975A23D0E008}" type="datetime4">
              <a:rPr lang="en-US" altLang="en-US" sz="140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April 20, 2026</a:t>
            </a:fld>
            <a:endParaRPr lang="en-US" altLang="zh-CN" sz="140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73059" name="Picture 2" descr="0604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67" y="2782889"/>
            <a:ext cx="9330267" cy="331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728133" y="304800"/>
            <a:ext cx="1083945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defRPr/>
            </a:pPr>
            <a:r>
              <a:rPr lang="en-US" altLang="zh-CN" sz="36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</a:rPr>
              <a:t>How Good Are the Bumpers?</a:t>
            </a:r>
            <a:endParaRPr lang="en-US" altLang="en-US" sz="3600" smtClean="0">
              <a:solidFill>
                <a:srgbClr val="000066"/>
              </a:solidFill>
              <a:latin typeface="Tahoma" pitchFamily="34" charset="0"/>
              <a:cs typeface="+mn-cs"/>
            </a:endParaRP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571501" y="1079500"/>
            <a:ext cx="11332633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buClr>
                <a:srgbClr val="9999FF"/>
              </a:buClr>
              <a:buSzPct val="80000"/>
              <a:buFont typeface="Wingdings" pitchFamily="2" charset="2"/>
              <a:buChar char="q"/>
              <a:defRPr/>
            </a:pPr>
            <a:r>
              <a:rPr lang="en-US" altLang="en-US" sz="20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 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</a:rPr>
              <a:t>In a crash test, a car of mass 1.5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10</a:t>
            </a:r>
            <a:r>
              <a:rPr lang="en-US" altLang="zh-CN" sz="2000" baseline="30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3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 kg collides with a wall and rebounds as in figure. The initial and final velocities of the car are v</a:t>
            </a:r>
            <a:r>
              <a:rPr lang="en-US" altLang="zh-CN" sz="2000" baseline="-25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i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=-15 m/s and v</a:t>
            </a:r>
            <a:r>
              <a:rPr lang="en-US" altLang="zh-CN" sz="2000" baseline="-25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f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 = 2.6 m/s, respectively. If the collision lasts for 0.15 s, find </a:t>
            </a:r>
          </a:p>
          <a:p>
            <a:pPr>
              <a:buClr>
                <a:srgbClr val="9999FF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(a) the impulse delivered to the car due to the collision </a:t>
            </a:r>
          </a:p>
          <a:p>
            <a:pPr>
              <a:buClr>
                <a:srgbClr val="9999FF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(b) the size and direction of the average force exerted on the car</a:t>
            </a:r>
            <a:endParaRPr lang="en-US" altLang="en-US" sz="2000" smtClean="0">
              <a:solidFill>
                <a:srgbClr val="000066"/>
              </a:solidFill>
              <a:latin typeface="Tahoma" pitchFamily="34" charset="0"/>
              <a:cs typeface="Tahoma" pitchFamily="34" charset="0"/>
              <a:sym typeface="SymbolProp BT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1332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99FF"/>
              </a:buClr>
              <a:buSzPct val="80000"/>
              <a:buFont typeface="Wingdings" pitchFamily="2" charset="2"/>
              <a:buChar char="q"/>
              <a:defRPr sz="3200">
                <a:solidFill>
                  <a:schemeClr val="bg2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800">
                <a:solidFill>
                  <a:schemeClr val="bg2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400">
                <a:solidFill>
                  <a:schemeClr val="bg2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F722106-F7D2-438E-881D-9A0DE6CCEB76}" type="datetime4">
              <a:rPr lang="en-US" altLang="en-US" sz="140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April 20, 2026</a:t>
            </a:fld>
            <a:endParaRPr lang="en-US" altLang="zh-CN" sz="140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728133" y="304800"/>
            <a:ext cx="1083945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defRPr/>
            </a:pPr>
            <a:r>
              <a:rPr lang="en-US" altLang="zh-CN" sz="36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</a:rPr>
              <a:t>How Good Are the Bumpers?</a:t>
            </a:r>
            <a:endParaRPr lang="en-US" altLang="en-US" sz="3600" smtClean="0">
              <a:solidFill>
                <a:srgbClr val="000066"/>
              </a:solidFill>
              <a:latin typeface="Tahoma" pitchFamily="34" charset="0"/>
              <a:cs typeface="+mn-cs"/>
            </a:endParaRP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571501" y="1079500"/>
            <a:ext cx="11332633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buClr>
                <a:srgbClr val="9999FF"/>
              </a:buClr>
              <a:buSzPct val="80000"/>
              <a:buFont typeface="Wingdings" pitchFamily="2" charset="2"/>
              <a:buChar char="q"/>
              <a:defRPr/>
            </a:pPr>
            <a:r>
              <a:rPr lang="en-US" altLang="en-US" sz="20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 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</a:rPr>
              <a:t>In a crash test, a car of mass 1.5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10</a:t>
            </a:r>
            <a:r>
              <a:rPr lang="en-US" altLang="zh-CN" sz="2000" baseline="30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3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 kg collides with a wall and rebounds as in figure. The initial and final velocities of the car are v</a:t>
            </a:r>
            <a:r>
              <a:rPr lang="en-US" altLang="zh-CN" sz="2000" baseline="-25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i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=-15 m/s and v</a:t>
            </a:r>
            <a:r>
              <a:rPr lang="en-US" altLang="zh-CN" sz="2000" baseline="-25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f</a:t>
            </a: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 = 2.6 m/s, respectively. If the collision lasts for 0.15 s, find </a:t>
            </a:r>
          </a:p>
          <a:p>
            <a:pPr>
              <a:buClr>
                <a:srgbClr val="9999FF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(a) the impulse delivered to the car due to the collision </a:t>
            </a:r>
          </a:p>
          <a:p>
            <a:pPr>
              <a:buClr>
                <a:srgbClr val="9999FF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2000" smtClean="0">
                <a:solidFill>
                  <a:srgbClr val="000066"/>
                </a:solidFill>
                <a:latin typeface="Tahoma" pitchFamily="34" charset="0"/>
                <a:ea typeface="宋体" pitchFamily="2" charset="-122"/>
                <a:cs typeface="+mn-cs"/>
                <a:sym typeface="SymbolProp BT" pitchFamily="18" charset="2"/>
              </a:rPr>
              <a:t>(b) the size and direction of the average force exerted on the car</a:t>
            </a:r>
            <a:endParaRPr lang="en-US" altLang="en-US" sz="2000" smtClean="0">
              <a:solidFill>
                <a:srgbClr val="000066"/>
              </a:solidFill>
              <a:latin typeface="Tahoma" pitchFamily="34" charset="0"/>
              <a:cs typeface="Tahoma" pitchFamily="34" charset="0"/>
              <a:sym typeface="SymbolProp BT" pitchFamily="18" charset="2"/>
            </a:endParaRPr>
          </a:p>
        </p:txBody>
      </p:sp>
      <p:sp>
        <p:nvSpPr>
          <p:cNvPr id="14341" name="Line 4"/>
          <p:cNvSpPr>
            <a:spLocks noChangeShapeType="1"/>
          </p:cNvSpPr>
          <p:nvPr/>
        </p:nvSpPr>
        <p:spPr bwMode="auto">
          <a:xfrm>
            <a:off x="5480051" y="3249613"/>
            <a:ext cx="2438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20000"/>
              </a:spcBef>
              <a:buSzPct val="50000"/>
              <a:buFont typeface="Wingdings" pitchFamily="2" charset="2"/>
              <a:buNone/>
              <a:defRPr/>
            </a:pPr>
            <a:endParaRPr lang="en-IN" sz="2400">
              <a:solidFill>
                <a:srgbClr val="FFFFFF"/>
              </a:solidFill>
              <a:latin typeface="Comic Sans MS" pitchFamily="66" charset="0"/>
              <a:cs typeface="+mn-cs"/>
            </a:endParaRPr>
          </a:p>
        </p:txBody>
      </p:sp>
      <p:graphicFrame>
        <p:nvGraphicFramePr>
          <p:cNvPr id="174086" name="Object 5"/>
          <p:cNvGraphicFramePr>
            <a:graphicFrameLocks noChangeAspect="1"/>
          </p:cNvGraphicFramePr>
          <p:nvPr/>
        </p:nvGraphicFramePr>
        <p:xfrm>
          <a:off x="770467" y="2862263"/>
          <a:ext cx="732366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公式" r:id="rId4" imgW="3390900" imgH="241300" progId="Equation.3">
                  <p:embed/>
                </p:oleObj>
              </mc:Choice>
              <mc:Fallback>
                <p:oleObj name="公式" r:id="rId4" imgW="3390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67" y="2862263"/>
                        <a:ext cx="7323667" cy="39211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7" name="Object 6"/>
          <p:cNvGraphicFramePr>
            <a:graphicFrameLocks noChangeAspect="1"/>
          </p:cNvGraphicFramePr>
          <p:nvPr/>
        </p:nvGraphicFramePr>
        <p:xfrm>
          <a:off x="965201" y="5259388"/>
          <a:ext cx="655743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公式" r:id="rId6" imgW="3035300" imgH="419100" progId="Equation.3">
                  <p:embed/>
                </p:oleObj>
              </mc:Choice>
              <mc:Fallback>
                <p:oleObj name="公式" r:id="rId6" imgW="3035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1" y="5259388"/>
                        <a:ext cx="6557433" cy="67945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088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351" y="2714625"/>
            <a:ext cx="3259667" cy="329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4089" name="Object 8"/>
          <p:cNvGraphicFramePr>
            <a:graphicFrameLocks noChangeAspect="1"/>
          </p:cNvGraphicFramePr>
          <p:nvPr/>
        </p:nvGraphicFramePr>
        <p:xfrm>
          <a:off x="766233" y="3335338"/>
          <a:ext cx="75692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公式" r:id="rId9" imgW="3505200" imgH="254000" progId="Equation.3">
                  <p:embed/>
                </p:oleObj>
              </mc:Choice>
              <mc:Fallback>
                <p:oleObj name="公式" r:id="rId9" imgW="35052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233" y="3335338"/>
                        <a:ext cx="7569200" cy="41275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0" name="Object 9"/>
          <p:cNvGraphicFramePr>
            <a:graphicFrameLocks noChangeAspect="1"/>
          </p:cNvGraphicFramePr>
          <p:nvPr/>
        </p:nvGraphicFramePr>
        <p:xfrm>
          <a:off x="1697567" y="3908426"/>
          <a:ext cx="5977467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公式" r:id="rId11" imgW="2768600" imgH="736600" progId="Equation.3">
                  <p:embed/>
                </p:oleObj>
              </mc:Choice>
              <mc:Fallback>
                <p:oleObj name="公式" r:id="rId11" imgW="2768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567" y="3908426"/>
                        <a:ext cx="5977467" cy="1196975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03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3"/>
          <p:cNvSpPr txBox="1">
            <a:spLocks noChangeArrowheads="1"/>
          </p:cNvSpPr>
          <p:nvPr/>
        </p:nvSpPr>
        <p:spPr bwMode="auto">
          <a:xfrm>
            <a:off x="711200" y="990601"/>
            <a:ext cx="10972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Impact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occurs when two bodies collide during a very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short </a:t>
            </a:r>
            <a:r>
              <a:rPr lang="en-US" altLang="en-US" sz="2400">
                <a:solidFill>
                  <a:srgbClr val="111981"/>
                </a:solidFill>
              </a:rPr>
              <a:t>time period, causing large impulsive forces to be exerted between the bodies.  Common examples of impact are a hammer striking a nail or a bat striking a ball. The</a:t>
            </a:r>
            <a:r>
              <a:rPr lang="en-US" altLang="en-US" sz="2400">
                <a:solidFill>
                  <a:srgbClr val="CCCCFF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line of impact</a:t>
            </a:r>
            <a:r>
              <a:rPr lang="en-US" altLang="en-US" sz="2400">
                <a:solidFill>
                  <a:srgbClr val="CCCCFF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is a line through the</a:t>
            </a:r>
            <a:r>
              <a:rPr lang="en-US" altLang="en-US" sz="2400">
                <a:solidFill>
                  <a:srgbClr val="CCCCFF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mass centers</a:t>
            </a:r>
            <a:r>
              <a:rPr lang="en-US" altLang="en-US" sz="2400">
                <a:solidFill>
                  <a:srgbClr val="CCCCFF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of the colliding particles.   In general, there are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two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types of impact:</a:t>
            </a:r>
          </a:p>
        </p:txBody>
      </p:sp>
      <p:grpSp>
        <p:nvGrpSpPr>
          <p:cNvPr id="175107" name="Group 4"/>
          <p:cNvGrpSpPr>
            <a:grpSpLocks/>
          </p:cNvGrpSpPr>
          <p:nvPr/>
        </p:nvGrpSpPr>
        <p:grpSpPr bwMode="auto">
          <a:xfrm>
            <a:off x="609601" y="4876801"/>
            <a:ext cx="11078633" cy="1420813"/>
            <a:chOff x="430" y="3120"/>
            <a:chExt cx="5090" cy="751"/>
          </a:xfrm>
        </p:grpSpPr>
        <p:sp>
          <p:nvSpPr>
            <p:cNvPr id="175112" name="Text Box 5"/>
            <p:cNvSpPr txBox="1">
              <a:spLocks noChangeArrowheads="1"/>
            </p:cNvSpPr>
            <p:nvPr/>
          </p:nvSpPr>
          <p:spPr bwMode="auto">
            <a:xfrm>
              <a:off x="1872" y="3120"/>
              <a:ext cx="364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FFCC00"/>
                  </a:solidFill>
                </a:rPr>
                <a:t>Oblique impact</a:t>
              </a:r>
              <a:r>
                <a:rPr lang="en-US" altLang="en-US" sz="2400">
                  <a:solidFill>
                    <a:srgbClr val="000000"/>
                  </a:solidFill>
                </a:rPr>
                <a:t> </a:t>
              </a:r>
              <a:r>
                <a:rPr lang="en-US" altLang="en-US" sz="2400">
                  <a:solidFill>
                    <a:srgbClr val="111981"/>
                  </a:solidFill>
                </a:rPr>
                <a:t>occurs when the direction of motion of one or both of the particles is at an angle to the line of impact.</a:t>
              </a:r>
              <a:endParaRPr lang="en-US" altLang="en-US" sz="2400">
                <a:solidFill>
                  <a:srgbClr val="111981"/>
                </a:solidFill>
                <a:sym typeface="Symbol" pitchFamily="18" charset="2"/>
              </a:endParaRPr>
            </a:p>
          </p:txBody>
        </p:sp>
        <p:pic>
          <p:nvPicPr>
            <p:cNvPr id="175113" name="Picture 6" descr="A:\Section 15.4\figure 15-13b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" y="3168"/>
              <a:ext cx="1346" cy="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5108" name="Group 9"/>
          <p:cNvGrpSpPr>
            <a:grpSpLocks/>
          </p:cNvGrpSpPr>
          <p:nvPr/>
        </p:nvGrpSpPr>
        <p:grpSpPr bwMode="auto">
          <a:xfrm>
            <a:off x="711201" y="3429001"/>
            <a:ext cx="10367433" cy="1427163"/>
            <a:chOff x="430" y="2186"/>
            <a:chExt cx="4802" cy="755"/>
          </a:xfrm>
        </p:grpSpPr>
        <p:pic>
          <p:nvPicPr>
            <p:cNvPr id="175110" name="Picture 10" descr="A:\Section 15.4\figure 15-13a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" y="2264"/>
              <a:ext cx="1344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5111" name="Text Box 11"/>
            <p:cNvSpPr txBox="1">
              <a:spLocks noChangeArrowheads="1"/>
            </p:cNvSpPr>
            <p:nvPr/>
          </p:nvSpPr>
          <p:spPr bwMode="auto">
            <a:xfrm>
              <a:off x="2006" y="2186"/>
              <a:ext cx="3226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 smtClean="0">
                  <a:solidFill>
                    <a:srgbClr val="FFCC00"/>
                  </a:solidFill>
                </a:rPr>
                <a:t>Direct </a:t>
              </a:r>
              <a:r>
                <a:rPr lang="en-US" altLang="en-US" sz="2400" dirty="0" smtClean="0">
                  <a:solidFill>
                    <a:srgbClr val="FFCC00"/>
                  </a:solidFill>
                </a:rPr>
                <a:t>impact</a:t>
              </a:r>
              <a:r>
                <a:rPr lang="en-US" altLang="en-US" sz="2400" dirty="0" smtClean="0">
                  <a:solidFill>
                    <a:srgbClr val="000000"/>
                  </a:solidFill>
                </a:rPr>
                <a:t> </a:t>
              </a:r>
              <a:r>
                <a:rPr lang="en-US" altLang="en-US" sz="2400" dirty="0">
                  <a:solidFill>
                    <a:srgbClr val="111981"/>
                  </a:solidFill>
                </a:rPr>
                <a:t>occurs when the directions of motion of the two colliding particles are along the line of impact.</a:t>
              </a:r>
              <a:endParaRPr kumimoji="1" lang="en-US" altLang="en-US" sz="2400" dirty="0">
                <a:solidFill>
                  <a:srgbClr val="111981"/>
                </a:solidFill>
              </a:endParaRPr>
            </a:p>
          </p:txBody>
        </p:sp>
      </p:grpSp>
      <p:sp>
        <p:nvSpPr>
          <p:cNvPr id="175109" name="Text Box 12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 dirty="0"/>
              <a:t>Impact  </a:t>
            </a:r>
            <a:r>
              <a:rPr lang="en-GB" altLang="en-US" b="1" dirty="0" smtClean="0"/>
              <a:t>Collision of Bodies</a:t>
            </a:r>
            <a:endParaRPr lang="en-GB" altLang="en-US" b="1" dirty="0"/>
          </a:p>
        </p:txBody>
      </p:sp>
    </p:spTree>
    <p:extLst>
      <p:ext uri="{BB962C8B-B14F-4D97-AF65-F5344CB8AC3E}">
        <p14:creationId xmlns:p14="http://schemas.microsoft.com/office/powerpoint/2010/main" val="231275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ext Box 3"/>
          <p:cNvSpPr txBox="1">
            <a:spLocks noChangeArrowheads="1"/>
          </p:cNvSpPr>
          <p:nvPr/>
        </p:nvSpPr>
        <p:spPr bwMode="auto">
          <a:xfrm>
            <a:off x="914400" y="5060950"/>
            <a:ext cx="965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There are two primary equations used when solving impact problems.  The textbook provides extensive detail on their derivation.</a:t>
            </a:r>
          </a:p>
        </p:txBody>
      </p:sp>
      <p:sp>
        <p:nvSpPr>
          <p:cNvPr id="176131" name="Text Box 4"/>
          <p:cNvSpPr txBox="1">
            <a:spLocks noChangeArrowheads="1"/>
          </p:cNvSpPr>
          <p:nvPr/>
        </p:nvSpPr>
        <p:spPr bwMode="auto">
          <a:xfrm>
            <a:off x="914400" y="3657600"/>
            <a:ext cx="10363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Once the particles contact, they may deform 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if they are non-rigid.  In any case, energy is transferred between the two particles.  </a:t>
            </a:r>
            <a:endParaRPr lang="en-US" altLang="en-US" sz="2400">
              <a:solidFill>
                <a:srgbClr val="111981"/>
              </a:solidFill>
            </a:endParaRPr>
          </a:p>
        </p:txBody>
      </p:sp>
      <p:sp>
        <p:nvSpPr>
          <p:cNvPr id="176132" name="Text Box 5"/>
          <p:cNvSpPr txBox="1">
            <a:spLocks noChangeArrowheads="1"/>
          </p:cNvSpPr>
          <p:nvPr/>
        </p:nvSpPr>
        <p:spPr bwMode="auto">
          <a:xfrm>
            <a:off x="914400" y="1219200"/>
            <a:ext cx="10261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Central impact </a:t>
            </a:r>
            <a:r>
              <a:rPr lang="en-US" altLang="en-US" sz="2400" dirty="0">
                <a:solidFill>
                  <a:srgbClr val="111981"/>
                </a:solidFill>
              </a:rPr>
              <a:t>happens when the velocities of the two objects are along the line of impact (recall that the line of impact is a line through the particles’ mass centers). </a:t>
            </a:r>
            <a:endParaRPr lang="en-US" altLang="en-US" sz="2400" dirty="0">
              <a:solidFill>
                <a:srgbClr val="111981"/>
              </a:solidFill>
              <a:sym typeface="Symbol" pitchFamily="18" charset="2"/>
            </a:endParaRPr>
          </a:p>
        </p:txBody>
      </p:sp>
      <p:grpSp>
        <p:nvGrpSpPr>
          <p:cNvPr id="176133" name="Group 8"/>
          <p:cNvGrpSpPr>
            <a:grpSpLocks/>
          </p:cNvGrpSpPr>
          <p:nvPr/>
        </p:nvGrpSpPr>
        <p:grpSpPr bwMode="auto">
          <a:xfrm>
            <a:off x="2438401" y="2438401"/>
            <a:ext cx="5583767" cy="909638"/>
            <a:chOff x="374" y="1224"/>
            <a:chExt cx="2638" cy="573"/>
          </a:xfrm>
        </p:grpSpPr>
        <p:sp>
          <p:nvSpPr>
            <p:cNvPr id="176135" name="Oval 9"/>
            <p:cNvSpPr>
              <a:spLocks noChangeArrowheads="1"/>
            </p:cNvSpPr>
            <p:nvPr/>
          </p:nvSpPr>
          <p:spPr bwMode="auto">
            <a:xfrm>
              <a:off x="912" y="1392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I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176136" name="Oval 10"/>
            <p:cNvSpPr>
              <a:spLocks noChangeArrowheads="1"/>
            </p:cNvSpPr>
            <p:nvPr/>
          </p:nvSpPr>
          <p:spPr bwMode="auto">
            <a:xfrm>
              <a:off x="1824" y="1392"/>
              <a:ext cx="384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I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176137" name="Line 11"/>
            <p:cNvSpPr>
              <a:spLocks noChangeShapeType="1"/>
            </p:cNvSpPr>
            <p:nvPr/>
          </p:nvSpPr>
          <p:spPr bwMode="auto">
            <a:xfrm>
              <a:off x="480" y="1584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6138" name="Line 12"/>
            <p:cNvSpPr>
              <a:spLocks noChangeShapeType="1"/>
            </p:cNvSpPr>
            <p:nvPr/>
          </p:nvSpPr>
          <p:spPr bwMode="auto">
            <a:xfrm>
              <a:off x="576" y="14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6139" name="Line 13"/>
            <p:cNvSpPr>
              <a:spLocks noChangeShapeType="1"/>
            </p:cNvSpPr>
            <p:nvPr/>
          </p:nvSpPr>
          <p:spPr bwMode="auto">
            <a:xfrm flipH="1">
              <a:off x="2304" y="14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6140" name="Text Box 14"/>
            <p:cNvSpPr txBox="1">
              <a:spLocks noChangeArrowheads="1"/>
            </p:cNvSpPr>
            <p:nvPr/>
          </p:nvSpPr>
          <p:spPr bwMode="auto">
            <a:xfrm>
              <a:off x="374" y="1224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CC00"/>
                  </a:solidFill>
                </a:rPr>
                <a:t>v</a:t>
              </a:r>
              <a:r>
                <a:rPr lang="en-US" altLang="en-US" sz="1800" baseline="-25000">
                  <a:solidFill>
                    <a:srgbClr val="FFCC00"/>
                  </a:solidFill>
                </a:rPr>
                <a:t>A</a:t>
              </a:r>
              <a:endParaRPr lang="en-US" altLang="en-US" sz="2400">
                <a:solidFill>
                  <a:srgbClr val="FFCC00"/>
                </a:solidFill>
              </a:endParaRPr>
            </a:p>
          </p:txBody>
        </p:sp>
        <p:sp>
          <p:nvSpPr>
            <p:cNvPr id="176141" name="Rectangle 15"/>
            <p:cNvSpPr>
              <a:spLocks noChangeArrowheads="1"/>
            </p:cNvSpPr>
            <p:nvPr/>
          </p:nvSpPr>
          <p:spPr bwMode="auto">
            <a:xfrm>
              <a:off x="2592" y="1248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CC00"/>
                  </a:solidFill>
                </a:rPr>
                <a:t>v</a:t>
              </a:r>
              <a:r>
                <a:rPr lang="en-US" altLang="en-US" sz="1800" baseline="-25000">
                  <a:solidFill>
                    <a:srgbClr val="FFCC00"/>
                  </a:solidFill>
                </a:rPr>
                <a:t>B</a:t>
              </a:r>
              <a:endParaRPr lang="en-US" altLang="en-US" sz="2400" baseline="-25000">
                <a:solidFill>
                  <a:srgbClr val="FFCC00"/>
                </a:solidFill>
              </a:endParaRPr>
            </a:p>
          </p:txBody>
        </p:sp>
        <p:sp>
          <p:nvSpPr>
            <p:cNvPr id="176142" name="Text Box 16"/>
            <p:cNvSpPr txBox="1">
              <a:spLocks noChangeArrowheads="1"/>
            </p:cNvSpPr>
            <p:nvPr/>
          </p:nvSpPr>
          <p:spPr bwMode="auto">
            <a:xfrm>
              <a:off x="2352" y="1584"/>
              <a:ext cx="66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/>
                <a:t>Line of impact</a:t>
              </a:r>
              <a:endParaRPr lang="en-US" altLang="en-US" sz="2400" dirty="0"/>
            </a:p>
          </p:txBody>
        </p:sp>
      </p:grpSp>
      <p:sp>
        <p:nvSpPr>
          <p:cNvPr id="176134" name="Text Box 17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 dirty="0" smtClean="0"/>
              <a:t>Direct Central </a:t>
            </a:r>
            <a:r>
              <a:rPr lang="en-GB" altLang="en-US" b="1" dirty="0"/>
              <a:t>impact </a:t>
            </a:r>
          </a:p>
        </p:txBody>
      </p:sp>
    </p:spTree>
    <p:extLst>
      <p:ext uri="{BB962C8B-B14F-4D97-AF65-F5344CB8AC3E}">
        <p14:creationId xmlns:p14="http://schemas.microsoft.com/office/powerpoint/2010/main" val="13808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774700" y="165100"/>
            <a:ext cx="10756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 dirty="0"/>
              <a:t>Central impact (continued)</a:t>
            </a:r>
          </a:p>
        </p:txBody>
      </p:sp>
      <p:sp>
        <p:nvSpPr>
          <p:cNvPr id="177155" name="Text Box 4"/>
          <p:cNvSpPr txBox="1">
            <a:spLocks noChangeArrowheads="1"/>
          </p:cNvSpPr>
          <p:nvPr/>
        </p:nvSpPr>
        <p:spPr bwMode="auto">
          <a:xfrm>
            <a:off x="609600" y="1371601"/>
            <a:ext cx="11277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In most problems, the initial velocities of the particles, (v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 and (v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, are known, and it is necessary to determine the final velocities, (v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 and (v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.  So the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first </a:t>
            </a:r>
            <a:r>
              <a:rPr lang="en-US" altLang="en-US" sz="2400">
                <a:solidFill>
                  <a:srgbClr val="111981"/>
                </a:solidFill>
              </a:rPr>
              <a:t>equation used is the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conservation of linear momentum</a:t>
            </a:r>
            <a:r>
              <a:rPr lang="en-US" altLang="en-US" sz="2400">
                <a:solidFill>
                  <a:srgbClr val="111981"/>
                </a:solidFill>
              </a:rPr>
              <a:t>, applied along the line of impact.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(m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 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1 </a:t>
            </a:r>
            <a:r>
              <a:rPr lang="en-US" altLang="en-US" sz="2400">
                <a:solidFill>
                  <a:srgbClr val="111981"/>
                </a:solidFill>
              </a:rPr>
              <a:t>+ (m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 v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1 </a:t>
            </a:r>
            <a:r>
              <a:rPr lang="en-US" altLang="en-US" sz="2400">
                <a:solidFill>
                  <a:srgbClr val="111981"/>
                </a:solidFill>
              </a:rPr>
              <a:t> =  (m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 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 </a:t>
            </a:r>
            <a:r>
              <a:rPr lang="en-US" altLang="en-US" sz="2400">
                <a:solidFill>
                  <a:srgbClr val="111981"/>
                </a:solidFill>
              </a:rPr>
              <a:t>+ (m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 v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endParaRPr lang="en-US" altLang="en-US" sz="2400">
              <a:solidFill>
                <a:srgbClr val="111981"/>
              </a:solidFill>
            </a:endParaRPr>
          </a:p>
        </p:txBody>
      </p:sp>
      <p:sp>
        <p:nvSpPr>
          <p:cNvPr id="177156" name="Text Box 7"/>
          <p:cNvSpPr txBox="1">
            <a:spLocks noChangeArrowheads="1"/>
          </p:cNvSpPr>
          <p:nvPr/>
        </p:nvSpPr>
        <p:spPr bwMode="auto">
          <a:xfrm>
            <a:off x="609600" y="4267201"/>
            <a:ext cx="11277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This provides one equation, but there are usually two unknowns, (v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 and (v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.  So another equation is needed.  The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principle of impulse and momentum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is used to develop this equation, which involves the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coefficient of restitution, or </a:t>
            </a:r>
            <a:r>
              <a:rPr lang="en-US" altLang="en-US" sz="2400" i="1">
                <a:solidFill>
                  <a:srgbClr val="FFCC00"/>
                </a:solidFill>
              </a:rPr>
              <a:t>e</a:t>
            </a:r>
            <a:r>
              <a:rPr lang="en-US" altLang="en-US" sz="2400">
                <a:solidFill>
                  <a:srgbClr val="FFCC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94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ext Box 2"/>
          <p:cNvSpPr txBox="1">
            <a:spLocks noChangeArrowheads="1"/>
          </p:cNvSpPr>
          <p:nvPr/>
        </p:nvSpPr>
        <p:spPr bwMode="auto">
          <a:xfrm>
            <a:off x="203200" y="304800"/>
            <a:ext cx="1074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 dirty="0"/>
              <a:t>Central impact (continued)</a:t>
            </a:r>
          </a:p>
        </p:txBody>
      </p:sp>
      <p:sp>
        <p:nvSpPr>
          <p:cNvPr id="178179" name="Text Box 5"/>
          <p:cNvSpPr txBox="1">
            <a:spLocks noChangeArrowheads="1"/>
          </p:cNvSpPr>
          <p:nvPr/>
        </p:nvSpPr>
        <p:spPr bwMode="auto">
          <a:xfrm>
            <a:off x="914400" y="1295400"/>
            <a:ext cx="10769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The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coefficient of restitution, e</a:t>
            </a:r>
            <a:r>
              <a:rPr lang="en-US" altLang="en-US" sz="2400">
                <a:solidFill>
                  <a:srgbClr val="111981"/>
                </a:solidFill>
              </a:rPr>
              <a:t>, is the ratio of the particles’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relative separation velocity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after impact, (v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 </a:t>
            </a:r>
            <a:r>
              <a:rPr lang="en-US" altLang="en-US" sz="2400">
                <a:solidFill>
                  <a:srgbClr val="111981"/>
                </a:solidFill>
              </a:rPr>
              <a:t>– (v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, to the particles’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relative approach velocity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before impact, (v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1 </a:t>
            </a:r>
            <a:r>
              <a:rPr lang="en-US" altLang="en-US" sz="2400">
                <a:solidFill>
                  <a:srgbClr val="111981"/>
                </a:solidFill>
              </a:rPr>
              <a:t>– (v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.   The coefficient of restitution is also an indicator of  the energy lost during the impact.  </a:t>
            </a:r>
          </a:p>
        </p:txBody>
      </p:sp>
      <p:grpSp>
        <p:nvGrpSpPr>
          <p:cNvPr id="178180" name="Group 6"/>
          <p:cNvGrpSpPr>
            <a:grpSpLocks/>
          </p:cNvGrpSpPr>
          <p:nvPr/>
        </p:nvGrpSpPr>
        <p:grpSpPr bwMode="auto">
          <a:xfrm>
            <a:off x="914400" y="3581401"/>
            <a:ext cx="10261600" cy="1604963"/>
            <a:chOff x="432" y="2160"/>
            <a:chExt cx="4848" cy="1011"/>
          </a:xfrm>
        </p:grpSpPr>
        <p:sp>
          <p:nvSpPr>
            <p:cNvPr id="178182" name="Text Box 7"/>
            <p:cNvSpPr txBox="1">
              <a:spLocks noChangeArrowheads="1"/>
            </p:cNvSpPr>
            <p:nvPr/>
          </p:nvSpPr>
          <p:spPr bwMode="auto">
            <a:xfrm>
              <a:off x="432" y="2160"/>
              <a:ext cx="48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The equation defining the coefficient of restitution, </a:t>
              </a:r>
              <a:r>
                <a:rPr lang="en-US" altLang="en-US" sz="2400" i="1">
                  <a:solidFill>
                    <a:srgbClr val="111981"/>
                  </a:solidFill>
                </a:rPr>
                <a:t>e</a:t>
              </a:r>
              <a:r>
                <a:rPr lang="en-US" altLang="en-US" sz="2400">
                  <a:solidFill>
                    <a:srgbClr val="111981"/>
                  </a:solidFill>
                </a:rPr>
                <a:t>, is</a:t>
              </a:r>
            </a:p>
          </p:txBody>
        </p:sp>
        <p:sp>
          <p:nvSpPr>
            <p:cNvPr id="178183" name="Rectangle 8"/>
            <p:cNvSpPr>
              <a:spLocks noChangeArrowheads="1"/>
            </p:cNvSpPr>
            <p:nvPr/>
          </p:nvSpPr>
          <p:spPr bwMode="auto">
            <a:xfrm>
              <a:off x="2400" y="2938"/>
              <a:ext cx="96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1</a:t>
              </a:r>
              <a:r>
                <a:rPr lang="en-US" altLang="en-US" sz="2400">
                  <a:solidFill>
                    <a:srgbClr val="111981"/>
                  </a:solidFill>
                </a:rPr>
                <a:t> - 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1</a:t>
              </a:r>
            </a:p>
          </p:txBody>
        </p:sp>
        <p:sp>
          <p:nvSpPr>
            <p:cNvPr id="178184" name="Rectangle 9"/>
            <p:cNvSpPr>
              <a:spLocks noChangeArrowheads="1"/>
            </p:cNvSpPr>
            <p:nvPr/>
          </p:nvSpPr>
          <p:spPr bwMode="auto">
            <a:xfrm>
              <a:off x="2400" y="2592"/>
              <a:ext cx="7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– 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</a:p>
          </p:txBody>
        </p:sp>
        <p:sp>
          <p:nvSpPr>
            <p:cNvPr id="178185" name="Rectangle 10"/>
            <p:cNvSpPr>
              <a:spLocks noChangeArrowheads="1"/>
            </p:cNvSpPr>
            <p:nvPr/>
          </p:nvSpPr>
          <p:spPr bwMode="auto">
            <a:xfrm>
              <a:off x="1968" y="2746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solidFill>
                    <a:srgbClr val="111981"/>
                  </a:solidFill>
                </a:rPr>
                <a:t>e</a:t>
              </a:r>
              <a:r>
                <a:rPr lang="en-US" altLang="en-US" sz="2400">
                  <a:solidFill>
                    <a:srgbClr val="111981"/>
                  </a:solidFill>
                </a:rPr>
                <a:t>  = </a:t>
              </a:r>
            </a:p>
          </p:txBody>
        </p:sp>
        <p:sp>
          <p:nvSpPr>
            <p:cNvPr id="178186" name="Line 11"/>
            <p:cNvSpPr>
              <a:spLocks noChangeShapeType="1"/>
            </p:cNvSpPr>
            <p:nvPr/>
          </p:nvSpPr>
          <p:spPr bwMode="auto">
            <a:xfrm>
              <a:off x="2352" y="288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178181" name="Rectangle 12"/>
          <p:cNvSpPr>
            <a:spLocks noChangeArrowheads="1"/>
          </p:cNvSpPr>
          <p:nvPr/>
        </p:nvSpPr>
        <p:spPr bwMode="auto">
          <a:xfrm>
            <a:off x="914400" y="5273676"/>
            <a:ext cx="1076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If a value for </a:t>
            </a:r>
            <a:r>
              <a:rPr lang="en-US" altLang="en-US" sz="2400" i="1">
                <a:solidFill>
                  <a:srgbClr val="111981"/>
                </a:solidFill>
              </a:rPr>
              <a:t>e</a:t>
            </a:r>
            <a:r>
              <a:rPr lang="en-US" altLang="en-US" sz="2400">
                <a:solidFill>
                  <a:srgbClr val="111981"/>
                </a:solidFill>
              </a:rPr>
              <a:t> is specified, this relation provides the second equation necessary to solve for (v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 and (v</a:t>
            </a:r>
            <a:r>
              <a:rPr lang="en-US" altLang="en-US" sz="2400" baseline="-25000">
                <a:solidFill>
                  <a:srgbClr val="111981"/>
                </a:solidFill>
              </a:rPr>
              <a:t>B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45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 dirty="0"/>
              <a:t>Coefficient of restitution</a:t>
            </a:r>
          </a:p>
        </p:txBody>
      </p:sp>
      <p:sp>
        <p:nvSpPr>
          <p:cNvPr id="179203" name="Text Box 4"/>
          <p:cNvSpPr txBox="1">
            <a:spLocks noChangeArrowheads="1"/>
          </p:cNvSpPr>
          <p:nvPr/>
        </p:nvSpPr>
        <p:spPr bwMode="auto">
          <a:xfrm>
            <a:off x="914400" y="3810000"/>
            <a:ext cx="10160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•	Plastic impact (</a:t>
            </a:r>
            <a:r>
              <a:rPr lang="en-US" altLang="en-US" sz="2400" i="1">
                <a:solidFill>
                  <a:srgbClr val="FFCC00"/>
                </a:solidFill>
              </a:rPr>
              <a:t>e</a:t>
            </a:r>
            <a:r>
              <a:rPr lang="en-US" altLang="en-US" sz="2400">
                <a:solidFill>
                  <a:srgbClr val="FFCC00"/>
                </a:solidFill>
              </a:rPr>
              <a:t> = 0):</a:t>
            </a:r>
            <a:r>
              <a:rPr lang="en-US" altLang="en-US" sz="2400">
                <a:solidFill>
                  <a:srgbClr val="111981"/>
                </a:solidFill>
              </a:rPr>
              <a:t> 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In a plastic impact, the relative separation velocity is zero.  The particles stick together and move with a common velocity after the impact.</a:t>
            </a:r>
          </a:p>
        </p:txBody>
      </p:sp>
      <p:sp>
        <p:nvSpPr>
          <p:cNvPr id="179204" name="Text Box 5"/>
          <p:cNvSpPr txBox="1">
            <a:spLocks noChangeArrowheads="1"/>
          </p:cNvSpPr>
          <p:nvPr/>
        </p:nvSpPr>
        <p:spPr bwMode="auto">
          <a:xfrm>
            <a:off x="914400" y="2133601"/>
            <a:ext cx="10566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•	Elastic impact (</a:t>
            </a:r>
            <a:r>
              <a:rPr lang="en-US" altLang="en-US" sz="2400" i="1">
                <a:solidFill>
                  <a:srgbClr val="FFCC00"/>
                </a:solidFill>
              </a:rPr>
              <a:t>e</a:t>
            </a:r>
            <a:r>
              <a:rPr lang="en-US" altLang="en-US" sz="2400">
                <a:solidFill>
                  <a:srgbClr val="FFCC00"/>
                </a:solidFill>
              </a:rPr>
              <a:t> = 1):</a:t>
            </a:r>
            <a:r>
              <a:rPr lang="en-US" altLang="en-US" sz="2400">
                <a:solidFill>
                  <a:srgbClr val="000000"/>
                </a:solidFill>
              </a:rPr>
              <a:t>  </a:t>
            </a:r>
            <a:r>
              <a:rPr lang="en-US" altLang="en-US" sz="2400">
                <a:solidFill>
                  <a:srgbClr val="111981"/>
                </a:solidFill>
              </a:rPr>
              <a:t>In a perfectly elastic collision, no energy is lost and the relative separation velocity equals the relative approach velocity of the particles.  In practical situations, this condition cannot be achieved.</a:t>
            </a:r>
          </a:p>
        </p:txBody>
      </p:sp>
      <p:sp>
        <p:nvSpPr>
          <p:cNvPr id="179205" name="Text Box 6"/>
          <p:cNvSpPr txBox="1">
            <a:spLocks noChangeArrowheads="1"/>
          </p:cNvSpPr>
          <p:nvPr/>
        </p:nvSpPr>
        <p:spPr bwMode="auto">
          <a:xfrm>
            <a:off x="1016000" y="1143001"/>
            <a:ext cx="955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In general, e has a value between zero and one. The two limiting conditions can be considered:</a:t>
            </a:r>
            <a:endParaRPr lang="en-US" altLang="en-US" sz="2400">
              <a:solidFill>
                <a:srgbClr val="111981"/>
              </a:solidFill>
              <a:sym typeface="Symbol" pitchFamily="18" charset="2"/>
            </a:endParaRPr>
          </a:p>
        </p:txBody>
      </p:sp>
      <p:sp>
        <p:nvSpPr>
          <p:cNvPr id="179206" name="Text Box 9"/>
          <p:cNvSpPr txBox="1">
            <a:spLocks noChangeArrowheads="1"/>
          </p:cNvSpPr>
          <p:nvPr/>
        </p:nvSpPr>
        <p:spPr bwMode="auto">
          <a:xfrm>
            <a:off x="1117600" y="5105400"/>
            <a:ext cx="9652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Some </a:t>
            </a:r>
            <a:r>
              <a:rPr lang="en-US" altLang="en-US" sz="2400">
                <a:solidFill>
                  <a:srgbClr val="FFCC00"/>
                </a:solidFill>
              </a:rPr>
              <a:t>typical values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of </a:t>
            </a:r>
            <a:r>
              <a:rPr lang="en-US" altLang="en-US" sz="2400" i="1">
                <a:solidFill>
                  <a:srgbClr val="111981"/>
                </a:solidFill>
              </a:rPr>
              <a:t>e</a:t>
            </a:r>
            <a:r>
              <a:rPr lang="en-US" altLang="en-US" sz="2400">
                <a:solidFill>
                  <a:srgbClr val="111981"/>
                </a:solidFill>
              </a:rPr>
              <a:t> are: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Steel on steel: 0.5 – 0.8	Wood on wood: 0.4 – 0.6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Lead on lead: 0.12 – 0.18	Glass on glass: 0.93 – 0.95</a:t>
            </a:r>
          </a:p>
        </p:txBody>
      </p:sp>
    </p:spTree>
    <p:extLst>
      <p:ext uri="{BB962C8B-B14F-4D97-AF65-F5344CB8AC3E}">
        <p14:creationId xmlns:p14="http://schemas.microsoft.com/office/powerpoint/2010/main" val="411098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3"/>
          <p:cNvSpPr txBox="1">
            <a:spLocks noChangeArrowheads="1"/>
          </p:cNvSpPr>
          <p:nvPr/>
        </p:nvSpPr>
        <p:spPr bwMode="auto">
          <a:xfrm>
            <a:off x="1016000" y="5029200"/>
            <a:ext cx="10058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In a </a:t>
            </a:r>
            <a:r>
              <a:rPr lang="en-US" altLang="en-US" sz="2400">
                <a:solidFill>
                  <a:srgbClr val="FFCC00"/>
                </a:solidFill>
              </a:rPr>
              <a:t>plastic collision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(</a:t>
            </a:r>
            <a:r>
              <a:rPr lang="en-US" altLang="en-US" sz="2400" i="1">
                <a:solidFill>
                  <a:srgbClr val="111981"/>
                </a:solidFill>
              </a:rPr>
              <a:t>e</a:t>
            </a:r>
            <a:r>
              <a:rPr lang="en-US" altLang="en-US" sz="2400">
                <a:solidFill>
                  <a:srgbClr val="111981"/>
                </a:solidFill>
              </a:rPr>
              <a:t> = 0), the energy lost is a maximum, although it does not necessarily go to zero.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111981"/>
              </a:solidFill>
              <a:sym typeface="Symbol" pitchFamily="18" charset="2"/>
            </a:endParaRPr>
          </a:p>
        </p:txBody>
      </p:sp>
      <p:sp>
        <p:nvSpPr>
          <p:cNvPr id="180227" name="Text Box 4"/>
          <p:cNvSpPr txBox="1">
            <a:spLocks noChangeArrowheads="1"/>
          </p:cNvSpPr>
          <p:nvPr/>
        </p:nvSpPr>
        <p:spPr bwMode="auto">
          <a:xfrm>
            <a:off x="1016000" y="3581400"/>
            <a:ext cx="1016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During a collision, some of the particles’ initial kinetic energy will be lost in the form of heat, sound, or due to localized deformation.</a:t>
            </a:r>
            <a:endParaRPr lang="en-US" altLang="en-US" sz="2400">
              <a:solidFill>
                <a:srgbClr val="111981"/>
              </a:solidFill>
              <a:sym typeface="Symbol" pitchFamily="18" charset="2"/>
            </a:endParaRPr>
          </a:p>
        </p:txBody>
      </p:sp>
      <p:sp>
        <p:nvSpPr>
          <p:cNvPr id="180228" name="Text Box 5"/>
          <p:cNvSpPr txBox="1">
            <a:spLocks noChangeArrowheads="1"/>
          </p:cNvSpPr>
          <p:nvPr/>
        </p:nvSpPr>
        <p:spPr bwMode="auto">
          <a:xfrm>
            <a:off x="1016000" y="1219201"/>
            <a:ext cx="1016000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Once the particles’ velocities before and after the collision have been determined, the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energy loss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during the collision can be calculated on the basis of the difference in the particles’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kinetic energy.</a:t>
            </a:r>
            <a:r>
              <a:rPr lang="en-US" altLang="en-US" sz="2400">
                <a:solidFill>
                  <a:srgbClr val="000000"/>
                </a:solidFill>
              </a:rPr>
              <a:t>  </a:t>
            </a:r>
            <a:r>
              <a:rPr lang="en-US" altLang="en-US" sz="2400">
                <a:solidFill>
                  <a:srgbClr val="111981"/>
                </a:solidFill>
              </a:rPr>
              <a:t>The energy loss is</a:t>
            </a:r>
          </a:p>
          <a:p>
            <a:pPr algn="ctr" eaLnBrk="1" hangingPunct="1">
              <a:spcBef>
                <a:spcPct val="2500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 U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1-2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=  T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2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-  T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  where T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i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= 0.5m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i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i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400" baseline="30000">
                <a:solidFill>
                  <a:srgbClr val="111981"/>
                </a:solidFill>
                <a:sym typeface="Symbol" pitchFamily="18" charset="2"/>
              </a:rPr>
              <a:t>2</a:t>
            </a:r>
          </a:p>
        </p:txBody>
      </p:sp>
      <p:sp>
        <p:nvSpPr>
          <p:cNvPr id="180229" name="Text Box 8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 dirty="0"/>
              <a:t>Impact: Energy losses</a:t>
            </a:r>
          </a:p>
        </p:txBody>
      </p:sp>
    </p:spTree>
    <p:extLst>
      <p:ext uri="{BB962C8B-B14F-4D97-AF65-F5344CB8AC3E}">
        <p14:creationId xmlns:p14="http://schemas.microsoft.com/office/powerpoint/2010/main" val="381283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3"/>
          <p:cNvSpPr txBox="1">
            <a:spLocks noChangeArrowheads="1"/>
          </p:cNvSpPr>
          <p:nvPr/>
        </p:nvSpPr>
        <p:spPr bwMode="auto">
          <a:xfrm>
            <a:off x="1524000" y="5486401"/>
            <a:ext cx="93472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111981"/>
                </a:solidFill>
              </a:rPr>
              <a:t>Momentum of each particle is conserved in the direction</a:t>
            </a:r>
            <a:r>
              <a:rPr lang="en-US" altLang="en-US" sz="2200">
                <a:solidFill>
                  <a:srgbClr val="000000"/>
                </a:solidFill>
              </a:rPr>
              <a:t> </a:t>
            </a:r>
            <a:r>
              <a:rPr lang="en-US" altLang="en-US" sz="2200">
                <a:solidFill>
                  <a:srgbClr val="FFCC00"/>
                </a:solidFill>
              </a:rPr>
              <a:t>perpendicular</a:t>
            </a:r>
            <a:r>
              <a:rPr lang="en-US" altLang="en-US" sz="2200">
                <a:solidFill>
                  <a:srgbClr val="000000"/>
                </a:solidFill>
              </a:rPr>
              <a:t> </a:t>
            </a:r>
            <a:r>
              <a:rPr lang="en-US" altLang="en-US" sz="2200">
                <a:solidFill>
                  <a:srgbClr val="111981"/>
                </a:solidFill>
              </a:rPr>
              <a:t>to the line of impact (y-axis):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m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A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Ay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 = m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A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Ay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2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   and   m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B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By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 = m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B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By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2</a:t>
            </a:r>
          </a:p>
        </p:txBody>
      </p:sp>
      <p:sp>
        <p:nvSpPr>
          <p:cNvPr id="181251" name="Text Box 4"/>
          <p:cNvSpPr txBox="1">
            <a:spLocks noChangeArrowheads="1"/>
          </p:cNvSpPr>
          <p:nvPr/>
        </p:nvSpPr>
        <p:spPr bwMode="auto">
          <a:xfrm>
            <a:off x="4775200" y="990600"/>
            <a:ext cx="72136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111981"/>
                </a:solidFill>
              </a:rPr>
              <a:t>In an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FFCC00"/>
                </a:solidFill>
              </a:rPr>
              <a:t>oblique impact</a:t>
            </a:r>
            <a:r>
              <a:rPr lang="en-US" altLang="en-US" sz="2200" dirty="0">
                <a:solidFill>
                  <a:srgbClr val="111981"/>
                </a:solidFill>
              </a:rPr>
              <a:t>, one or both of the particles’ motion is at an angle to the line of impact.  Typically, there will be four unknowns: the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FFCC00"/>
                </a:solidFill>
              </a:rPr>
              <a:t>magnitudes </a:t>
            </a:r>
            <a:r>
              <a:rPr lang="en-US" altLang="en-US" sz="2200" dirty="0">
                <a:solidFill>
                  <a:srgbClr val="111981"/>
                </a:solidFill>
              </a:rPr>
              <a:t>and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FFCC00"/>
                </a:solidFill>
              </a:rPr>
              <a:t>directions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111981"/>
                </a:solidFill>
              </a:rPr>
              <a:t>of the final velocities.</a:t>
            </a:r>
          </a:p>
        </p:txBody>
      </p:sp>
      <p:sp>
        <p:nvSpPr>
          <p:cNvPr id="181252" name="Text Box 5"/>
          <p:cNvSpPr txBox="1">
            <a:spLocks noChangeArrowheads="1"/>
          </p:cNvSpPr>
          <p:nvPr/>
        </p:nvSpPr>
        <p:spPr bwMode="auto">
          <a:xfrm>
            <a:off x="4165600" y="3276601"/>
            <a:ext cx="7620000" cy="151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111981"/>
                </a:solidFill>
              </a:rPr>
              <a:t>Conservation of momentum and the coefficient of restitution equation are applied</a:t>
            </a:r>
            <a:r>
              <a:rPr lang="en-US" altLang="en-US" sz="2200">
                <a:solidFill>
                  <a:srgbClr val="000000"/>
                </a:solidFill>
              </a:rPr>
              <a:t> </a:t>
            </a:r>
            <a:r>
              <a:rPr lang="en-US" altLang="en-US" sz="2200">
                <a:solidFill>
                  <a:srgbClr val="FFCC00"/>
                </a:solidFill>
              </a:rPr>
              <a:t>along </a:t>
            </a:r>
            <a:r>
              <a:rPr lang="en-US" altLang="en-US" sz="2200">
                <a:solidFill>
                  <a:srgbClr val="111981"/>
                </a:solidFill>
              </a:rPr>
              <a:t>the line of impact (x-axis):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m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A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Ax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 + m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B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Bx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 = m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A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Ax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2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 + m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B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Bx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  <a:sym typeface="Symbol" pitchFamily="18" charset="2"/>
              </a:rPr>
              <a:t>2</a:t>
            </a:r>
          </a:p>
          <a:p>
            <a:pPr algn="ctr" eaLnBrk="1" hangingPunct="1">
              <a:buFontTx/>
              <a:buNone/>
            </a:pPr>
            <a:r>
              <a:rPr lang="en-US" altLang="en-US" sz="2200" i="1">
                <a:solidFill>
                  <a:srgbClr val="111981"/>
                </a:solidFill>
                <a:sym typeface="Symbol" pitchFamily="18" charset="2"/>
              </a:rPr>
              <a:t>e</a:t>
            </a:r>
            <a:r>
              <a:rPr lang="en-US" altLang="en-US" sz="2200">
                <a:solidFill>
                  <a:srgbClr val="111981"/>
                </a:solidFill>
                <a:sym typeface="Symbol" pitchFamily="18" charset="2"/>
              </a:rPr>
              <a:t> = [</a:t>
            </a:r>
            <a:r>
              <a:rPr lang="en-US" altLang="en-US" sz="2200">
                <a:solidFill>
                  <a:srgbClr val="111981"/>
                </a:solidFill>
              </a:rPr>
              <a:t>(v</a:t>
            </a:r>
            <a:r>
              <a:rPr lang="en-US" altLang="en-US" sz="2200" baseline="-25000">
                <a:solidFill>
                  <a:srgbClr val="111981"/>
                </a:solidFill>
              </a:rPr>
              <a:t>Bx</a:t>
            </a:r>
            <a:r>
              <a:rPr lang="en-US" altLang="en-US" sz="2200">
                <a:solidFill>
                  <a:srgbClr val="111981"/>
                </a:solidFill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</a:rPr>
              <a:t>2</a:t>
            </a:r>
            <a:r>
              <a:rPr lang="en-US" altLang="en-US" sz="2200">
                <a:solidFill>
                  <a:srgbClr val="111981"/>
                </a:solidFill>
              </a:rPr>
              <a:t> – (v</a:t>
            </a:r>
            <a:r>
              <a:rPr lang="en-US" altLang="en-US" sz="2200" baseline="-25000">
                <a:solidFill>
                  <a:srgbClr val="111981"/>
                </a:solidFill>
              </a:rPr>
              <a:t>Ax</a:t>
            </a:r>
            <a:r>
              <a:rPr lang="en-US" altLang="en-US" sz="2200">
                <a:solidFill>
                  <a:srgbClr val="111981"/>
                </a:solidFill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</a:rPr>
              <a:t>2</a:t>
            </a:r>
            <a:r>
              <a:rPr lang="en-US" altLang="en-US" sz="2200">
                <a:solidFill>
                  <a:srgbClr val="111981"/>
                </a:solidFill>
              </a:rPr>
              <a:t>]/[(v</a:t>
            </a:r>
            <a:r>
              <a:rPr lang="en-US" altLang="en-US" sz="2200" baseline="-25000">
                <a:solidFill>
                  <a:srgbClr val="111981"/>
                </a:solidFill>
              </a:rPr>
              <a:t>Ax</a:t>
            </a:r>
            <a:r>
              <a:rPr lang="en-US" altLang="en-US" sz="2200">
                <a:solidFill>
                  <a:srgbClr val="111981"/>
                </a:solidFill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</a:rPr>
              <a:t>1</a:t>
            </a:r>
            <a:r>
              <a:rPr lang="en-US" altLang="en-US" sz="2200">
                <a:solidFill>
                  <a:srgbClr val="111981"/>
                </a:solidFill>
              </a:rPr>
              <a:t> – (v</a:t>
            </a:r>
            <a:r>
              <a:rPr lang="en-US" altLang="en-US" sz="2200" baseline="-25000">
                <a:solidFill>
                  <a:srgbClr val="111981"/>
                </a:solidFill>
              </a:rPr>
              <a:t>Bx</a:t>
            </a:r>
            <a:r>
              <a:rPr lang="en-US" altLang="en-US" sz="2200">
                <a:solidFill>
                  <a:srgbClr val="111981"/>
                </a:solidFill>
              </a:rPr>
              <a:t>)</a:t>
            </a:r>
            <a:r>
              <a:rPr lang="en-US" altLang="en-US" sz="2200" baseline="-25000">
                <a:solidFill>
                  <a:srgbClr val="111981"/>
                </a:solidFill>
              </a:rPr>
              <a:t>1</a:t>
            </a:r>
            <a:r>
              <a:rPr lang="en-US" altLang="en-US" sz="2200">
                <a:solidFill>
                  <a:srgbClr val="111981"/>
                </a:solidFill>
              </a:rPr>
              <a:t>]</a:t>
            </a:r>
          </a:p>
        </p:txBody>
      </p:sp>
      <p:sp>
        <p:nvSpPr>
          <p:cNvPr id="181253" name="Text Box 6"/>
          <p:cNvSpPr txBox="1">
            <a:spLocks noChangeArrowheads="1"/>
          </p:cNvSpPr>
          <p:nvPr/>
        </p:nvSpPr>
        <p:spPr bwMode="auto">
          <a:xfrm>
            <a:off x="508000" y="2895600"/>
            <a:ext cx="10668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111981"/>
                </a:solidFill>
              </a:rPr>
              <a:t>The four equations required to solve for the unknowns are:</a:t>
            </a:r>
            <a:endParaRPr lang="en-US" altLang="en-US" sz="2200">
              <a:solidFill>
                <a:srgbClr val="111981"/>
              </a:solidFill>
              <a:sym typeface="Symbol" pitchFamily="18" charset="2"/>
            </a:endParaRPr>
          </a:p>
        </p:txBody>
      </p:sp>
      <p:pic>
        <p:nvPicPr>
          <p:cNvPr id="18125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143001"/>
            <a:ext cx="3657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1255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3429000"/>
            <a:ext cx="3454400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1256" name="Text Box 11"/>
          <p:cNvSpPr txBox="1">
            <a:spLocks noChangeArrowheads="1"/>
          </p:cNvSpPr>
          <p:nvPr/>
        </p:nvSpPr>
        <p:spPr bwMode="auto">
          <a:xfrm>
            <a:off x="0" y="10319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 dirty="0"/>
              <a:t>Oblique impact</a:t>
            </a:r>
          </a:p>
        </p:txBody>
      </p:sp>
    </p:spTree>
    <p:extLst>
      <p:ext uri="{BB962C8B-B14F-4D97-AF65-F5344CB8AC3E}">
        <p14:creationId xmlns:p14="http://schemas.microsoft.com/office/powerpoint/2010/main" val="367142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3"/>
          <p:cNvSpPr>
            <a:spLocks noChangeArrowheads="1"/>
          </p:cNvSpPr>
          <p:nvPr/>
        </p:nvSpPr>
        <p:spPr bwMode="auto">
          <a:xfrm>
            <a:off x="609600" y="990600"/>
            <a:ext cx="1107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•</a:t>
            </a:r>
            <a:r>
              <a:rPr lang="en-US" altLang="en-US" sz="2400">
                <a:solidFill>
                  <a:srgbClr val="00FF00"/>
                </a:solidFill>
              </a:rPr>
              <a:t>	</a:t>
            </a:r>
            <a:r>
              <a:rPr lang="en-US" altLang="en-US" sz="2400">
                <a:solidFill>
                  <a:srgbClr val="111981"/>
                </a:solidFill>
              </a:rPr>
              <a:t>In most impact problems, the initial velocities of the particles and the coefficient of restitution, </a:t>
            </a:r>
            <a:r>
              <a:rPr lang="en-US" altLang="en-US" sz="2400" i="1">
                <a:solidFill>
                  <a:srgbClr val="111981"/>
                </a:solidFill>
              </a:rPr>
              <a:t>e</a:t>
            </a:r>
            <a:r>
              <a:rPr lang="en-US" altLang="en-US" sz="2400">
                <a:solidFill>
                  <a:srgbClr val="111981"/>
                </a:solidFill>
              </a:rPr>
              <a:t>, are known, with the final velocities to be determined.  </a:t>
            </a:r>
          </a:p>
        </p:txBody>
      </p:sp>
      <p:sp>
        <p:nvSpPr>
          <p:cNvPr id="182275" name="Rectangle 4"/>
          <p:cNvSpPr>
            <a:spLocks noChangeArrowheads="1"/>
          </p:cNvSpPr>
          <p:nvPr/>
        </p:nvSpPr>
        <p:spPr bwMode="auto">
          <a:xfrm>
            <a:off x="609600" y="5181600"/>
            <a:ext cx="1107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•</a:t>
            </a:r>
            <a:r>
              <a:rPr lang="en-US" altLang="en-US" sz="2400">
                <a:solidFill>
                  <a:srgbClr val="00FF00"/>
                </a:solidFill>
              </a:rPr>
              <a:t>	</a:t>
            </a:r>
            <a:r>
              <a:rPr lang="en-US" altLang="en-US" sz="2400">
                <a:solidFill>
                  <a:srgbClr val="111981"/>
                </a:solidFill>
              </a:rPr>
              <a:t>For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oblique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impact problems, the following equations are also required, applied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perpendicular </a:t>
            </a:r>
            <a:r>
              <a:rPr lang="en-US" altLang="en-US" sz="2400">
                <a:solidFill>
                  <a:srgbClr val="111981"/>
                </a:solidFill>
              </a:rPr>
              <a:t>to the line of impact (y-dir.):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m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A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Ay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= m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A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Ay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2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  and   m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B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By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= m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B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(v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By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2</a:t>
            </a:r>
            <a:r>
              <a:rPr lang="en-US" altLang="en-US" sz="2400">
                <a:solidFill>
                  <a:srgbClr val="000000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182276" name="Rectangle 5"/>
          <p:cNvSpPr>
            <a:spLocks noChangeArrowheads="1"/>
          </p:cNvSpPr>
          <p:nvPr/>
        </p:nvSpPr>
        <p:spPr bwMode="auto">
          <a:xfrm>
            <a:off x="609601" y="3733800"/>
            <a:ext cx="110553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•</a:t>
            </a:r>
            <a:r>
              <a:rPr lang="en-US" altLang="en-US" sz="2400">
                <a:solidFill>
                  <a:srgbClr val="00FF00"/>
                </a:solidFill>
              </a:rPr>
              <a:t>	</a:t>
            </a:r>
            <a:r>
              <a:rPr lang="en-US" altLang="en-US" sz="2400">
                <a:solidFill>
                  <a:srgbClr val="111981"/>
                </a:solidFill>
              </a:rPr>
              <a:t>For both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central and oblique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impact problems, the following equations apply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along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the line of impact (x-dir.):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 m(v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x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=  m(v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x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2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  and   </a:t>
            </a:r>
            <a:r>
              <a:rPr lang="en-US" altLang="en-US" sz="2400" i="1">
                <a:solidFill>
                  <a:srgbClr val="111981"/>
                </a:solidFill>
                <a:sym typeface="Symbol" pitchFamily="18" charset="2"/>
              </a:rPr>
              <a:t>e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= [</a:t>
            </a:r>
            <a:r>
              <a:rPr lang="en-US" altLang="en-US" sz="2400">
                <a:solidFill>
                  <a:srgbClr val="111981"/>
                </a:solidFill>
              </a:rPr>
              <a:t>(v</a:t>
            </a:r>
            <a:r>
              <a:rPr lang="en-US" altLang="en-US" sz="2400" baseline="-25000">
                <a:solidFill>
                  <a:srgbClr val="111981"/>
                </a:solidFill>
              </a:rPr>
              <a:t>Bx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 – (v</a:t>
            </a:r>
            <a:r>
              <a:rPr lang="en-US" altLang="en-US" sz="2400" baseline="-25000">
                <a:solidFill>
                  <a:srgbClr val="111981"/>
                </a:solidFill>
              </a:rPr>
              <a:t>Ax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]/[(v</a:t>
            </a:r>
            <a:r>
              <a:rPr lang="en-US" altLang="en-US" sz="2400" baseline="-25000">
                <a:solidFill>
                  <a:srgbClr val="111981"/>
                </a:solidFill>
              </a:rPr>
              <a:t>Ax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 – (v</a:t>
            </a:r>
            <a:r>
              <a:rPr lang="en-US" altLang="en-US" sz="2400" baseline="-25000">
                <a:solidFill>
                  <a:srgbClr val="111981"/>
                </a:solidFill>
              </a:rPr>
              <a:t>Bx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]</a:t>
            </a:r>
          </a:p>
        </p:txBody>
      </p:sp>
      <p:sp>
        <p:nvSpPr>
          <p:cNvPr id="182277" name="Rectangle 6"/>
          <p:cNvSpPr>
            <a:spLocks noChangeArrowheads="1"/>
          </p:cNvSpPr>
          <p:nvPr/>
        </p:nvSpPr>
        <p:spPr bwMode="auto">
          <a:xfrm>
            <a:off x="609600" y="2362200"/>
            <a:ext cx="1107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•</a:t>
            </a:r>
            <a:r>
              <a:rPr lang="en-US" altLang="en-US" sz="2400">
                <a:solidFill>
                  <a:srgbClr val="00FF00"/>
                </a:solidFill>
              </a:rPr>
              <a:t>	</a:t>
            </a:r>
            <a:r>
              <a:rPr lang="en-US" altLang="en-US" sz="2400">
                <a:solidFill>
                  <a:srgbClr val="111981"/>
                </a:solidFill>
              </a:rPr>
              <a:t>Define the x-y axes.  Typically, the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x-axis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is defined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along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the line of impact and the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y-axis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is in the plane of contact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FFCC00"/>
                </a:solidFill>
              </a:rPr>
              <a:t>perpendicular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111981"/>
                </a:solidFill>
              </a:rPr>
              <a:t>to the x-axis.</a:t>
            </a:r>
          </a:p>
        </p:txBody>
      </p:sp>
      <p:sp>
        <p:nvSpPr>
          <p:cNvPr id="182278" name="Text Box 9"/>
          <p:cNvSpPr txBox="1">
            <a:spLocks noChangeArrowheads="1"/>
          </p:cNvSpPr>
          <p:nvPr/>
        </p:nvSpPr>
        <p:spPr bwMode="auto">
          <a:xfrm>
            <a:off x="29210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 dirty="0"/>
              <a:t>Procedure of analysis</a:t>
            </a:r>
          </a:p>
        </p:txBody>
      </p:sp>
    </p:spTree>
    <p:extLst>
      <p:ext uri="{BB962C8B-B14F-4D97-AF65-F5344CB8AC3E}">
        <p14:creationId xmlns:p14="http://schemas.microsoft.com/office/powerpoint/2010/main" val="120319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Types of Collisions </a:t>
            </a:r>
          </a:p>
        </p:txBody>
      </p:sp>
      <p:sp>
        <p:nvSpPr>
          <p:cNvPr id="18329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smtClean="0"/>
              <a:t>A situation where the objects DO NOT STICK is one type of collision</a:t>
            </a:r>
          </a:p>
        </p:txBody>
      </p:sp>
      <p:pic>
        <p:nvPicPr>
          <p:cNvPr id="183300" name="Picture 4" descr="greenyellowelast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981201"/>
            <a:ext cx="76200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117600" y="5334000"/>
            <a:ext cx="102827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prstClr val="black"/>
                </a:solidFill>
                <a:latin typeface="Arial" charset="0"/>
                <a:cs typeface="+mn-cs"/>
              </a:rPr>
              <a:t>Notice that in EACH case, you have TWO objects BEFORE and AFTER the collision.</a:t>
            </a:r>
          </a:p>
        </p:txBody>
      </p:sp>
    </p:spTree>
    <p:extLst>
      <p:ext uri="{BB962C8B-B14F-4D97-AF65-F5344CB8AC3E}">
        <p14:creationId xmlns:p14="http://schemas.microsoft.com/office/powerpoint/2010/main" val="2353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“no stick” type collision</a:t>
            </a:r>
          </a:p>
        </p:txBody>
      </p:sp>
      <p:sp>
        <p:nvSpPr>
          <p:cNvPr id="50181" name="Line 5"/>
          <p:cNvSpPr>
            <a:spLocks noChangeShapeType="1"/>
          </p:cNvSpPr>
          <p:nvPr/>
        </p:nvSpPr>
        <p:spPr bwMode="auto">
          <a:xfrm>
            <a:off x="5791200" y="3810000"/>
            <a:ext cx="0" cy="251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IN">
              <a:solidFill>
                <a:prstClr val="black"/>
              </a:solidFill>
              <a:latin typeface="Arial" charset="0"/>
              <a:cs typeface="+mn-cs"/>
            </a:endParaRPr>
          </a:p>
        </p:txBody>
      </p:sp>
      <p:sp>
        <p:nvSpPr>
          <p:cNvPr id="50182" name="Line 6"/>
          <p:cNvSpPr>
            <a:spLocks noChangeShapeType="1"/>
          </p:cNvSpPr>
          <p:nvPr/>
        </p:nvSpPr>
        <p:spPr bwMode="auto">
          <a:xfrm>
            <a:off x="2336800" y="4343400"/>
            <a:ext cx="731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IN">
              <a:solidFill>
                <a:prstClr val="black"/>
              </a:solidFill>
              <a:latin typeface="Arial" charset="0"/>
              <a:cs typeface="+mn-cs"/>
            </a:endParaRP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3128434" y="3767138"/>
            <a:ext cx="26627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400">
                <a:solidFill>
                  <a:prstClr val="black"/>
                </a:solidFill>
                <a:latin typeface="Symbol" pitchFamily="18" charset="2"/>
                <a:cs typeface="+mn-cs"/>
              </a:rPr>
              <a:t>S</a:t>
            </a:r>
            <a:r>
              <a:rPr lang="en-US" altLang="en-US" sz="2400">
                <a:solidFill>
                  <a:prstClr val="black"/>
                </a:solidFill>
                <a:latin typeface="Arial" charset="0"/>
                <a:cs typeface="+mn-cs"/>
              </a:rPr>
              <a:t>p</a:t>
            </a:r>
            <a:r>
              <a:rPr lang="en-US" altLang="en-US" sz="2400" baseline="-25000">
                <a:solidFill>
                  <a:prstClr val="black"/>
                </a:solidFill>
                <a:latin typeface="Arial" charset="0"/>
                <a:cs typeface="+mn-cs"/>
              </a:rPr>
              <a:t>before             =</a:t>
            </a: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6278034" y="3768725"/>
            <a:ext cx="9509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400">
                <a:solidFill>
                  <a:prstClr val="black"/>
                </a:solidFill>
                <a:latin typeface="Symbol" pitchFamily="18" charset="2"/>
                <a:cs typeface="+mn-cs"/>
              </a:rPr>
              <a:t>S</a:t>
            </a:r>
            <a:r>
              <a:rPr lang="en-US" altLang="en-US" sz="2400">
                <a:solidFill>
                  <a:prstClr val="black"/>
                </a:solidFill>
                <a:latin typeface="Arial" charset="0"/>
                <a:cs typeface="+mn-cs"/>
              </a:rPr>
              <a:t>p</a:t>
            </a:r>
            <a:r>
              <a:rPr lang="en-US" altLang="en-US" sz="2400" baseline="-25000">
                <a:solidFill>
                  <a:prstClr val="black"/>
                </a:solidFill>
                <a:latin typeface="Arial" charset="0"/>
                <a:cs typeface="+mn-cs"/>
              </a:rPr>
              <a:t>after</a:t>
            </a:r>
          </a:p>
        </p:txBody>
      </p:sp>
      <p:graphicFrame>
        <p:nvGraphicFramePr>
          <p:cNvPr id="50185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3149600" y="4267201"/>
          <a:ext cx="7010400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3" imgW="2451100" imgH="914400" progId="Equation.3">
                  <p:embed/>
                </p:oleObj>
              </mc:Choice>
              <mc:Fallback>
                <p:oleObj name="Equation" r:id="rId3" imgW="24511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4267201"/>
                        <a:ext cx="7010400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28" name="Picture 11" descr="crete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371601"/>
            <a:ext cx="9042400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8" name="Text Box 12"/>
          <p:cNvSpPr txBox="1">
            <a:spLocks noChangeArrowheads="1"/>
          </p:cNvSpPr>
          <p:nvPr/>
        </p:nvSpPr>
        <p:spPr bwMode="auto">
          <a:xfrm>
            <a:off x="3962400" y="5791201"/>
            <a:ext cx="9797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b="1">
                <a:solidFill>
                  <a:srgbClr val="FF0000"/>
                </a:solidFill>
                <a:latin typeface="Arial" charset="0"/>
                <a:cs typeface="+mn-cs"/>
              </a:rPr>
              <a:t>-10 m/s</a:t>
            </a:r>
          </a:p>
        </p:txBody>
      </p:sp>
    </p:spTree>
    <p:extLst>
      <p:ext uri="{BB962C8B-B14F-4D97-AF65-F5344CB8AC3E}">
        <p14:creationId xmlns:p14="http://schemas.microsoft.com/office/powerpoint/2010/main" val="250541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5018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Types of Collisions</a:t>
            </a:r>
          </a:p>
        </p:txBody>
      </p:sp>
      <p:sp>
        <p:nvSpPr>
          <p:cNvPr id="18534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smtClean="0"/>
              <a:t>Another type of collision is one where the objects “STICK” together. Notice you have TWO objects before the collision and ONE object after the collision. </a:t>
            </a:r>
          </a:p>
        </p:txBody>
      </p:sp>
      <p:pic>
        <p:nvPicPr>
          <p:cNvPr id="185348" name="Picture 4" descr="ast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2895601"/>
            <a:ext cx="6400800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006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“stick” type of collision</a:t>
            </a:r>
          </a:p>
        </p:txBody>
      </p:sp>
      <p:pic>
        <p:nvPicPr>
          <p:cNvPr id="186371" name="Picture 6" descr="creti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1447801"/>
            <a:ext cx="9144000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Line 7"/>
          <p:cNvSpPr>
            <a:spLocks noChangeShapeType="1"/>
          </p:cNvSpPr>
          <p:nvPr/>
        </p:nvSpPr>
        <p:spPr bwMode="auto">
          <a:xfrm>
            <a:off x="5791200" y="3810000"/>
            <a:ext cx="0" cy="251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IN">
              <a:solidFill>
                <a:prstClr val="black"/>
              </a:solidFill>
              <a:latin typeface="Arial" charset="0"/>
              <a:cs typeface="+mn-cs"/>
            </a:endParaRPr>
          </a:p>
        </p:txBody>
      </p:sp>
      <p:sp>
        <p:nvSpPr>
          <p:cNvPr id="52232" name="Line 8"/>
          <p:cNvSpPr>
            <a:spLocks noChangeShapeType="1"/>
          </p:cNvSpPr>
          <p:nvPr/>
        </p:nvSpPr>
        <p:spPr bwMode="auto">
          <a:xfrm>
            <a:off x="2336800" y="4343400"/>
            <a:ext cx="731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IN">
              <a:solidFill>
                <a:prstClr val="black"/>
              </a:solidFill>
              <a:latin typeface="Arial" charset="0"/>
              <a:cs typeface="+mn-cs"/>
            </a:endParaRP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3128434" y="3767138"/>
            <a:ext cx="26627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400">
                <a:solidFill>
                  <a:prstClr val="black"/>
                </a:solidFill>
                <a:latin typeface="Symbol" pitchFamily="18" charset="2"/>
                <a:cs typeface="+mn-cs"/>
              </a:rPr>
              <a:t>S</a:t>
            </a:r>
            <a:r>
              <a:rPr lang="en-US" altLang="en-US" sz="2400">
                <a:solidFill>
                  <a:prstClr val="black"/>
                </a:solidFill>
                <a:latin typeface="Arial" charset="0"/>
                <a:cs typeface="+mn-cs"/>
              </a:rPr>
              <a:t>p</a:t>
            </a:r>
            <a:r>
              <a:rPr lang="en-US" altLang="en-US" sz="2400" baseline="-25000">
                <a:solidFill>
                  <a:prstClr val="black"/>
                </a:solidFill>
                <a:latin typeface="Arial" charset="0"/>
                <a:cs typeface="+mn-cs"/>
              </a:rPr>
              <a:t>before             =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6278034" y="3768725"/>
            <a:ext cx="9509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400">
                <a:solidFill>
                  <a:prstClr val="black"/>
                </a:solidFill>
                <a:latin typeface="Symbol" pitchFamily="18" charset="2"/>
                <a:cs typeface="+mn-cs"/>
              </a:rPr>
              <a:t>S</a:t>
            </a:r>
            <a:r>
              <a:rPr lang="en-US" altLang="en-US" sz="2400">
                <a:solidFill>
                  <a:prstClr val="black"/>
                </a:solidFill>
                <a:latin typeface="Arial" charset="0"/>
                <a:cs typeface="+mn-cs"/>
              </a:rPr>
              <a:t>p</a:t>
            </a:r>
            <a:r>
              <a:rPr lang="en-US" altLang="en-US" sz="2400" baseline="-25000">
                <a:solidFill>
                  <a:prstClr val="black"/>
                </a:solidFill>
                <a:latin typeface="Arial" charset="0"/>
                <a:cs typeface="+mn-cs"/>
              </a:rPr>
              <a:t>after</a:t>
            </a:r>
          </a:p>
        </p:txBody>
      </p:sp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2946400" y="4343400"/>
          <a:ext cx="50800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4" imgW="1612900" imgH="914400" progId="Equation.3">
                  <p:embed/>
                </p:oleObj>
              </mc:Choice>
              <mc:Fallback>
                <p:oleObj name="Equation" r:id="rId4" imgW="16129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4343400"/>
                        <a:ext cx="508000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4064000" y="6019801"/>
            <a:ext cx="8386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b="1">
                <a:solidFill>
                  <a:srgbClr val="FF0000"/>
                </a:solidFill>
                <a:latin typeface="Arial" charset="0"/>
                <a:cs typeface="+mn-cs"/>
              </a:rPr>
              <a:t> 5 m/s</a:t>
            </a:r>
          </a:p>
        </p:txBody>
      </p:sp>
    </p:spTree>
    <p:extLst>
      <p:ext uri="{BB962C8B-B14F-4D97-AF65-F5344CB8AC3E}">
        <p14:creationId xmlns:p14="http://schemas.microsoft.com/office/powerpoint/2010/main" val="51044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3" grpId="0"/>
      <p:bldP spid="5223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“explosion” type</a:t>
            </a:r>
          </a:p>
        </p:txBody>
      </p:sp>
      <p:pic>
        <p:nvPicPr>
          <p:cNvPr id="187395" name="Picture 4" descr="cann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524000"/>
            <a:ext cx="5080000" cy="424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6582834" y="1636713"/>
            <a:ext cx="510116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prstClr val="black"/>
                </a:solidFill>
                <a:latin typeface="Arial" charset="0"/>
                <a:cs typeface="+mn-cs"/>
              </a:rPr>
              <a:t>This type is often referred to as “backwards inelastic”. Notice you have ONE object ( we treat this as a SYSTEM) before the explosion and TWO objects after the explosion.</a:t>
            </a:r>
          </a:p>
        </p:txBody>
      </p:sp>
    </p:spTree>
    <p:extLst>
      <p:ext uri="{BB962C8B-B14F-4D97-AF65-F5344CB8AC3E}">
        <p14:creationId xmlns:p14="http://schemas.microsoft.com/office/powerpoint/2010/main" val="358767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Backwards Inelastic - Explosions</a:t>
            </a:r>
          </a:p>
        </p:txBody>
      </p:sp>
      <p:sp>
        <p:nvSpPr>
          <p:cNvPr id="188419" name="Rectangle 3"/>
          <p:cNvSpPr>
            <a:spLocks noGrp="1"/>
          </p:cNvSpPr>
          <p:nvPr>
            <p:ph type="body" idx="1"/>
          </p:nvPr>
        </p:nvSpPr>
        <p:spPr>
          <a:xfrm>
            <a:off x="6299200" y="1371600"/>
            <a:ext cx="5283200" cy="24384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sz="2200" smtClean="0"/>
              <a:t>Suppose we have a 4-kg rifle loaded with a 0.010 kg bullet. When the rifle is fired the bullet exits the barrel with a velocity of 300 m/s. How fast does the gun RECOIL backwards?</a:t>
            </a:r>
          </a:p>
        </p:txBody>
      </p:sp>
      <p:pic>
        <p:nvPicPr>
          <p:cNvPr id="188420" name="Picture 4" descr="bulletriflecalcul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371601"/>
            <a:ext cx="49784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Line 5"/>
          <p:cNvSpPr>
            <a:spLocks noChangeShapeType="1"/>
          </p:cNvSpPr>
          <p:nvPr/>
        </p:nvSpPr>
        <p:spPr bwMode="auto">
          <a:xfrm>
            <a:off x="5791200" y="3810000"/>
            <a:ext cx="0" cy="251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IN">
              <a:solidFill>
                <a:prstClr val="black"/>
              </a:solidFill>
              <a:latin typeface="Arial" charset="0"/>
              <a:cs typeface="+mn-cs"/>
            </a:endParaRPr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2336800" y="4343400"/>
            <a:ext cx="731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IN">
              <a:solidFill>
                <a:prstClr val="black"/>
              </a:solidFill>
              <a:latin typeface="Arial" charset="0"/>
              <a:cs typeface="+mn-cs"/>
            </a:endParaRP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3128434" y="3767138"/>
            <a:ext cx="26627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400">
                <a:solidFill>
                  <a:prstClr val="black"/>
                </a:solidFill>
                <a:latin typeface="Symbol" pitchFamily="18" charset="2"/>
                <a:cs typeface="+mn-cs"/>
              </a:rPr>
              <a:t>S</a:t>
            </a:r>
            <a:r>
              <a:rPr lang="en-US" altLang="en-US" sz="2400">
                <a:solidFill>
                  <a:prstClr val="black"/>
                </a:solidFill>
                <a:latin typeface="Arial" charset="0"/>
                <a:cs typeface="+mn-cs"/>
              </a:rPr>
              <a:t>p</a:t>
            </a:r>
            <a:r>
              <a:rPr lang="en-US" altLang="en-US" sz="2400" baseline="-25000">
                <a:solidFill>
                  <a:prstClr val="black"/>
                </a:solidFill>
                <a:latin typeface="Arial" charset="0"/>
                <a:cs typeface="+mn-cs"/>
              </a:rPr>
              <a:t>before             =</a:t>
            </a:r>
          </a:p>
        </p:txBody>
      </p:sp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6278034" y="3768725"/>
            <a:ext cx="9509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400">
                <a:solidFill>
                  <a:prstClr val="black"/>
                </a:solidFill>
                <a:latin typeface="Symbol" pitchFamily="18" charset="2"/>
                <a:cs typeface="+mn-cs"/>
              </a:rPr>
              <a:t>S</a:t>
            </a:r>
            <a:r>
              <a:rPr lang="en-US" altLang="en-US" sz="2400">
                <a:solidFill>
                  <a:prstClr val="black"/>
                </a:solidFill>
                <a:latin typeface="Arial" charset="0"/>
                <a:cs typeface="+mn-cs"/>
              </a:rPr>
              <a:t>p</a:t>
            </a:r>
            <a:r>
              <a:rPr lang="en-US" altLang="en-US" sz="2400" baseline="-25000">
                <a:solidFill>
                  <a:prstClr val="black"/>
                </a:solidFill>
                <a:latin typeface="Arial" charset="0"/>
                <a:cs typeface="+mn-cs"/>
              </a:rPr>
              <a:t>after</a:t>
            </a:r>
          </a:p>
        </p:txBody>
      </p:sp>
      <p:graphicFrame>
        <p:nvGraphicFramePr>
          <p:cNvPr id="55305" name="Object 9"/>
          <p:cNvGraphicFramePr>
            <a:graphicFrameLocks noChangeAspect="1"/>
          </p:cNvGraphicFramePr>
          <p:nvPr/>
        </p:nvGraphicFramePr>
        <p:xfrm>
          <a:off x="3585633" y="4267201"/>
          <a:ext cx="6138333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4" imgW="2146300" imgH="914400" progId="Equation.3">
                  <p:embed/>
                </p:oleObj>
              </mc:Choice>
              <mc:Fallback>
                <p:oleObj name="Equation" r:id="rId4" imgW="21463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5633" y="4267201"/>
                        <a:ext cx="6138333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5994400" y="5791201"/>
            <a:ext cx="11721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b="1">
                <a:solidFill>
                  <a:srgbClr val="FF0000"/>
                </a:solidFill>
                <a:latin typeface="Arial" charset="0"/>
                <a:cs typeface="+mn-cs"/>
              </a:rPr>
              <a:t>-0.75 m/s</a:t>
            </a:r>
          </a:p>
        </p:txBody>
      </p:sp>
    </p:spTree>
    <p:extLst>
      <p:ext uri="{BB962C8B-B14F-4D97-AF65-F5344CB8AC3E}">
        <p14:creationId xmlns:p14="http://schemas.microsoft.com/office/powerpoint/2010/main" val="270336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/>
      <p:bldP spid="5530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Collision Summary</a:t>
            </a:r>
          </a:p>
        </p:txBody>
      </p:sp>
      <p:sp>
        <p:nvSpPr>
          <p:cNvPr id="18944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9144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smtClean="0"/>
              <a:t>Sometimes objects stick together or blow apart. In this case, momentum is ALWAYS conserved.</a:t>
            </a:r>
          </a:p>
        </p:txBody>
      </p:sp>
      <p:graphicFrame>
        <p:nvGraphicFramePr>
          <p:cNvPr id="189444" name="Object 2"/>
          <p:cNvGraphicFramePr>
            <a:graphicFrameLocks noChangeAspect="1"/>
          </p:cNvGraphicFramePr>
          <p:nvPr/>
        </p:nvGraphicFramePr>
        <p:xfrm>
          <a:off x="1016000" y="2459039"/>
          <a:ext cx="4819651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3" imgW="1651000" imgH="990600" progId="Equation.3">
                  <p:embed/>
                </p:oleObj>
              </mc:Choice>
              <mc:Fallback>
                <p:oleObj name="Equation" r:id="rId3" imgW="16510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2459039"/>
                        <a:ext cx="4819651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5689600" y="3352800"/>
            <a:ext cx="12192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010401" y="3124200"/>
            <a:ext cx="36052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prstClr val="black"/>
                </a:solidFill>
                <a:cs typeface="+mn-cs"/>
              </a:rPr>
              <a:t>When 2 objects collide and DON’T stick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588000" y="3886200"/>
            <a:ext cx="13208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908801" y="3733800"/>
            <a:ext cx="36357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prstClr val="black"/>
                </a:solidFill>
                <a:cs typeface="+mn-cs"/>
              </a:rPr>
              <a:t>When 2 objects collide and stick together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689600" y="4495800"/>
            <a:ext cx="11176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010400" y="4267200"/>
            <a:ext cx="31704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prstClr val="black"/>
                </a:solidFill>
                <a:cs typeface="+mn-cs"/>
              </a:rPr>
              <a:t>When 1 object breaks into 2 objects</a:t>
            </a:r>
          </a:p>
        </p:txBody>
      </p:sp>
      <p:sp>
        <p:nvSpPr>
          <p:cNvPr id="5131" name="TextBox 13"/>
          <p:cNvSpPr txBox="1">
            <a:spLocks noChangeArrowheads="1"/>
          </p:cNvSpPr>
          <p:nvPr/>
        </p:nvSpPr>
        <p:spPr bwMode="auto">
          <a:xfrm>
            <a:off x="508000" y="4953000"/>
            <a:ext cx="843468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defRPr/>
            </a:pPr>
            <a:r>
              <a:rPr lang="en-US" altLang="en-US" sz="2800" b="1" smtClean="0">
                <a:solidFill>
                  <a:srgbClr val="FF0000"/>
                </a:solidFill>
                <a:cs typeface="+mn-cs"/>
              </a:rPr>
              <a:t>Elastic</a:t>
            </a:r>
            <a:r>
              <a:rPr lang="en-US" altLang="en-US" sz="2800" b="1" smtClean="0">
                <a:solidFill>
                  <a:prstClr val="black"/>
                </a:solidFill>
                <a:cs typeface="+mn-cs"/>
              </a:rPr>
              <a:t> Collision = Kinetic Energy </a:t>
            </a:r>
            <a:r>
              <a:rPr lang="en-US" altLang="en-US" sz="2800" b="1" smtClean="0">
                <a:solidFill>
                  <a:srgbClr val="FF0000"/>
                </a:solidFill>
                <a:cs typeface="+mn-cs"/>
              </a:rPr>
              <a:t>is</a:t>
            </a:r>
            <a:r>
              <a:rPr lang="en-US" altLang="en-US" sz="2800" b="1" smtClean="0">
                <a:solidFill>
                  <a:prstClr val="black"/>
                </a:solidFill>
                <a:cs typeface="+mn-cs"/>
              </a:rPr>
              <a:t> Conserved</a:t>
            </a:r>
          </a:p>
          <a:p>
            <a:pPr>
              <a:defRPr/>
            </a:pPr>
            <a:r>
              <a:rPr lang="en-US" altLang="en-US" sz="2800" b="1" smtClean="0">
                <a:solidFill>
                  <a:srgbClr val="0070C0"/>
                </a:solidFill>
                <a:cs typeface="+mn-cs"/>
              </a:rPr>
              <a:t>Inelastic</a:t>
            </a:r>
            <a:r>
              <a:rPr lang="en-US" altLang="en-US" sz="2800" b="1" smtClean="0">
                <a:solidFill>
                  <a:prstClr val="black"/>
                </a:solidFill>
                <a:cs typeface="+mn-cs"/>
              </a:rPr>
              <a:t> Collision = Kinetic Energy is </a:t>
            </a:r>
            <a:r>
              <a:rPr lang="en-US" altLang="en-US" sz="2800" b="1" smtClean="0">
                <a:solidFill>
                  <a:srgbClr val="0070C0"/>
                </a:solidFill>
                <a:cs typeface="+mn-cs"/>
              </a:rPr>
              <a:t>NOT</a:t>
            </a:r>
            <a:r>
              <a:rPr lang="en-US" altLang="en-US" sz="2800" b="1" smtClean="0">
                <a:solidFill>
                  <a:prstClr val="black"/>
                </a:solidFill>
                <a:cs typeface="+mn-cs"/>
              </a:rPr>
              <a:t> Conserved </a:t>
            </a:r>
          </a:p>
        </p:txBody>
      </p:sp>
    </p:spTree>
    <p:extLst>
      <p:ext uri="{BB962C8B-B14F-4D97-AF65-F5344CB8AC3E}">
        <p14:creationId xmlns:p14="http://schemas.microsoft.com/office/powerpoint/2010/main" val="4945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Elastic Collision</a:t>
            </a:r>
          </a:p>
        </p:txBody>
      </p:sp>
      <p:graphicFrame>
        <p:nvGraphicFramePr>
          <p:cNvPr id="190467" name="Rectangle 5"/>
          <p:cNvGraphicFramePr>
            <a:graphicFrameLocks noGrp="1"/>
          </p:cNvGraphicFramePr>
          <p:nvPr>
            <p:ph sz="half" idx="1"/>
          </p:nvPr>
        </p:nvGraphicFramePr>
        <p:xfrm>
          <a:off x="1219200" y="2463800"/>
          <a:ext cx="50800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463800"/>
                        <a:ext cx="50800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0468" name="Picture 4" descr="cret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295400"/>
            <a:ext cx="843280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0469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320800" y="3581401"/>
          <a:ext cx="8432800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Equation" r:id="rId5" imgW="3314700" imgH="1016000" progId="Equation.3">
                  <p:embed/>
                </p:oleObj>
              </mc:Choice>
              <mc:Fallback>
                <p:oleObj name="Equation" r:id="rId5" imgW="33147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3581401"/>
                        <a:ext cx="8432800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1096434" y="5218113"/>
            <a:ext cx="103843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prstClr val="black"/>
                </a:solidFill>
                <a:latin typeface="Arial" charset="0"/>
                <a:cs typeface="+mn-cs"/>
              </a:rPr>
              <a:t>Since KINETIC ENERGY is conserved during the collision we call this an </a:t>
            </a:r>
            <a:r>
              <a:rPr lang="en-US" altLang="en-US" b="1">
                <a:solidFill>
                  <a:srgbClr val="FF0000"/>
                </a:solidFill>
                <a:latin typeface="Arial" charset="0"/>
                <a:cs typeface="+mn-cs"/>
              </a:rPr>
              <a:t>ELASTIC COLLISION</a:t>
            </a:r>
            <a:r>
              <a:rPr lang="en-US" altLang="en-US">
                <a:solidFill>
                  <a:prstClr val="black"/>
                </a:solidFill>
                <a:latin typeface="Arial" charset="0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086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Inelastic Collision</a:t>
            </a:r>
          </a:p>
        </p:txBody>
      </p:sp>
      <p:pic>
        <p:nvPicPr>
          <p:cNvPr id="191491" name="Picture 4" descr="creti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371601"/>
            <a:ext cx="8839200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1492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422400" y="3810000"/>
          <a:ext cx="88392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4" imgW="3314700" imgH="558800" progId="Equation.3">
                  <p:embed/>
                </p:oleObj>
              </mc:Choice>
              <mc:Fallback>
                <p:oleObj name="Equation" r:id="rId4" imgW="33147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810000"/>
                        <a:ext cx="88392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1096434" y="5218113"/>
            <a:ext cx="1038436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>
                <a:solidFill>
                  <a:prstClr val="black"/>
                </a:solidFill>
                <a:latin typeface="Arial" charset="0"/>
                <a:cs typeface="+mn-cs"/>
              </a:rPr>
              <a:t>Since KINETIC ENERGY was NOT conserved during the collision we call this an </a:t>
            </a:r>
            <a:r>
              <a:rPr lang="en-US" altLang="en-US" b="1">
                <a:solidFill>
                  <a:srgbClr val="FF0000"/>
                </a:solidFill>
                <a:latin typeface="Arial" charset="0"/>
                <a:cs typeface="+mn-cs"/>
              </a:rPr>
              <a:t>INELASTIC COLLISION</a:t>
            </a:r>
            <a:r>
              <a:rPr lang="en-US" altLang="en-US">
                <a:solidFill>
                  <a:prstClr val="black"/>
                </a:solidFill>
                <a:latin typeface="Arial" charset="0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011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604000" y="838200"/>
            <a:ext cx="4876800" cy="32766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Granny (m=80 kg) whizzes around the rink with a velocity of 6 m/s. She suddenly collides with Ambrose (m=40 kg) who is at rest directly in her path. Rather than knock him over, she picks him up and continues in motion without "braking." Determine the velocity of Granny and Ambrose.</a:t>
            </a:r>
            <a:endParaRPr lang="en-US" dirty="0"/>
          </a:p>
        </p:txBody>
      </p:sp>
      <p:pic>
        <p:nvPicPr>
          <p:cNvPr id="192516" name="Picture 4" descr="u4l2d4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524001"/>
            <a:ext cx="53594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TextBox 5"/>
          <p:cNvSpPr txBox="1">
            <a:spLocks noChangeArrowheads="1"/>
          </p:cNvSpPr>
          <p:nvPr/>
        </p:nvSpPr>
        <p:spPr bwMode="auto">
          <a:xfrm>
            <a:off x="508001" y="3657601"/>
            <a:ext cx="422788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prstClr val="black"/>
                </a:solidFill>
                <a:cs typeface="+mn-cs"/>
              </a:rPr>
              <a:t>How many objects do I have before the collision?</a:t>
            </a:r>
          </a:p>
          <a:p>
            <a:pPr>
              <a:defRPr/>
            </a:pPr>
            <a:endParaRPr lang="en-US" altLang="en-US" smtClean="0">
              <a:solidFill>
                <a:prstClr val="black"/>
              </a:solidFill>
              <a:cs typeface="+mn-cs"/>
            </a:endParaRPr>
          </a:p>
          <a:p>
            <a:pPr>
              <a:defRPr/>
            </a:pPr>
            <a:endParaRPr lang="en-US" altLang="en-US" smtClean="0">
              <a:solidFill>
                <a:prstClr val="black"/>
              </a:solidFill>
              <a:cs typeface="+mn-cs"/>
            </a:endParaRPr>
          </a:p>
          <a:p>
            <a:pPr>
              <a:defRPr/>
            </a:pPr>
            <a:endParaRPr lang="en-US" altLang="en-US" smtClean="0">
              <a:solidFill>
                <a:prstClr val="black"/>
              </a:solidFill>
              <a:cs typeface="+mn-cs"/>
            </a:endParaRPr>
          </a:p>
          <a:p>
            <a:pPr>
              <a:defRPr/>
            </a:pPr>
            <a:r>
              <a:rPr lang="en-US" altLang="en-US" smtClean="0">
                <a:solidFill>
                  <a:prstClr val="black"/>
                </a:solidFill>
                <a:cs typeface="+mn-cs"/>
              </a:rPr>
              <a:t>How many objects do I have after the collision?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048000" y="4038601"/>
            <a:ext cx="3497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defRPr/>
            </a:pPr>
            <a:r>
              <a:rPr lang="en-US" altLang="en-US" sz="2800" smtClean="0">
                <a:solidFill>
                  <a:srgbClr val="FF0000"/>
                </a:solidFill>
                <a:cs typeface="+mn-cs"/>
              </a:rPr>
              <a:t>2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946401" y="5029200"/>
            <a:ext cx="3722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defRPr/>
            </a:pPr>
            <a:r>
              <a:rPr lang="en-US" altLang="en-US" sz="3200" smtClean="0">
                <a:solidFill>
                  <a:srgbClr val="FF0000"/>
                </a:solidFill>
                <a:cs typeface="+mn-cs"/>
              </a:rPr>
              <a:t>1</a:t>
            </a: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6197601" y="3852863"/>
          <a:ext cx="5509684" cy="250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4" imgW="1549400" imgH="939800" progId="Equation.3">
                  <p:embed/>
                </p:oleObj>
              </mc:Choice>
              <mc:Fallback>
                <p:oleObj name="Equation" r:id="rId4" imgW="1549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1" y="3852863"/>
                        <a:ext cx="5509684" cy="250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416800" y="579120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erpet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erpet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erpet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erpet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erpet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itchFamily="18" charset="0"/>
              </a:defRPr>
            </a:lvl9pPr>
          </a:lstStyle>
          <a:p>
            <a:pPr>
              <a:defRPr/>
            </a:pPr>
            <a:r>
              <a:rPr lang="en-US" altLang="en-US" sz="2800" smtClean="0">
                <a:solidFill>
                  <a:srgbClr val="FF0000"/>
                </a:solidFill>
                <a:cs typeface="+mn-cs"/>
              </a:rPr>
              <a:t>4 m/s</a:t>
            </a:r>
          </a:p>
        </p:txBody>
      </p:sp>
    </p:spTree>
    <p:extLst>
      <p:ext uri="{BB962C8B-B14F-4D97-AF65-F5344CB8AC3E}">
        <p14:creationId xmlns:p14="http://schemas.microsoft.com/office/powerpoint/2010/main" val="113189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474634E-3C9C-4934-8C11-2354019602A4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93539" name="Rectangle 2"/>
          <p:cNvSpPr>
            <a:spLocks noGrp="1" noChangeArrowheads="1"/>
          </p:cNvSpPr>
          <p:nvPr>
            <p:ph type="title"/>
          </p:nvPr>
        </p:nvSpPr>
        <p:spPr>
          <a:xfrm>
            <a:off x="143934" y="188913"/>
            <a:ext cx="11808884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008080"/>
                </a:solidFill>
                <a:ea typeface="宋体" pitchFamily="2" charset="-122"/>
              </a:rPr>
              <a:t>Example . </a:t>
            </a:r>
            <a:br>
              <a:rPr lang="en-US" altLang="zh-CN" sz="3600" smtClean="0">
                <a:solidFill>
                  <a:srgbClr val="008080"/>
                </a:solidFill>
                <a:ea typeface="宋体" pitchFamily="2" charset="-122"/>
              </a:rPr>
            </a:br>
            <a:r>
              <a:rPr lang="en-US" altLang="zh-CN" sz="3600" smtClean="0">
                <a:solidFill>
                  <a:srgbClr val="008080"/>
                </a:solidFill>
                <a:ea typeface="宋体" pitchFamily="2" charset="-122"/>
              </a:rPr>
              <a:t> Assembling a Freight Train</a:t>
            </a:r>
          </a:p>
        </p:txBody>
      </p:sp>
      <p:pic>
        <p:nvPicPr>
          <p:cNvPr id="193540" name="Picture 3" descr="F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3573463"/>
            <a:ext cx="10769600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143934" y="1484313"/>
            <a:ext cx="1180888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Car 1 has a mass of m</a:t>
            </a:r>
            <a:r>
              <a:rPr lang="en-US" altLang="zh-CN" sz="2800" b="1" baseline="-25000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1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=65</a:t>
            </a:r>
            <a:r>
              <a:rPr lang="en-US" altLang="zh-CN" sz="2800" b="1" baseline="-8000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*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10</a:t>
            </a:r>
            <a:r>
              <a:rPr lang="en-US" altLang="zh-CN" sz="2800" b="1" baseline="30000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3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kg and moves at a velocity of v</a:t>
            </a:r>
            <a:r>
              <a:rPr lang="en-US" altLang="zh-CN" sz="2800" b="1" baseline="-25000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01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=+0.8m/s. Car 2 has a mass of m</a:t>
            </a:r>
            <a:r>
              <a:rPr lang="en-US" altLang="zh-CN" sz="2800" b="1" baseline="-25000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2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=92</a:t>
            </a:r>
            <a:r>
              <a:rPr lang="en-US" altLang="zh-CN" sz="2800" b="1" baseline="-8000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*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10</a:t>
            </a:r>
            <a:r>
              <a:rPr lang="en-US" altLang="zh-CN" sz="2800" b="1" baseline="30000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3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kg and a velocity of v</a:t>
            </a:r>
            <a:r>
              <a:rPr lang="en-US" altLang="zh-CN" sz="2800" b="1" baseline="-25000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02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=+1.3m/s. Neglecting friction, find the common velocity </a:t>
            </a:r>
            <a:r>
              <a:rPr lang="en-US" altLang="zh-CN" sz="2800" b="1" dirty="0" err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v</a:t>
            </a:r>
            <a:r>
              <a:rPr lang="en-US" altLang="zh-CN" sz="2800" b="1" baseline="-25000" dirty="0" err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f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cs typeface="+mn-cs"/>
              </a:rPr>
              <a:t> of the cars after they become coupled.</a:t>
            </a:r>
          </a:p>
        </p:txBody>
      </p:sp>
    </p:spTree>
    <p:extLst>
      <p:ext uri="{BB962C8B-B14F-4D97-AF65-F5344CB8AC3E}">
        <p14:creationId xmlns:p14="http://schemas.microsoft.com/office/powerpoint/2010/main" val="217955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72E429A-79E6-4BB1-8C1C-F9D9AA0C9B7B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2032000" y="685801"/>
            <a:ext cx="629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(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m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1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+m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2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) 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f  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  m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1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01 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+ m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2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02</a:t>
            </a:r>
          </a:p>
        </p:txBody>
      </p:sp>
      <p:sp>
        <p:nvSpPr>
          <p:cNvPr id="20484" name="AutoShape 3"/>
          <p:cNvSpPr>
            <a:spLocks/>
          </p:cNvSpPr>
          <p:nvPr/>
        </p:nvSpPr>
        <p:spPr bwMode="auto">
          <a:xfrm rot="5450956">
            <a:off x="3162300" y="469900"/>
            <a:ext cx="76200" cy="17272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0485" name="AutoShape 4"/>
          <p:cNvSpPr>
            <a:spLocks/>
          </p:cNvSpPr>
          <p:nvPr/>
        </p:nvSpPr>
        <p:spPr bwMode="auto">
          <a:xfrm rot="5450956">
            <a:off x="6108700" y="469900"/>
            <a:ext cx="76200" cy="17272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0486" name="Text Box 5"/>
          <p:cNvSpPr txBox="1">
            <a:spLocks noChangeArrowheads="1"/>
          </p:cNvSpPr>
          <p:nvPr/>
        </p:nvSpPr>
        <p:spPr bwMode="auto">
          <a:xfrm>
            <a:off x="2133600" y="15240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  <a:cs typeface="+mn-cs"/>
              </a:rPr>
              <a:t>After collision</a:t>
            </a:r>
          </a:p>
        </p:txBody>
      </p:sp>
      <p:sp>
        <p:nvSpPr>
          <p:cNvPr id="20487" name="Text Box 6"/>
          <p:cNvSpPr txBox="1">
            <a:spLocks noChangeArrowheads="1"/>
          </p:cNvSpPr>
          <p:nvPr/>
        </p:nvSpPr>
        <p:spPr bwMode="auto">
          <a:xfrm>
            <a:off x="4978400" y="15240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  <a:cs typeface="+mn-cs"/>
              </a:rPr>
              <a:t>Before collision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5308600" y="3214688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194569" name="Object 7"/>
          <p:cNvGraphicFramePr>
            <a:graphicFrameLocks noChangeAspect="1"/>
          </p:cNvGraphicFramePr>
          <p:nvPr/>
        </p:nvGraphicFramePr>
        <p:xfrm>
          <a:off x="2336800" y="2286000"/>
          <a:ext cx="4572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r:id="rId3" imgW="1180588" imgH="431613" progId="Equation.3">
                  <p:embed/>
                </p:oleObj>
              </mc:Choice>
              <mc:Fallback>
                <p:oleObj r:id="rId3" imgW="118058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2286000"/>
                        <a:ext cx="45720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4165600" y="3200400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194571" name="Object 9"/>
          <p:cNvGraphicFramePr>
            <a:graphicFrameLocks noChangeAspect="1"/>
          </p:cNvGraphicFramePr>
          <p:nvPr/>
        </p:nvGraphicFramePr>
        <p:xfrm>
          <a:off x="2133600" y="3962400"/>
          <a:ext cx="9652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r:id="rId5" imgW="2895600" imgH="457200" progId="Equation.3">
                  <p:embed/>
                </p:oleObj>
              </mc:Choice>
              <mc:Fallback>
                <p:oleObj r:id="rId5" imgW="2895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62400"/>
                        <a:ext cx="96520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2133600" y="5334001"/>
            <a:ext cx="406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=+1.1 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m/s</a:t>
            </a:r>
          </a:p>
        </p:txBody>
      </p:sp>
    </p:spTree>
    <p:extLst>
      <p:ext uri="{BB962C8B-B14F-4D97-AF65-F5344CB8AC3E}">
        <p14:creationId xmlns:p14="http://schemas.microsoft.com/office/powerpoint/2010/main" val="378529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718AB9A-E4E7-4CE3-A3CF-683B5F875816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9558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008080"/>
                </a:solidFill>
                <a:ea typeface="宋体" pitchFamily="2" charset="-122"/>
              </a:rPr>
              <a:t>Example 6.    Ice Skaters</a:t>
            </a:r>
          </a:p>
        </p:txBody>
      </p:sp>
      <p:pic>
        <p:nvPicPr>
          <p:cNvPr id="195588" name="Picture 3" descr="F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524000"/>
            <a:ext cx="4286251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5283200" y="1905001"/>
            <a:ext cx="66040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Starting from rest, two skaters push off against each other on smooth level ice (friction is negligible). One is a woman (m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1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=54kg), and one is a man(m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2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=88kg). The woman moves away with a velocity of 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f1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=2.5m/s. Find the recoil velocity 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f2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 of the man. </a:t>
            </a:r>
          </a:p>
        </p:txBody>
      </p:sp>
    </p:spTree>
    <p:extLst>
      <p:ext uri="{BB962C8B-B14F-4D97-AF65-F5344CB8AC3E}">
        <p14:creationId xmlns:p14="http://schemas.microsoft.com/office/powerpoint/2010/main" val="233486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D922C5-D9A3-4A01-8BAA-990E206ED4B4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1016000" y="990600"/>
            <a:ext cx="10668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b="1" smtClean="0">
                <a:solidFill>
                  <a:srgbClr val="000000"/>
                </a:solidFill>
                <a:cs typeface="+mn-cs"/>
              </a:rPr>
              <a:t>For the two skater system, what are the forces?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b="1" smtClean="0">
                <a:solidFill>
                  <a:srgbClr val="000000"/>
                </a:solidFill>
                <a:cs typeface="+mn-cs"/>
              </a:rPr>
              <a:t>In horizontal direction</a:t>
            </a:r>
          </a:p>
        </p:txBody>
      </p:sp>
      <p:grpSp>
        <p:nvGrpSpPr>
          <p:cNvPr id="96276" name="Group 20"/>
          <p:cNvGrpSpPr>
            <a:grpSpLocks/>
          </p:cNvGrpSpPr>
          <p:nvPr/>
        </p:nvGrpSpPr>
        <p:grpSpPr bwMode="auto">
          <a:xfrm>
            <a:off x="1828800" y="2514601"/>
            <a:ext cx="8737600" cy="1016001"/>
            <a:chOff x="864" y="1584"/>
            <a:chExt cx="4128" cy="640"/>
          </a:xfrm>
        </p:grpSpPr>
        <p:grpSp>
          <p:nvGrpSpPr>
            <p:cNvPr id="196617" name="Group 16"/>
            <p:cNvGrpSpPr>
              <a:grpSpLocks/>
            </p:cNvGrpSpPr>
            <p:nvPr/>
          </p:nvGrpSpPr>
          <p:grpSpPr bwMode="auto">
            <a:xfrm>
              <a:off x="864" y="1680"/>
              <a:ext cx="1152" cy="442"/>
              <a:chOff x="1008" y="1344"/>
              <a:chExt cx="1152" cy="442"/>
            </a:xfrm>
          </p:grpSpPr>
          <p:sp>
            <p:nvSpPr>
              <p:cNvPr id="22540" name="Oval 5"/>
              <p:cNvSpPr>
                <a:spLocks noChangeArrowheads="1"/>
              </p:cNvSpPr>
              <p:nvPr/>
            </p:nvSpPr>
            <p:spPr bwMode="auto">
              <a:xfrm>
                <a:off x="1008" y="1344"/>
                <a:ext cx="288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IN" altLang="en-US" smtClean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2541" name="Oval 6"/>
              <p:cNvSpPr>
                <a:spLocks noChangeArrowheads="1"/>
              </p:cNvSpPr>
              <p:nvPr/>
            </p:nvSpPr>
            <p:spPr bwMode="auto">
              <a:xfrm>
                <a:off x="1872" y="1344"/>
                <a:ext cx="288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IN" altLang="en-US" smtClean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2542" name="Line 7"/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IN" sz="240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22543" name="Line 8"/>
              <p:cNvSpPr>
                <a:spLocks noChangeShapeType="1"/>
              </p:cNvSpPr>
              <p:nvPr/>
            </p:nvSpPr>
            <p:spPr bwMode="auto">
              <a:xfrm flipH="1">
                <a:off x="1680" y="139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IN" sz="2400">
                  <a:solidFill>
                    <a:srgbClr val="000000"/>
                  </a:solidFill>
                  <a:latin typeface="Times New Roman" pitchFamily="18" charset="0"/>
                  <a:cs typeface="+mn-cs"/>
                </a:endParaRPr>
              </a:p>
            </p:txBody>
          </p:sp>
          <p:sp>
            <p:nvSpPr>
              <p:cNvPr id="22544" name="Text Box 9"/>
              <p:cNvSpPr txBox="1">
                <a:spLocks noChangeArrowheads="1"/>
              </p:cNvSpPr>
              <p:nvPr/>
            </p:nvSpPr>
            <p:spPr bwMode="auto">
              <a:xfrm>
                <a:off x="1296" y="153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en-US" sz="2000" smtClean="0">
                    <a:solidFill>
                      <a:srgbClr val="000000"/>
                    </a:solidFill>
                    <a:cs typeface="+mn-cs"/>
                  </a:rPr>
                  <a:t>F</a:t>
                </a:r>
                <a:r>
                  <a:rPr lang="en-US" altLang="en-US" sz="2000" baseline="-25000" smtClean="0">
                    <a:solidFill>
                      <a:srgbClr val="000000"/>
                    </a:solidFill>
                    <a:cs typeface="+mn-cs"/>
                  </a:rPr>
                  <a:t>12</a:t>
                </a:r>
              </a:p>
            </p:txBody>
          </p:sp>
          <p:sp>
            <p:nvSpPr>
              <p:cNvPr id="22545" name="Text Box 10"/>
              <p:cNvSpPr txBox="1">
                <a:spLocks noChangeArrowheads="1"/>
              </p:cNvSpPr>
              <p:nvPr/>
            </p:nvSpPr>
            <p:spPr bwMode="auto">
              <a:xfrm>
                <a:off x="1632" y="153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en-US" sz="2000" smtClean="0">
                    <a:solidFill>
                      <a:srgbClr val="000000"/>
                    </a:solidFill>
                    <a:cs typeface="+mn-cs"/>
                  </a:rPr>
                  <a:t>F</a:t>
                </a:r>
                <a:r>
                  <a:rPr lang="en-US" altLang="en-US" sz="2000" baseline="-25000" smtClean="0">
                    <a:solidFill>
                      <a:srgbClr val="000000"/>
                    </a:solidFill>
                    <a:cs typeface="+mn-cs"/>
                  </a:rPr>
                  <a:t>21</a:t>
                </a:r>
              </a:p>
            </p:txBody>
          </p:sp>
        </p:grpSp>
        <p:sp>
          <p:nvSpPr>
            <p:cNvPr id="22538" name="Text Box 11"/>
            <p:cNvSpPr txBox="1">
              <a:spLocks noChangeArrowheads="1"/>
            </p:cNvSpPr>
            <p:nvPr/>
          </p:nvSpPr>
          <p:spPr bwMode="auto">
            <a:xfrm>
              <a:off x="2448" y="1584"/>
              <a:ext cx="2544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b="1" smtClean="0">
                  <a:solidFill>
                    <a:srgbClr val="000000"/>
                  </a:solidFill>
                  <a:cs typeface="+mn-cs"/>
                </a:rPr>
                <a:t>internal forces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b="1" smtClean="0">
                  <a:solidFill>
                    <a:srgbClr val="000000"/>
                  </a:solidFill>
                  <a:cs typeface="+mn-cs"/>
                </a:rPr>
                <a:t>system taken together        0</a:t>
              </a:r>
            </a:p>
          </p:txBody>
        </p:sp>
        <p:sp>
          <p:nvSpPr>
            <p:cNvPr id="22539" name="Line 12"/>
            <p:cNvSpPr>
              <a:spLocks noChangeShapeType="1"/>
            </p:cNvSpPr>
            <p:nvPr/>
          </p:nvSpPr>
          <p:spPr bwMode="auto">
            <a:xfrm>
              <a:off x="4320" y="206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 sz="240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</p:grpSp>
      <p:grpSp>
        <p:nvGrpSpPr>
          <p:cNvPr id="96275" name="Group 19"/>
          <p:cNvGrpSpPr>
            <a:grpSpLocks/>
          </p:cNvGrpSpPr>
          <p:nvPr/>
        </p:nvGrpSpPr>
        <p:grpSpPr bwMode="auto">
          <a:xfrm>
            <a:off x="1422400" y="4267202"/>
            <a:ext cx="9855200" cy="1016001"/>
            <a:chOff x="864" y="2112"/>
            <a:chExt cx="4656" cy="640"/>
          </a:xfrm>
        </p:grpSpPr>
        <p:sp>
          <p:nvSpPr>
            <p:cNvPr id="22534" name="Text Box 13"/>
            <p:cNvSpPr txBox="1">
              <a:spLocks noChangeArrowheads="1"/>
            </p:cNvSpPr>
            <p:nvPr/>
          </p:nvSpPr>
          <p:spPr bwMode="auto">
            <a:xfrm>
              <a:off x="864" y="2112"/>
              <a:ext cx="4656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b="1" smtClean="0">
                  <a:solidFill>
                    <a:srgbClr val="000000"/>
                  </a:solidFill>
                  <a:cs typeface="+mn-cs"/>
                </a:rPr>
                <a:t>No external forces.           isolated system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b="1" smtClean="0">
                  <a:solidFill>
                    <a:srgbClr val="000000"/>
                  </a:solidFill>
                  <a:cs typeface="+mn-cs"/>
                </a:rPr>
                <a:t>                                      conservation of momentum </a:t>
              </a:r>
            </a:p>
          </p:txBody>
        </p:sp>
        <p:sp>
          <p:nvSpPr>
            <p:cNvPr id="22535" name="Line 14"/>
            <p:cNvSpPr>
              <a:spLocks noChangeShapeType="1"/>
            </p:cNvSpPr>
            <p:nvPr/>
          </p:nvSpPr>
          <p:spPr bwMode="auto">
            <a:xfrm>
              <a:off x="2544" y="22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 sz="240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22536" name="Line 15"/>
            <p:cNvSpPr>
              <a:spLocks noChangeShapeType="1"/>
            </p:cNvSpPr>
            <p:nvPr/>
          </p:nvSpPr>
          <p:spPr bwMode="auto">
            <a:xfrm>
              <a:off x="2256" y="26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 sz="240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142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959AEE0-0185-4803-BC49-5ED31EDE6B8B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216400" y="3200400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197636" name="Object 2"/>
          <p:cNvGraphicFramePr>
            <a:graphicFrameLocks noChangeAspect="1"/>
          </p:cNvGraphicFramePr>
          <p:nvPr/>
        </p:nvGraphicFramePr>
        <p:xfrm>
          <a:off x="1219200" y="2819401"/>
          <a:ext cx="1026160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r:id="rId3" imgW="2819400" imgH="457200" progId="Equation.3">
                  <p:embed/>
                </p:oleObj>
              </mc:Choice>
              <mc:Fallback>
                <p:oleObj r:id="rId3" imgW="2819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19401"/>
                        <a:ext cx="1026160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946400" y="1066801"/>
            <a:ext cx="436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m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1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f1  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+  m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2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v</a:t>
            </a:r>
            <a:r>
              <a:rPr lang="en-US" altLang="zh-CN" sz="2800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f2  </a:t>
            </a:r>
            <a:r>
              <a:rPr lang="en-US" altLang="zh-CN" sz="2800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  0</a:t>
            </a: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3251200" y="1828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after pushing</a:t>
            </a:r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6197600" y="1828800"/>
            <a:ext cx="314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before pushing</a:t>
            </a:r>
          </a:p>
        </p:txBody>
      </p:sp>
      <p:sp>
        <p:nvSpPr>
          <p:cNvPr id="23560" name="AutoShape 7"/>
          <p:cNvSpPr>
            <a:spLocks/>
          </p:cNvSpPr>
          <p:nvPr/>
        </p:nvSpPr>
        <p:spPr bwMode="auto">
          <a:xfrm rot="5450956">
            <a:off x="4483100" y="927100"/>
            <a:ext cx="76200" cy="17272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1" name="Text Box 8"/>
          <p:cNvSpPr txBox="1">
            <a:spLocks noChangeArrowheads="1"/>
          </p:cNvSpPr>
          <p:nvPr/>
        </p:nvSpPr>
        <p:spPr bwMode="auto">
          <a:xfrm>
            <a:off x="1016000" y="4495800"/>
            <a:ext cx="10363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i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It is important to realize that the total linear momentum may be conserved even when the kinetic energies of the individual parts of a system change.</a:t>
            </a:r>
          </a:p>
        </p:txBody>
      </p:sp>
    </p:spTree>
    <p:extLst>
      <p:ext uri="{BB962C8B-B14F-4D97-AF65-F5344CB8AC3E}">
        <p14:creationId xmlns:p14="http://schemas.microsoft.com/office/powerpoint/2010/main" val="34592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99FF"/>
              </a:buClr>
              <a:buSzPct val="80000"/>
              <a:buFont typeface="Wingdings" pitchFamily="2" charset="2"/>
              <a:buChar char="q"/>
              <a:defRPr sz="3200">
                <a:solidFill>
                  <a:schemeClr val="bg2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800">
                <a:solidFill>
                  <a:schemeClr val="bg2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400">
                <a:solidFill>
                  <a:schemeClr val="bg2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8E8E923-0F05-47A2-A9D2-6AA0CD85EA7E}" type="datetime4">
              <a:rPr lang="en-US" altLang="en-US" sz="140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April 20, 2026</a:t>
            </a:fld>
            <a:endParaRPr lang="en-US" altLang="zh-CN" sz="140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677333" y="469901"/>
            <a:ext cx="10839451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defRPr/>
            </a:pPr>
            <a:r>
              <a:rPr lang="en-US" altLang="en-US" sz="40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Collision at an Intersection</a:t>
            </a:r>
          </a:p>
        </p:txBody>
      </p:sp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605368" y="1320801"/>
            <a:ext cx="670983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buClr>
                <a:srgbClr val="9999FF"/>
              </a:buClr>
              <a:buSzPct val="80000"/>
              <a:buFont typeface="Wingdings" pitchFamily="2" charset="2"/>
              <a:buChar char="q"/>
              <a:defRPr/>
            </a:pPr>
            <a:r>
              <a:rPr lang="en-US" altLang="en-US" sz="22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 A car with mass 1.5</a:t>
            </a:r>
            <a:r>
              <a:rPr lang="en-US" altLang="en-US" sz="2200" smtClean="0">
                <a:solidFill>
                  <a:srgbClr val="000066"/>
                </a:solidFill>
                <a:latin typeface="Tahoma" pitchFamily="34" charset="0"/>
                <a:cs typeface="Times New Roman" pitchFamily="18" charset="0"/>
              </a:rPr>
              <a:t>×10</a:t>
            </a:r>
            <a:r>
              <a:rPr lang="en-US" altLang="en-US" sz="2200" baseline="30000" smtClean="0">
                <a:solidFill>
                  <a:srgbClr val="000066"/>
                </a:solidFill>
                <a:latin typeface="Tahoma" pitchFamily="34" charset="0"/>
                <a:cs typeface="Times New Roman" pitchFamily="18" charset="0"/>
              </a:rPr>
              <a:t>3 </a:t>
            </a:r>
            <a:r>
              <a:rPr lang="en-US" altLang="en-US" sz="2200" smtClean="0">
                <a:solidFill>
                  <a:srgbClr val="000066"/>
                </a:solidFill>
                <a:latin typeface="Tahoma" pitchFamily="34" charset="0"/>
                <a:cs typeface="Times New Roman" pitchFamily="18" charset="0"/>
              </a:rPr>
              <a:t>kg traveling east at a speed of 25 m/s collides at an intersection with a </a:t>
            </a:r>
            <a:r>
              <a:rPr lang="en-US" altLang="en-US" sz="22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2.5×10</a:t>
            </a:r>
            <a:r>
              <a:rPr lang="en-US" altLang="en-US" sz="2200" baseline="300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3</a:t>
            </a:r>
            <a:r>
              <a:rPr lang="en-US" altLang="en-US" sz="22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 kg van traveling north at a speed of 20 m/s</a:t>
            </a:r>
            <a:r>
              <a:rPr lang="en-US" altLang="en-US" sz="2200" smtClean="0">
                <a:solidFill>
                  <a:srgbClr val="000066"/>
                </a:solidFill>
                <a:latin typeface="Tahoma" pitchFamily="34" charset="0"/>
                <a:cs typeface="Tahoma" pitchFamily="34" charset="0"/>
              </a:rPr>
              <a:t>. Find the magnitude and direction of the velocity of the wreckage after the collision, assuming that the vehicles undergo a perfectly inelastic collision and assuming that friction between the vehicles and the road can be neglected.</a:t>
            </a:r>
          </a:p>
        </p:txBody>
      </p:sp>
      <p:graphicFrame>
        <p:nvGraphicFramePr>
          <p:cNvPr id="1514500" name="Object 4"/>
          <p:cNvGraphicFramePr>
            <a:graphicFrameLocks noChangeAspect="1"/>
          </p:cNvGraphicFramePr>
          <p:nvPr/>
        </p:nvGraphicFramePr>
        <p:xfrm>
          <a:off x="1155700" y="5157788"/>
          <a:ext cx="509693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公式" r:id="rId4" imgW="2362200" imgH="482600" progId="Equation.3">
                  <p:embed/>
                </p:oleObj>
              </mc:Choice>
              <mc:Fallback>
                <p:oleObj name="公式" r:id="rId4" imgW="2362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5157788"/>
                        <a:ext cx="5096933" cy="78105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8662" name="Picture 5" descr="09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685" y="1333500"/>
            <a:ext cx="4667249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64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4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4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99FF"/>
              </a:buClr>
              <a:buSzPct val="80000"/>
              <a:buFont typeface="Wingdings" pitchFamily="2" charset="2"/>
              <a:buChar char="q"/>
              <a:defRPr sz="3200">
                <a:solidFill>
                  <a:schemeClr val="bg2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800">
                <a:solidFill>
                  <a:schemeClr val="bg2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400">
                <a:solidFill>
                  <a:schemeClr val="bg2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3B6772-550F-4CF2-BE6D-203096B5ED49}" type="datetime4">
              <a:rPr lang="en-US" altLang="en-US" sz="140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April 20, 2026</a:t>
            </a:fld>
            <a:endParaRPr lang="en-US" altLang="zh-CN" sz="140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643467" y="546100"/>
            <a:ext cx="1083945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defRPr/>
            </a:pPr>
            <a:r>
              <a:rPr lang="en-US" altLang="en-US" sz="36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Collision at an Intersection</a:t>
            </a:r>
          </a:p>
        </p:txBody>
      </p:sp>
      <p:graphicFrame>
        <p:nvGraphicFramePr>
          <p:cNvPr id="199684" name="Object 3"/>
          <p:cNvGraphicFramePr>
            <a:graphicFrameLocks noChangeAspect="1"/>
          </p:cNvGraphicFramePr>
          <p:nvPr/>
        </p:nvGraphicFramePr>
        <p:xfrm>
          <a:off x="1409701" y="1474788"/>
          <a:ext cx="4959351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9" name="Equation" r:id="rId4" imgW="2298700" imgH="482600" progId="Equation.3">
                  <p:embed/>
                </p:oleObj>
              </mc:Choice>
              <mc:Fallback>
                <p:oleObj name="Equation" r:id="rId4" imgW="22987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1" y="1474788"/>
                        <a:ext cx="4959351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4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9685" name="Picture 4" descr="09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685" y="1333500"/>
            <a:ext cx="4667249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16549" name="Object 5"/>
          <p:cNvGraphicFramePr>
            <a:graphicFrameLocks noChangeAspect="1"/>
          </p:cNvGraphicFramePr>
          <p:nvPr/>
        </p:nvGraphicFramePr>
        <p:xfrm>
          <a:off x="493184" y="2446338"/>
          <a:ext cx="663786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0" name="Equation" r:id="rId7" imgW="3073400" imgH="254000" progId="Equation.3">
                  <p:embed/>
                </p:oleObj>
              </mc:Choice>
              <mc:Fallback>
                <p:oleObj name="Equation" r:id="rId7" imgW="30734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184" y="2446338"/>
                        <a:ext cx="663786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4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6550" name="Object 6"/>
          <p:cNvGraphicFramePr>
            <a:graphicFrameLocks noChangeAspect="1"/>
          </p:cNvGraphicFramePr>
          <p:nvPr/>
        </p:nvGraphicFramePr>
        <p:xfrm>
          <a:off x="442384" y="2903538"/>
          <a:ext cx="562186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1" name="公式" r:id="rId9" imgW="2603500" imgH="254000" progId="Equation.3">
                  <p:embed/>
                </p:oleObj>
              </mc:Choice>
              <mc:Fallback>
                <p:oleObj name="公式" r:id="rId9" imgW="26035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384" y="2903538"/>
                        <a:ext cx="562186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4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6551" name="Object 7"/>
          <p:cNvGraphicFramePr>
            <a:graphicFrameLocks noChangeAspect="1"/>
          </p:cNvGraphicFramePr>
          <p:nvPr/>
        </p:nvGraphicFramePr>
        <p:xfrm>
          <a:off x="800100" y="3424238"/>
          <a:ext cx="551391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2" name="Equation" r:id="rId11" imgW="2552700" imgH="254000" progId="Equation.3">
                  <p:embed/>
                </p:oleObj>
              </mc:Choice>
              <mc:Fallback>
                <p:oleObj name="Equation" r:id="rId11" imgW="25527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3424238"/>
                        <a:ext cx="5513917" cy="4111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6552" name="Object 8"/>
          <p:cNvGraphicFramePr>
            <a:graphicFrameLocks noChangeAspect="1"/>
          </p:cNvGraphicFramePr>
          <p:nvPr/>
        </p:nvGraphicFramePr>
        <p:xfrm>
          <a:off x="480485" y="4237038"/>
          <a:ext cx="666538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3" name="Equation" r:id="rId13" imgW="3086100" imgH="254000" progId="Equation.3">
                  <p:embed/>
                </p:oleObj>
              </mc:Choice>
              <mc:Fallback>
                <p:oleObj name="Equation" r:id="rId13" imgW="30861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485" y="4237038"/>
                        <a:ext cx="6665383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4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6553" name="Object 9"/>
          <p:cNvGraphicFramePr>
            <a:graphicFrameLocks noChangeAspect="1"/>
          </p:cNvGraphicFramePr>
          <p:nvPr/>
        </p:nvGraphicFramePr>
        <p:xfrm>
          <a:off x="455084" y="4694238"/>
          <a:ext cx="5594349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" name="公式" r:id="rId15" imgW="2590800" imgH="254000" progId="Equation.3">
                  <p:embed/>
                </p:oleObj>
              </mc:Choice>
              <mc:Fallback>
                <p:oleObj name="公式" r:id="rId15" imgW="25908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84" y="4694238"/>
                        <a:ext cx="5594349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4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6554" name="Object 10"/>
          <p:cNvGraphicFramePr>
            <a:graphicFrameLocks noChangeAspect="1"/>
          </p:cNvGraphicFramePr>
          <p:nvPr/>
        </p:nvGraphicFramePr>
        <p:xfrm>
          <a:off x="812800" y="5214938"/>
          <a:ext cx="54864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" name="Equation" r:id="rId17" imgW="2540000" imgH="254000" progId="Equation.3">
                  <p:embed/>
                </p:oleObj>
              </mc:Choice>
              <mc:Fallback>
                <p:oleObj name="Equation" r:id="rId17" imgW="25400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5214938"/>
                        <a:ext cx="5486400" cy="4111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736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6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6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6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6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6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6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6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16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16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16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16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16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9999FF"/>
              </a:buClr>
              <a:buSzPct val="80000"/>
              <a:buFont typeface="Wingdings" pitchFamily="2" charset="2"/>
              <a:buChar char="q"/>
              <a:defRPr sz="3200">
                <a:solidFill>
                  <a:schemeClr val="bg2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800">
                <a:solidFill>
                  <a:schemeClr val="bg2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400">
                <a:solidFill>
                  <a:schemeClr val="bg2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99FF"/>
              </a:buClr>
              <a:buSzPct val="65000"/>
              <a:buFont typeface="Wingdings" pitchFamily="2" charset="2"/>
              <a:buChar char="n"/>
              <a:defRPr sz="2000">
                <a:solidFill>
                  <a:schemeClr val="bg2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F4C2CE-BB42-48AB-ABC0-9532313EE52A}" type="datetime4">
              <a:rPr lang="en-US" altLang="en-US" sz="140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April 20, 2026</a:t>
            </a:fld>
            <a:endParaRPr lang="en-US" altLang="zh-CN" sz="140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643467" y="546100"/>
            <a:ext cx="1083945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defRPr sz="2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defRPr/>
            </a:pPr>
            <a:r>
              <a:rPr lang="en-US" altLang="en-US" sz="3600" smtClean="0">
                <a:solidFill>
                  <a:srgbClr val="000066"/>
                </a:solidFill>
                <a:latin typeface="Tahoma" pitchFamily="34" charset="0"/>
                <a:cs typeface="+mn-cs"/>
              </a:rPr>
              <a:t>Collision at an Intersection</a:t>
            </a:r>
          </a:p>
        </p:txBody>
      </p:sp>
      <p:graphicFrame>
        <p:nvGraphicFramePr>
          <p:cNvPr id="200708" name="Object 3"/>
          <p:cNvGraphicFramePr>
            <a:graphicFrameLocks noChangeAspect="1"/>
          </p:cNvGraphicFramePr>
          <p:nvPr/>
        </p:nvGraphicFramePr>
        <p:xfrm>
          <a:off x="1341967" y="1474788"/>
          <a:ext cx="509693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8" name="公式" r:id="rId4" imgW="2362200" imgH="482600" progId="Equation.3">
                  <p:embed/>
                </p:oleObj>
              </mc:Choice>
              <mc:Fallback>
                <p:oleObj name="公式" r:id="rId4" imgW="2362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967" y="1474788"/>
                        <a:ext cx="509693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4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0709" name="Picture 4" descr="09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685" y="1333500"/>
            <a:ext cx="4667249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18599" name="Object 7"/>
          <p:cNvGraphicFramePr>
            <a:graphicFrameLocks noChangeAspect="1"/>
          </p:cNvGraphicFramePr>
          <p:nvPr/>
        </p:nvGraphicFramePr>
        <p:xfrm>
          <a:off x="1373717" y="3524250"/>
          <a:ext cx="4332816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9" name="公式" r:id="rId7" imgW="2005729" imgH="444307" progId="Equation.3">
                  <p:embed/>
                </p:oleObj>
              </mc:Choice>
              <mc:Fallback>
                <p:oleObj name="公式" r:id="rId7" imgW="2005729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717" y="3524250"/>
                        <a:ext cx="4332816" cy="71913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8600" name="Object 8"/>
          <p:cNvGraphicFramePr>
            <a:graphicFrameLocks noChangeAspect="1"/>
          </p:cNvGraphicFramePr>
          <p:nvPr/>
        </p:nvGraphicFramePr>
        <p:xfrm>
          <a:off x="1875367" y="4397375"/>
          <a:ext cx="298873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" name="公式" r:id="rId9" imgW="1384300" imgH="228600" progId="Equation.3">
                  <p:embed/>
                </p:oleObj>
              </mc:Choice>
              <mc:Fallback>
                <p:oleObj name="公式" r:id="rId9" imgW="1384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367" y="4397375"/>
                        <a:ext cx="2988733" cy="36988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8601" name="Object 9"/>
          <p:cNvGraphicFramePr>
            <a:graphicFrameLocks noChangeAspect="1"/>
          </p:cNvGraphicFramePr>
          <p:nvPr/>
        </p:nvGraphicFramePr>
        <p:xfrm>
          <a:off x="912284" y="4921250"/>
          <a:ext cx="5154083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" name="Equation" r:id="rId11" imgW="2387600" imgH="444500" progId="Equation.3">
                  <p:embed/>
                </p:oleObj>
              </mc:Choice>
              <mc:Fallback>
                <p:oleObj name="Equation" r:id="rId11" imgW="23876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284" y="4921250"/>
                        <a:ext cx="5154083" cy="71913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732367" y="3017838"/>
          <a:ext cx="551391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2" name="Equation" r:id="rId13" imgW="2552700" imgH="254000" progId="Equation.3">
                  <p:embed/>
                </p:oleObj>
              </mc:Choice>
              <mc:Fallback>
                <p:oleObj name="Equation" r:id="rId13" imgW="25527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367" y="3017838"/>
                        <a:ext cx="5513917" cy="4111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762000" y="2573338"/>
          <a:ext cx="54864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3" name="Equation" r:id="rId15" imgW="2540000" imgH="254000" progId="Equation.3">
                  <p:embed/>
                </p:oleObj>
              </mc:Choice>
              <mc:Fallback>
                <p:oleObj name="Equation" r:id="rId15" imgW="25400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73338"/>
                        <a:ext cx="5486400" cy="4111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4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100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IN" altLang="en-US" smtClean="0"/>
          </a:p>
        </p:txBody>
      </p:sp>
      <p:sp>
        <p:nvSpPr>
          <p:cNvPr id="20173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IN" altLang="en-US" smtClean="0"/>
          </a:p>
        </p:txBody>
      </p:sp>
      <p:pic>
        <p:nvPicPr>
          <p:cNvPr id="2017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67" y="115888"/>
            <a:ext cx="11595100" cy="547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624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>
                <a:solidFill>
                  <a:srgbClr val="FFCC00"/>
                </a:solidFill>
              </a:rPr>
              <a:t>Example 1</a:t>
            </a:r>
          </a:p>
        </p:txBody>
      </p:sp>
      <p:sp>
        <p:nvSpPr>
          <p:cNvPr id="202755" name="Text Box 4"/>
          <p:cNvSpPr txBox="1">
            <a:spLocks noChangeArrowheads="1"/>
          </p:cNvSpPr>
          <p:nvPr/>
        </p:nvSpPr>
        <p:spPr bwMode="auto">
          <a:xfrm>
            <a:off x="4470400" y="990600"/>
            <a:ext cx="73152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66788" indent="-96678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81088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95388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 b="1">
                <a:solidFill>
                  <a:srgbClr val="FFCC00"/>
                </a:solidFill>
              </a:rPr>
              <a:t>Given:</a:t>
            </a:r>
            <a:r>
              <a:rPr lang="en-US" altLang="en-US" sz="2300">
                <a:solidFill>
                  <a:srgbClr val="FFCC00"/>
                </a:solidFill>
              </a:rPr>
              <a:t>	</a:t>
            </a:r>
            <a:r>
              <a:rPr lang="en-US" altLang="en-US" sz="2300">
                <a:solidFill>
                  <a:srgbClr val="111981"/>
                </a:solidFill>
              </a:rPr>
              <a:t>A 0.5 kg ball is ejected from the tube at A with a horizontal velocity v</a:t>
            </a:r>
            <a:r>
              <a:rPr lang="en-US" altLang="en-US" sz="2300" baseline="-25000">
                <a:solidFill>
                  <a:srgbClr val="111981"/>
                </a:solidFill>
              </a:rPr>
              <a:t>A</a:t>
            </a:r>
            <a:r>
              <a:rPr lang="en-US" altLang="en-US" sz="2300">
                <a:solidFill>
                  <a:srgbClr val="111981"/>
                </a:solidFill>
              </a:rPr>
              <a:t> = 2 m/s.  The coefficient of restitution at B is </a:t>
            </a:r>
            <a:r>
              <a:rPr lang="en-US" altLang="en-US" sz="2300" i="1">
                <a:solidFill>
                  <a:srgbClr val="111981"/>
                </a:solidFill>
              </a:rPr>
              <a:t>e</a:t>
            </a:r>
            <a:r>
              <a:rPr lang="en-US" altLang="en-US" sz="2300">
                <a:solidFill>
                  <a:srgbClr val="111981"/>
                </a:solidFill>
              </a:rPr>
              <a:t> = 0.</a:t>
            </a:r>
            <a:r>
              <a:rPr lang="en-US" altLang="en-US" sz="2400">
                <a:solidFill>
                  <a:srgbClr val="111981"/>
                </a:solidFill>
              </a:rPr>
              <a:t>6.</a:t>
            </a:r>
          </a:p>
        </p:txBody>
      </p:sp>
      <p:sp>
        <p:nvSpPr>
          <p:cNvPr id="202756" name="Text Box 5"/>
          <p:cNvSpPr txBox="1">
            <a:spLocks noChangeArrowheads="1"/>
          </p:cNvSpPr>
          <p:nvPr/>
        </p:nvSpPr>
        <p:spPr bwMode="auto">
          <a:xfrm>
            <a:off x="4572000" y="2590801"/>
            <a:ext cx="73152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08050" indent="-90805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23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3665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 b="1">
                <a:solidFill>
                  <a:srgbClr val="FFCC00"/>
                </a:solidFill>
              </a:rPr>
              <a:t>Find:</a:t>
            </a:r>
            <a:r>
              <a:rPr lang="en-US" altLang="en-US" sz="2300">
                <a:solidFill>
                  <a:srgbClr val="000000"/>
                </a:solidFill>
              </a:rPr>
              <a:t>	</a:t>
            </a:r>
            <a:r>
              <a:rPr lang="en-US" altLang="en-US" sz="2300">
                <a:solidFill>
                  <a:srgbClr val="111981"/>
                </a:solidFill>
              </a:rPr>
              <a:t>The horizontal distance R where the ball strikes the smooth inclined plane and the speed at which it bounces from the plane</a:t>
            </a:r>
            <a:r>
              <a:rPr lang="en-US" altLang="en-US" sz="2400">
                <a:solidFill>
                  <a:srgbClr val="111981"/>
                </a:solidFill>
              </a:rPr>
              <a:t>.</a:t>
            </a:r>
          </a:p>
        </p:txBody>
      </p:sp>
      <p:sp>
        <p:nvSpPr>
          <p:cNvPr id="202757" name="Text Box 6"/>
          <p:cNvSpPr txBox="1">
            <a:spLocks noChangeArrowheads="1"/>
          </p:cNvSpPr>
          <p:nvPr/>
        </p:nvSpPr>
        <p:spPr bwMode="auto">
          <a:xfrm>
            <a:off x="508000" y="4114800"/>
            <a:ext cx="11176000" cy="2019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46175" indent="-1146175" defTabSz="1146175" eaLnBrk="0" hangingPunct="0">
              <a:spcBef>
                <a:spcPct val="20000"/>
              </a:spcBef>
              <a:buChar char="•"/>
              <a:tabLst>
                <a:tab pos="803275" algn="l"/>
              </a:tabLst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4313" indent="-285750" defTabSz="1146175" eaLnBrk="0" hangingPunct="0">
              <a:spcBef>
                <a:spcPct val="20000"/>
              </a:spcBef>
              <a:buChar char="–"/>
              <a:tabLst>
                <a:tab pos="803275" algn="l"/>
              </a:tabLst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598613" indent="-228600" defTabSz="1146175" eaLnBrk="0" hangingPunct="0">
              <a:spcBef>
                <a:spcPct val="20000"/>
              </a:spcBef>
              <a:buChar char="•"/>
              <a:tabLst>
                <a:tab pos="803275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712913" indent="-228600" defTabSz="1146175" eaLnBrk="0" hangingPunct="0">
              <a:spcBef>
                <a:spcPct val="20000"/>
              </a:spcBef>
              <a:buChar char="–"/>
              <a:tabLst>
                <a:tab pos="803275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defTabSz="1146175" eaLnBrk="0" hangingPunct="0">
              <a:spcBef>
                <a:spcPct val="20000"/>
              </a:spcBef>
              <a:buChar char="»"/>
              <a:tabLst>
                <a:tab pos="803275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defTabSz="1146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3275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defTabSz="1146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3275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defTabSz="1146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3275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defTabSz="1146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3275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 b="1">
                <a:solidFill>
                  <a:srgbClr val="FFCC00"/>
                </a:solidFill>
              </a:rPr>
              <a:t>Plan:</a:t>
            </a:r>
            <a:r>
              <a:rPr lang="en-US" altLang="en-US" sz="2300" b="1">
                <a:solidFill>
                  <a:srgbClr val="FF3300"/>
                </a:solidFill>
              </a:rPr>
              <a:t>	</a:t>
            </a:r>
            <a:r>
              <a:rPr lang="en-US" altLang="en-US" sz="2300">
                <a:solidFill>
                  <a:srgbClr val="111981"/>
                </a:solidFill>
              </a:rPr>
              <a:t>1) Use</a:t>
            </a:r>
            <a:r>
              <a:rPr lang="en-US" altLang="en-US" sz="2300">
                <a:solidFill>
                  <a:srgbClr val="000000"/>
                </a:solidFill>
              </a:rPr>
              <a:t> </a:t>
            </a:r>
            <a:r>
              <a:rPr lang="en-US" altLang="en-US" sz="2300">
                <a:solidFill>
                  <a:srgbClr val="FFCC00"/>
                </a:solidFill>
              </a:rPr>
              <a:t>kinematics</a:t>
            </a:r>
            <a:r>
              <a:rPr lang="en-US" altLang="en-US" sz="2300">
                <a:solidFill>
                  <a:srgbClr val="000000"/>
                </a:solidFill>
              </a:rPr>
              <a:t> </a:t>
            </a:r>
            <a:r>
              <a:rPr lang="en-US" altLang="en-US" sz="2300">
                <a:solidFill>
                  <a:srgbClr val="111981"/>
                </a:solidFill>
              </a:rPr>
              <a:t>to find the distance R (</a:t>
            </a:r>
            <a:r>
              <a:rPr lang="en-US" altLang="en-US" sz="2300">
                <a:solidFill>
                  <a:srgbClr val="FFCC00"/>
                </a:solidFill>
              </a:rPr>
              <a:t>projectile motion</a:t>
            </a:r>
            <a:r>
              <a:rPr lang="en-US" altLang="en-US" sz="2300">
                <a:solidFill>
                  <a:srgbClr val="111981"/>
                </a:solidFill>
              </a:rPr>
              <a:t>).</a:t>
            </a:r>
          </a:p>
          <a:p>
            <a:pPr eaLnBrk="1" hangingPunct="1">
              <a:buFontTx/>
              <a:buNone/>
            </a:pPr>
            <a:r>
              <a:rPr lang="en-US" altLang="en-US" sz="2300">
                <a:solidFill>
                  <a:srgbClr val="000000"/>
                </a:solidFill>
              </a:rPr>
              <a:t>	</a:t>
            </a:r>
            <a:r>
              <a:rPr lang="en-US" altLang="en-US" sz="2300">
                <a:solidFill>
                  <a:srgbClr val="111981"/>
                </a:solidFill>
              </a:rPr>
              <a:t>2)	The collision at B is an</a:t>
            </a:r>
            <a:r>
              <a:rPr lang="en-US" altLang="en-US" sz="2300">
                <a:solidFill>
                  <a:srgbClr val="000000"/>
                </a:solidFill>
              </a:rPr>
              <a:t> </a:t>
            </a:r>
            <a:r>
              <a:rPr lang="en-US" altLang="en-US" sz="2300">
                <a:solidFill>
                  <a:srgbClr val="FFCC00"/>
                </a:solidFill>
              </a:rPr>
              <a:t>oblique impact</a:t>
            </a:r>
            <a:r>
              <a:rPr lang="en-US" altLang="en-US" sz="2300">
                <a:solidFill>
                  <a:srgbClr val="111981"/>
                </a:solidFill>
              </a:rPr>
              <a:t>, with the line of impact perpendicular to the plane.</a:t>
            </a:r>
          </a:p>
          <a:p>
            <a:pPr eaLnBrk="1" hangingPunct="1">
              <a:buFontTx/>
              <a:buNone/>
            </a:pPr>
            <a:r>
              <a:rPr lang="en-US" altLang="en-US" sz="2300">
                <a:solidFill>
                  <a:srgbClr val="111981"/>
                </a:solidFill>
              </a:rPr>
              <a:t>	3)	Thus, the coefficient of restitution applies perpendicular to the incline  and the momentum of the ball is conserved along the incline</a:t>
            </a:r>
            <a:r>
              <a:rPr lang="en-US" altLang="en-US" sz="2400">
                <a:solidFill>
                  <a:srgbClr val="111981"/>
                </a:solidFill>
              </a:rPr>
              <a:t>.</a:t>
            </a:r>
          </a:p>
        </p:txBody>
      </p:sp>
      <p:pic>
        <p:nvPicPr>
          <p:cNvPr id="202758" name="Picture 9" descr="A:\Section 15.4\problem 15-6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3860800" cy="241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87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2"/>
          <p:cNvSpPr txBox="1">
            <a:spLocks noChangeArrowheads="1"/>
          </p:cNvSpPr>
          <p:nvPr/>
        </p:nvSpPr>
        <p:spPr bwMode="auto">
          <a:xfrm>
            <a:off x="508001" y="1219200"/>
            <a:ext cx="13821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CC00"/>
                </a:solidFill>
              </a:rPr>
              <a:t>Solution:</a:t>
            </a:r>
            <a:endParaRPr lang="en-US" altLang="en-US" sz="2400">
              <a:solidFill>
                <a:srgbClr val="FFCC00"/>
              </a:solidFill>
            </a:endParaRP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609600" y="1676400"/>
            <a:ext cx="10871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1638" indent="-40163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63500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1)	Apply the equations of projectile motion to determine R</a:t>
            </a:r>
            <a:r>
              <a:rPr lang="en-US" altLang="en-US" sz="2400">
                <a:solidFill>
                  <a:srgbClr val="111981"/>
                </a:solidFill>
              </a:rPr>
              <a:t>.  Place the origin at A (x</a:t>
            </a:r>
            <a:r>
              <a:rPr lang="en-US" altLang="en-US" sz="2400" baseline="-25000">
                <a:solidFill>
                  <a:srgbClr val="111981"/>
                </a:solidFill>
              </a:rPr>
              <a:t>o</a:t>
            </a:r>
            <a:r>
              <a:rPr lang="en-US" altLang="en-US" sz="2400">
                <a:solidFill>
                  <a:srgbClr val="111981"/>
                </a:solidFill>
              </a:rPr>
              <a:t> = y</a:t>
            </a:r>
            <a:r>
              <a:rPr lang="en-US" altLang="en-US" sz="2400" baseline="-25000">
                <a:solidFill>
                  <a:srgbClr val="111981"/>
                </a:solidFill>
              </a:rPr>
              <a:t>o</a:t>
            </a:r>
            <a:r>
              <a:rPr lang="en-US" altLang="en-US" sz="2400">
                <a:solidFill>
                  <a:srgbClr val="111981"/>
                </a:solidFill>
              </a:rPr>
              <a:t> = 0) with the initial velocity of v</a:t>
            </a:r>
            <a:r>
              <a:rPr lang="en-US" altLang="en-US" sz="2400" baseline="-25000">
                <a:solidFill>
                  <a:srgbClr val="111981"/>
                </a:solidFill>
              </a:rPr>
              <a:t>yo</a:t>
            </a:r>
            <a:r>
              <a:rPr lang="en-US" altLang="en-US" sz="2400">
                <a:solidFill>
                  <a:srgbClr val="111981"/>
                </a:solidFill>
              </a:rPr>
              <a:t> = 0, v</a:t>
            </a:r>
            <a:r>
              <a:rPr lang="en-US" altLang="en-US" sz="2400" baseline="-25000">
                <a:solidFill>
                  <a:srgbClr val="111981"/>
                </a:solidFill>
              </a:rPr>
              <a:t>xo</a:t>
            </a:r>
            <a:r>
              <a:rPr lang="en-US" altLang="en-US" sz="2400">
                <a:solidFill>
                  <a:srgbClr val="111981"/>
                </a:solidFill>
              </a:rPr>
              <a:t> = v</a:t>
            </a:r>
            <a:r>
              <a:rPr lang="en-US" altLang="en-US" sz="2400" baseline="-25000">
                <a:solidFill>
                  <a:srgbClr val="111981"/>
                </a:solidFill>
              </a:rPr>
              <a:t>A</a:t>
            </a:r>
            <a:r>
              <a:rPr lang="en-US" altLang="en-US" sz="2400">
                <a:solidFill>
                  <a:srgbClr val="111981"/>
                </a:solidFill>
              </a:rPr>
              <a:t> = 2 m/s:</a:t>
            </a:r>
          </a:p>
        </p:txBody>
      </p:sp>
      <p:sp>
        <p:nvSpPr>
          <p:cNvPr id="203780" name="Text Box 4"/>
          <p:cNvSpPr txBox="1">
            <a:spLocks noChangeArrowheads="1"/>
          </p:cNvSpPr>
          <p:nvPr/>
        </p:nvSpPr>
        <p:spPr bwMode="auto">
          <a:xfrm>
            <a:off x="1117600" y="2819401"/>
            <a:ext cx="1056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63500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x = x</a:t>
            </a:r>
            <a:r>
              <a:rPr lang="en-US" altLang="en-US" sz="2400" baseline="-25000">
                <a:solidFill>
                  <a:srgbClr val="111981"/>
                </a:solidFill>
              </a:rPr>
              <a:t>o</a:t>
            </a:r>
            <a:r>
              <a:rPr lang="en-US" altLang="en-US" sz="2400">
                <a:solidFill>
                  <a:srgbClr val="111981"/>
                </a:solidFill>
              </a:rPr>
              <a:t> + v</a:t>
            </a:r>
            <a:r>
              <a:rPr lang="en-US" altLang="en-US" sz="2400" baseline="-25000">
                <a:solidFill>
                  <a:srgbClr val="111981"/>
                </a:solidFill>
              </a:rPr>
              <a:t>xo</a:t>
            </a:r>
            <a:r>
              <a:rPr lang="en-US" altLang="en-US" sz="2400">
                <a:solidFill>
                  <a:srgbClr val="111981"/>
                </a:solidFill>
              </a:rPr>
              <a:t>t   =&gt;   R = 0 + 2t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y = y</a:t>
            </a:r>
            <a:r>
              <a:rPr lang="en-US" altLang="en-US" sz="2400" baseline="-25000">
                <a:solidFill>
                  <a:srgbClr val="111981"/>
                </a:solidFill>
              </a:rPr>
              <a:t>o</a:t>
            </a:r>
            <a:r>
              <a:rPr lang="en-US" altLang="en-US" sz="2400">
                <a:solidFill>
                  <a:srgbClr val="111981"/>
                </a:solidFill>
              </a:rPr>
              <a:t> + v</a:t>
            </a:r>
            <a:r>
              <a:rPr lang="en-US" altLang="en-US" sz="2400" baseline="-25000">
                <a:solidFill>
                  <a:srgbClr val="111981"/>
                </a:solidFill>
              </a:rPr>
              <a:t>yo</a:t>
            </a:r>
            <a:r>
              <a:rPr lang="en-US" altLang="en-US" sz="2400">
                <a:solidFill>
                  <a:srgbClr val="111981"/>
                </a:solidFill>
              </a:rPr>
              <a:t>t – 0.5gt</a:t>
            </a:r>
            <a:r>
              <a:rPr lang="en-US" altLang="en-US" sz="2400" baseline="30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   =&gt;   -(4 + R tan30°) = 0 + 0 – 0.5(9.81)t</a:t>
            </a:r>
            <a:r>
              <a:rPr lang="en-US" altLang="en-US" sz="2400" baseline="30000">
                <a:solidFill>
                  <a:srgbClr val="111981"/>
                </a:solidFill>
              </a:rPr>
              <a:t>2</a:t>
            </a:r>
          </a:p>
        </p:txBody>
      </p:sp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1117600" y="3657600"/>
            <a:ext cx="975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63500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Solving these equations simultaneously yields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t = 1.028 s   and   R = 2.06 m</a:t>
            </a:r>
          </a:p>
        </p:txBody>
      </p:sp>
      <p:sp>
        <p:nvSpPr>
          <p:cNvPr id="203782" name="Text Box 6"/>
          <p:cNvSpPr txBox="1">
            <a:spLocks noChangeArrowheads="1"/>
          </p:cNvSpPr>
          <p:nvPr/>
        </p:nvSpPr>
        <p:spPr bwMode="auto">
          <a:xfrm>
            <a:off x="1117600" y="4419601"/>
            <a:ext cx="1036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63500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It is also necessary to calculate the velocity of the ball just before impact:</a:t>
            </a:r>
          </a:p>
        </p:txBody>
      </p:sp>
      <p:grpSp>
        <p:nvGrpSpPr>
          <p:cNvPr id="203783" name="Group 9"/>
          <p:cNvGrpSpPr>
            <a:grpSpLocks/>
          </p:cNvGrpSpPr>
          <p:nvPr/>
        </p:nvGrpSpPr>
        <p:grpSpPr bwMode="auto">
          <a:xfrm>
            <a:off x="1117600" y="5181600"/>
            <a:ext cx="9753600" cy="1219200"/>
            <a:chOff x="336" y="3264"/>
            <a:chExt cx="4608" cy="768"/>
          </a:xfrm>
        </p:grpSpPr>
        <p:sp>
          <p:nvSpPr>
            <p:cNvPr id="203785" name="Text Box 10"/>
            <p:cNvSpPr txBox="1">
              <a:spLocks noChangeArrowheads="1"/>
            </p:cNvSpPr>
            <p:nvPr/>
          </p:nvSpPr>
          <p:spPr bwMode="auto">
            <a:xfrm>
              <a:off x="336" y="3264"/>
              <a:ext cx="460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63500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x</a:t>
              </a:r>
              <a:r>
                <a:rPr lang="en-US" altLang="en-US" sz="2400">
                  <a:solidFill>
                    <a:srgbClr val="111981"/>
                  </a:solidFill>
                </a:rPr>
                <a:t> = 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xo</a:t>
              </a:r>
              <a:r>
                <a:rPr lang="en-US" altLang="en-US" sz="2400">
                  <a:solidFill>
                    <a:srgbClr val="111981"/>
                  </a:solidFill>
                </a:rPr>
                <a:t> = 2 m/s (      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y</a:t>
              </a:r>
              <a:r>
                <a:rPr lang="en-US" altLang="en-US" sz="2400">
                  <a:solidFill>
                    <a:srgbClr val="111981"/>
                  </a:solidFill>
                </a:rPr>
                <a:t> = 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yo</a:t>
              </a:r>
              <a:r>
                <a:rPr lang="en-US" altLang="en-US" sz="2400">
                  <a:solidFill>
                    <a:srgbClr val="111981"/>
                  </a:solidFill>
                </a:rPr>
                <a:t> – gt = 0 – 9.81(1.028) = -10.0886 m/s (    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=&gt;   v = 10.285 m/s        78.8°</a:t>
              </a:r>
            </a:p>
          </p:txBody>
        </p:sp>
        <p:sp>
          <p:nvSpPr>
            <p:cNvPr id="203786" name="Line 11"/>
            <p:cNvSpPr>
              <a:spLocks noChangeShapeType="1"/>
            </p:cNvSpPr>
            <p:nvPr/>
          </p:nvSpPr>
          <p:spPr bwMode="auto">
            <a:xfrm rot="5400000">
              <a:off x="4008" y="3648"/>
              <a:ext cx="240" cy="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3787" name="Line 12"/>
            <p:cNvSpPr>
              <a:spLocks noChangeShapeType="1"/>
            </p:cNvSpPr>
            <p:nvPr/>
          </p:nvSpPr>
          <p:spPr bwMode="auto">
            <a:xfrm>
              <a:off x="1728" y="3408"/>
              <a:ext cx="24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3788" name="Line 13"/>
            <p:cNvSpPr>
              <a:spLocks noChangeShapeType="1"/>
            </p:cNvSpPr>
            <p:nvPr/>
          </p:nvSpPr>
          <p:spPr bwMode="auto">
            <a:xfrm>
              <a:off x="1968" y="3792"/>
              <a:ext cx="64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3789" name="Line 14"/>
            <p:cNvSpPr>
              <a:spLocks noChangeShapeType="1"/>
            </p:cNvSpPr>
            <p:nvPr/>
          </p:nvSpPr>
          <p:spPr bwMode="auto">
            <a:xfrm>
              <a:off x="1968" y="3792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3790" name="Arc 15"/>
            <p:cNvSpPr>
              <a:spLocks/>
            </p:cNvSpPr>
            <p:nvPr/>
          </p:nvSpPr>
          <p:spPr bwMode="auto">
            <a:xfrm>
              <a:off x="1968" y="3793"/>
              <a:ext cx="142" cy="143"/>
            </a:xfrm>
            <a:custGeom>
              <a:avLst/>
              <a:gdLst>
                <a:gd name="T0" fmla="*/ 0 w 21600"/>
                <a:gd name="T1" fmla="*/ 0 h 21748"/>
                <a:gd name="T2" fmla="*/ 0 w 21600"/>
                <a:gd name="T3" fmla="*/ 0 h 21748"/>
                <a:gd name="T4" fmla="*/ 0 w 21600"/>
                <a:gd name="T5" fmla="*/ 0 h 217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748" fill="none" extrusionOk="0">
                  <a:moveTo>
                    <a:pt x="21579" y="-1"/>
                  </a:moveTo>
                  <a:cubicBezTo>
                    <a:pt x="21593" y="314"/>
                    <a:pt x="21600" y="628"/>
                    <a:pt x="21600" y="943"/>
                  </a:cubicBezTo>
                  <a:cubicBezTo>
                    <a:pt x="21600" y="10636"/>
                    <a:pt x="15142" y="19143"/>
                    <a:pt x="5805" y="21748"/>
                  </a:cubicBezTo>
                </a:path>
                <a:path w="21600" h="21748" stroke="0" extrusionOk="0">
                  <a:moveTo>
                    <a:pt x="21579" y="-1"/>
                  </a:moveTo>
                  <a:cubicBezTo>
                    <a:pt x="21593" y="314"/>
                    <a:pt x="21600" y="628"/>
                    <a:pt x="21600" y="943"/>
                  </a:cubicBezTo>
                  <a:cubicBezTo>
                    <a:pt x="21600" y="10636"/>
                    <a:pt x="15142" y="19143"/>
                    <a:pt x="5805" y="21748"/>
                  </a:cubicBezTo>
                  <a:lnTo>
                    <a:pt x="0" y="943"/>
                  </a:lnTo>
                  <a:lnTo>
                    <a:pt x="21579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03784" name="Text Box 17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>
                <a:solidFill>
                  <a:srgbClr val="FFCC00"/>
                </a:solidFill>
              </a:rPr>
              <a:t>Example 1 (continued)</a:t>
            </a:r>
          </a:p>
        </p:txBody>
      </p:sp>
    </p:spTree>
    <p:extLst>
      <p:ext uri="{BB962C8B-B14F-4D97-AF65-F5344CB8AC3E}">
        <p14:creationId xmlns:p14="http://schemas.microsoft.com/office/powerpoint/2010/main" val="319911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Text Box 2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>
                <a:solidFill>
                  <a:srgbClr val="FFCC00"/>
                </a:solidFill>
              </a:rPr>
              <a:t>Example 1 (continued)</a:t>
            </a:r>
          </a:p>
        </p:txBody>
      </p:sp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508000" y="1143001"/>
            <a:ext cx="11176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1638" indent="-401638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79550" indent="-45720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593850" indent="-4572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116138" indent="-4572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687638" indent="-4572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1448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6020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0592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5164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2)	Solve the impact problem by using</a:t>
            </a:r>
            <a:r>
              <a:rPr lang="en-US" altLang="en-US" sz="2400">
                <a:solidFill>
                  <a:srgbClr val="111981"/>
                </a:solidFill>
              </a:rPr>
              <a:t> x-y axes defined along and perpendicular to the line of impact, respectively:</a:t>
            </a:r>
          </a:p>
        </p:txBody>
      </p:sp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4876800" y="1905001"/>
            <a:ext cx="680720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79550" indent="-45720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593850" indent="-4572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116138" indent="-4572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687638" indent="-4572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1448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6020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0592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5164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111981"/>
                </a:solidFill>
              </a:rPr>
              <a:t>Denoting the ball as A and plane as B, the </a:t>
            </a:r>
            <a:r>
              <a:rPr lang="en-US" altLang="en-US" sz="2300">
                <a:solidFill>
                  <a:srgbClr val="FFCC00"/>
                </a:solidFill>
              </a:rPr>
              <a:t>momentum of the ball is conserved</a:t>
            </a:r>
            <a:r>
              <a:rPr lang="en-US" altLang="en-US" sz="2300">
                <a:solidFill>
                  <a:srgbClr val="111981"/>
                </a:solidFill>
              </a:rPr>
              <a:t> in the y-dir: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111981"/>
                </a:solidFill>
              </a:rPr>
              <a:t>m</a:t>
            </a:r>
            <a:r>
              <a:rPr lang="en-US" altLang="en-US" sz="2300" baseline="-25000">
                <a:solidFill>
                  <a:srgbClr val="111981"/>
                </a:solidFill>
              </a:rPr>
              <a:t>A</a:t>
            </a:r>
            <a:r>
              <a:rPr lang="en-US" altLang="en-US" sz="2300">
                <a:solidFill>
                  <a:srgbClr val="111981"/>
                </a:solidFill>
              </a:rPr>
              <a:t>(-v</a:t>
            </a:r>
            <a:r>
              <a:rPr lang="en-US" altLang="en-US" sz="2300" baseline="-25000">
                <a:solidFill>
                  <a:srgbClr val="111981"/>
                </a:solidFill>
              </a:rPr>
              <a:t>Ay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1</a:t>
            </a:r>
            <a:r>
              <a:rPr lang="en-US" altLang="en-US" sz="2300">
                <a:solidFill>
                  <a:srgbClr val="111981"/>
                </a:solidFill>
              </a:rPr>
              <a:t> = m</a:t>
            </a:r>
            <a:r>
              <a:rPr lang="en-US" altLang="en-US" sz="2300" baseline="-25000">
                <a:solidFill>
                  <a:srgbClr val="111981"/>
                </a:solidFill>
              </a:rPr>
              <a:t>A</a:t>
            </a:r>
            <a:r>
              <a:rPr lang="en-US" altLang="en-US" sz="2300">
                <a:solidFill>
                  <a:srgbClr val="111981"/>
                </a:solidFill>
              </a:rPr>
              <a:t>(-v</a:t>
            </a:r>
            <a:r>
              <a:rPr lang="en-US" altLang="en-US" sz="2300" baseline="-25000">
                <a:solidFill>
                  <a:srgbClr val="111981"/>
                </a:solidFill>
              </a:rPr>
              <a:t>Ay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2</a:t>
            </a:r>
            <a:endParaRPr lang="en-US" altLang="en-US" sz="2300">
              <a:solidFill>
                <a:srgbClr val="111981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111981"/>
                </a:solidFill>
              </a:rPr>
              <a:t>(v</a:t>
            </a:r>
            <a:r>
              <a:rPr lang="en-US" altLang="en-US" sz="2300" baseline="-25000">
                <a:solidFill>
                  <a:srgbClr val="111981"/>
                </a:solidFill>
              </a:rPr>
              <a:t>Ay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2</a:t>
            </a:r>
            <a:r>
              <a:rPr lang="en-US" altLang="en-US" sz="2300">
                <a:solidFill>
                  <a:srgbClr val="111981"/>
                </a:solidFill>
              </a:rPr>
              <a:t> = (v</a:t>
            </a:r>
            <a:r>
              <a:rPr lang="en-US" altLang="en-US" sz="2300" baseline="-25000">
                <a:solidFill>
                  <a:srgbClr val="111981"/>
                </a:solidFill>
              </a:rPr>
              <a:t>Ay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1</a:t>
            </a:r>
            <a:r>
              <a:rPr lang="en-US" altLang="en-US" sz="2300">
                <a:solidFill>
                  <a:srgbClr val="111981"/>
                </a:solidFill>
              </a:rPr>
              <a:t> = v</a:t>
            </a:r>
            <a:r>
              <a:rPr lang="en-US" altLang="en-US" sz="2300" baseline="-25000">
                <a:solidFill>
                  <a:srgbClr val="111981"/>
                </a:solidFill>
              </a:rPr>
              <a:t>A</a:t>
            </a:r>
            <a:r>
              <a:rPr lang="en-US" altLang="en-US" sz="2300">
                <a:solidFill>
                  <a:srgbClr val="111981"/>
                </a:solidFill>
              </a:rPr>
              <a:t> cos48.8° = 6.77 m/s</a:t>
            </a:r>
          </a:p>
        </p:txBody>
      </p:sp>
      <p:sp>
        <p:nvSpPr>
          <p:cNvPr id="204805" name="Text Box 5"/>
          <p:cNvSpPr txBox="1">
            <a:spLocks noChangeArrowheads="1"/>
          </p:cNvSpPr>
          <p:nvPr/>
        </p:nvSpPr>
        <p:spPr bwMode="auto">
          <a:xfrm>
            <a:off x="1016000" y="3733800"/>
            <a:ext cx="944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79550" indent="-45720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593850" indent="-4572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116138" indent="-4572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687638" indent="-4572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1448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6020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0592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5164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111981"/>
                </a:solidFill>
              </a:rPr>
              <a:t>The coefficient of restitution applies in the x-dir and  (v</a:t>
            </a:r>
            <a:r>
              <a:rPr lang="en-US" altLang="en-US" sz="2300" baseline="-25000">
                <a:solidFill>
                  <a:srgbClr val="111981"/>
                </a:solidFill>
              </a:rPr>
              <a:t>Bx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1</a:t>
            </a:r>
            <a:r>
              <a:rPr lang="en-US" altLang="en-US" sz="2300">
                <a:solidFill>
                  <a:srgbClr val="111981"/>
                </a:solidFill>
              </a:rPr>
              <a:t> = (v</a:t>
            </a:r>
            <a:r>
              <a:rPr lang="en-US" altLang="en-US" sz="2300" baseline="-25000">
                <a:solidFill>
                  <a:srgbClr val="111981"/>
                </a:solidFill>
              </a:rPr>
              <a:t>Bx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2</a:t>
            </a:r>
            <a:r>
              <a:rPr lang="en-US" altLang="en-US" sz="2300">
                <a:solidFill>
                  <a:srgbClr val="111981"/>
                </a:solidFill>
              </a:rPr>
              <a:t> = 0</a:t>
            </a:r>
            <a:r>
              <a:rPr lang="en-US" altLang="en-US" sz="2400">
                <a:solidFill>
                  <a:srgbClr val="111981"/>
                </a:solidFill>
              </a:rPr>
              <a:t>:</a:t>
            </a:r>
          </a:p>
        </p:txBody>
      </p:sp>
      <p:sp>
        <p:nvSpPr>
          <p:cNvPr id="204806" name="Text Box 6"/>
          <p:cNvSpPr txBox="1">
            <a:spLocks noChangeArrowheads="1"/>
          </p:cNvSpPr>
          <p:nvPr/>
        </p:nvSpPr>
        <p:spPr bwMode="auto">
          <a:xfrm>
            <a:off x="2438400" y="4495800"/>
            <a:ext cx="7518400" cy="128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79550" indent="-45720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593850" indent="-4572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116138" indent="-4572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687638" indent="-4572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1448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6020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0592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5164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300" i="1">
                <a:solidFill>
                  <a:srgbClr val="111981"/>
                </a:solidFill>
                <a:sym typeface="Symbol" pitchFamily="18" charset="2"/>
              </a:rPr>
              <a:t>e</a:t>
            </a:r>
            <a:r>
              <a:rPr lang="en-US" altLang="en-US" sz="2300">
                <a:solidFill>
                  <a:srgbClr val="111981"/>
                </a:solidFill>
                <a:sym typeface="Symbol" pitchFamily="18" charset="2"/>
              </a:rPr>
              <a:t> = [</a:t>
            </a:r>
            <a:r>
              <a:rPr lang="en-US" altLang="en-US" sz="2300">
                <a:solidFill>
                  <a:srgbClr val="111981"/>
                </a:solidFill>
              </a:rPr>
              <a:t>(v</a:t>
            </a:r>
            <a:r>
              <a:rPr lang="en-US" altLang="en-US" sz="2300" baseline="-25000">
                <a:solidFill>
                  <a:srgbClr val="111981"/>
                </a:solidFill>
              </a:rPr>
              <a:t>Bx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2</a:t>
            </a:r>
            <a:r>
              <a:rPr lang="en-US" altLang="en-US" sz="2300">
                <a:solidFill>
                  <a:srgbClr val="111981"/>
                </a:solidFill>
              </a:rPr>
              <a:t> – (v</a:t>
            </a:r>
            <a:r>
              <a:rPr lang="en-US" altLang="en-US" sz="2300" baseline="-25000">
                <a:solidFill>
                  <a:srgbClr val="111981"/>
                </a:solidFill>
              </a:rPr>
              <a:t>Ax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2</a:t>
            </a:r>
            <a:r>
              <a:rPr lang="en-US" altLang="en-US" sz="2300">
                <a:solidFill>
                  <a:srgbClr val="111981"/>
                </a:solidFill>
              </a:rPr>
              <a:t>]/[(v</a:t>
            </a:r>
            <a:r>
              <a:rPr lang="en-US" altLang="en-US" sz="2300" baseline="-25000">
                <a:solidFill>
                  <a:srgbClr val="111981"/>
                </a:solidFill>
              </a:rPr>
              <a:t>Ax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1</a:t>
            </a:r>
            <a:r>
              <a:rPr lang="en-US" altLang="en-US" sz="2300">
                <a:solidFill>
                  <a:srgbClr val="111981"/>
                </a:solidFill>
              </a:rPr>
              <a:t> – (v</a:t>
            </a:r>
            <a:r>
              <a:rPr lang="en-US" altLang="en-US" sz="2300" baseline="-25000">
                <a:solidFill>
                  <a:srgbClr val="111981"/>
                </a:solidFill>
              </a:rPr>
              <a:t>Bx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1</a:t>
            </a:r>
            <a:r>
              <a:rPr lang="en-US" altLang="en-US" sz="2300">
                <a:solidFill>
                  <a:srgbClr val="111981"/>
                </a:solidFill>
              </a:rPr>
              <a:t>]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en-US" sz="2300">
                <a:solidFill>
                  <a:srgbClr val="111981"/>
                </a:solidFill>
              </a:rPr>
              <a:t>=&gt;   0.6 = [0 - (v</a:t>
            </a:r>
            <a:r>
              <a:rPr lang="en-US" altLang="en-US" sz="2300" baseline="-25000">
                <a:solidFill>
                  <a:srgbClr val="111981"/>
                </a:solidFill>
              </a:rPr>
              <a:t>Ax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2</a:t>
            </a:r>
            <a:r>
              <a:rPr lang="en-US" altLang="en-US" sz="2300">
                <a:solidFill>
                  <a:srgbClr val="111981"/>
                </a:solidFill>
              </a:rPr>
              <a:t>]/[-10.285 sin48.8</a:t>
            </a:r>
            <a:r>
              <a:rPr lang="en-US" altLang="en-US" sz="2300">
                <a:solidFill>
                  <a:srgbClr val="111981"/>
                </a:solidFill>
                <a:sym typeface="Symbol" pitchFamily="18" charset="2"/>
              </a:rPr>
              <a:t></a:t>
            </a:r>
            <a:r>
              <a:rPr lang="en-US" altLang="en-US" sz="2300">
                <a:solidFill>
                  <a:srgbClr val="111981"/>
                </a:solidFill>
              </a:rPr>
              <a:t> – 0]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en-US" sz="2300">
                <a:solidFill>
                  <a:srgbClr val="111981"/>
                </a:solidFill>
              </a:rPr>
              <a:t>=&gt;   (v</a:t>
            </a:r>
            <a:r>
              <a:rPr lang="en-US" altLang="en-US" sz="2300" baseline="-25000">
                <a:solidFill>
                  <a:srgbClr val="111981"/>
                </a:solidFill>
              </a:rPr>
              <a:t>Ax</a:t>
            </a:r>
            <a:r>
              <a:rPr lang="en-US" altLang="en-US" sz="2300">
                <a:solidFill>
                  <a:srgbClr val="111981"/>
                </a:solidFill>
              </a:rPr>
              <a:t>)</a:t>
            </a:r>
            <a:r>
              <a:rPr lang="en-US" altLang="en-US" sz="2300" baseline="-25000">
                <a:solidFill>
                  <a:srgbClr val="111981"/>
                </a:solidFill>
              </a:rPr>
              <a:t>2</a:t>
            </a:r>
            <a:r>
              <a:rPr lang="en-US" altLang="en-US" sz="2300">
                <a:solidFill>
                  <a:srgbClr val="111981"/>
                </a:solidFill>
              </a:rPr>
              <a:t> = 4.64 m/s</a:t>
            </a:r>
          </a:p>
        </p:txBody>
      </p:sp>
      <p:grpSp>
        <p:nvGrpSpPr>
          <p:cNvPr id="204807" name="Group 9"/>
          <p:cNvGrpSpPr>
            <a:grpSpLocks/>
          </p:cNvGrpSpPr>
          <p:nvPr/>
        </p:nvGrpSpPr>
        <p:grpSpPr bwMode="auto">
          <a:xfrm>
            <a:off x="1016000" y="5638801"/>
            <a:ext cx="10972800" cy="815975"/>
            <a:chOff x="480" y="3552"/>
            <a:chExt cx="5184" cy="514"/>
          </a:xfrm>
        </p:grpSpPr>
        <p:sp>
          <p:nvSpPr>
            <p:cNvPr id="204824" name="Text Box 10"/>
            <p:cNvSpPr txBox="1">
              <a:spLocks noChangeArrowheads="1"/>
            </p:cNvSpPr>
            <p:nvPr/>
          </p:nvSpPr>
          <p:spPr bwMode="auto">
            <a:xfrm>
              <a:off x="480" y="3552"/>
              <a:ext cx="5184" cy="5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1479550" indent="-45720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593850" indent="-4572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2116138" indent="-4572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687638" indent="-4572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3144838" indent="-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3602038" indent="-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4059238" indent="-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4516438" indent="-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300">
                  <a:solidFill>
                    <a:srgbClr val="111981"/>
                  </a:solidFill>
                </a:rPr>
                <a:t>The speed is the magnitude of the velocity vector: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300">
                  <a:solidFill>
                    <a:srgbClr val="111981"/>
                  </a:solidFill>
                </a:rPr>
                <a:t>v</a:t>
              </a:r>
              <a:r>
                <a:rPr lang="en-US" altLang="en-US" sz="2300" baseline="-25000">
                  <a:solidFill>
                    <a:srgbClr val="111981"/>
                  </a:solidFill>
                </a:rPr>
                <a:t>A2</a:t>
              </a:r>
              <a:r>
                <a:rPr lang="en-US" altLang="en-US" sz="2300">
                  <a:solidFill>
                    <a:srgbClr val="111981"/>
                  </a:solidFill>
                </a:rPr>
                <a:t> =    ((v</a:t>
              </a:r>
              <a:r>
                <a:rPr lang="en-US" altLang="en-US" sz="2300" baseline="-25000">
                  <a:solidFill>
                    <a:srgbClr val="111981"/>
                  </a:solidFill>
                </a:rPr>
                <a:t>Ax</a:t>
              </a:r>
              <a:r>
                <a:rPr lang="en-US" altLang="en-US" sz="2300">
                  <a:solidFill>
                    <a:srgbClr val="111981"/>
                  </a:solidFill>
                </a:rPr>
                <a:t>)</a:t>
              </a:r>
              <a:r>
                <a:rPr lang="en-US" altLang="en-US" sz="23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300">
                  <a:solidFill>
                    <a:srgbClr val="111981"/>
                  </a:solidFill>
                </a:rPr>
                <a:t>)</a:t>
              </a:r>
              <a:r>
                <a:rPr lang="en-US" altLang="en-US" sz="2300" baseline="30000">
                  <a:solidFill>
                    <a:srgbClr val="111981"/>
                  </a:solidFill>
                </a:rPr>
                <a:t>2</a:t>
              </a:r>
              <a:r>
                <a:rPr lang="en-US" altLang="en-US" sz="2300">
                  <a:solidFill>
                    <a:srgbClr val="111981"/>
                  </a:solidFill>
                </a:rPr>
                <a:t> + ((v</a:t>
              </a:r>
              <a:r>
                <a:rPr lang="en-US" altLang="en-US" sz="2300" baseline="-25000">
                  <a:solidFill>
                    <a:srgbClr val="111981"/>
                  </a:solidFill>
                </a:rPr>
                <a:t>Ay</a:t>
              </a:r>
              <a:r>
                <a:rPr lang="en-US" altLang="en-US" sz="2300">
                  <a:solidFill>
                    <a:srgbClr val="111981"/>
                  </a:solidFill>
                </a:rPr>
                <a:t>)</a:t>
              </a:r>
              <a:r>
                <a:rPr lang="en-US" altLang="en-US" sz="23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300">
                  <a:solidFill>
                    <a:srgbClr val="111981"/>
                  </a:solidFill>
                </a:rPr>
                <a:t>)</a:t>
              </a:r>
              <a:r>
                <a:rPr lang="en-US" altLang="en-US" sz="2300" baseline="30000">
                  <a:solidFill>
                    <a:srgbClr val="111981"/>
                  </a:solidFill>
                </a:rPr>
                <a:t>2</a:t>
              </a:r>
              <a:r>
                <a:rPr lang="en-US" altLang="en-US" sz="2300">
                  <a:solidFill>
                    <a:srgbClr val="111981"/>
                  </a:solidFill>
                </a:rPr>
                <a:t> = 8.21</a:t>
              </a:r>
              <a:r>
                <a:rPr lang="en-US" altLang="en-US" sz="2400">
                  <a:solidFill>
                    <a:srgbClr val="111981"/>
                  </a:solidFill>
                </a:rPr>
                <a:t> m/s</a:t>
              </a:r>
            </a:p>
          </p:txBody>
        </p:sp>
        <p:sp>
          <p:nvSpPr>
            <p:cNvPr id="204825" name="Line 11"/>
            <p:cNvSpPr>
              <a:spLocks noChangeShapeType="1"/>
            </p:cNvSpPr>
            <p:nvPr/>
          </p:nvSpPr>
          <p:spPr bwMode="auto">
            <a:xfrm>
              <a:off x="2064" y="3943"/>
              <a:ext cx="65" cy="1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4826" name="Line 12"/>
            <p:cNvSpPr>
              <a:spLocks noChangeShapeType="1"/>
            </p:cNvSpPr>
            <p:nvPr/>
          </p:nvSpPr>
          <p:spPr bwMode="auto">
            <a:xfrm flipV="1">
              <a:off x="2120" y="3819"/>
              <a:ext cx="62" cy="2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4827" name="Line 13"/>
            <p:cNvSpPr>
              <a:spLocks noChangeShapeType="1"/>
            </p:cNvSpPr>
            <p:nvPr/>
          </p:nvSpPr>
          <p:spPr bwMode="auto">
            <a:xfrm>
              <a:off x="2177" y="3819"/>
              <a:ext cx="15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204808" name="Group 14"/>
          <p:cNvGrpSpPr>
            <a:grpSpLocks/>
          </p:cNvGrpSpPr>
          <p:nvPr/>
        </p:nvGrpSpPr>
        <p:grpSpPr bwMode="auto">
          <a:xfrm>
            <a:off x="1016001" y="1828801"/>
            <a:ext cx="3444718" cy="1830864"/>
            <a:chOff x="288" y="912"/>
            <a:chExt cx="1784" cy="1398"/>
          </a:xfrm>
        </p:grpSpPr>
        <p:sp>
          <p:nvSpPr>
            <p:cNvPr id="204809" name="Text Box 15"/>
            <p:cNvSpPr txBox="1">
              <a:spLocks noChangeArrowheads="1"/>
            </p:cNvSpPr>
            <p:nvPr/>
          </p:nvSpPr>
          <p:spPr bwMode="auto">
            <a:xfrm>
              <a:off x="288" y="1104"/>
              <a:ext cx="175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y</a:t>
              </a:r>
            </a:p>
          </p:txBody>
        </p:sp>
        <p:sp>
          <p:nvSpPr>
            <p:cNvPr id="204810" name="Text Box 16"/>
            <p:cNvSpPr txBox="1">
              <a:spLocks noChangeArrowheads="1"/>
            </p:cNvSpPr>
            <p:nvPr/>
          </p:nvSpPr>
          <p:spPr bwMode="auto">
            <a:xfrm>
              <a:off x="986" y="912"/>
              <a:ext cx="296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solidFill>
                    <a:srgbClr val="111981"/>
                  </a:solidFill>
                </a:rPr>
                <a:t>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A1</a:t>
              </a:r>
            </a:p>
          </p:txBody>
        </p:sp>
        <p:sp>
          <p:nvSpPr>
            <p:cNvPr id="204811" name="Oval 17"/>
            <p:cNvSpPr>
              <a:spLocks noChangeArrowheads="1"/>
            </p:cNvSpPr>
            <p:nvPr/>
          </p:nvSpPr>
          <p:spPr bwMode="auto">
            <a:xfrm>
              <a:off x="1173" y="1506"/>
              <a:ext cx="300" cy="29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I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204812" name="Line 18"/>
            <p:cNvSpPr>
              <a:spLocks noChangeShapeType="1"/>
            </p:cNvSpPr>
            <p:nvPr/>
          </p:nvSpPr>
          <p:spPr bwMode="auto">
            <a:xfrm flipH="1" flipV="1">
              <a:off x="677" y="1458"/>
              <a:ext cx="1292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4813" name="Line 19"/>
            <p:cNvSpPr>
              <a:spLocks noChangeShapeType="1"/>
            </p:cNvSpPr>
            <p:nvPr/>
          </p:nvSpPr>
          <p:spPr bwMode="auto">
            <a:xfrm rot="-5400000" flipH="1" flipV="1">
              <a:off x="1147" y="1419"/>
              <a:ext cx="46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4814" name="Line 20"/>
            <p:cNvSpPr>
              <a:spLocks noChangeShapeType="1"/>
            </p:cNvSpPr>
            <p:nvPr/>
          </p:nvSpPr>
          <p:spPr bwMode="auto">
            <a:xfrm rot="2700000" flipH="1" flipV="1">
              <a:off x="1076" y="1273"/>
              <a:ext cx="294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4815" name="Line 21"/>
            <p:cNvSpPr>
              <a:spLocks noChangeShapeType="1"/>
            </p:cNvSpPr>
            <p:nvPr/>
          </p:nvSpPr>
          <p:spPr bwMode="auto">
            <a:xfrm rot="-2700000" flipH="1" flipV="1">
              <a:off x="1499" y="1499"/>
              <a:ext cx="299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4816" name="Line 22"/>
            <p:cNvSpPr>
              <a:spLocks noChangeShapeType="1"/>
            </p:cNvSpPr>
            <p:nvPr/>
          </p:nvSpPr>
          <p:spPr bwMode="auto">
            <a:xfrm rot="10800000" flipH="1" flipV="1">
              <a:off x="432" y="1319"/>
              <a:ext cx="255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4817" name="Line 23"/>
            <p:cNvSpPr>
              <a:spLocks noChangeShapeType="1"/>
            </p:cNvSpPr>
            <p:nvPr/>
          </p:nvSpPr>
          <p:spPr bwMode="auto">
            <a:xfrm flipH="1">
              <a:off x="1377" y="220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4818" name="Arc 24"/>
            <p:cNvSpPr>
              <a:spLocks/>
            </p:cNvSpPr>
            <p:nvPr/>
          </p:nvSpPr>
          <p:spPr bwMode="auto">
            <a:xfrm flipH="1">
              <a:off x="1700" y="2069"/>
              <a:ext cx="269" cy="133"/>
            </a:xfrm>
            <a:custGeom>
              <a:avLst/>
              <a:gdLst>
                <a:gd name="T0" fmla="*/ 0 w 21600"/>
                <a:gd name="T1" fmla="*/ 0 h 10694"/>
                <a:gd name="T2" fmla="*/ 0 w 21600"/>
                <a:gd name="T3" fmla="*/ 0 h 10694"/>
                <a:gd name="T4" fmla="*/ 0 w 21600"/>
                <a:gd name="T5" fmla="*/ 0 h 106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0694" fill="none" extrusionOk="0">
                  <a:moveTo>
                    <a:pt x="18766" y="0"/>
                  </a:moveTo>
                  <a:cubicBezTo>
                    <a:pt x="20623" y="3258"/>
                    <a:pt x="21600" y="6943"/>
                    <a:pt x="21600" y="10694"/>
                  </a:cubicBezTo>
                </a:path>
                <a:path w="21600" h="10694" stroke="0" extrusionOk="0">
                  <a:moveTo>
                    <a:pt x="18766" y="0"/>
                  </a:moveTo>
                  <a:cubicBezTo>
                    <a:pt x="20623" y="3258"/>
                    <a:pt x="21600" y="6943"/>
                    <a:pt x="21600" y="10694"/>
                  </a:cubicBezTo>
                  <a:lnTo>
                    <a:pt x="0" y="10694"/>
                  </a:lnTo>
                  <a:lnTo>
                    <a:pt x="1876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819" name="Text Box 25"/>
            <p:cNvSpPr txBox="1">
              <a:spLocks noChangeArrowheads="1"/>
            </p:cNvSpPr>
            <p:nvPr/>
          </p:nvSpPr>
          <p:spPr bwMode="auto">
            <a:xfrm>
              <a:off x="1337" y="1957"/>
              <a:ext cx="319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30°</a:t>
              </a:r>
            </a:p>
          </p:txBody>
        </p:sp>
        <p:sp>
          <p:nvSpPr>
            <p:cNvPr id="204820" name="Text Box 26"/>
            <p:cNvSpPr txBox="1">
              <a:spLocks noChangeArrowheads="1"/>
            </p:cNvSpPr>
            <p:nvPr/>
          </p:nvSpPr>
          <p:spPr bwMode="auto">
            <a:xfrm>
              <a:off x="1776" y="1349"/>
              <a:ext cx="296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solidFill>
                    <a:srgbClr val="111981"/>
                  </a:solidFill>
                </a:rPr>
                <a:t>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A2</a:t>
              </a:r>
            </a:p>
          </p:txBody>
        </p:sp>
        <p:sp>
          <p:nvSpPr>
            <p:cNvPr id="204821" name="Text Box 27"/>
            <p:cNvSpPr txBox="1">
              <a:spLocks noChangeArrowheads="1"/>
            </p:cNvSpPr>
            <p:nvPr/>
          </p:nvSpPr>
          <p:spPr bwMode="auto">
            <a:xfrm>
              <a:off x="1440" y="1103"/>
              <a:ext cx="175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x</a:t>
              </a:r>
            </a:p>
          </p:txBody>
        </p:sp>
        <p:sp>
          <p:nvSpPr>
            <p:cNvPr id="204822" name="Arc 28"/>
            <p:cNvSpPr>
              <a:spLocks/>
            </p:cNvSpPr>
            <p:nvPr/>
          </p:nvSpPr>
          <p:spPr bwMode="auto">
            <a:xfrm flipH="1">
              <a:off x="821" y="1288"/>
              <a:ext cx="443" cy="509"/>
            </a:xfrm>
            <a:custGeom>
              <a:avLst/>
              <a:gdLst>
                <a:gd name="T0" fmla="*/ 0 w 18674"/>
                <a:gd name="T1" fmla="*/ 0 h 21439"/>
                <a:gd name="T2" fmla="*/ 0 w 18674"/>
                <a:gd name="T3" fmla="*/ 0 h 21439"/>
                <a:gd name="T4" fmla="*/ 0 w 18674"/>
                <a:gd name="T5" fmla="*/ 0 h 214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674" h="21439" fill="none" extrusionOk="0">
                  <a:moveTo>
                    <a:pt x="2634" y="0"/>
                  </a:moveTo>
                  <a:cubicBezTo>
                    <a:pt x="9342" y="824"/>
                    <a:pt x="15277" y="4740"/>
                    <a:pt x="18673" y="10583"/>
                  </a:cubicBezTo>
                </a:path>
                <a:path w="18674" h="21439" stroke="0" extrusionOk="0">
                  <a:moveTo>
                    <a:pt x="2634" y="0"/>
                  </a:moveTo>
                  <a:cubicBezTo>
                    <a:pt x="9342" y="824"/>
                    <a:pt x="15277" y="4740"/>
                    <a:pt x="18673" y="10583"/>
                  </a:cubicBezTo>
                  <a:lnTo>
                    <a:pt x="0" y="21439"/>
                  </a:lnTo>
                  <a:lnTo>
                    <a:pt x="263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823" name="Text Box 29"/>
            <p:cNvSpPr txBox="1">
              <a:spLocks noChangeArrowheads="1"/>
            </p:cNvSpPr>
            <p:nvPr/>
          </p:nvSpPr>
          <p:spPr bwMode="auto">
            <a:xfrm>
              <a:off x="575" y="1152"/>
              <a:ext cx="439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48.8°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365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>
                <a:solidFill>
                  <a:srgbClr val="FFCC00"/>
                </a:solidFill>
              </a:rPr>
              <a:t>Example 2</a:t>
            </a:r>
          </a:p>
        </p:txBody>
      </p:sp>
      <p:sp>
        <p:nvSpPr>
          <p:cNvPr id="205827" name="Text Box 4"/>
          <p:cNvSpPr txBox="1">
            <a:spLocks noChangeArrowheads="1"/>
          </p:cNvSpPr>
          <p:nvPr/>
        </p:nvSpPr>
        <p:spPr bwMode="auto">
          <a:xfrm>
            <a:off x="4572000" y="1295400"/>
            <a:ext cx="701040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08050" indent="-90805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23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3665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 b="1">
                <a:solidFill>
                  <a:srgbClr val="FFCC00"/>
                </a:solidFill>
              </a:rPr>
              <a:t>Given:</a:t>
            </a:r>
            <a:r>
              <a:rPr lang="en-US" altLang="en-US" sz="2300">
                <a:solidFill>
                  <a:srgbClr val="000000"/>
                </a:solidFill>
              </a:rPr>
              <a:t> </a:t>
            </a:r>
            <a:r>
              <a:rPr lang="en-US" altLang="en-US" sz="2300">
                <a:solidFill>
                  <a:srgbClr val="111981"/>
                </a:solidFill>
              </a:rPr>
              <a:t>A 2 kg block A is released from rest, falls a distance h = 0.5 m, and strikes plate B (3 kg mass).  The coefficient of restitution between A and B is </a:t>
            </a:r>
            <a:r>
              <a:rPr lang="en-US" altLang="en-US" sz="2300" i="1">
                <a:solidFill>
                  <a:srgbClr val="111981"/>
                </a:solidFill>
              </a:rPr>
              <a:t>e</a:t>
            </a:r>
            <a:r>
              <a:rPr lang="en-US" altLang="en-US" sz="2300">
                <a:solidFill>
                  <a:srgbClr val="111981"/>
                </a:solidFill>
              </a:rPr>
              <a:t> = 0.6, and the spring stiffness is k = 30 N/m</a:t>
            </a:r>
            <a:r>
              <a:rPr lang="en-US" altLang="en-US" sz="2400">
                <a:solidFill>
                  <a:srgbClr val="111981"/>
                </a:solidFill>
              </a:rPr>
              <a:t>.</a:t>
            </a:r>
          </a:p>
        </p:txBody>
      </p:sp>
      <p:sp>
        <p:nvSpPr>
          <p:cNvPr id="205828" name="Text Box 5"/>
          <p:cNvSpPr txBox="1">
            <a:spLocks noChangeArrowheads="1"/>
          </p:cNvSpPr>
          <p:nvPr/>
        </p:nvSpPr>
        <p:spPr bwMode="auto">
          <a:xfrm>
            <a:off x="4572000" y="3581400"/>
            <a:ext cx="6299200" cy="80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08050" indent="-90805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23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3665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 b="1">
                <a:solidFill>
                  <a:srgbClr val="FFCC00"/>
                </a:solidFill>
              </a:rPr>
              <a:t>Find:</a:t>
            </a:r>
            <a:r>
              <a:rPr lang="en-US" altLang="en-US" sz="2300">
                <a:solidFill>
                  <a:srgbClr val="FFCC00"/>
                </a:solidFill>
              </a:rPr>
              <a:t>	</a:t>
            </a:r>
            <a:r>
              <a:rPr lang="en-US" altLang="en-US" sz="2300">
                <a:solidFill>
                  <a:srgbClr val="111981"/>
                </a:solidFill>
              </a:rPr>
              <a:t>The velocity of block A just after the collision</a:t>
            </a:r>
            <a:r>
              <a:rPr lang="en-US" altLang="en-US" sz="2400">
                <a:solidFill>
                  <a:srgbClr val="111981"/>
                </a:solidFill>
              </a:rPr>
              <a:t>.</a:t>
            </a:r>
          </a:p>
        </p:txBody>
      </p:sp>
      <p:sp>
        <p:nvSpPr>
          <p:cNvPr id="205829" name="Text Box 6"/>
          <p:cNvSpPr txBox="1">
            <a:spLocks noChangeArrowheads="1"/>
          </p:cNvSpPr>
          <p:nvPr/>
        </p:nvSpPr>
        <p:spPr bwMode="auto">
          <a:xfrm>
            <a:off x="711200" y="4724401"/>
            <a:ext cx="107696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0950" indent="-1250950" eaLnBrk="0" hangingPunct="0">
              <a:spcBef>
                <a:spcPct val="20000"/>
              </a:spcBef>
              <a:buChar char="•"/>
              <a:tabLst>
                <a:tab pos="863600" algn="l"/>
              </a:tabLst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484313" indent="-285750" eaLnBrk="0" hangingPunct="0">
              <a:spcBef>
                <a:spcPct val="20000"/>
              </a:spcBef>
              <a:buChar char="–"/>
              <a:tabLst>
                <a:tab pos="863600" algn="l"/>
              </a:tabLst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598613" indent="-228600" eaLnBrk="0" hangingPunct="0">
              <a:spcBef>
                <a:spcPct val="20000"/>
              </a:spcBef>
              <a:buChar char="•"/>
              <a:tabLst>
                <a:tab pos="86360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712913" indent="-228600" eaLnBrk="0" hangingPunct="0">
              <a:spcBef>
                <a:spcPct val="20000"/>
              </a:spcBef>
              <a:buChar char="–"/>
              <a:tabLst>
                <a:tab pos="863600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863600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3600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 b="1">
                <a:solidFill>
                  <a:srgbClr val="FFCC00"/>
                </a:solidFill>
              </a:rPr>
              <a:t>Plan:</a:t>
            </a:r>
            <a:r>
              <a:rPr lang="en-US" altLang="en-US" sz="2300">
                <a:solidFill>
                  <a:srgbClr val="000000"/>
                </a:solidFill>
              </a:rPr>
              <a:t>	</a:t>
            </a:r>
            <a:r>
              <a:rPr lang="en-US" altLang="en-US" sz="2300">
                <a:solidFill>
                  <a:srgbClr val="111981"/>
                </a:solidFill>
              </a:rPr>
              <a:t>1)	Determine the speed of the block just before the collision using projectile motion or an energy method.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111981"/>
                </a:solidFill>
              </a:rPr>
              <a:t>	2)	Analyze the collision as a central impact problem</a:t>
            </a:r>
            <a:r>
              <a:rPr lang="en-US" altLang="en-US" sz="2400">
                <a:solidFill>
                  <a:srgbClr val="111981"/>
                </a:solidFill>
              </a:rPr>
              <a:t>.</a:t>
            </a:r>
          </a:p>
        </p:txBody>
      </p:sp>
      <p:pic>
        <p:nvPicPr>
          <p:cNvPr id="205830" name="Picture 9" descr="A:\Section 15.4\problem 15-7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447800"/>
            <a:ext cx="3625851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680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Text Box 2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>
                <a:solidFill>
                  <a:srgbClr val="FFCC00"/>
                </a:solidFill>
              </a:rPr>
              <a:t>Example 2 (continued)</a:t>
            </a:r>
          </a:p>
        </p:txBody>
      </p:sp>
      <p:sp>
        <p:nvSpPr>
          <p:cNvPr id="206851" name="Text Box 4"/>
          <p:cNvSpPr txBox="1">
            <a:spLocks noChangeArrowheads="1"/>
          </p:cNvSpPr>
          <p:nvPr/>
        </p:nvSpPr>
        <p:spPr bwMode="auto">
          <a:xfrm>
            <a:off x="508001" y="1219200"/>
            <a:ext cx="13821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tabLst>
                <a:tab pos="461963" algn="l"/>
              </a:tabLst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61963" algn="l"/>
              </a:tabLst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61963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CC00"/>
                </a:solidFill>
              </a:rPr>
              <a:t>Solution:</a:t>
            </a:r>
            <a:endParaRPr lang="en-US" altLang="en-US" sz="2400">
              <a:solidFill>
                <a:srgbClr val="FFCC00"/>
              </a:solidFill>
            </a:endParaRPr>
          </a:p>
        </p:txBody>
      </p:sp>
      <p:sp>
        <p:nvSpPr>
          <p:cNvPr id="206852" name="Text Box 5"/>
          <p:cNvSpPr txBox="1">
            <a:spLocks noChangeArrowheads="1"/>
          </p:cNvSpPr>
          <p:nvPr/>
        </p:nvSpPr>
        <p:spPr bwMode="auto">
          <a:xfrm>
            <a:off x="3048000" y="4419600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63600" indent="-8636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7790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0922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0 + 0 = 0.5(2)(v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30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 + (2)(9.81)(-0.5)</a:t>
            </a:r>
          </a:p>
        </p:txBody>
      </p:sp>
      <p:sp>
        <p:nvSpPr>
          <p:cNvPr id="206853" name="Text Box 6"/>
          <p:cNvSpPr txBox="1">
            <a:spLocks noChangeArrowheads="1"/>
          </p:cNvSpPr>
          <p:nvPr/>
        </p:nvSpPr>
        <p:spPr bwMode="auto">
          <a:xfrm>
            <a:off x="812800" y="1752601"/>
            <a:ext cx="10668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tabLst>
                <a:tab pos="461963" algn="l"/>
              </a:tabLst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89013" indent="-457200" eaLnBrk="0" hangingPunct="0">
              <a:spcBef>
                <a:spcPct val="20000"/>
              </a:spcBef>
              <a:buChar char="–"/>
              <a:tabLst>
                <a:tab pos="461963" algn="l"/>
              </a:tabLst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eaLnBrk="0" hangingPunct="0">
              <a:spcBef>
                <a:spcPct val="20000"/>
              </a:spcBef>
              <a:buChar char="•"/>
              <a:tabLst>
                <a:tab pos="461963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eaLnBrk="0" hangingPunct="0">
              <a:spcBef>
                <a:spcPct val="20000"/>
              </a:spcBef>
              <a:buChar char="–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eaLnBrk="0" hangingPunct="0">
              <a:spcBef>
                <a:spcPct val="20000"/>
              </a:spcBef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1)</a:t>
            </a:r>
            <a:r>
              <a:rPr lang="en-US" altLang="en-US" sz="2400">
                <a:solidFill>
                  <a:srgbClr val="111981"/>
                </a:solidFill>
              </a:rPr>
              <a:t>	</a:t>
            </a:r>
            <a:r>
              <a:rPr lang="en-US" altLang="en-US" sz="2400">
                <a:solidFill>
                  <a:srgbClr val="FFCC00"/>
                </a:solidFill>
              </a:rPr>
              <a:t>Determine the speed of block A just before impact by using conservation of energy.</a:t>
            </a:r>
            <a:r>
              <a:rPr lang="en-US" altLang="en-US" sz="2400">
                <a:solidFill>
                  <a:srgbClr val="111981"/>
                </a:solidFill>
              </a:rPr>
              <a:t>  Defining the gravitational datum at the initial position of the block (h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 = 0) and noting the block is released from rest (v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 = 0):</a:t>
            </a:r>
            <a:endParaRPr lang="en-US" altLang="en-US" sz="2400" b="1">
              <a:solidFill>
                <a:srgbClr val="111981"/>
              </a:solidFill>
            </a:endParaRPr>
          </a:p>
        </p:txBody>
      </p:sp>
      <p:sp>
        <p:nvSpPr>
          <p:cNvPr id="206854" name="Text Box 7"/>
          <p:cNvSpPr txBox="1">
            <a:spLocks noChangeArrowheads="1"/>
          </p:cNvSpPr>
          <p:nvPr/>
        </p:nvSpPr>
        <p:spPr bwMode="auto">
          <a:xfrm>
            <a:off x="4470400" y="3429000"/>
            <a:ext cx="325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itchFamily="18" charset="2"/>
              <a:buNone/>
            </a:pP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T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+ 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1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= T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2</a:t>
            </a: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 + V</a:t>
            </a:r>
            <a:r>
              <a:rPr lang="en-US" altLang="en-US" sz="2400" baseline="-25000">
                <a:solidFill>
                  <a:srgbClr val="111981"/>
                </a:solidFill>
                <a:sym typeface="Symbol" pitchFamily="18" charset="2"/>
              </a:rPr>
              <a:t>2</a:t>
            </a:r>
            <a:endParaRPr lang="en-US" altLang="en-US" sz="2400" baseline="-25000">
              <a:solidFill>
                <a:srgbClr val="111981"/>
              </a:solidFill>
            </a:endParaRPr>
          </a:p>
        </p:txBody>
      </p:sp>
      <p:sp>
        <p:nvSpPr>
          <p:cNvPr id="206855" name="Text Box 8"/>
          <p:cNvSpPr txBox="1">
            <a:spLocks noChangeArrowheads="1"/>
          </p:cNvSpPr>
          <p:nvPr/>
        </p:nvSpPr>
        <p:spPr bwMode="auto">
          <a:xfrm>
            <a:off x="1320800" y="5486401"/>
            <a:ext cx="10261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tabLst>
                <a:tab pos="461963" algn="l"/>
              </a:tabLst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461963" algn="l"/>
              </a:tabLst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61963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This is the speed of the block just before the collision.  Plate (B) is at rest, velocity of zero, before the collision.</a:t>
            </a:r>
          </a:p>
        </p:txBody>
      </p:sp>
      <p:sp>
        <p:nvSpPr>
          <p:cNvPr id="206856" name="Text Box 9"/>
          <p:cNvSpPr txBox="1">
            <a:spLocks noChangeArrowheads="1"/>
          </p:cNvSpPr>
          <p:nvPr/>
        </p:nvSpPr>
        <p:spPr bwMode="auto">
          <a:xfrm>
            <a:off x="2844800" y="39624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531813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111981"/>
                </a:solidFill>
              </a:rPr>
              <a:t>0.5m(v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30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 + mgh</a:t>
            </a:r>
            <a:r>
              <a:rPr lang="en-US" altLang="en-US" sz="2400" baseline="-25000">
                <a:solidFill>
                  <a:srgbClr val="111981"/>
                </a:solidFill>
              </a:rPr>
              <a:t>1</a:t>
            </a:r>
            <a:r>
              <a:rPr lang="en-US" altLang="en-US" sz="2400">
                <a:solidFill>
                  <a:srgbClr val="111981"/>
                </a:solidFill>
              </a:rPr>
              <a:t> = 0.5m(v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)</a:t>
            </a:r>
            <a:r>
              <a:rPr lang="en-US" altLang="en-US" sz="2400" baseline="30000">
                <a:solidFill>
                  <a:srgbClr val="111981"/>
                </a:solidFill>
              </a:rPr>
              <a:t>2</a:t>
            </a:r>
            <a:r>
              <a:rPr lang="en-US" altLang="en-US" sz="2400">
                <a:solidFill>
                  <a:srgbClr val="111981"/>
                </a:solidFill>
              </a:rPr>
              <a:t> + mgh</a:t>
            </a:r>
            <a:r>
              <a:rPr lang="en-US" altLang="en-US" sz="2400" baseline="-25000">
                <a:solidFill>
                  <a:srgbClr val="111981"/>
                </a:solidFill>
              </a:rPr>
              <a:t>2</a:t>
            </a:r>
          </a:p>
        </p:txBody>
      </p:sp>
      <p:grpSp>
        <p:nvGrpSpPr>
          <p:cNvPr id="206857" name="Group 12"/>
          <p:cNvGrpSpPr>
            <a:grpSpLocks/>
          </p:cNvGrpSpPr>
          <p:nvPr/>
        </p:nvGrpSpPr>
        <p:grpSpPr bwMode="auto">
          <a:xfrm>
            <a:off x="4673600" y="4953000"/>
            <a:ext cx="2743200" cy="457200"/>
            <a:chOff x="384" y="3072"/>
            <a:chExt cx="1296" cy="288"/>
          </a:xfrm>
        </p:grpSpPr>
        <p:sp>
          <p:nvSpPr>
            <p:cNvPr id="206858" name="Text Box 13"/>
            <p:cNvSpPr txBox="1">
              <a:spLocks noChangeArrowheads="1"/>
            </p:cNvSpPr>
            <p:nvPr/>
          </p:nvSpPr>
          <p:spPr bwMode="auto">
            <a:xfrm>
              <a:off x="384" y="3072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531813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= 3.132 m/s</a:t>
              </a:r>
              <a:endParaRPr lang="en-US" altLang="en-US" sz="2400" b="1">
                <a:solidFill>
                  <a:srgbClr val="111981"/>
                </a:solidFill>
              </a:endParaRPr>
            </a:p>
          </p:txBody>
        </p:sp>
        <p:sp>
          <p:nvSpPr>
            <p:cNvPr id="206859" name="Line 14"/>
            <p:cNvSpPr>
              <a:spLocks noChangeShapeType="1"/>
            </p:cNvSpPr>
            <p:nvPr/>
          </p:nvSpPr>
          <p:spPr bwMode="auto">
            <a:xfrm>
              <a:off x="1680" y="3120"/>
              <a:ext cx="0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6745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Text Box 2"/>
          <p:cNvSpPr txBox="1">
            <a:spLocks noChangeArrowheads="1"/>
          </p:cNvSpPr>
          <p:nvPr/>
        </p:nvSpPr>
        <p:spPr bwMode="auto">
          <a:xfrm>
            <a:off x="0" y="152400"/>
            <a:ext cx="1219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b="1">
                <a:solidFill>
                  <a:srgbClr val="FFCC00"/>
                </a:solidFill>
              </a:rPr>
              <a:t>Example 2 (continued)</a:t>
            </a:r>
          </a:p>
        </p:txBody>
      </p:sp>
      <p:sp>
        <p:nvSpPr>
          <p:cNvPr id="207875" name="Text Box 3"/>
          <p:cNvSpPr txBox="1">
            <a:spLocks noChangeArrowheads="1"/>
          </p:cNvSpPr>
          <p:nvPr/>
        </p:nvSpPr>
        <p:spPr bwMode="auto">
          <a:xfrm>
            <a:off x="4267200" y="1905001"/>
            <a:ext cx="721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itchFamily="18" charset="2"/>
              <a:buNone/>
            </a:pPr>
            <a:r>
              <a:rPr lang="en-US" altLang="en-US" sz="2400">
                <a:solidFill>
                  <a:srgbClr val="111981"/>
                </a:solidFill>
                <a:sym typeface="Symbol" pitchFamily="18" charset="2"/>
              </a:rPr>
              <a:t>Apply conservation of momentum to the system in the vertical direction:</a:t>
            </a:r>
            <a:endParaRPr lang="en-US" altLang="en-US" sz="2400">
              <a:solidFill>
                <a:srgbClr val="111981"/>
              </a:solidFill>
            </a:endParaRPr>
          </a:p>
        </p:txBody>
      </p:sp>
      <p:sp>
        <p:nvSpPr>
          <p:cNvPr id="207876" name="Text Box 4"/>
          <p:cNvSpPr txBox="1">
            <a:spLocks noChangeArrowheads="1"/>
          </p:cNvSpPr>
          <p:nvPr/>
        </p:nvSpPr>
        <p:spPr bwMode="auto">
          <a:xfrm>
            <a:off x="406400" y="1143000"/>
            <a:ext cx="1127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17513" indent="-417513" eaLnBrk="0" hangingPunct="0">
              <a:spcBef>
                <a:spcPct val="20000"/>
              </a:spcBef>
              <a:buChar char="•"/>
              <a:tabLst>
                <a:tab pos="461963" algn="l"/>
              </a:tabLst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531813" indent="-285750" eaLnBrk="0" hangingPunct="0">
              <a:spcBef>
                <a:spcPct val="20000"/>
              </a:spcBef>
              <a:buChar char="–"/>
              <a:tabLst>
                <a:tab pos="461963" algn="l"/>
              </a:tabLst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461963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61963" algn="l"/>
              </a:tabLst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CC00"/>
                </a:solidFill>
              </a:rPr>
              <a:t> 2)	Analyze the collision as a central impact problem.</a:t>
            </a:r>
          </a:p>
        </p:txBody>
      </p:sp>
      <p:grpSp>
        <p:nvGrpSpPr>
          <p:cNvPr id="207877" name="Group 7"/>
          <p:cNvGrpSpPr>
            <a:grpSpLocks/>
          </p:cNvGrpSpPr>
          <p:nvPr/>
        </p:nvGrpSpPr>
        <p:grpSpPr bwMode="auto">
          <a:xfrm>
            <a:off x="4267200" y="2819403"/>
            <a:ext cx="7416800" cy="830263"/>
            <a:chOff x="2016" y="1728"/>
            <a:chExt cx="3504" cy="523"/>
          </a:xfrm>
        </p:grpSpPr>
        <p:sp>
          <p:nvSpPr>
            <p:cNvPr id="207898" name="Text Box 8"/>
            <p:cNvSpPr txBox="1">
              <a:spLocks noChangeArrowheads="1"/>
            </p:cNvSpPr>
            <p:nvPr/>
          </p:nvSpPr>
          <p:spPr bwMode="auto">
            <a:xfrm>
              <a:off x="2016" y="1728"/>
              <a:ext cx="350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97790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0922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+    m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1</a:t>
              </a:r>
              <a:r>
                <a:rPr lang="en-US" altLang="en-US" sz="2400">
                  <a:solidFill>
                    <a:srgbClr val="111981"/>
                  </a:solidFill>
                </a:rPr>
                <a:t> + m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1</a:t>
              </a:r>
              <a:r>
                <a:rPr lang="en-US" altLang="en-US" sz="2400">
                  <a:solidFill>
                    <a:srgbClr val="111981"/>
                  </a:solidFill>
                </a:rPr>
                <a:t> = m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+ m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(2)(-3.132) + 0 = (2)(v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+ (3)(v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</a:p>
          </p:txBody>
        </p:sp>
        <p:sp>
          <p:nvSpPr>
            <p:cNvPr id="207899" name="Line 9"/>
            <p:cNvSpPr>
              <a:spLocks noChangeShapeType="1"/>
            </p:cNvSpPr>
            <p:nvPr/>
          </p:nvSpPr>
          <p:spPr bwMode="auto">
            <a:xfrm>
              <a:off x="2256" y="1756"/>
              <a:ext cx="0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207878" name="Group 10"/>
          <p:cNvGrpSpPr>
            <a:grpSpLocks/>
          </p:cNvGrpSpPr>
          <p:nvPr/>
        </p:nvGrpSpPr>
        <p:grpSpPr bwMode="auto">
          <a:xfrm>
            <a:off x="812800" y="3657602"/>
            <a:ext cx="10871200" cy="1274763"/>
            <a:chOff x="384" y="2352"/>
            <a:chExt cx="5136" cy="803"/>
          </a:xfrm>
        </p:grpSpPr>
        <p:sp>
          <p:nvSpPr>
            <p:cNvPr id="207896" name="Text Box 11"/>
            <p:cNvSpPr txBox="1">
              <a:spLocks noChangeArrowheads="1"/>
            </p:cNvSpPr>
            <p:nvPr/>
          </p:nvSpPr>
          <p:spPr bwMode="auto">
            <a:xfrm>
              <a:off x="384" y="2352"/>
              <a:ext cx="5136" cy="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531813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Using the coefficient of restitution: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+    </a:t>
              </a:r>
              <a:r>
                <a:rPr lang="en-US" altLang="en-US" sz="2400" i="1">
                  <a:solidFill>
                    <a:srgbClr val="111981"/>
                  </a:solidFill>
                  <a:sym typeface="Symbol" pitchFamily="18" charset="2"/>
                </a:rPr>
                <a:t>e</a:t>
              </a:r>
              <a:r>
                <a:rPr lang="en-US" altLang="en-US" sz="2400">
                  <a:solidFill>
                    <a:srgbClr val="111981"/>
                  </a:solidFill>
                  <a:sym typeface="Symbol" pitchFamily="18" charset="2"/>
                </a:rPr>
                <a:t> = [</a:t>
              </a: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– 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]/[(v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1</a:t>
              </a:r>
              <a:r>
                <a:rPr lang="en-US" altLang="en-US" sz="2400">
                  <a:solidFill>
                    <a:srgbClr val="111981"/>
                  </a:solidFill>
                </a:rPr>
                <a:t> – 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1</a:t>
              </a:r>
              <a:r>
                <a:rPr lang="en-US" altLang="en-US" sz="2400">
                  <a:solidFill>
                    <a:srgbClr val="111981"/>
                  </a:solidFill>
                </a:rPr>
                <a:t>]</a:t>
              </a:r>
            </a:p>
            <a:p>
              <a:pPr eaLnBrk="1" hangingPunct="1"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=&gt;   0.6 = </a:t>
              </a:r>
              <a:r>
                <a:rPr lang="en-US" altLang="en-US" sz="2400">
                  <a:solidFill>
                    <a:srgbClr val="111981"/>
                  </a:solidFill>
                  <a:sym typeface="Symbol" pitchFamily="18" charset="2"/>
                </a:rPr>
                <a:t>[</a:t>
              </a: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– 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]/[-3.132 – 0]   =&gt;   -1.879 = 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– 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</a:p>
          </p:txBody>
        </p:sp>
        <p:sp>
          <p:nvSpPr>
            <p:cNvPr id="207897" name="Line 12"/>
            <p:cNvSpPr>
              <a:spLocks noChangeShapeType="1"/>
            </p:cNvSpPr>
            <p:nvPr/>
          </p:nvSpPr>
          <p:spPr bwMode="auto">
            <a:xfrm>
              <a:off x="624" y="2612"/>
              <a:ext cx="0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207879" name="Group 13"/>
          <p:cNvGrpSpPr>
            <a:grpSpLocks/>
          </p:cNvGrpSpPr>
          <p:nvPr/>
        </p:nvGrpSpPr>
        <p:grpSpPr bwMode="auto">
          <a:xfrm>
            <a:off x="812800" y="5105400"/>
            <a:ext cx="10871200" cy="1200150"/>
            <a:chOff x="336" y="3072"/>
            <a:chExt cx="5136" cy="756"/>
          </a:xfrm>
        </p:grpSpPr>
        <p:sp>
          <p:nvSpPr>
            <p:cNvPr id="207893" name="Text Box 14"/>
            <p:cNvSpPr txBox="1">
              <a:spLocks noChangeArrowheads="1"/>
            </p:cNvSpPr>
            <p:nvPr/>
          </p:nvSpPr>
          <p:spPr bwMode="auto">
            <a:xfrm>
              <a:off x="336" y="3072"/>
              <a:ext cx="5136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tabLst>
                  <a:tab pos="461963" algn="l"/>
                </a:tabLst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tabLst>
                  <a:tab pos="461963" algn="l"/>
                </a:tabLst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tabLst>
                  <a:tab pos="461963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tabLst>
                  <a:tab pos="461963" algn="l"/>
                </a:tabLst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tabLst>
                  <a:tab pos="461963" algn="l"/>
                </a:tabLst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61963" algn="l"/>
                </a:tabLst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61963" algn="l"/>
                </a:tabLst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61963" algn="l"/>
                </a:tabLst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61963" algn="l"/>
                </a:tabLst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Solving the two equations simultaneously yields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= -0.125 m/s   , 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  <a:r>
                <a:rPr lang="en-US" altLang="en-US" sz="2400">
                  <a:solidFill>
                    <a:srgbClr val="111981"/>
                  </a:solidFill>
                </a:rPr>
                <a:t> = -2.00 m/s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Both the block and plate will travel down after the collision.</a:t>
              </a:r>
            </a:p>
          </p:txBody>
        </p:sp>
        <p:sp>
          <p:nvSpPr>
            <p:cNvPr id="207894" name="Line 15"/>
            <p:cNvSpPr>
              <a:spLocks noChangeShapeType="1"/>
            </p:cNvSpPr>
            <p:nvPr/>
          </p:nvSpPr>
          <p:spPr bwMode="auto">
            <a:xfrm>
              <a:off x="2928" y="3302"/>
              <a:ext cx="0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7895" name="Line 16"/>
            <p:cNvSpPr>
              <a:spLocks noChangeShapeType="1"/>
            </p:cNvSpPr>
            <p:nvPr/>
          </p:nvSpPr>
          <p:spPr bwMode="auto">
            <a:xfrm>
              <a:off x="4464" y="3302"/>
              <a:ext cx="0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207880" name="Group 17"/>
          <p:cNvGrpSpPr>
            <a:grpSpLocks/>
          </p:cNvGrpSpPr>
          <p:nvPr/>
        </p:nvGrpSpPr>
        <p:grpSpPr bwMode="auto">
          <a:xfrm>
            <a:off x="711200" y="1524000"/>
            <a:ext cx="4059767" cy="2138363"/>
            <a:chOff x="384" y="1008"/>
            <a:chExt cx="1918" cy="1347"/>
          </a:xfrm>
        </p:grpSpPr>
        <p:sp>
          <p:nvSpPr>
            <p:cNvPr id="207881" name="Rectangle 18"/>
            <p:cNvSpPr>
              <a:spLocks noChangeArrowheads="1"/>
            </p:cNvSpPr>
            <p:nvPr/>
          </p:nvSpPr>
          <p:spPr bwMode="auto">
            <a:xfrm>
              <a:off x="832" y="1440"/>
              <a:ext cx="38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I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207882" name="Rectangle 19"/>
            <p:cNvSpPr>
              <a:spLocks noChangeArrowheads="1"/>
            </p:cNvSpPr>
            <p:nvPr/>
          </p:nvSpPr>
          <p:spPr bwMode="auto">
            <a:xfrm>
              <a:off x="496" y="1824"/>
              <a:ext cx="105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I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207883" name="Line 20"/>
            <p:cNvSpPr>
              <a:spLocks noChangeShapeType="1"/>
            </p:cNvSpPr>
            <p:nvPr/>
          </p:nvSpPr>
          <p:spPr bwMode="auto">
            <a:xfrm>
              <a:off x="1168" y="11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7884" name="Line 21"/>
            <p:cNvSpPr>
              <a:spLocks noChangeShapeType="1"/>
            </p:cNvSpPr>
            <p:nvPr/>
          </p:nvSpPr>
          <p:spPr bwMode="auto">
            <a:xfrm>
              <a:off x="880" y="11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7885" name="Line 22"/>
            <p:cNvSpPr>
              <a:spLocks noChangeShapeType="1"/>
            </p:cNvSpPr>
            <p:nvPr/>
          </p:nvSpPr>
          <p:spPr bwMode="auto">
            <a:xfrm>
              <a:off x="1168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7886" name="Line 23"/>
            <p:cNvSpPr>
              <a:spLocks noChangeShapeType="1"/>
            </p:cNvSpPr>
            <p:nvPr/>
          </p:nvSpPr>
          <p:spPr bwMode="auto">
            <a:xfrm>
              <a:off x="880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07887" name="Text Box 24"/>
            <p:cNvSpPr txBox="1">
              <a:spLocks noChangeArrowheads="1"/>
            </p:cNvSpPr>
            <p:nvPr/>
          </p:nvSpPr>
          <p:spPr bwMode="auto">
            <a:xfrm>
              <a:off x="384" y="1008"/>
              <a:ext cx="37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</a:p>
          </p:txBody>
        </p:sp>
        <p:sp>
          <p:nvSpPr>
            <p:cNvPr id="207888" name="Text Box 25"/>
            <p:cNvSpPr txBox="1">
              <a:spLocks noChangeArrowheads="1"/>
            </p:cNvSpPr>
            <p:nvPr/>
          </p:nvSpPr>
          <p:spPr bwMode="auto">
            <a:xfrm>
              <a:off x="391" y="2064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2</a:t>
              </a:r>
            </a:p>
          </p:txBody>
        </p:sp>
        <p:sp>
          <p:nvSpPr>
            <p:cNvPr id="207889" name="Text Box 26"/>
            <p:cNvSpPr txBox="1">
              <a:spLocks noChangeArrowheads="1"/>
            </p:cNvSpPr>
            <p:nvPr/>
          </p:nvSpPr>
          <p:spPr bwMode="auto">
            <a:xfrm>
              <a:off x="1227" y="2064"/>
              <a:ext cx="5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B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1</a:t>
              </a:r>
              <a:r>
                <a:rPr lang="en-US" altLang="en-US" sz="2400">
                  <a:solidFill>
                    <a:srgbClr val="111981"/>
                  </a:solidFill>
                </a:rPr>
                <a:t> = 0</a:t>
              </a:r>
              <a:endParaRPr lang="en-US" altLang="en-US" sz="2400" baseline="-25000">
                <a:solidFill>
                  <a:srgbClr val="111981"/>
                </a:solidFill>
              </a:endParaRPr>
            </a:p>
          </p:txBody>
        </p:sp>
        <p:sp>
          <p:nvSpPr>
            <p:cNvPr id="207890" name="Text Box 27"/>
            <p:cNvSpPr txBox="1">
              <a:spLocks noChangeArrowheads="1"/>
            </p:cNvSpPr>
            <p:nvPr/>
          </p:nvSpPr>
          <p:spPr bwMode="auto">
            <a:xfrm>
              <a:off x="1199" y="1008"/>
              <a:ext cx="11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(v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A</a:t>
              </a:r>
              <a:r>
                <a:rPr lang="en-US" altLang="en-US" sz="2400">
                  <a:solidFill>
                    <a:srgbClr val="111981"/>
                  </a:solidFill>
                </a:rPr>
                <a:t>)</a:t>
              </a:r>
              <a:r>
                <a:rPr lang="en-US" altLang="en-US" sz="2400" baseline="-25000">
                  <a:solidFill>
                    <a:srgbClr val="111981"/>
                  </a:solidFill>
                </a:rPr>
                <a:t>1</a:t>
              </a:r>
              <a:r>
                <a:rPr lang="en-US" altLang="en-US" sz="2400">
                  <a:solidFill>
                    <a:srgbClr val="111981"/>
                  </a:solidFill>
                </a:rPr>
                <a:t> = 3.132 m/s</a:t>
              </a:r>
              <a:endParaRPr lang="en-US" altLang="en-US" sz="2400" baseline="-25000">
                <a:solidFill>
                  <a:srgbClr val="111981"/>
                </a:solidFill>
              </a:endParaRPr>
            </a:p>
          </p:txBody>
        </p:sp>
        <p:sp>
          <p:nvSpPr>
            <p:cNvPr id="207891" name="Text Box 28"/>
            <p:cNvSpPr txBox="1">
              <a:spLocks noChangeArrowheads="1"/>
            </p:cNvSpPr>
            <p:nvPr/>
          </p:nvSpPr>
          <p:spPr bwMode="auto">
            <a:xfrm>
              <a:off x="897" y="1488"/>
              <a:ext cx="19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A</a:t>
              </a:r>
            </a:p>
          </p:txBody>
        </p:sp>
        <p:sp>
          <p:nvSpPr>
            <p:cNvPr id="207892" name="Text Box 29"/>
            <p:cNvSpPr txBox="1">
              <a:spLocks noChangeArrowheads="1"/>
            </p:cNvSpPr>
            <p:nvPr/>
          </p:nvSpPr>
          <p:spPr bwMode="auto">
            <a:xfrm>
              <a:off x="1580" y="1728"/>
              <a:ext cx="1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111981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99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4936067" y="381000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b="1" smtClean="0">
                <a:solidFill>
                  <a:srgbClr val="00FF00"/>
                </a:solidFill>
                <a:cs typeface="+mn-cs"/>
              </a:rPr>
              <a:t>EXAMPLE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4508500" y="1027114"/>
            <a:ext cx="7131051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z="2300" b="1" smtClean="0">
                <a:solidFill>
                  <a:srgbClr val="FF3300"/>
                </a:solidFill>
                <a:cs typeface="+mn-cs"/>
              </a:rPr>
              <a:t>Given:</a:t>
            </a:r>
            <a:r>
              <a:rPr kumimoji="0" lang="en-US" altLang="en-US" sz="2300" smtClean="0">
                <a:solidFill>
                  <a:srgbClr val="FF3300"/>
                </a:solidFill>
                <a:cs typeface="+mn-cs"/>
              </a:rPr>
              <a:t>	</a:t>
            </a:r>
            <a:r>
              <a:rPr lang="en-US" altLang="en-US" sz="2300" smtClean="0">
                <a:solidFill>
                  <a:srgbClr val="F8F8F8"/>
                </a:solidFill>
                <a:cs typeface="+mn-cs"/>
              </a:rPr>
              <a:t>The ball strikes the smooth wall </a:t>
            </a:r>
          </a:p>
          <a:p>
            <a:pPr eaLnBrk="1" hangingPunct="1">
              <a:defRPr/>
            </a:pPr>
            <a:r>
              <a:rPr lang="en-US" altLang="en-US" sz="2300" smtClean="0">
                <a:solidFill>
                  <a:srgbClr val="F8F8F8"/>
                </a:solidFill>
                <a:cs typeface="+mn-cs"/>
              </a:rPr>
              <a:t>	with a velocity </a:t>
            </a: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(v</a:t>
            </a:r>
            <a:r>
              <a:rPr kumimoji="0" lang="en-US" altLang="en-US" sz="2300" baseline="-25000" smtClean="0">
                <a:solidFill>
                  <a:srgbClr val="F8F8F8"/>
                </a:solidFill>
                <a:cs typeface="+mn-cs"/>
              </a:rPr>
              <a:t>b</a:t>
            </a: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)</a:t>
            </a:r>
            <a:r>
              <a:rPr kumimoji="0" lang="en-US" altLang="en-US" sz="2300" baseline="-25000" smtClean="0">
                <a:solidFill>
                  <a:srgbClr val="F8F8F8"/>
                </a:solidFill>
                <a:cs typeface="+mn-cs"/>
              </a:rPr>
              <a:t>1</a:t>
            </a: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 = 20 m/s.  The 	</a:t>
            </a:r>
            <a:r>
              <a:rPr lang="en-US" altLang="en-US" sz="2300" smtClean="0">
                <a:solidFill>
                  <a:srgbClr val="F8F8F8"/>
                </a:solidFill>
                <a:cs typeface="+mn-cs"/>
              </a:rPr>
              <a:t>coefficient of restitution between 	the ball and the wall is </a:t>
            </a:r>
            <a:r>
              <a:rPr kumimoji="0" lang="en-US" altLang="en-US" sz="2300" i="1" smtClean="0">
                <a:solidFill>
                  <a:srgbClr val="F8F8F8"/>
                </a:solidFill>
                <a:cs typeface="+mn-cs"/>
              </a:rPr>
              <a:t>e</a:t>
            </a: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 = 0.75.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4512733" y="2770189"/>
            <a:ext cx="7315200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z="2300" b="1" smtClean="0">
                <a:solidFill>
                  <a:srgbClr val="FF3300"/>
                </a:solidFill>
                <a:cs typeface="+mn-cs"/>
              </a:rPr>
              <a:t>Find:</a:t>
            </a: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	</a:t>
            </a:r>
            <a:r>
              <a:rPr lang="en-US" altLang="en-US" sz="2300" smtClean="0">
                <a:solidFill>
                  <a:srgbClr val="F8F8F8"/>
                </a:solidFill>
                <a:cs typeface="+mn-cs"/>
              </a:rPr>
              <a:t>The velocity of the ball just after the 	impact.</a:t>
            </a:r>
          </a:p>
          <a:p>
            <a:pPr eaLnBrk="1" hangingPunct="1">
              <a:defRPr/>
            </a:pPr>
            <a:endParaRPr kumimoji="0" lang="en-US" altLang="en-US" sz="2300" smtClean="0">
              <a:solidFill>
                <a:srgbClr val="F8F8F8"/>
              </a:solidFill>
              <a:cs typeface="Times New Roman" charset="0"/>
            </a:endParaRPr>
          </a:p>
          <a:p>
            <a:pPr eaLnBrk="1" hangingPunct="1">
              <a:defRPr/>
            </a:pPr>
            <a:r>
              <a:rPr kumimoji="0" lang="en-US" altLang="en-US" sz="2300" b="1" smtClean="0">
                <a:solidFill>
                  <a:srgbClr val="FF3300"/>
                </a:solidFill>
                <a:cs typeface="+mn-cs"/>
              </a:rPr>
              <a:t>Plan:</a:t>
            </a:r>
            <a:endParaRPr kumimoji="0" lang="en-US" altLang="en-US" sz="2300" smtClean="0">
              <a:solidFill>
                <a:srgbClr val="F8F8F8"/>
              </a:solidFill>
              <a:cs typeface="Times New Roman" charset="0"/>
            </a:endParaRP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508000" y="4162426"/>
            <a:ext cx="11176000" cy="167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93750" indent="-793750" defTabSz="1146175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defTabSz="1146175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defTabSz="1146175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defTabSz="1146175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defTabSz="1146175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defTabSz="1146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defTabSz="1146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defTabSz="1146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defTabSz="1146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	The collision is an </a:t>
            </a:r>
            <a:r>
              <a:rPr kumimoji="0" lang="en-US" altLang="en-US" sz="2300" smtClean="0">
                <a:solidFill>
                  <a:srgbClr val="00FFFF"/>
                </a:solidFill>
                <a:cs typeface="+mn-cs"/>
              </a:rPr>
              <a:t>oblique impact</a:t>
            </a: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, with the line of impact perpendicular to the plane (through the relative centers of mass).  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	Thus, the coefficient of restitution applies perpendicular to the wall and the momentum of the ball is conserved along the wall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.</a:t>
            </a:r>
          </a:p>
        </p:txBody>
      </p:sp>
      <p:sp>
        <p:nvSpPr>
          <p:cNvPr id="17414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074400" y="6172200"/>
            <a:ext cx="304800" cy="2286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F8F8F8"/>
              </a:solidFill>
              <a:cs typeface="+mn-cs"/>
            </a:endParaRPr>
          </a:p>
        </p:txBody>
      </p:sp>
      <p:sp>
        <p:nvSpPr>
          <p:cNvPr id="17415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0769600" y="6172200"/>
            <a:ext cx="304800" cy="228600"/>
          </a:xfrm>
          <a:prstGeom prst="actionButtonBackPreviou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F8F8F8"/>
              </a:solidFill>
              <a:cs typeface="+mn-cs"/>
            </a:endParaRPr>
          </a:p>
        </p:txBody>
      </p:sp>
      <p:pic>
        <p:nvPicPr>
          <p:cNvPr id="20890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4" y="1143001"/>
            <a:ext cx="3306233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96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autoUpdateAnimBg="0"/>
      <p:bldP spid="78852" grpId="0" autoUpdateAnimBg="0"/>
      <p:bldP spid="78853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508000" y="1143001"/>
            <a:ext cx="1117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mtClean="0">
                <a:solidFill>
                  <a:srgbClr val="FFFFFF"/>
                </a:solidFill>
                <a:cs typeface="+mn-cs"/>
              </a:rPr>
              <a:t>Solve the impact problem by using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x-y axes defined along and perpendicular to the line of impact, respectively: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3901018" y="2347914"/>
            <a:ext cx="765598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The momentum of the ball is 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conserved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 in   the y-dir:</a:t>
            </a:r>
          </a:p>
          <a:p>
            <a:pPr eaLnBrk="1" hangingPunct="1">
              <a:defRPr/>
            </a:pPr>
            <a:endParaRPr kumimoji="0" lang="en-US" altLang="en-US" smtClean="0">
              <a:solidFill>
                <a:srgbClr val="F8F8F8"/>
              </a:solidFill>
              <a:cs typeface="+mn-cs"/>
            </a:endParaRPr>
          </a:p>
          <a:p>
            <a:pPr eaLnBrk="1" hangingPunct="1">
              <a:defRPr/>
            </a:pP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     m(v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b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)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1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sin 30</a:t>
            </a:r>
            <a:r>
              <a:rPr kumimoji="0" lang="en-US" altLang="en-US" smtClean="0">
                <a:solidFill>
                  <a:srgbClr val="F8F8F8"/>
                </a:solidFill>
                <a:cs typeface="Times New Roman" charset="0"/>
              </a:rPr>
              <a:t>°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 = m(v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b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)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2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sin </a:t>
            </a:r>
            <a:r>
              <a:rPr kumimoji="0" lang="en-US" altLang="en-US" i="1" smtClean="0">
                <a:solidFill>
                  <a:srgbClr val="F8F8F8"/>
                </a:solidFill>
                <a:cs typeface="+mn-cs"/>
                <a:sym typeface="Symbol" pitchFamily="18" charset="2"/>
              </a:rPr>
              <a:t></a:t>
            </a:r>
          </a:p>
          <a:p>
            <a:pPr eaLnBrk="1" hangingPunct="1">
              <a:defRPr/>
            </a:pPr>
            <a:endParaRPr kumimoji="0" lang="en-US" altLang="en-US" i="1" smtClean="0">
              <a:solidFill>
                <a:srgbClr val="F8F8F8"/>
              </a:solidFill>
              <a:cs typeface="+mn-cs"/>
              <a:sym typeface="Symbol" pitchFamily="18" charset="2"/>
            </a:endParaRPr>
          </a:p>
          <a:p>
            <a:pPr eaLnBrk="1" hangingPunct="1">
              <a:defRPr/>
            </a:pP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     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</a:rPr>
              <a:t>(v</a:t>
            </a:r>
            <a:r>
              <a:rPr kumimoji="0" lang="en-US" altLang="en-US" baseline="-25000" smtClean="0">
                <a:solidFill>
                  <a:srgbClr val="FFFFFF"/>
                </a:solidFill>
                <a:cs typeface="+mn-cs"/>
              </a:rPr>
              <a:t>b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</a:rPr>
              <a:t>)</a:t>
            </a:r>
            <a:r>
              <a:rPr kumimoji="0" lang="en-US" altLang="en-US" baseline="-25000" smtClean="0">
                <a:solidFill>
                  <a:srgbClr val="FFFFFF"/>
                </a:solidFill>
                <a:cs typeface="+mn-cs"/>
              </a:rPr>
              <a:t>2 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</a:rPr>
              <a:t>sin </a:t>
            </a:r>
            <a:r>
              <a:rPr kumimoji="0" lang="en-US" altLang="en-US" i="1" smtClean="0">
                <a:solidFill>
                  <a:srgbClr val="FFFFFF"/>
                </a:solidFill>
                <a:cs typeface="+mn-cs"/>
                <a:sym typeface="Symbol" pitchFamily="18" charset="2"/>
              </a:rPr>
              <a:t>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  <a:sym typeface="Symbol" pitchFamily="18" charset="2"/>
              </a:rPr>
              <a:t> 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</a:rPr>
              <a:t>= 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10 m/s     </a:t>
            </a:r>
            <a:r>
              <a:rPr kumimoji="0" lang="en-US" altLang="en-US" sz="2000" smtClean="0">
                <a:solidFill>
                  <a:srgbClr val="FFFFFF"/>
                </a:solidFill>
                <a:cs typeface="+mn-cs"/>
              </a:rPr>
              <a:t>(1)</a:t>
            </a:r>
          </a:p>
        </p:txBody>
      </p:sp>
      <p:sp>
        <p:nvSpPr>
          <p:cNvPr id="18436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074400" y="6172200"/>
            <a:ext cx="304800" cy="2286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F8F8F8"/>
              </a:solidFill>
              <a:cs typeface="+mn-cs"/>
            </a:endParaRPr>
          </a:p>
        </p:txBody>
      </p:sp>
      <p:sp>
        <p:nvSpPr>
          <p:cNvPr id="18437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0769600" y="6172200"/>
            <a:ext cx="304800" cy="228600"/>
          </a:xfrm>
          <a:prstGeom prst="actionButtonBackPreviou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F8F8F8"/>
              </a:solidFill>
              <a:cs typeface="+mn-cs"/>
            </a:endParaRPr>
          </a:p>
        </p:txBody>
      </p:sp>
      <p:sp>
        <p:nvSpPr>
          <p:cNvPr id="18438" name="Text Box 46"/>
          <p:cNvSpPr txBox="1">
            <a:spLocks noChangeArrowheads="1"/>
          </p:cNvSpPr>
          <p:nvPr/>
        </p:nvSpPr>
        <p:spPr bwMode="auto">
          <a:xfrm>
            <a:off x="4267200" y="306389"/>
            <a:ext cx="355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defRPr/>
            </a:pPr>
            <a:r>
              <a:rPr kumimoji="0" lang="en-US" altLang="en-US" b="1" smtClean="0">
                <a:solidFill>
                  <a:srgbClr val="00FF00"/>
                </a:solidFill>
                <a:cs typeface="+mn-cs"/>
              </a:rPr>
              <a:t>EXAMPLE </a:t>
            </a:r>
            <a:r>
              <a:rPr kumimoji="0" lang="en-US" altLang="en-US" smtClean="0">
                <a:solidFill>
                  <a:srgbClr val="00FF00"/>
                </a:solidFill>
                <a:cs typeface="+mn-cs"/>
              </a:rPr>
              <a:t>(continued)</a:t>
            </a:r>
          </a:p>
        </p:txBody>
      </p:sp>
      <p:pic>
        <p:nvPicPr>
          <p:cNvPr id="3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34" y="2425701"/>
            <a:ext cx="2764367" cy="23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0" name="Text Box 3"/>
          <p:cNvSpPr txBox="1">
            <a:spLocks noChangeArrowheads="1"/>
          </p:cNvSpPr>
          <p:nvPr/>
        </p:nvSpPr>
        <p:spPr bwMode="auto">
          <a:xfrm>
            <a:off x="467784" y="800100"/>
            <a:ext cx="1382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b="1" smtClean="0">
                <a:solidFill>
                  <a:srgbClr val="FF3300"/>
                </a:solidFill>
                <a:cs typeface="+mn-cs"/>
              </a:rPr>
              <a:t>Solution:</a:t>
            </a:r>
            <a:endParaRPr kumimoji="0" lang="en-US" altLang="en-US" smtClean="0">
              <a:solidFill>
                <a:srgbClr val="FF33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308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utoUpdateAnimBg="0"/>
      <p:bldP spid="80900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3539067" y="1322388"/>
            <a:ext cx="8456084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z="2300" smtClean="0">
                <a:solidFill>
                  <a:srgbClr val="F8F8F8"/>
                </a:solidFill>
                <a:cs typeface="+mn-cs"/>
              </a:rPr>
              <a:t>The coefficient of restitution applies in the </a:t>
            </a:r>
            <a:r>
              <a:rPr kumimoji="0" lang="en-US" altLang="en-US" sz="2300" smtClean="0">
                <a:solidFill>
                  <a:srgbClr val="00FFFF"/>
                </a:solidFill>
                <a:cs typeface="+mn-cs"/>
              </a:rPr>
              <a:t>x-dir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:</a:t>
            </a:r>
          </a:p>
          <a:p>
            <a:pPr eaLnBrk="1" hangingPunct="1">
              <a:defRPr/>
            </a:pPr>
            <a:endParaRPr kumimoji="0" lang="en-US" altLang="en-US" smtClean="0">
              <a:solidFill>
                <a:srgbClr val="F8F8F8"/>
              </a:solidFill>
              <a:cs typeface="+mn-cs"/>
            </a:endParaRPr>
          </a:p>
          <a:p>
            <a:pPr eaLnBrk="1" hangingPunct="1">
              <a:defRPr/>
            </a:pPr>
            <a:r>
              <a:rPr kumimoji="0" lang="en-US" altLang="en-US" i="1" smtClean="0">
                <a:solidFill>
                  <a:srgbClr val="F8F8F8"/>
                </a:solidFill>
                <a:cs typeface="+mn-cs"/>
                <a:sym typeface="Symbol" pitchFamily="18" charset="2"/>
              </a:rPr>
              <a:t>      e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  <a:sym typeface="Symbol" pitchFamily="18" charset="2"/>
              </a:rPr>
              <a:t> = [ 0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 – (v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bx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)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2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] / [ (v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bx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)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1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 – 0 ]</a:t>
            </a:r>
          </a:p>
          <a:p>
            <a:pPr eaLnBrk="1" hangingPunct="1">
              <a:defRPr/>
            </a:pPr>
            <a:endParaRPr kumimoji="0" lang="en-US" altLang="en-US" smtClean="0">
              <a:solidFill>
                <a:srgbClr val="F8F8F8"/>
              </a:solidFill>
              <a:cs typeface="+mn-cs"/>
            </a:endParaRPr>
          </a:p>
          <a:p>
            <a:pPr eaLnBrk="1" hangingPunct="1">
              <a:buFont typeface="Symbol" pitchFamily="18" charset="2"/>
              <a:buNone/>
              <a:defRPr/>
            </a:pPr>
            <a:r>
              <a:rPr kumimoji="0" lang="en-US" altLang="en-US" smtClean="0">
                <a:solidFill>
                  <a:srgbClr val="F8F8F8"/>
                </a:solidFill>
                <a:cs typeface="+mn-cs"/>
                <a:sym typeface="Symbol" pitchFamily="18" charset="2"/>
              </a:rPr>
              <a:t> 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  0.75 = [ 0 – (-v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b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)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2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cos </a:t>
            </a:r>
            <a:r>
              <a:rPr kumimoji="0" lang="en-US" altLang="en-US" i="1" smtClean="0">
                <a:solidFill>
                  <a:srgbClr val="F8F8F8"/>
                </a:solidFill>
                <a:cs typeface="+mn-cs"/>
                <a:sym typeface="Symbol" pitchFamily="18" charset="2"/>
              </a:rPr>
              <a:t>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  <a:sym typeface="Symbol" pitchFamily="18" charset="2"/>
              </a:rPr>
              <a:t>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] / [ 20</a:t>
            </a:r>
            <a:r>
              <a:rPr kumimoji="0" lang="en-US" altLang="en-US" baseline="-25000" smtClean="0">
                <a:solidFill>
                  <a:srgbClr val="F8F8F8"/>
                </a:solidFill>
                <a:cs typeface="+mn-cs"/>
              </a:rPr>
              <a:t>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cos 30</a:t>
            </a:r>
            <a:r>
              <a:rPr kumimoji="0" lang="en-US" altLang="en-US" smtClean="0">
                <a:solidFill>
                  <a:srgbClr val="F8F8F8"/>
                </a:solidFill>
                <a:cs typeface="Times New Roman" charset="0"/>
              </a:rPr>
              <a:t>°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 – 0]</a:t>
            </a:r>
          </a:p>
          <a:p>
            <a:pPr eaLnBrk="1" hangingPunct="1">
              <a:buFont typeface="Symbol" pitchFamily="18" charset="2"/>
              <a:buNone/>
              <a:defRPr/>
            </a:pPr>
            <a:endParaRPr kumimoji="0" lang="en-US" altLang="en-US" smtClean="0">
              <a:solidFill>
                <a:srgbClr val="F8F8F8"/>
              </a:solidFill>
              <a:cs typeface="+mn-cs"/>
            </a:endParaRPr>
          </a:p>
          <a:p>
            <a:pPr eaLnBrk="1" hangingPunct="1">
              <a:buFont typeface="Symbol" pitchFamily="18" charset="2"/>
              <a:buNone/>
              <a:defRPr/>
            </a:pPr>
            <a:r>
              <a:rPr kumimoji="0" lang="en-US" altLang="en-US" smtClean="0">
                <a:solidFill>
                  <a:srgbClr val="F8F8F8"/>
                </a:solidFill>
                <a:cs typeface="+mn-cs"/>
                <a:sym typeface="Symbol" pitchFamily="18" charset="2"/>
              </a:rPr>
              <a:t> 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  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</a:rPr>
              <a:t>(v</a:t>
            </a:r>
            <a:r>
              <a:rPr kumimoji="0" lang="en-US" altLang="en-US" baseline="-25000" smtClean="0">
                <a:solidFill>
                  <a:srgbClr val="FFFFFF"/>
                </a:solidFill>
                <a:cs typeface="+mn-cs"/>
              </a:rPr>
              <a:t>b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</a:rPr>
              <a:t>)</a:t>
            </a:r>
            <a:r>
              <a:rPr kumimoji="0" lang="en-US" altLang="en-US" baseline="-25000" smtClean="0">
                <a:solidFill>
                  <a:srgbClr val="FFFFFF"/>
                </a:solidFill>
                <a:cs typeface="+mn-cs"/>
              </a:rPr>
              <a:t>2 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</a:rPr>
              <a:t>cos </a:t>
            </a:r>
            <a:r>
              <a:rPr kumimoji="0" lang="en-US" altLang="en-US" i="1" smtClean="0">
                <a:solidFill>
                  <a:srgbClr val="FFFFFF"/>
                </a:solidFill>
                <a:cs typeface="+mn-cs"/>
                <a:sym typeface="Symbol" pitchFamily="18" charset="2"/>
              </a:rPr>
              <a:t></a:t>
            </a:r>
            <a:r>
              <a:rPr kumimoji="0" lang="en-US" altLang="en-US" smtClean="0">
                <a:solidFill>
                  <a:srgbClr val="FFFFFF"/>
                </a:solidFill>
                <a:cs typeface="+mn-cs"/>
                <a:sym typeface="Symbol" pitchFamily="18" charset="2"/>
              </a:rPr>
              <a:t>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= 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12.99 m/s       </a:t>
            </a:r>
            <a:r>
              <a:rPr kumimoji="0" lang="en-US" altLang="en-US" sz="2000" smtClean="0">
                <a:solidFill>
                  <a:srgbClr val="FFFFFF"/>
                </a:solidFill>
                <a:cs typeface="+mn-cs"/>
              </a:rPr>
              <a:t>(2)</a:t>
            </a:r>
          </a:p>
        </p:txBody>
      </p:sp>
      <p:sp>
        <p:nvSpPr>
          <p:cNvPr id="19459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074400" y="6172200"/>
            <a:ext cx="304800" cy="2286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F8F8F8"/>
              </a:solidFill>
              <a:cs typeface="+mn-cs"/>
            </a:endParaRPr>
          </a:p>
        </p:txBody>
      </p:sp>
      <p:sp>
        <p:nvSpPr>
          <p:cNvPr id="19460" name="AutoShape 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0769600" y="6172200"/>
            <a:ext cx="304800" cy="228600"/>
          </a:xfrm>
          <a:prstGeom prst="actionButtonBackPreviou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F8F8F8"/>
              </a:solidFill>
              <a:cs typeface="+mn-cs"/>
            </a:endParaRPr>
          </a:p>
        </p:txBody>
      </p:sp>
      <p:sp>
        <p:nvSpPr>
          <p:cNvPr id="19461" name="Text Box 46"/>
          <p:cNvSpPr txBox="1">
            <a:spLocks noChangeArrowheads="1"/>
          </p:cNvSpPr>
          <p:nvPr/>
        </p:nvSpPr>
        <p:spPr bwMode="auto">
          <a:xfrm>
            <a:off x="4267200" y="306389"/>
            <a:ext cx="355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defRPr/>
            </a:pPr>
            <a:r>
              <a:rPr kumimoji="0" lang="en-US" altLang="en-US" b="1" smtClean="0">
                <a:solidFill>
                  <a:srgbClr val="00FF00"/>
                </a:solidFill>
                <a:cs typeface="+mn-cs"/>
              </a:rPr>
              <a:t>EXAMPLE </a:t>
            </a:r>
            <a:r>
              <a:rPr kumimoji="0" lang="en-US" altLang="en-US" smtClean="0">
                <a:solidFill>
                  <a:srgbClr val="00FF00"/>
                </a:solidFill>
                <a:cs typeface="+mn-cs"/>
              </a:rPr>
              <a:t>(continued)</a:t>
            </a:r>
          </a:p>
        </p:txBody>
      </p:sp>
      <p:pic>
        <p:nvPicPr>
          <p:cNvPr id="3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34" y="1339851"/>
            <a:ext cx="2764367" cy="23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Text Box 3"/>
          <p:cNvSpPr txBox="1">
            <a:spLocks noChangeArrowheads="1"/>
          </p:cNvSpPr>
          <p:nvPr/>
        </p:nvSpPr>
        <p:spPr bwMode="auto">
          <a:xfrm>
            <a:off x="467784" y="800100"/>
            <a:ext cx="1382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b="1" smtClean="0">
                <a:solidFill>
                  <a:srgbClr val="FF3300"/>
                </a:solidFill>
                <a:cs typeface="+mn-cs"/>
              </a:rPr>
              <a:t>Solution:</a:t>
            </a:r>
            <a:endParaRPr kumimoji="0" lang="en-US" altLang="en-US" smtClean="0">
              <a:solidFill>
                <a:srgbClr val="FF3300"/>
              </a:solidFill>
              <a:cs typeface="+mn-cs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702734" y="4448175"/>
            <a:ext cx="804098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Using Eqs. (1) and (2) and solving for the velocity and </a:t>
            </a:r>
            <a:r>
              <a:rPr kumimoji="0" lang="en-US" altLang="en-US" i="1" smtClean="0">
                <a:solidFill>
                  <a:srgbClr val="F8F8F8"/>
                </a:solidFill>
                <a:cs typeface="+mn-cs"/>
                <a:sym typeface="Symbol" pitchFamily="18" charset="2"/>
              </a:rPr>
              <a:t> </a:t>
            </a:r>
            <a:r>
              <a:rPr kumimoji="0" lang="en-US" altLang="en-US" smtClean="0">
                <a:solidFill>
                  <a:srgbClr val="F8F8F8"/>
                </a:solidFill>
                <a:cs typeface="+mn-cs"/>
              </a:rPr>
              <a:t>yields:</a:t>
            </a:r>
          </a:p>
          <a:p>
            <a:pPr eaLnBrk="1" hangingPunct="1">
              <a:defRPr/>
            </a:pPr>
            <a:endParaRPr kumimoji="0" lang="en-US" altLang="en-US" smtClean="0">
              <a:solidFill>
                <a:srgbClr val="F8F8F8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altLang="en-US" smtClean="0">
                <a:solidFill>
                  <a:srgbClr val="00FFFF"/>
                </a:solidFill>
                <a:cs typeface="+mn-cs"/>
              </a:rPr>
              <a:t>    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(v</a:t>
            </a:r>
            <a:r>
              <a:rPr kumimoji="0" lang="en-US" altLang="en-US" baseline="-25000" smtClean="0">
                <a:solidFill>
                  <a:srgbClr val="00FFFF"/>
                </a:solidFill>
                <a:cs typeface="+mn-cs"/>
              </a:rPr>
              <a:t>b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)</a:t>
            </a:r>
            <a:r>
              <a:rPr kumimoji="0" lang="en-US" altLang="en-US" baseline="-25000" smtClean="0">
                <a:solidFill>
                  <a:srgbClr val="00FFFF"/>
                </a:solidFill>
                <a:cs typeface="+mn-cs"/>
              </a:rPr>
              <a:t>2 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  <a:sym typeface="Symbol" pitchFamily="18" charset="2"/>
              </a:rPr>
              <a:t> 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= (12.99</a:t>
            </a:r>
            <a:r>
              <a:rPr kumimoji="0" lang="en-US" altLang="en-US" baseline="30000" smtClean="0">
                <a:solidFill>
                  <a:srgbClr val="00FFFF"/>
                </a:solidFill>
                <a:cs typeface="+mn-cs"/>
              </a:rPr>
              <a:t>2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+10</a:t>
            </a:r>
            <a:r>
              <a:rPr kumimoji="0" lang="en-US" altLang="en-US" baseline="30000" smtClean="0">
                <a:solidFill>
                  <a:srgbClr val="00FFFF"/>
                </a:solidFill>
                <a:cs typeface="+mn-cs"/>
              </a:rPr>
              <a:t>2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)</a:t>
            </a:r>
            <a:r>
              <a:rPr kumimoji="0" lang="en-US" altLang="en-US" baseline="30000" smtClean="0">
                <a:solidFill>
                  <a:srgbClr val="00FFFF"/>
                </a:solidFill>
                <a:cs typeface="+mn-cs"/>
              </a:rPr>
              <a:t>0.5 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= 16.4 m/s</a:t>
            </a:r>
          </a:p>
          <a:p>
            <a:pPr eaLnBrk="1" hangingPunct="1">
              <a:defRPr/>
            </a:pPr>
            <a:r>
              <a:rPr kumimoji="0" lang="en-US" altLang="en-US" smtClean="0">
                <a:solidFill>
                  <a:srgbClr val="00FFFF"/>
                </a:solidFill>
                <a:cs typeface="+mn-cs"/>
                <a:sym typeface="Symbol" pitchFamily="18" charset="2"/>
              </a:rPr>
              <a:t>     </a:t>
            </a:r>
            <a:r>
              <a:rPr kumimoji="0" lang="en-US" altLang="en-US" i="1" smtClean="0">
                <a:solidFill>
                  <a:srgbClr val="00FFFF"/>
                </a:solidFill>
                <a:cs typeface="+mn-cs"/>
                <a:sym typeface="Symbol" pitchFamily="18" charset="2"/>
              </a:rPr>
              <a:t>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  <a:sym typeface="Symbol" pitchFamily="18" charset="2"/>
              </a:rPr>
              <a:t> 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= tan</a:t>
            </a:r>
            <a:r>
              <a:rPr kumimoji="0" lang="en-US" altLang="en-US" baseline="30000" smtClean="0">
                <a:solidFill>
                  <a:srgbClr val="00FFFF"/>
                </a:solidFill>
                <a:cs typeface="+mn-cs"/>
              </a:rPr>
              <a:t>-1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(10/12.99)=37.6</a:t>
            </a:r>
            <a:r>
              <a:rPr kumimoji="0" lang="en-US" altLang="en-US" smtClean="0">
                <a:solidFill>
                  <a:srgbClr val="00FFFF"/>
                </a:solidFill>
                <a:cs typeface="Times New Roman" charset="0"/>
              </a:rPr>
              <a:t>°</a:t>
            </a:r>
            <a:r>
              <a:rPr kumimoji="0" lang="en-US" altLang="en-US" smtClean="0">
                <a:solidFill>
                  <a:srgbClr val="00FFFF"/>
                </a:solidFill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136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1" grpId="0" autoUpdateAnimBg="0"/>
      <p:bldP spid="3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3BE3565-3991-49C2-AC1A-F84CFC5D2E77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119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381000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solidFill>
                  <a:srgbClr val="008080"/>
                </a:solidFill>
                <a:ea typeface="宋体" pitchFamily="2" charset="-122"/>
              </a:rPr>
              <a:t>Example 8. </a:t>
            </a:r>
            <a:br>
              <a:rPr lang="en-US" altLang="zh-CN" sz="4000" smtClean="0">
                <a:solidFill>
                  <a:srgbClr val="008080"/>
                </a:solidFill>
                <a:ea typeface="宋体" pitchFamily="2" charset="-122"/>
              </a:rPr>
            </a:br>
            <a:r>
              <a:rPr lang="en-US" altLang="zh-CN" sz="4000" smtClean="0">
                <a:solidFill>
                  <a:srgbClr val="008080"/>
                </a:solidFill>
                <a:ea typeface="宋体" pitchFamily="2" charset="-122"/>
              </a:rPr>
              <a:t> A Ballistic Pendulum</a:t>
            </a: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6096000" y="1676401"/>
            <a:ext cx="5892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The ballistic pendulum consists of a block of wood(mass m</a:t>
            </a:r>
            <a:r>
              <a:rPr lang="en-US" altLang="zh-CN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2</a:t>
            </a:r>
            <a:r>
              <a:rPr lang="en-US" altLang="zh-CN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=2.5kg)suspended by a wire of negligible mass. A bullet(mass m</a:t>
            </a:r>
            <a:r>
              <a:rPr lang="en-US" altLang="zh-CN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1</a:t>
            </a:r>
            <a:r>
              <a:rPr lang="en-US" altLang="zh-CN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=0.01kg)is fired with a speed v</a:t>
            </a:r>
            <a:r>
              <a:rPr lang="en-US" altLang="zh-CN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01</a:t>
            </a:r>
            <a:r>
              <a:rPr lang="en-US" altLang="zh-CN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. After collision, the block has a speed v</a:t>
            </a:r>
            <a:r>
              <a:rPr lang="en-US" altLang="zh-CN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f</a:t>
            </a:r>
            <a:r>
              <a:rPr lang="en-US" altLang="zh-CN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 and then swings to a maximum height of 0.65m above the initial position. Find the speed v</a:t>
            </a:r>
            <a:r>
              <a:rPr lang="en-US" altLang="zh-CN" b="1" baseline="-25000" smtClean="0">
                <a:solidFill>
                  <a:srgbClr val="000000"/>
                </a:solidFill>
                <a:ea typeface="宋体" pitchFamily="2" charset="-122"/>
                <a:cs typeface="+mn-cs"/>
              </a:rPr>
              <a:t>01</a:t>
            </a:r>
            <a:r>
              <a:rPr lang="en-US" altLang="zh-CN" b="1" smtClean="0">
                <a:solidFill>
                  <a:srgbClr val="000000"/>
                </a:solidFill>
                <a:ea typeface="宋体" pitchFamily="2" charset="-122"/>
                <a:cs typeface="+mn-cs"/>
              </a:rPr>
              <a:t> of the bullet, assuming air resistance is negligible.</a:t>
            </a:r>
          </a:p>
        </p:txBody>
      </p:sp>
      <p:graphicFrame>
        <p:nvGraphicFramePr>
          <p:cNvPr id="211973" name="Object 25"/>
          <p:cNvGraphicFramePr>
            <a:graphicFrameLocks noGrp="1" noChangeAspect="1"/>
          </p:cNvGraphicFramePr>
          <p:nvPr>
            <p:ph idx="1"/>
          </p:nvPr>
        </p:nvGraphicFramePr>
        <p:xfrm>
          <a:off x="711201" y="1752600"/>
          <a:ext cx="5018617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Bitmap Image" r:id="rId3" imgW="2228571" imgH="2752381" progId="Paint.Picture">
                  <p:embed/>
                </p:oleObj>
              </mc:Choice>
              <mc:Fallback>
                <p:oleObj name="Bitmap Image" r:id="rId3" imgW="2228571" imgH="27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1" y="1752600"/>
                        <a:ext cx="5018617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204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466A520-5CC2-40CB-AE76-9661809CC91C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75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5843" name="Text Box 9"/>
          <p:cNvSpPr txBox="1">
            <a:spLocks noChangeArrowheads="1"/>
          </p:cNvSpPr>
          <p:nvPr/>
        </p:nvSpPr>
        <p:spPr bwMode="auto">
          <a:xfrm>
            <a:off x="5588000" y="1524000"/>
            <a:ext cx="57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b="1" smtClean="0">
                <a:solidFill>
                  <a:srgbClr val="000000"/>
                </a:solidFill>
                <a:cs typeface="+mn-cs"/>
              </a:rPr>
              <a:t>Is conservation of energy valid?</a:t>
            </a:r>
          </a:p>
        </p:txBody>
      </p:sp>
      <p:sp>
        <p:nvSpPr>
          <p:cNvPr id="105482" name="Text Box 10"/>
          <p:cNvSpPr txBox="1">
            <a:spLocks noChangeArrowheads="1"/>
          </p:cNvSpPr>
          <p:nvPr/>
        </p:nvSpPr>
        <p:spPr bwMode="auto">
          <a:xfrm>
            <a:off x="5892800" y="2667000"/>
            <a:ext cx="629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b="1" i="1" smtClean="0">
                <a:solidFill>
                  <a:srgbClr val="000000"/>
                </a:solidFill>
                <a:cs typeface="+mn-cs"/>
              </a:rPr>
              <a:t>No  (completely inelastic)</a:t>
            </a:r>
          </a:p>
        </p:txBody>
      </p:sp>
      <p:sp>
        <p:nvSpPr>
          <p:cNvPr id="35845" name="Text Box 11"/>
          <p:cNvSpPr txBox="1">
            <a:spLocks noChangeArrowheads="1"/>
          </p:cNvSpPr>
          <p:nvPr/>
        </p:nvSpPr>
        <p:spPr bwMode="auto">
          <a:xfrm>
            <a:off x="5384800" y="3733800"/>
            <a:ext cx="660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b="1" smtClean="0">
                <a:solidFill>
                  <a:srgbClr val="000000"/>
                </a:solidFill>
                <a:cs typeface="+mn-cs"/>
              </a:rPr>
              <a:t>Is conservation of momentum valid?</a:t>
            </a:r>
          </a:p>
        </p:txBody>
      </p:sp>
      <p:grpSp>
        <p:nvGrpSpPr>
          <p:cNvPr id="105486" name="Group 14"/>
          <p:cNvGrpSpPr>
            <a:grpSpLocks/>
          </p:cNvGrpSpPr>
          <p:nvPr/>
        </p:nvGrpSpPr>
        <p:grpSpPr bwMode="auto">
          <a:xfrm>
            <a:off x="5994400" y="4724400"/>
            <a:ext cx="5588000" cy="457200"/>
            <a:chOff x="1872" y="3648"/>
            <a:chExt cx="2640" cy="288"/>
          </a:xfrm>
        </p:grpSpPr>
        <p:sp>
          <p:nvSpPr>
            <p:cNvPr id="35854" name="Text Box 12"/>
            <p:cNvSpPr txBox="1">
              <a:spLocks noChangeArrowheads="1"/>
            </p:cNvSpPr>
            <p:nvPr/>
          </p:nvSpPr>
          <p:spPr bwMode="auto">
            <a:xfrm>
              <a:off x="1872" y="3648"/>
              <a:ext cx="26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b="1" i="1" smtClean="0">
                  <a:solidFill>
                    <a:srgbClr val="000000"/>
                  </a:solidFill>
                  <a:cs typeface="+mn-cs"/>
                </a:rPr>
                <a:t>Yes  (no external forces        )</a:t>
              </a:r>
            </a:p>
          </p:txBody>
        </p:sp>
        <p:sp>
          <p:nvSpPr>
            <p:cNvPr id="35855" name="Line 13"/>
            <p:cNvSpPr>
              <a:spLocks noChangeShapeType="1"/>
            </p:cNvSpPr>
            <p:nvPr/>
          </p:nvSpPr>
          <p:spPr bwMode="auto">
            <a:xfrm>
              <a:off x="3888" y="379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 sz="2400">
                <a:solidFill>
                  <a:srgbClr val="000000"/>
                </a:solidFill>
                <a:latin typeface="Times New Roman" pitchFamily="18" charset="0"/>
                <a:cs typeface="+mn-cs"/>
              </a:endParaRPr>
            </a:p>
          </p:txBody>
        </p:sp>
      </p:grpSp>
      <p:grpSp>
        <p:nvGrpSpPr>
          <p:cNvPr id="212999" name="Group 15"/>
          <p:cNvGrpSpPr>
            <a:grpSpLocks/>
          </p:cNvGrpSpPr>
          <p:nvPr/>
        </p:nvGrpSpPr>
        <p:grpSpPr bwMode="auto">
          <a:xfrm>
            <a:off x="304800" y="1295401"/>
            <a:ext cx="5588000" cy="4206875"/>
            <a:chOff x="240" y="1056"/>
            <a:chExt cx="2640" cy="2650"/>
          </a:xfrm>
        </p:grpSpPr>
        <p:graphicFrame>
          <p:nvGraphicFramePr>
            <p:cNvPr id="213000" name="Object 16"/>
            <p:cNvGraphicFramePr>
              <a:graphicFrameLocks noChangeAspect="1"/>
            </p:cNvGraphicFramePr>
            <p:nvPr/>
          </p:nvGraphicFramePr>
          <p:xfrm>
            <a:off x="240" y="1728"/>
            <a:ext cx="1153" cy="1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6" name="Bitmap Image" r:id="rId3" imgW="1286055" imgH="1980952" progId="Paint.Picture">
                    <p:embed/>
                  </p:oleObj>
                </mc:Choice>
                <mc:Fallback>
                  <p:oleObj name="Bitmap Image" r:id="rId3" imgW="1286055" imgH="198095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728"/>
                          <a:ext cx="1153" cy="17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9" name="Text Box 17"/>
            <p:cNvSpPr txBox="1">
              <a:spLocks noChangeArrowheads="1"/>
            </p:cNvSpPr>
            <p:nvPr/>
          </p:nvSpPr>
          <p:spPr bwMode="auto">
            <a:xfrm>
              <a:off x="384" y="1056"/>
              <a:ext cx="105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sz="2000" b="1" smtClean="0">
                  <a:solidFill>
                    <a:srgbClr val="000000"/>
                  </a:solidFill>
                  <a:cs typeface="+mn-cs"/>
                </a:rPr>
                <a:t>Just before collision</a:t>
              </a:r>
            </a:p>
          </p:txBody>
        </p:sp>
        <p:sp>
          <p:nvSpPr>
            <p:cNvPr id="35850" name="Text Box 18"/>
            <p:cNvSpPr txBox="1">
              <a:spLocks noChangeArrowheads="1"/>
            </p:cNvSpPr>
            <p:nvPr/>
          </p:nvSpPr>
          <p:spPr bwMode="auto">
            <a:xfrm>
              <a:off x="1728" y="1056"/>
              <a:ext cx="115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sz="2000" b="1" smtClean="0">
                  <a:solidFill>
                    <a:srgbClr val="000000"/>
                  </a:solidFill>
                  <a:cs typeface="+mn-cs"/>
                </a:rPr>
                <a:t>Just after collision</a:t>
              </a:r>
            </a:p>
          </p:txBody>
        </p:sp>
        <p:graphicFrame>
          <p:nvGraphicFramePr>
            <p:cNvPr id="213003" name="Object 19"/>
            <p:cNvGraphicFramePr>
              <a:graphicFrameLocks noChangeAspect="1"/>
            </p:cNvGraphicFramePr>
            <p:nvPr/>
          </p:nvGraphicFramePr>
          <p:xfrm>
            <a:off x="1824" y="1632"/>
            <a:ext cx="652" cy="1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" name="Bitmap Image" r:id="rId5" imgW="838095" imgH="2467319" progId="Paint.Picture">
                    <p:embed/>
                  </p:oleObj>
                </mc:Choice>
                <mc:Fallback>
                  <p:oleObj name="Bitmap Image" r:id="rId5" imgW="838095" imgH="246731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632"/>
                          <a:ext cx="652" cy="19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2" name="Text Box 20"/>
            <p:cNvSpPr txBox="1">
              <a:spLocks noChangeArrowheads="1"/>
            </p:cNvSpPr>
            <p:nvPr/>
          </p:nvSpPr>
          <p:spPr bwMode="auto">
            <a:xfrm>
              <a:off x="1776" y="3168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en-US" sz="2000" b="1" smtClean="0">
                  <a:solidFill>
                    <a:srgbClr val="000000"/>
                  </a:solidFill>
                  <a:cs typeface="+mn-cs"/>
                </a:rPr>
                <a:t>m</a:t>
              </a:r>
              <a:r>
                <a:rPr lang="en-US" altLang="en-US" sz="2000" b="1" baseline="-25000" smtClean="0">
                  <a:solidFill>
                    <a:srgbClr val="000000"/>
                  </a:solidFill>
                  <a:cs typeface="+mn-cs"/>
                </a:rPr>
                <a:t>1</a:t>
              </a:r>
              <a:r>
                <a:rPr lang="en-US" altLang="en-US" sz="2000" b="1" smtClean="0">
                  <a:solidFill>
                    <a:srgbClr val="000000"/>
                  </a:solidFill>
                  <a:cs typeface="+mn-cs"/>
                </a:rPr>
                <a:t>+m</a:t>
              </a:r>
              <a:r>
                <a:rPr lang="en-US" altLang="en-US" sz="2000" b="1" baseline="-25000" smtClean="0">
                  <a:solidFill>
                    <a:srgbClr val="000000"/>
                  </a:solidFill>
                  <a:cs typeface="+mn-cs"/>
                </a:rPr>
                <a:t>2</a:t>
              </a:r>
            </a:p>
          </p:txBody>
        </p:sp>
        <p:sp>
          <p:nvSpPr>
            <p:cNvPr id="35853" name="Text Box 21"/>
            <p:cNvSpPr txBox="1">
              <a:spLocks noChangeArrowheads="1"/>
            </p:cNvSpPr>
            <p:nvPr/>
          </p:nvSpPr>
          <p:spPr bwMode="auto">
            <a:xfrm>
              <a:off x="1968" y="345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sz="2000" b="1" smtClean="0">
                  <a:solidFill>
                    <a:srgbClr val="000000"/>
                  </a:solidFill>
                  <a:cs typeface="+mn-cs"/>
                </a:rPr>
                <a:t>v</a:t>
              </a:r>
              <a:r>
                <a:rPr lang="en-US" altLang="en-US" sz="2000" b="1" baseline="-25000" smtClean="0">
                  <a:solidFill>
                    <a:srgbClr val="000000"/>
                  </a:solidFill>
                  <a:cs typeface="+mn-cs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373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B5E9AF-905D-45CC-80EA-BA76A745C320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5251451" y="3309938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grpSp>
        <p:nvGrpSpPr>
          <p:cNvPr id="214020" name="Group 12"/>
          <p:cNvGrpSpPr>
            <a:grpSpLocks/>
          </p:cNvGrpSpPr>
          <p:nvPr/>
        </p:nvGrpSpPr>
        <p:grpSpPr bwMode="auto">
          <a:xfrm>
            <a:off x="2336800" y="1371600"/>
            <a:ext cx="7315200" cy="1631950"/>
            <a:chOff x="1200" y="576"/>
            <a:chExt cx="3456" cy="1028"/>
          </a:xfrm>
        </p:grpSpPr>
        <p:graphicFrame>
          <p:nvGraphicFramePr>
            <p:cNvPr id="214024" name="Object 2"/>
            <p:cNvGraphicFramePr>
              <a:graphicFrameLocks noChangeAspect="1"/>
            </p:cNvGraphicFramePr>
            <p:nvPr/>
          </p:nvGraphicFramePr>
          <p:xfrm>
            <a:off x="1200" y="576"/>
            <a:ext cx="3168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00" r:id="rId3" imgW="1269449" imgH="241195" progId="Equation.3">
                    <p:embed/>
                  </p:oleObj>
                </mc:Choice>
                <mc:Fallback>
                  <p:oleObj r:id="rId3" imgW="1269449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576"/>
                          <a:ext cx="3168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3" name="Text Box 4"/>
            <p:cNvSpPr txBox="1">
              <a:spLocks noChangeArrowheads="1"/>
            </p:cNvSpPr>
            <p:nvPr/>
          </p:nvSpPr>
          <p:spPr bwMode="auto">
            <a:xfrm>
              <a:off x="1488" y="1200"/>
              <a:ext cx="120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smtClean="0">
                  <a:solidFill>
                    <a:srgbClr val="000000"/>
                  </a:solidFill>
                  <a:ea typeface="宋体" pitchFamily="2" charset="-122"/>
                  <a:cs typeface="+mn-cs"/>
                </a:rPr>
                <a:t>Total momentum after collision</a:t>
              </a:r>
            </a:p>
          </p:txBody>
        </p:sp>
        <p:sp>
          <p:nvSpPr>
            <p:cNvPr id="36874" name="Text Box 5"/>
            <p:cNvSpPr txBox="1">
              <a:spLocks noChangeArrowheads="1"/>
            </p:cNvSpPr>
            <p:nvPr/>
          </p:nvSpPr>
          <p:spPr bwMode="auto">
            <a:xfrm>
              <a:off x="3264" y="1200"/>
              <a:ext cx="13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smtClean="0">
                  <a:solidFill>
                    <a:srgbClr val="000000"/>
                  </a:solidFill>
                  <a:ea typeface="宋体" pitchFamily="2" charset="-122"/>
                  <a:cs typeface="+mn-cs"/>
                </a:rPr>
                <a:t>Total momentum before collision</a:t>
              </a:r>
            </a:p>
          </p:txBody>
        </p:sp>
      </p:grpSp>
      <p:sp>
        <p:nvSpPr>
          <p:cNvPr id="36869" name="Rectangle 7"/>
          <p:cNvSpPr>
            <a:spLocks noChangeArrowheads="1"/>
          </p:cNvSpPr>
          <p:nvPr/>
        </p:nvSpPr>
        <p:spPr bwMode="auto">
          <a:xfrm>
            <a:off x="5391151" y="3205163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14022" name="Object 6"/>
          <p:cNvGraphicFramePr>
            <a:graphicFrameLocks noChangeAspect="1"/>
          </p:cNvGraphicFramePr>
          <p:nvPr/>
        </p:nvGraphicFramePr>
        <p:xfrm>
          <a:off x="3149600" y="3810000"/>
          <a:ext cx="497840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1" r:id="rId5" imgW="1054100" imgH="444500" progId="Equation.3">
                  <p:embed/>
                </p:oleObj>
              </mc:Choice>
              <mc:Fallback>
                <p:oleObj r:id="rId5" imgW="10541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3810000"/>
                        <a:ext cx="4978400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Rectangle 9"/>
          <p:cNvSpPr>
            <a:spLocks noChangeArrowheads="1"/>
          </p:cNvSpPr>
          <p:nvPr/>
        </p:nvSpPr>
        <p:spPr bwMode="auto">
          <a:xfrm>
            <a:off x="4794251" y="3233738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78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775530D-3596-4921-97B2-335642F83A6A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77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7891" name="Text Box 19"/>
          <p:cNvSpPr txBox="1">
            <a:spLocks noChangeArrowheads="1"/>
          </p:cNvSpPr>
          <p:nvPr/>
        </p:nvSpPr>
        <p:spPr bwMode="auto">
          <a:xfrm>
            <a:off x="1524000" y="3733800"/>
            <a:ext cx="873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b="1" smtClean="0">
                <a:solidFill>
                  <a:srgbClr val="000000"/>
                </a:solidFill>
                <a:cs typeface="+mn-cs"/>
              </a:rPr>
              <a:t>Applying conservation of energy</a:t>
            </a:r>
          </a:p>
        </p:txBody>
      </p:sp>
      <p:grpSp>
        <p:nvGrpSpPr>
          <p:cNvPr id="215044" name="Group 20"/>
          <p:cNvGrpSpPr>
            <a:grpSpLocks/>
          </p:cNvGrpSpPr>
          <p:nvPr/>
        </p:nvGrpSpPr>
        <p:grpSpPr bwMode="auto">
          <a:xfrm>
            <a:off x="1930400" y="4419600"/>
            <a:ext cx="8839200" cy="1936750"/>
            <a:chOff x="1152" y="2544"/>
            <a:chExt cx="4176" cy="1220"/>
          </a:xfrm>
        </p:grpSpPr>
        <p:graphicFrame>
          <p:nvGraphicFramePr>
            <p:cNvPr id="215049" name="Object 21"/>
            <p:cNvGraphicFramePr>
              <a:graphicFrameLocks noChangeAspect="1"/>
            </p:cNvGraphicFramePr>
            <p:nvPr/>
          </p:nvGraphicFramePr>
          <p:xfrm>
            <a:off x="1152" y="2544"/>
            <a:ext cx="3744" cy="7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24" r:id="rId3" imgW="1955800" imgH="393700" progId="Equation.3">
                    <p:embed/>
                  </p:oleObj>
                </mc:Choice>
                <mc:Fallback>
                  <p:oleObj r:id="rId3" imgW="19558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544"/>
                          <a:ext cx="3744" cy="7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8" name="Text Box 22"/>
            <p:cNvSpPr txBox="1">
              <a:spLocks noChangeArrowheads="1"/>
            </p:cNvSpPr>
            <p:nvPr/>
          </p:nvSpPr>
          <p:spPr bwMode="auto">
            <a:xfrm>
              <a:off x="1248" y="3360"/>
              <a:ext cx="201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smtClean="0">
                  <a:solidFill>
                    <a:srgbClr val="000000"/>
                  </a:solidFill>
                  <a:ea typeface="宋体" pitchFamily="2" charset="-122"/>
                  <a:cs typeface="+mn-cs"/>
                </a:rPr>
                <a:t>Total mechanical energy at top of swing, all potential</a:t>
              </a:r>
            </a:p>
          </p:txBody>
        </p:sp>
        <p:sp>
          <p:nvSpPr>
            <p:cNvPr id="37899" name="Text Box 23"/>
            <p:cNvSpPr txBox="1">
              <a:spLocks noChangeArrowheads="1"/>
            </p:cNvSpPr>
            <p:nvPr/>
          </p:nvSpPr>
          <p:spPr bwMode="auto">
            <a:xfrm>
              <a:off x="3312" y="3360"/>
              <a:ext cx="201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smtClean="0">
                  <a:solidFill>
                    <a:srgbClr val="000000"/>
                  </a:solidFill>
                  <a:ea typeface="宋体" pitchFamily="2" charset="-122"/>
                  <a:cs typeface="+mn-cs"/>
                </a:rPr>
                <a:t>Total mechanical energy at bottom of swing, all kinetic</a:t>
              </a:r>
            </a:p>
          </p:txBody>
        </p:sp>
      </p:grpSp>
      <p:grpSp>
        <p:nvGrpSpPr>
          <p:cNvPr id="215045" name="Group 25"/>
          <p:cNvGrpSpPr>
            <a:grpSpLocks/>
          </p:cNvGrpSpPr>
          <p:nvPr/>
        </p:nvGrpSpPr>
        <p:grpSpPr bwMode="auto">
          <a:xfrm>
            <a:off x="2438400" y="609600"/>
            <a:ext cx="7518400" cy="3048000"/>
            <a:chOff x="288" y="528"/>
            <a:chExt cx="3552" cy="1920"/>
          </a:xfrm>
        </p:grpSpPr>
        <p:graphicFrame>
          <p:nvGraphicFramePr>
            <p:cNvPr id="215046" name="Object 26"/>
            <p:cNvGraphicFramePr>
              <a:graphicFrameLocks noChangeAspect="1"/>
            </p:cNvGraphicFramePr>
            <p:nvPr/>
          </p:nvGraphicFramePr>
          <p:xfrm>
            <a:off x="288" y="528"/>
            <a:ext cx="2688" cy="1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25" name="Bitmap Image" r:id="rId5" imgW="3038095" imgH="1914286" progId="Paint.Picture">
                    <p:embed/>
                  </p:oleObj>
                </mc:Choice>
                <mc:Fallback>
                  <p:oleObj name="Bitmap Image" r:id="rId5" imgW="3038095" imgH="191428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528"/>
                          <a:ext cx="2688" cy="1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5" name="Text Box 27"/>
            <p:cNvSpPr txBox="1">
              <a:spLocks noChangeArrowheads="1"/>
            </p:cNvSpPr>
            <p:nvPr/>
          </p:nvSpPr>
          <p:spPr bwMode="auto">
            <a:xfrm>
              <a:off x="912" y="216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en-US" b="1" smtClean="0">
                  <a:solidFill>
                    <a:srgbClr val="000000"/>
                  </a:solidFill>
                  <a:cs typeface="+mn-cs"/>
                </a:rPr>
                <a:t>v</a:t>
              </a:r>
              <a:r>
                <a:rPr lang="en-US" altLang="en-US" b="1" baseline="-25000" smtClean="0">
                  <a:solidFill>
                    <a:srgbClr val="000000"/>
                  </a:solidFill>
                  <a:cs typeface="+mn-cs"/>
                </a:rPr>
                <a:t>f</a:t>
              </a:r>
              <a:endParaRPr lang="en-US" altLang="en-US" b="1" smtClean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37896" name="Text Box 28"/>
            <p:cNvSpPr txBox="1">
              <a:spLocks noChangeArrowheads="1"/>
            </p:cNvSpPr>
            <p:nvPr/>
          </p:nvSpPr>
          <p:spPr bwMode="auto">
            <a:xfrm>
              <a:off x="2880" y="1584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b="1" smtClean="0">
                  <a:solidFill>
                    <a:srgbClr val="000000"/>
                  </a:solidFill>
                  <a:cs typeface="+mn-cs"/>
                </a:rPr>
                <a:t>h</a:t>
              </a:r>
              <a:r>
                <a:rPr lang="en-US" altLang="en-US" b="1" baseline="-25000" smtClean="0">
                  <a:solidFill>
                    <a:srgbClr val="000000"/>
                  </a:solidFill>
                  <a:cs typeface="+mn-cs"/>
                </a:rPr>
                <a:t>f</a:t>
              </a:r>
              <a:r>
                <a:rPr lang="en-US" altLang="en-US" b="1" smtClean="0">
                  <a:solidFill>
                    <a:srgbClr val="000000"/>
                  </a:solidFill>
                  <a:cs typeface="+mn-cs"/>
                </a:rPr>
                <a:t>=0.65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831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A5E5E32-69AF-4BB1-ADED-C1C4F7CFEA42}" type="slidenum">
              <a:rPr lang="zh-CN" altLang="en-US" sz="1400" smtClean="0">
                <a:solidFill>
                  <a:srgbClr val="000000"/>
                </a:solidFill>
                <a:cs typeface="Arial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78</a:t>
            </a:fld>
            <a:endParaRPr lang="en-US" altLang="zh-CN" sz="1400" smtClean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3200400" y="3205163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5594351" y="3338513"/>
            <a:ext cx="1219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IN" altLang="en-US" smtClean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216069" name="Object 4"/>
          <p:cNvGraphicFramePr>
            <a:graphicFrameLocks noChangeAspect="1"/>
          </p:cNvGraphicFramePr>
          <p:nvPr/>
        </p:nvGraphicFramePr>
        <p:xfrm>
          <a:off x="711200" y="4267201"/>
          <a:ext cx="32512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3" r:id="rId3" imgW="748975" imgH="177723" progId="Equation.3">
                  <p:embed/>
                </p:oleObj>
              </mc:Choice>
              <mc:Fallback>
                <p:oleObj r:id="rId3" imgW="748975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267201"/>
                        <a:ext cx="32512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0" name="Object 6"/>
          <p:cNvGraphicFramePr>
            <a:graphicFrameLocks noChangeAspect="1"/>
          </p:cNvGraphicFramePr>
          <p:nvPr/>
        </p:nvGraphicFramePr>
        <p:xfrm>
          <a:off x="812800" y="685800"/>
          <a:ext cx="5791200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4" name="Bitmap Image" r:id="rId5" imgW="2448267" imgH="752381" progId="Paint.Picture">
                  <p:embed/>
                </p:oleObj>
              </mc:Choice>
              <mc:Fallback>
                <p:oleObj name="Bitmap Image" r:id="rId5" imgW="2448267" imgH="7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685800"/>
                        <a:ext cx="5791200" cy="133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1" name="Object 7"/>
          <p:cNvGraphicFramePr>
            <a:graphicFrameLocks noChangeAspect="1"/>
          </p:cNvGraphicFramePr>
          <p:nvPr/>
        </p:nvGraphicFramePr>
        <p:xfrm>
          <a:off x="609600" y="2590801"/>
          <a:ext cx="103632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5" name="Bitmap Image" r:id="rId7" imgW="5009524" imgH="695238" progId="Paint.Picture">
                  <p:embed/>
                </p:oleObj>
              </mc:Choice>
              <mc:Fallback>
                <p:oleObj name="Bitmap Image" r:id="rId7" imgW="5009524" imgH="6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90801"/>
                        <a:ext cx="10363200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979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HOTO" val="TRUE"/>
  <p:tag name="FILENAME" val="C:\WINDOWS\Desktop\serwap  art\chapter6\0604.jpg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0B028D956124478346EEBC5FF9D5E8" ma:contentTypeVersion="3" ma:contentTypeDescription="Create a new document." ma:contentTypeScope="" ma:versionID="89e7503f547daa565b2c82436943f5ed">
  <xsd:schema xmlns:xsd="http://www.w3.org/2001/XMLSchema" xmlns:xs="http://www.w3.org/2001/XMLSchema" xmlns:p="http://schemas.microsoft.com/office/2006/metadata/properties" xmlns:ns2="7ab409d2-d0ef-4175-bcb4-eb0701daf9fe" targetNamespace="http://schemas.microsoft.com/office/2006/metadata/properties" ma:root="true" ma:fieldsID="5d96c1f60b5f7e76001c6c61d0e4befc" ns2:_="">
    <xsd:import namespace="7ab409d2-d0ef-4175-bcb4-eb0701daf9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409d2-d0ef-4175-bcb4-eb0701daf9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D0ABD5-D49E-467F-B95F-43C48A9D1B17}">
  <ds:schemaRefs>
    <ds:schemaRef ds:uri="http://schemas.openxmlformats.org/package/2006/metadata/core-properties"/>
    <ds:schemaRef ds:uri="7ab409d2-d0ef-4175-bcb4-eb0701daf9f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3962164-7A26-4279-A57E-979AB87227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747D74-1800-45BD-A977-DBC48E352F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b409d2-d0ef-4175-bcb4-eb0701daf9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4975</TotalTime>
  <Words>4320</Words>
  <Application>Microsoft Office PowerPoint</Application>
  <PresentationFormat>Custom</PresentationFormat>
  <Paragraphs>557</Paragraphs>
  <Slides>78</Slides>
  <Notes>19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78</vt:i4>
      </vt:variant>
    </vt:vector>
  </HeadingPairs>
  <TitlesOfParts>
    <vt:vector size="87" baseType="lpstr">
      <vt:lpstr>2_Custom Design</vt:lpstr>
      <vt:lpstr>3_Custom Design</vt:lpstr>
      <vt:lpstr>Custom Design</vt:lpstr>
      <vt:lpstr>1_Custom Design</vt:lpstr>
      <vt:lpstr>Bitmap Image</vt:lpstr>
      <vt:lpstr>Equation.3</vt:lpstr>
      <vt:lpstr>Denklem</vt:lpstr>
      <vt:lpstr>Equation</vt:lpstr>
      <vt:lpstr>公式</vt:lpstr>
      <vt:lpstr>PowerPoint Presentation</vt:lpstr>
      <vt:lpstr>PowerPoint Presentation</vt:lpstr>
      <vt:lpstr>PowerPoint Presentation</vt:lpstr>
      <vt:lpstr>APPLICATIONS</vt:lpstr>
      <vt:lpstr>APPLICATIONS (continued)</vt:lpstr>
      <vt:lpstr>APPLICATIONS (continued)</vt:lpstr>
      <vt:lpstr>PRINCIPLE  OF   LINEAR  IMPULSE  AND  MOMENTUM </vt:lpstr>
      <vt:lpstr>PRINCIPLE  OF  LINEAR  IMPULSE  AND  MOMENTUM (continued)</vt:lpstr>
      <vt:lpstr>PRINCIPLE OF LINEAR IMPULSE AND MOMENTUM (continued)</vt:lpstr>
      <vt:lpstr>PRINCIPLE  OF  LINEAR  IMPULSE  AND  MOMENTUM (continued)</vt:lpstr>
      <vt:lpstr>IMPULSE AND MOMENTUM:  SCALAR EQUATIONS</vt:lpstr>
      <vt:lpstr>PROBLEM SOLVING</vt:lpstr>
      <vt:lpstr>EXAMPLE I</vt:lpstr>
      <vt:lpstr>EXAMPLE I (continued)</vt:lpstr>
      <vt:lpstr>EXAMPLE I (continued)</vt:lpstr>
      <vt:lpstr>EXAMPLE II</vt:lpstr>
      <vt:lpstr>EXAMPLE II (continued)</vt:lpstr>
      <vt:lpstr>EXAMPLE II (continued)</vt:lpstr>
      <vt:lpstr>CONCEPT QUIZ</vt:lpstr>
      <vt:lpstr>Example 3</vt:lpstr>
      <vt:lpstr>Example 3 (continued)</vt:lpstr>
      <vt:lpstr>Example 3 (continued)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8.   A Well-Hit Ball</vt:lpstr>
      <vt:lpstr>PowerPoint Presentation</vt:lpstr>
      <vt:lpstr>Example 9.   A Rain Storm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Collisions </vt:lpstr>
      <vt:lpstr>A “no stick” type collision</vt:lpstr>
      <vt:lpstr>Types of Collisions</vt:lpstr>
      <vt:lpstr>A “stick” type of collision</vt:lpstr>
      <vt:lpstr>The “explosion” type</vt:lpstr>
      <vt:lpstr>Backwards Inelastic - Explosions</vt:lpstr>
      <vt:lpstr>Collision Summary</vt:lpstr>
      <vt:lpstr>Elastic Collision</vt:lpstr>
      <vt:lpstr>Inelastic Collision</vt:lpstr>
      <vt:lpstr>Example</vt:lpstr>
      <vt:lpstr>Example .   Assembling a Freight Train</vt:lpstr>
      <vt:lpstr>PowerPoint Presentation</vt:lpstr>
      <vt:lpstr>Example 6.    Ice Skaters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8.   A Ballistic Pendulum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</cp:lastModifiedBy>
  <cp:revision>173</cp:revision>
  <cp:lastPrinted>2020-06-23T12:12:43Z</cp:lastPrinted>
  <dcterms:created xsi:type="dcterms:W3CDTF">2019-03-30T05:08:49Z</dcterms:created>
  <dcterms:modified xsi:type="dcterms:W3CDTF">2026-04-20T10:10:15Z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0x010100EF0B028D956124478346EEBC5FF9D5E8</vt:lpwstr>
  </property>
</Properties>
</file>