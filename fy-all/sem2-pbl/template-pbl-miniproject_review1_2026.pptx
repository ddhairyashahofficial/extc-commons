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Arial Black" panose="020B0A04020102020204" pitchFamily="34" charset="0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OTeGwvpyXv+WHXkZujPTG/Ddn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56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52835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0395f8316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0395f8316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395f831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0395f831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ec32c6c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eec32c6c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ec32c6c4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ec32c6c4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eec32c6c4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eec32c6c4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ec32c6c4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ec32c6c4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TY EXTC Mini Project</a:t>
            </a:r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6" descr="A picture containing drawing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80328" y="93609"/>
            <a:ext cx="3783105" cy="86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6" descr="A close up of a sig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57469" y="93609"/>
            <a:ext cx="1313507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 rot="5400000">
            <a:off x="5722459" y="409320"/>
            <a:ext cx="702416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 rot="5400000">
            <a:off x="7421731" y="1406173"/>
            <a:ext cx="207493" cy="933304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945783" y="908720"/>
            <a:ext cx="7772400" cy="108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 b="1" dirty="0" smtClean="0">
                <a:solidFill>
                  <a:srgbClr val="C00000"/>
                </a:solidFill>
                <a:latin typeface="Marcellous"/>
              </a:rPr>
              <a:t>PBL – Project </a:t>
            </a:r>
            <a:endParaRPr sz="44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79376" y="2409832"/>
            <a:ext cx="11185402" cy="2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FY </a:t>
            </a:r>
            <a:r>
              <a:rPr lang="en-US" sz="2800" b="1" dirty="0" err="1" smtClean="0">
                <a:latin typeface="Fira Sans"/>
                <a:ea typeface="Arial Black"/>
                <a:cs typeface="Arial Black"/>
                <a:sym typeface="Arial Black"/>
              </a:rPr>
              <a:t>B.Tech</a:t>
            </a: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( COMP/MECH</a:t>
            </a: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/ </a:t>
            </a: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EXTC/IT/EXCP/CCE/AIDS/RAI/CSBS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lang="en-US" sz="2800" b="1" dirty="0" smtClean="0">
              <a:latin typeface="Fira Sans"/>
              <a:ea typeface="Arial Black"/>
              <a:cs typeface="Arial Black"/>
              <a:sym typeface="Arial Black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  </a:t>
            </a: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Semester  II </a:t>
            </a:r>
            <a:r>
              <a:rPr lang="en-US" sz="2800" b="1" dirty="0">
                <a:latin typeface="Fira Sans"/>
                <a:ea typeface="Arial Black"/>
                <a:cs typeface="Arial Black"/>
                <a:sym typeface="Arial Black"/>
              </a:rPr>
              <a:t>( </a:t>
            </a:r>
            <a:r>
              <a:rPr lang="en-US" sz="2800" b="1" dirty="0" smtClean="0">
                <a:latin typeface="Fira Sans"/>
                <a:ea typeface="Arial Black"/>
                <a:cs typeface="Arial Black"/>
                <a:sym typeface="Arial Black"/>
              </a:rPr>
              <a:t>2025-26</a:t>
            </a:r>
            <a:r>
              <a:rPr lang="en-US" sz="3200" dirty="0" smtClean="0">
                <a:latin typeface="Fira Sans"/>
                <a:ea typeface="Arial Black"/>
                <a:cs typeface="Arial Black"/>
                <a:sym typeface="Arial Black"/>
              </a:rPr>
              <a:t>)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lang="en-US" sz="3200" dirty="0">
              <a:latin typeface="Fira Sans"/>
              <a:ea typeface="Arial Black"/>
              <a:cs typeface="Arial Black"/>
              <a:sym typeface="Arial Black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lang="en-US" sz="3200" dirty="0" smtClean="0">
              <a:latin typeface="Fira Sans"/>
              <a:ea typeface="Arial Black"/>
              <a:cs typeface="Arial Black"/>
              <a:sym typeface="Arial Black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3200" dirty="0">
              <a:latin typeface="Fira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38300" y="4293096"/>
            <a:ext cx="8915400" cy="14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Calibri"/>
                <a:cs typeface="Calibri"/>
                <a:sym typeface="Calibri"/>
              </a:rPr>
              <a:t>Names 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Calibri"/>
                <a:cs typeface="Calibri"/>
                <a:sym typeface="Calibri"/>
              </a:rPr>
              <a:t>and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Calibri"/>
                <a:cs typeface="Calibri"/>
                <a:sym typeface="Calibri"/>
              </a:rPr>
              <a:t>Roll Number 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Calibri"/>
                <a:cs typeface="Calibri"/>
                <a:sym typeface="Calibri"/>
              </a:rPr>
              <a:t>of members</a:t>
            </a:r>
            <a:endParaRPr sz="2800" dirty="0">
              <a:solidFill>
                <a:schemeClr val="dk1"/>
              </a:solidFill>
              <a:latin typeface="Fira Sans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1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395f8316a_0_6"/>
          <p:cNvSpPr txBox="1">
            <a:spLocks noGrp="1"/>
          </p:cNvSpPr>
          <p:nvPr>
            <p:ph type="ctrTitle"/>
          </p:nvPr>
        </p:nvSpPr>
        <p:spPr>
          <a:xfrm>
            <a:off x="1704475" y="1325388"/>
            <a:ext cx="9144000" cy="8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Marcellous"/>
              </a:rPr>
              <a:t>Theme chosen for </a:t>
            </a:r>
            <a:r>
              <a:rPr lang="en-US" sz="3600" b="1" dirty="0">
                <a:solidFill>
                  <a:srgbClr val="C00000"/>
                </a:solidFill>
                <a:latin typeface="Marcellous"/>
              </a:rPr>
              <a:t>Project </a:t>
            </a:r>
            <a:endParaRPr sz="36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97" name="Google Shape;97;g20395f8316a_0_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98" name="Google Shape;98;g20395f8316a_0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395f8316a_0_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600" b="1" dirty="0">
                <a:solidFill>
                  <a:srgbClr val="C00000"/>
                </a:solidFill>
                <a:latin typeface="Marcellous"/>
              </a:rPr>
              <a:t>Need Statement</a:t>
            </a:r>
            <a:endParaRPr sz="36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104" name="Google Shape;104;g20395f8316a_0_0"/>
          <p:cNvSpPr txBox="1">
            <a:spLocks noGrp="1"/>
          </p:cNvSpPr>
          <p:nvPr>
            <p:ph type="subTitle" idx="1"/>
          </p:nvPr>
        </p:nvSpPr>
        <p:spPr>
          <a:xfrm>
            <a:off x="263352" y="1988840"/>
            <a:ext cx="11377264" cy="3268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800" dirty="0">
              <a:latin typeface="Fira Sans"/>
            </a:endParaRPr>
          </a:p>
        </p:txBody>
      </p:sp>
      <p:sp>
        <p:nvSpPr>
          <p:cNvPr id="105" name="Google Shape;105;g20395f8316a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2095500" y="870775"/>
            <a:ext cx="76803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Marcellous"/>
                <a:ea typeface="Times New Roman"/>
                <a:cs typeface="Times New Roman"/>
                <a:sym typeface="Times New Roman"/>
              </a:rPr>
              <a:t>Problem Statement</a:t>
            </a:r>
            <a:endParaRPr sz="36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423494" y="2372520"/>
            <a:ext cx="11084765" cy="3432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46646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IN" sz="5000" dirty="0" smtClean="0">
                <a:latin typeface="Fira Sans"/>
                <a:ea typeface="Times New Roman"/>
                <a:cs typeface="Times New Roman"/>
                <a:sym typeface="Times New Roman"/>
              </a:rPr>
              <a:t>List  </a:t>
            </a:r>
            <a:r>
              <a:rPr lang="en-IN" sz="5000" dirty="0" smtClean="0">
                <a:latin typeface="Fira Sans"/>
                <a:ea typeface="Times New Roman"/>
                <a:cs typeface="Times New Roman"/>
                <a:sym typeface="Times New Roman"/>
              </a:rPr>
              <a:t>of objectives </a:t>
            </a:r>
          </a:p>
          <a:p>
            <a:pPr marL="457200" lvl="0" indent="-46646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IN" sz="5000" dirty="0" smtClean="0">
                <a:latin typeface="Fira Sans"/>
                <a:ea typeface="Times New Roman"/>
                <a:cs typeface="Times New Roman"/>
                <a:sym typeface="Times New Roman"/>
              </a:rPr>
              <a:t>Constraints</a:t>
            </a:r>
          </a:p>
          <a:p>
            <a:pPr marL="457200" lvl="0" indent="-46646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IN" sz="5000" dirty="0" smtClean="0">
                <a:latin typeface="Fira Sans"/>
                <a:ea typeface="Times New Roman"/>
                <a:cs typeface="Times New Roman"/>
                <a:sym typeface="Times New Roman"/>
              </a:rPr>
              <a:t>Functions</a:t>
            </a:r>
          </a:p>
          <a:p>
            <a:pPr marL="457200" lvl="0" indent="-46646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endParaRPr lang="en-IN" sz="5000" dirty="0">
              <a:latin typeface="Fira Sans"/>
              <a:ea typeface="Times New Roman"/>
              <a:cs typeface="Times New Roman"/>
              <a:sym typeface="Times New Roman"/>
            </a:endParaRPr>
          </a:p>
          <a:p>
            <a:pPr marL="457200" lvl="0" indent="-46646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IN" sz="5000" dirty="0" smtClean="0">
                <a:latin typeface="Fira Sans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IN" sz="5000" dirty="0" smtClean="0">
                <a:latin typeface="Fira Sans"/>
                <a:ea typeface="Times New Roman"/>
                <a:cs typeface="Times New Roman"/>
                <a:sym typeface="Times New Roman"/>
              </a:rPr>
              <a:t>Problem Statement  </a:t>
            </a:r>
          </a:p>
          <a:p>
            <a:pPr marL="457200" lvl="0" indent="-46646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ec32c6c4d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latin typeface="Marcellous"/>
              </a:rPr>
              <a:t>Scope of Project</a:t>
            </a:r>
            <a:endParaRPr sz="36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118" name="Google Shape;118;g1eec32c6c4d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Fira Sans"/>
            </a:endParaRPr>
          </a:p>
        </p:txBody>
      </p:sp>
      <p:sp>
        <p:nvSpPr>
          <p:cNvPr id="119" name="Google Shape;119;g1eec32c6c4d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sz="1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ec32c6c4d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Marcellous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Marcellous"/>
              </a:rPr>
            </a:br>
            <a:r>
              <a:rPr lang="en-US" sz="3600" b="1" dirty="0" smtClean="0">
                <a:solidFill>
                  <a:srgbClr val="C00000"/>
                </a:solidFill>
                <a:latin typeface="Marcellous"/>
              </a:rPr>
              <a:t>Hardware </a:t>
            </a:r>
            <a:r>
              <a:rPr lang="en-US" sz="3600" b="1" dirty="0">
                <a:solidFill>
                  <a:srgbClr val="C00000"/>
                </a:solidFill>
                <a:latin typeface="Marcellous"/>
              </a:rPr>
              <a:t>/ Software Requirements</a:t>
            </a:r>
            <a:endParaRPr sz="36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132" name="Google Shape;132;g1eec32c6c4d_0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4384" cy="390763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g1eec32c6c4d_0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eec32c6c4d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Marcellous"/>
              </a:rPr>
              <a:t>Timeline </a:t>
            </a:r>
            <a:r>
              <a:rPr lang="en-US" sz="3600" b="1" dirty="0">
                <a:solidFill>
                  <a:srgbClr val="C00000"/>
                </a:solidFill>
                <a:latin typeface="Marcellous"/>
              </a:rPr>
              <a:t>Chart </a:t>
            </a:r>
            <a:endParaRPr sz="3600" b="1" dirty="0">
              <a:solidFill>
                <a:srgbClr val="C00000"/>
              </a:solidFill>
              <a:latin typeface="Marcellous"/>
            </a:endParaRPr>
          </a:p>
        </p:txBody>
      </p:sp>
      <p:sp>
        <p:nvSpPr>
          <p:cNvPr id="139" name="Google Shape;139;g1eec32c6c4d_0_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Fira Sans"/>
            </a:endParaRPr>
          </a:p>
        </p:txBody>
      </p:sp>
      <p:sp>
        <p:nvSpPr>
          <p:cNvPr id="140" name="Google Shape;140;g1eec32c6c4d_0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eec32c6c4d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latin typeface="Marcellous"/>
              </a:rPr>
              <a:t>References</a:t>
            </a:r>
            <a:r>
              <a:rPr lang="en-US" sz="6000" b="1" dirty="0"/>
              <a:t> </a:t>
            </a:r>
            <a:endParaRPr sz="6000" b="1" dirty="0"/>
          </a:p>
        </p:txBody>
      </p:sp>
      <p:sp>
        <p:nvSpPr>
          <p:cNvPr id="146" name="Google Shape;146;g1eec32c6c4d_0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Fira Sans"/>
            </a:endParaRPr>
          </a:p>
        </p:txBody>
      </p:sp>
      <p:sp>
        <p:nvSpPr>
          <p:cNvPr id="147" name="Google Shape;147;g1eec32c6c4d_0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</Words>
  <Application>Microsoft Office PowerPoint</Application>
  <PresentationFormat>Custom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Times New Roman</vt:lpstr>
      <vt:lpstr>Marcellous</vt:lpstr>
      <vt:lpstr>Calibri</vt:lpstr>
      <vt:lpstr>Fira Sans</vt:lpstr>
      <vt:lpstr>Arial Black</vt:lpstr>
      <vt:lpstr>Noto Sans Symbols</vt:lpstr>
      <vt:lpstr>Office Theme</vt:lpstr>
      <vt:lpstr>PBL – Project </vt:lpstr>
      <vt:lpstr>Theme chosen for Project </vt:lpstr>
      <vt:lpstr>Need Statement</vt:lpstr>
      <vt:lpstr>Problem Statement</vt:lpstr>
      <vt:lpstr>Scope of Project</vt:lpstr>
      <vt:lpstr> Hardware / Software Requirements</vt:lpstr>
      <vt:lpstr>Timeline Chart </vt:lpstr>
      <vt:lpstr>References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Mini-Project</dc:title>
  <dc:creator>Windows User</dc:creator>
  <cp:lastModifiedBy>Admin</cp:lastModifiedBy>
  <cp:revision>5</cp:revision>
  <dcterms:created xsi:type="dcterms:W3CDTF">2020-08-02T13:20:06Z</dcterms:created>
  <dcterms:modified xsi:type="dcterms:W3CDTF">2025-11-27T04:34:07Z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0x0101006791A877936F4F4895848517DF90D692</vt:lpwstr>
  </property>
</Properties>
</file>