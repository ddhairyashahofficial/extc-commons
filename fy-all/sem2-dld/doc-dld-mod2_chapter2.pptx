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9" r:id="rId1"/>
    <p:sldMasterId id="2147483649" r:id="rId2"/>
  </p:sldMasterIdLst>
  <p:notesMasterIdLst>
    <p:notesMasterId r:id="rId62"/>
  </p:notesMasterIdLst>
  <p:sldIdLst>
    <p:sldId id="312" r:id="rId3"/>
    <p:sldId id="261" r:id="rId4"/>
    <p:sldId id="282" r:id="rId5"/>
    <p:sldId id="262" r:id="rId6"/>
    <p:sldId id="263" r:id="rId7"/>
    <p:sldId id="264" r:id="rId8"/>
    <p:sldId id="313" r:id="rId9"/>
    <p:sldId id="265" r:id="rId10"/>
    <p:sldId id="314" r:id="rId11"/>
    <p:sldId id="287" r:id="rId12"/>
    <p:sldId id="266" r:id="rId13"/>
    <p:sldId id="315" r:id="rId14"/>
    <p:sldId id="267" r:id="rId15"/>
    <p:sldId id="308" r:id="rId16"/>
    <p:sldId id="316" r:id="rId17"/>
    <p:sldId id="317" r:id="rId18"/>
    <p:sldId id="318" r:id="rId19"/>
    <p:sldId id="319" r:id="rId20"/>
    <p:sldId id="320" r:id="rId21"/>
    <p:sldId id="321" r:id="rId22"/>
    <p:sldId id="268" r:id="rId23"/>
    <p:sldId id="269" r:id="rId24"/>
    <p:sldId id="322" r:id="rId25"/>
    <p:sldId id="323" r:id="rId26"/>
    <p:sldId id="324" r:id="rId27"/>
    <p:sldId id="274" r:id="rId28"/>
    <p:sldId id="325" r:id="rId29"/>
    <p:sldId id="326" r:id="rId30"/>
    <p:sldId id="327" r:id="rId31"/>
    <p:sldId id="328"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2" r:id="rId56"/>
    <p:sldId id="354" r:id="rId57"/>
    <p:sldId id="353" r:id="rId58"/>
    <p:sldId id="355" r:id="rId59"/>
    <p:sldId id="356" r:id="rId60"/>
    <p:sldId id="357" r:id="rId61"/>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4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4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4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400" b="1" kern="1200">
        <a:solidFill>
          <a:schemeClr val="tx1"/>
        </a:solidFill>
        <a:latin typeface="Times New Roman" panose="02020603050405020304" pitchFamily="18" charset="0"/>
        <a:ea typeface="+mn-ea"/>
        <a:cs typeface="+mn-cs"/>
      </a:defRPr>
    </a:lvl9pPr>
  </p:defaultTextStyle>
  <p:extLst>
    <p:ext uri="{EFAFB233-063F-42B5-8137-9DF3F51BA10A}">
      <p15:sldGuideLst xmlns="" xmlns:p15="http://schemas.microsoft.com/office/powerpoint/2012/main">
        <p15:guide id="1" orient="horz" pos="3888" userDrawn="1">
          <p15:clr>
            <a:srgbClr val="A4A3A4"/>
          </p15:clr>
        </p15:guide>
        <p15:guide id="2" orient="horz" pos="1440" userDrawn="1">
          <p15:clr>
            <a:srgbClr val="A4A3A4"/>
          </p15:clr>
        </p15:guide>
        <p15:guide id="3" orient="horz" pos="1968" userDrawn="1">
          <p15:clr>
            <a:srgbClr val="A4A3A4"/>
          </p15:clr>
        </p15:guide>
        <p15:guide id="4" pos="288" userDrawn="1">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FF"/>
    <a:srgbClr val="3399FF"/>
    <a:srgbClr val="1D8F7F"/>
    <a:srgbClr val="0000FF"/>
    <a:srgbClr val="FFCC99"/>
    <a:srgbClr val="CC6633"/>
    <a:srgbClr val="33CCCC"/>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F66DF5-B9DA-4912-CE2C-3F34E75CB267}" v="608" dt="2026-01-28T11:26:15.3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57" autoAdjust="0"/>
    <p:restoredTop sz="94660" autoAdjust="0"/>
  </p:normalViewPr>
  <p:slideViewPr>
    <p:cSldViewPr>
      <p:cViewPr>
        <p:scale>
          <a:sx n="75" d="100"/>
          <a:sy n="75" d="100"/>
        </p:scale>
        <p:origin x="-992" y="88"/>
      </p:cViewPr>
      <p:guideLst>
        <p:guide orient="horz" pos="3888"/>
        <p:guide orient="horz" pos="1440"/>
        <p:guide orient="horz" pos="1968"/>
        <p:guide pos="288"/>
      </p:guideLst>
    </p:cSldViewPr>
  </p:slideViewPr>
  <p:outlineViewPr>
    <p:cViewPr>
      <p:scale>
        <a:sx n="33" d="100"/>
        <a:sy n="33" d="100"/>
      </p:scale>
      <p:origin x="44" y="730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9" d="100"/>
          <a:sy n="109" d="100"/>
        </p:scale>
        <p:origin x="-2144" y="-11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 xmlns:a16="http://schemas.microsoft.com/office/drawing/2014/main" id="{2447CE34-FAFF-6BCB-CA08-9DCF1420EB8E}"/>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Times" panose="02020603050405020304" pitchFamily="18" charset="0"/>
              </a:defRPr>
            </a:lvl1pPr>
          </a:lstStyle>
          <a:p>
            <a:pPr>
              <a:defRPr/>
            </a:pPr>
            <a:endParaRPr lang="en-US" altLang="en-US"/>
          </a:p>
        </p:txBody>
      </p:sp>
      <p:sp>
        <p:nvSpPr>
          <p:cNvPr id="159747" name="Rectangle 3">
            <a:extLst>
              <a:ext uri="{FF2B5EF4-FFF2-40B4-BE49-F238E27FC236}">
                <a16:creationId xmlns="" xmlns:a16="http://schemas.microsoft.com/office/drawing/2014/main" id="{AECE20DB-C1E2-902C-7753-DA13A52DE389}"/>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Times" panose="02020603050405020304" pitchFamily="18" charset="0"/>
              </a:defRPr>
            </a:lvl1pPr>
          </a:lstStyle>
          <a:p>
            <a:pPr>
              <a:defRPr/>
            </a:pPr>
            <a:endParaRPr lang="en-US" altLang="en-US"/>
          </a:p>
        </p:txBody>
      </p:sp>
      <p:sp>
        <p:nvSpPr>
          <p:cNvPr id="57348" name="Rectangle 4">
            <a:extLst>
              <a:ext uri="{FF2B5EF4-FFF2-40B4-BE49-F238E27FC236}">
                <a16:creationId xmlns="" xmlns:a16="http://schemas.microsoft.com/office/drawing/2014/main" id="{A5AE1EB5-424D-1A6F-8D10-5CB0C0145AF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9749" name="Rectangle 5">
            <a:extLst>
              <a:ext uri="{FF2B5EF4-FFF2-40B4-BE49-F238E27FC236}">
                <a16:creationId xmlns="" xmlns:a16="http://schemas.microsoft.com/office/drawing/2014/main" id="{A846D693-5FFA-C15B-F2B6-4B30E59653A7}"/>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59750" name="Rectangle 6">
            <a:extLst>
              <a:ext uri="{FF2B5EF4-FFF2-40B4-BE49-F238E27FC236}">
                <a16:creationId xmlns="" xmlns:a16="http://schemas.microsoft.com/office/drawing/2014/main" id="{38707965-3FDF-F054-09E2-A9E8DED491AD}"/>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Times" panose="02020603050405020304" pitchFamily="18" charset="0"/>
              </a:defRPr>
            </a:lvl1pPr>
          </a:lstStyle>
          <a:p>
            <a:pPr>
              <a:defRPr/>
            </a:pPr>
            <a:endParaRPr lang="en-US" altLang="en-US"/>
          </a:p>
        </p:txBody>
      </p:sp>
      <p:sp>
        <p:nvSpPr>
          <p:cNvPr id="159751" name="Rectangle 7">
            <a:extLst>
              <a:ext uri="{FF2B5EF4-FFF2-40B4-BE49-F238E27FC236}">
                <a16:creationId xmlns="" xmlns:a16="http://schemas.microsoft.com/office/drawing/2014/main" id="{940CDD72-48AB-F75F-4B26-2BC242733C43}"/>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Times" panose="02020603050405020304" pitchFamily="18" charset="0"/>
              </a:defRPr>
            </a:lvl1pPr>
          </a:lstStyle>
          <a:p>
            <a:fld id="{B7255AAA-583C-45DF-B46F-BC643459331D}" type="slidenum">
              <a:rPr lang="en-US" altLang="en-US"/>
              <a:pPr/>
              <a:t>‹#›</a:t>
            </a:fld>
            <a:endParaRPr lang="en-US" altLang="en-US"/>
          </a:p>
        </p:txBody>
      </p:sp>
    </p:spTree>
    <p:extLst>
      <p:ext uri="{BB962C8B-B14F-4D97-AF65-F5344CB8AC3E}">
        <p14:creationId xmlns:p14="http://schemas.microsoft.com/office/powerpoint/2010/main" val="29804976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 xmlns:a16="http://schemas.microsoft.com/office/drawing/2014/main" id="{FA950FB2-1310-BA20-7161-5FF7A0C1D2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39DB95D8-FAC3-47FC-83C9-BC187ADA8FFE}" type="slidenum">
              <a:rPr lang="en-US" altLang="en-US" sz="1200">
                <a:latin typeface="Times" panose="02020603050405020304" pitchFamily="18" charset="0"/>
              </a:rPr>
              <a:pPr/>
              <a:t>2</a:t>
            </a:fld>
            <a:endParaRPr lang="en-US" altLang="en-US" sz="1200">
              <a:latin typeface="Times" panose="02020603050405020304" pitchFamily="18" charset="0"/>
            </a:endParaRPr>
          </a:p>
        </p:txBody>
      </p:sp>
      <p:sp>
        <p:nvSpPr>
          <p:cNvPr id="58371" name="Rectangle 2">
            <a:extLst>
              <a:ext uri="{FF2B5EF4-FFF2-40B4-BE49-F238E27FC236}">
                <a16:creationId xmlns="" xmlns:a16="http://schemas.microsoft.com/office/drawing/2014/main" id="{9B032B6C-E7CE-4959-45A0-E673A1DBC317}"/>
              </a:ext>
            </a:extLst>
          </p:cNvPr>
          <p:cNvSpPr>
            <a:spLocks noGrp="1" noRot="1" noChangeAspect="1" noChangeArrowheads="1" noTextEdit="1"/>
          </p:cNvSpPr>
          <p:nvPr>
            <p:ph type="sldImg"/>
          </p:nvPr>
        </p:nvSpPr>
        <p:spPr>
          <a:xfrm>
            <a:off x="1143000" y="685800"/>
            <a:ext cx="4572000" cy="3429000"/>
          </a:xfrm>
          <a:ln/>
        </p:spPr>
      </p:sp>
      <p:sp>
        <p:nvSpPr>
          <p:cNvPr id="58372" name="Rectangle 3">
            <a:extLst>
              <a:ext uri="{FF2B5EF4-FFF2-40B4-BE49-F238E27FC236}">
                <a16:creationId xmlns="" xmlns:a16="http://schemas.microsoft.com/office/drawing/2014/main" id="{84B5E6E8-9001-A86A-9373-2FD1126A9D2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 xmlns:a16="http://schemas.microsoft.com/office/drawing/2014/main" id="{BBBE7553-FDFF-83AA-A4B2-8816EC66392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39EC193F-7F2B-454E-85DC-A0F8260BD284}" type="slidenum">
              <a:rPr lang="en-US" altLang="en-US" sz="1200">
                <a:latin typeface="Times" panose="02020603050405020304" pitchFamily="18" charset="0"/>
              </a:rPr>
              <a:pPr/>
              <a:t>3</a:t>
            </a:fld>
            <a:endParaRPr lang="en-US" altLang="en-US" sz="1200">
              <a:latin typeface="Times" panose="02020603050405020304" pitchFamily="18" charset="0"/>
            </a:endParaRPr>
          </a:p>
        </p:txBody>
      </p:sp>
      <p:sp>
        <p:nvSpPr>
          <p:cNvPr id="59395" name="Rectangle 2">
            <a:extLst>
              <a:ext uri="{FF2B5EF4-FFF2-40B4-BE49-F238E27FC236}">
                <a16:creationId xmlns="" xmlns:a16="http://schemas.microsoft.com/office/drawing/2014/main" id="{B42CEB57-92AB-8326-BE38-479FAB28606E}"/>
              </a:ext>
            </a:extLst>
          </p:cNvPr>
          <p:cNvSpPr>
            <a:spLocks noGrp="1" noRot="1" noChangeAspect="1" noChangeArrowheads="1" noTextEdit="1"/>
          </p:cNvSpPr>
          <p:nvPr>
            <p:ph type="sldImg"/>
          </p:nvPr>
        </p:nvSpPr>
        <p:spPr>
          <a:xfrm>
            <a:off x="1143000" y="685800"/>
            <a:ext cx="4572000" cy="3429000"/>
          </a:xfrm>
          <a:ln/>
        </p:spPr>
      </p:sp>
      <p:sp>
        <p:nvSpPr>
          <p:cNvPr id="59396" name="Rectangle 3">
            <a:extLst>
              <a:ext uri="{FF2B5EF4-FFF2-40B4-BE49-F238E27FC236}">
                <a16:creationId xmlns="" xmlns:a16="http://schemas.microsoft.com/office/drawing/2014/main" id="{F6E8D976-C88F-F5BA-BE8B-142E782FD49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 xmlns:a16="http://schemas.microsoft.com/office/drawing/2014/main" id="{FEC16903-D213-28B7-D89D-EF05D6AB18F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86CC623F-84BB-4C76-A0E9-98C4BB0D9706}" type="slidenum">
              <a:rPr lang="en-US" altLang="en-US" sz="1200">
                <a:latin typeface="Times" panose="02020603050405020304" pitchFamily="18" charset="0"/>
              </a:rPr>
              <a:pPr/>
              <a:t>4</a:t>
            </a:fld>
            <a:endParaRPr lang="en-US" altLang="en-US" sz="1200">
              <a:latin typeface="Times" panose="02020603050405020304" pitchFamily="18" charset="0"/>
            </a:endParaRPr>
          </a:p>
        </p:txBody>
      </p:sp>
      <p:sp>
        <p:nvSpPr>
          <p:cNvPr id="60419" name="Rectangle 2">
            <a:extLst>
              <a:ext uri="{FF2B5EF4-FFF2-40B4-BE49-F238E27FC236}">
                <a16:creationId xmlns="" xmlns:a16="http://schemas.microsoft.com/office/drawing/2014/main" id="{5E6A7C2B-8A83-B8B3-8C2D-4810E4FCDB81}"/>
              </a:ext>
            </a:extLst>
          </p:cNvPr>
          <p:cNvSpPr>
            <a:spLocks noGrp="1" noRot="1" noChangeAspect="1" noChangeArrowheads="1" noTextEdit="1"/>
          </p:cNvSpPr>
          <p:nvPr>
            <p:ph type="sldImg"/>
          </p:nvPr>
        </p:nvSpPr>
        <p:spPr>
          <a:xfrm>
            <a:off x="1143000" y="685800"/>
            <a:ext cx="4572000" cy="3429000"/>
          </a:xfrm>
          <a:ln/>
        </p:spPr>
      </p:sp>
      <p:sp>
        <p:nvSpPr>
          <p:cNvPr id="60420" name="Rectangle 3">
            <a:extLst>
              <a:ext uri="{FF2B5EF4-FFF2-40B4-BE49-F238E27FC236}">
                <a16:creationId xmlns="" xmlns:a16="http://schemas.microsoft.com/office/drawing/2014/main" id="{CC3F55B8-0668-01DF-F0E3-543E293EF94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 xmlns:a16="http://schemas.microsoft.com/office/drawing/2014/main" id="{F983563A-1CB6-816D-7FB1-2EE3557580B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25223E0B-E86D-44F5-99D6-48B56AAA222D}" type="slidenum">
              <a:rPr lang="en-US" altLang="en-US" sz="1200">
                <a:latin typeface="Times" panose="02020603050405020304" pitchFamily="18" charset="0"/>
              </a:rPr>
              <a:pPr/>
              <a:t>5</a:t>
            </a:fld>
            <a:endParaRPr lang="en-US" altLang="en-US" sz="1200">
              <a:latin typeface="Times" panose="02020603050405020304" pitchFamily="18" charset="0"/>
            </a:endParaRPr>
          </a:p>
        </p:txBody>
      </p:sp>
      <p:sp>
        <p:nvSpPr>
          <p:cNvPr id="61443" name="Rectangle 2">
            <a:extLst>
              <a:ext uri="{FF2B5EF4-FFF2-40B4-BE49-F238E27FC236}">
                <a16:creationId xmlns="" xmlns:a16="http://schemas.microsoft.com/office/drawing/2014/main" id="{2186D8C3-BB80-5001-7B27-1B5C50A8B7B9}"/>
              </a:ext>
            </a:extLst>
          </p:cNvPr>
          <p:cNvSpPr>
            <a:spLocks noGrp="1" noRot="1" noChangeAspect="1" noChangeArrowheads="1" noTextEdit="1"/>
          </p:cNvSpPr>
          <p:nvPr>
            <p:ph type="sldImg"/>
          </p:nvPr>
        </p:nvSpPr>
        <p:spPr>
          <a:xfrm>
            <a:off x="1143000" y="685800"/>
            <a:ext cx="4572000" cy="3429000"/>
          </a:xfrm>
          <a:ln/>
        </p:spPr>
      </p:sp>
      <p:sp>
        <p:nvSpPr>
          <p:cNvPr id="61444" name="Rectangle 3">
            <a:extLst>
              <a:ext uri="{FF2B5EF4-FFF2-40B4-BE49-F238E27FC236}">
                <a16:creationId xmlns="" xmlns:a16="http://schemas.microsoft.com/office/drawing/2014/main" id="{7452072B-3827-1525-DD83-9B805B547A86}"/>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 xmlns:a16="http://schemas.microsoft.com/office/drawing/2014/main" id="{E4EB95CC-E252-E669-C518-6F919C974146}"/>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A127F66D-E5A0-4F31-9712-0309BE8B34A8}" type="slidenum">
              <a:rPr lang="en-US" altLang="en-US" sz="1200">
                <a:latin typeface="Times" panose="02020603050405020304" pitchFamily="18" charset="0"/>
              </a:rPr>
              <a:pPr/>
              <a:t>6</a:t>
            </a:fld>
            <a:endParaRPr lang="en-US" altLang="en-US" sz="1200">
              <a:latin typeface="Times" panose="02020603050405020304" pitchFamily="18" charset="0"/>
            </a:endParaRPr>
          </a:p>
        </p:txBody>
      </p:sp>
      <p:sp>
        <p:nvSpPr>
          <p:cNvPr id="62467" name="Rectangle 2">
            <a:extLst>
              <a:ext uri="{FF2B5EF4-FFF2-40B4-BE49-F238E27FC236}">
                <a16:creationId xmlns="" xmlns:a16="http://schemas.microsoft.com/office/drawing/2014/main" id="{E2E60CA9-4B31-F4DB-1325-DE7080AD25CF}"/>
              </a:ext>
            </a:extLst>
          </p:cNvPr>
          <p:cNvSpPr>
            <a:spLocks noGrp="1" noRot="1" noChangeAspect="1" noChangeArrowheads="1" noTextEdit="1"/>
          </p:cNvSpPr>
          <p:nvPr>
            <p:ph type="sldImg"/>
          </p:nvPr>
        </p:nvSpPr>
        <p:spPr>
          <a:xfrm>
            <a:off x="1143000" y="685800"/>
            <a:ext cx="4572000" cy="3429000"/>
          </a:xfrm>
          <a:ln/>
        </p:spPr>
      </p:sp>
      <p:sp>
        <p:nvSpPr>
          <p:cNvPr id="62468" name="Rectangle 3">
            <a:extLst>
              <a:ext uri="{FF2B5EF4-FFF2-40B4-BE49-F238E27FC236}">
                <a16:creationId xmlns="" xmlns:a16="http://schemas.microsoft.com/office/drawing/2014/main" id="{0AA0D629-0AFA-362F-198B-9AF35C789411}"/>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 xmlns:a16="http://schemas.microsoft.com/office/drawing/2014/main" id="{53CA5F31-A50F-4D7C-4619-8A64979DD78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18E27858-395C-4977-9FA5-66861D0091D7}" type="slidenum">
              <a:rPr lang="en-US" altLang="en-US" sz="1200">
                <a:latin typeface="Times" panose="02020603050405020304" pitchFamily="18" charset="0"/>
              </a:rPr>
              <a:pPr/>
              <a:t>8</a:t>
            </a:fld>
            <a:endParaRPr lang="en-US" altLang="en-US" sz="1200">
              <a:latin typeface="Times" panose="02020603050405020304" pitchFamily="18" charset="0"/>
            </a:endParaRPr>
          </a:p>
        </p:txBody>
      </p:sp>
      <p:sp>
        <p:nvSpPr>
          <p:cNvPr id="63491" name="Rectangle 2">
            <a:extLst>
              <a:ext uri="{FF2B5EF4-FFF2-40B4-BE49-F238E27FC236}">
                <a16:creationId xmlns="" xmlns:a16="http://schemas.microsoft.com/office/drawing/2014/main" id="{94ACE6FB-3497-181F-5484-F85CE08E7928}"/>
              </a:ext>
            </a:extLst>
          </p:cNvPr>
          <p:cNvSpPr>
            <a:spLocks noGrp="1" noRot="1" noChangeAspect="1" noChangeArrowheads="1" noTextEdit="1"/>
          </p:cNvSpPr>
          <p:nvPr>
            <p:ph type="sldImg"/>
          </p:nvPr>
        </p:nvSpPr>
        <p:spPr>
          <a:xfrm>
            <a:off x="1143000" y="685800"/>
            <a:ext cx="4572000" cy="3429000"/>
          </a:xfrm>
          <a:ln/>
        </p:spPr>
      </p:sp>
      <p:sp>
        <p:nvSpPr>
          <p:cNvPr id="63492" name="Rectangle 3">
            <a:extLst>
              <a:ext uri="{FF2B5EF4-FFF2-40B4-BE49-F238E27FC236}">
                <a16:creationId xmlns="" xmlns:a16="http://schemas.microsoft.com/office/drawing/2014/main" id="{B2BBEB03-920C-4A02-B7BC-EBAE7386CC43}"/>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 xmlns:a16="http://schemas.microsoft.com/office/drawing/2014/main" id="{D71E3AA8-E051-EE53-B91A-8A23A35AD70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499E72F5-538C-48B6-87C2-8C23CF10D4A9}" type="slidenum">
              <a:rPr lang="en-US" altLang="en-US" sz="1200">
                <a:latin typeface="Times" panose="02020603050405020304" pitchFamily="18" charset="0"/>
              </a:rPr>
              <a:pPr/>
              <a:t>10</a:t>
            </a:fld>
            <a:endParaRPr lang="en-US" altLang="en-US" sz="1200">
              <a:latin typeface="Times" panose="02020603050405020304" pitchFamily="18" charset="0"/>
            </a:endParaRPr>
          </a:p>
        </p:txBody>
      </p:sp>
      <p:sp>
        <p:nvSpPr>
          <p:cNvPr id="64515" name="Rectangle 2">
            <a:extLst>
              <a:ext uri="{FF2B5EF4-FFF2-40B4-BE49-F238E27FC236}">
                <a16:creationId xmlns="" xmlns:a16="http://schemas.microsoft.com/office/drawing/2014/main" id="{3202C00B-C695-A82B-7C5E-DC90D8B9329A}"/>
              </a:ext>
            </a:extLst>
          </p:cNvPr>
          <p:cNvSpPr>
            <a:spLocks noGrp="1" noRot="1" noChangeAspect="1" noChangeArrowheads="1" noTextEdit="1"/>
          </p:cNvSpPr>
          <p:nvPr>
            <p:ph type="sldImg"/>
          </p:nvPr>
        </p:nvSpPr>
        <p:spPr>
          <a:xfrm>
            <a:off x="1143000" y="685800"/>
            <a:ext cx="4572000" cy="3429000"/>
          </a:xfrm>
          <a:ln/>
        </p:spPr>
      </p:sp>
      <p:sp>
        <p:nvSpPr>
          <p:cNvPr id="64516" name="Rectangle 3">
            <a:extLst>
              <a:ext uri="{FF2B5EF4-FFF2-40B4-BE49-F238E27FC236}">
                <a16:creationId xmlns="" xmlns:a16="http://schemas.microsoft.com/office/drawing/2014/main" id="{BC5F373F-2FEC-069D-FB2C-A675499ABC0E}"/>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 xmlns:a16="http://schemas.microsoft.com/office/drawing/2014/main" id="{AE7F25A8-1401-4326-9F2B-1B95A18DF7B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71838648-18CB-4265-B23A-15A781874B8B}" type="slidenum">
              <a:rPr lang="en-US" altLang="en-US" sz="1200">
                <a:latin typeface="Times" panose="02020603050405020304" pitchFamily="18" charset="0"/>
              </a:rPr>
              <a:pPr/>
              <a:t>11</a:t>
            </a:fld>
            <a:endParaRPr lang="en-US" altLang="en-US" sz="1200">
              <a:latin typeface="Times" panose="02020603050405020304" pitchFamily="18" charset="0"/>
            </a:endParaRPr>
          </a:p>
        </p:txBody>
      </p:sp>
      <p:sp>
        <p:nvSpPr>
          <p:cNvPr id="65539" name="Rectangle 2">
            <a:extLst>
              <a:ext uri="{FF2B5EF4-FFF2-40B4-BE49-F238E27FC236}">
                <a16:creationId xmlns="" xmlns:a16="http://schemas.microsoft.com/office/drawing/2014/main" id="{8472729A-658E-F1E7-3284-EB9D38972874}"/>
              </a:ext>
            </a:extLst>
          </p:cNvPr>
          <p:cNvSpPr>
            <a:spLocks noGrp="1" noRot="1" noChangeAspect="1" noChangeArrowheads="1" noTextEdit="1"/>
          </p:cNvSpPr>
          <p:nvPr>
            <p:ph type="sldImg"/>
          </p:nvPr>
        </p:nvSpPr>
        <p:spPr>
          <a:xfrm>
            <a:off x="1143000" y="685800"/>
            <a:ext cx="4572000" cy="3429000"/>
          </a:xfrm>
          <a:ln/>
        </p:spPr>
      </p:sp>
      <p:sp>
        <p:nvSpPr>
          <p:cNvPr id="65540" name="Rectangle 3">
            <a:extLst>
              <a:ext uri="{FF2B5EF4-FFF2-40B4-BE49-F238E27FC236}">
                <a16:creationId xmlns="" xmlns:a16="http://schemas.microsoft.com/office/drawing/2014/main" id="{2E1C75F7-8330-40B7-D4C2-CFED6EF294C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 xmlns:a16="http://schemas.microsoft.com/office/drawing/2014/main" id="{DC27BC62-C636-56B6-E7EF-62D9C683CC98}"/>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DABB56C6-51EA-468B-992E-389E00D01393}" type="slidenum">
              <a:rPr lang="en-US" altLang="en-US" sz="1200">
                <a:latin typeface="Times" panose="02020603050405020304" pitchFamily="18" charset="0"/>
              </a:rPr>
              <a:pPr/>
              <a:t>13</a:t>
            </a:fld>
            <a:endParaRPr lang="en-US" altLang="en-US" sz="1200">
              <a:latin typeface="Times" panose="02020603050405020304" pitchFamily="18" charset="0"/>
            </a:endParaRPr>
          </a:p>
        </p:txBody>
      </p:sp>
      <p:sp>
        <p:nvSpPr>
          <p:cNvPr id="66563" name="Rectangle 2">
            <a:extLst>
              <a:ext uri="{FF2B5EF4-FFF2-40B4-BE49-F238E27FC236}">
                <a16:creationId xmlns="" xmlns:a16="http://schemas.microsoft.com/office/drawing/2014/main" id="{585E7F4E-38B3-E140-7FA0-A526A79581A0}"/>
              </a:ext>
            </a:extLst>
          </p:cNvPr>
          <p:cNvSpPr>
            <a:spLocks noGrp="1" noRot="1" noChangeAspect="1" noChangeArrowheads="1" noTextEdit="1"/>
          </p:cNvSpPr>
          <p:nvPr>
            <p:ph type="sldImg"/>
          </p:nvPr>
        </p:nvSpPr>
        <p:spPr>
          <a:xfrm>
            <a:off x="1143000" y="685800"/>
            <a:ext cx="4572000" cy="3429000"/>
          </a:xfrm>
          <a:ln/>
        </p:spPr>
      </p:sp>
      <p:sp>
        <p:nvSpPr>
          <p:cNvPr id="66564" name="Rectangle 3">
            <a:extLst>
              <a:ext uri="{FF2B5EF4-FFF2-40B4-BE49-F238E27FC236}">
                <a16:creationId xmlns="" xmlns:a16="http://schemas.microsoft.com/office/drawing/2014/main" id="{95BB6201-2F47-2688-EF3A-7A8A62C7035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 xmlns:a16="http://schemas.microsoft.com/office/drawing/2014/main" id="{3B291512-913B-742D-DF3F-AC46453D6E8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F73B297D-7130-4D03-8C6E-E029C0F5E411}" type="slidenum">
              <a:rPr lang="en-US" altLang="en-US" sz="1200">
                <a:latin typeface="Times" panose="02020603050405020304" pitchFamily="18" charset="0"/>
              </a:rPr>
              <a:pPr/>
              <a:t>14</a:t>
            </a:fld>
            <a:endParaRPr lang="en-US" altLang="en-US" sz="1200">
              <a:latin typeface="Times" panose="02020603050405020304" pitchFamily="18" charset="0"/>
            </a:endParaRPr>
          </a:p>
        </p:txBody>
      </p:sp>
      <p:sp>
        <p:nvSpPr>
          <p:cNvPr id="67587" name="Rectangle 2">
            <a:extLst>
              <a:ext uri="{FF2B5EF4-FFF2-40B4-BE49-F238E27FC236}">
                <a16:creationId xmlns="" xmlns:a16="http://schemas.microsoft.com/office/drawing/2014/main" id="{1BE07A37-25A6-9354-AA0A-C0A5C90AE83A}"/>
              </a:ext>
            </a:extLst>
          </p:cNvPr>
          <p:cNvSpPr>
            <a:spLocks noGrp="1" noRot="1" noChangeAspect="1" noChangeArrowheads="1" noTextEdit="1"/>
          </p:cNvSpPr>
          <p:nvPr>
            <p:ph type="sldImg"/>
          </p:nvPr>
        </p:nvSpPr>
        <p:spPr>
          <a:xfrm>
            <a:off x="1143000" y="685800"/>
            <a:ext cx="4572000" cy="3429000"/>
          </a:xfrm>
          <a:ln/>
        </p:spPr>
      </p:sp>
      <p:sp>
        <p:nvSpPr>
          <p:cNvPr id="67588" name="Rectangle 3">
            <a:extLst>
              <a:ext uri="{FF2B5EF4-FFF2-40B4-BE49-F238E27FC236}">
                <a16:creationId xmlns="" xmlns:a16="http://schemas.microsoft.com/office/drawing/2014/main" id="{364B2386-6DAA-ED02-E9D6-F101DD15FEED}"/>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 xmlns:a16="http://schemas.microsoft.com/office/drawing/2014/main" id="{7AF7544A-037D-92EF-1ABA-E11991C10585}"/>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6C93B909-1497-4767-96A9-1775FD239B99}" type="slidenum">
              <a:rPr lang="en-US" altLang="en-US" sz="1200">
                <a:latin typeface="Times" panose="02020603050405020304" pitchFamily="18" charset="0"/>
              </a:rPr>
              <a:pPr/>
              <a:t>21</a:t>
            </a:fld>
            <a:endParaRPr lang="en-US" altLang="en-US" sz="1200">
              <a:latin typeface="Times" panose="02020603050405020304" pitchFamily="18" charset="0"/>
            </a:endParaRPr>
          </a:p>
        </p:txBody>
      </p:sp>
      <p:sp>
        <p:nvSpPr>
          <p:cNvPr id="68611" name="Rectangle 2">
            <a:extLst>
              <a:ext uri="{FF2B5EF4-FFF2-40B4-BE49-F238E27FC236}">
                <a16:creationId xmlns="" xmlns:a16="http://schemas.microsoft.com/office/drawing/2014/main" id="{F033B5B3-29B9-6AA9-F918-9C4898E0C605}"/>
              </a:ext>
            </a:extLst>
          </p:cNvPr>
          <p:cNvSpPr>
            <a:spLocks noGrp="1" noRot="1" noChangeAspect="1" noChangeArrowheads="1" noTextEdit="1"/>
          </p:cNvSpPr>
          <p:nvPr>
            <p:ph type="sldImg"/>
          </p:nvPr>
        </p:nvSpPr>
        <p:spPr>
          <a:xfrm>
            <a:off x="1143000" y="685800"/>
            <a:ext cx="4572000" cy="3429000"/>
          </a:xfrm>
          <a:ln/>
        </p:spPr>
      </p:sp>
      <p:sp>
        <p:nvSpPr>
          <p:cNvPr id="68612" name="Rectangle 3">
            <a:extLst>
              <a:ext uri="{FF2B5EF4-FFF2-40B4-BE49-F238E27FC236}">
                <a16:creationId xmlns="" xmlns:a16="http://schemas.microsoft.com/office/drawing/2014/main" id="{DF7F976C-10C9-E380-9941-8CD19A545E7B}"/>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 xmlns:a16="http://schemas.microsoft.com/office/drawing/2014/main" id="{DC58FB78-5919-2D14-26D0-916BD087144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FBD65149-7DBF-46DB-A833-4168132BAA4F}" type="slidenum">
              <a:rPr lang="en-US" altLang="en-US" sz="1200">
                <a:latin typeface="Times" panose="02020603050405020304" pitchFamily="18" charset="0"/>
              </a:rPr>
              <a:pPr/>
              <a:t>22</a:t>
            </a:fld>
            <a:endParaRPr lang="en-US" altLang="en-US" sz="1200">
              <a:latin typeface="Times" panose="02020603050405020304" pitchFamily="18" charset="0"/>
            </a:endParaRPr>
          </a:p>
        </p:txBody>
      </p:sp>
      <p:sp>
        <p:nvSpPr>
          <p:cNvPr id="69635" name="Rectangle 2">
            <a:extLst>
              <a:ext uri="{FF2B5EF4-FFF2-40B4-BE49-F238E27FC236}">
                <a16:creationId xmlns="" xmlns:a16="http://schemas.microsoft.com/office/drawing/2014/main" id="{8571C1EE-762A-FDAA-FCDD-2392C8D134F0}"/>
              </a:ext>
            </a:extLst>
          </p:cNvPr>
          <p:cNvSpPr>
            <a:spLocks noGrp="1" noRot="1" noChangeAspect="1" noChangeArrowheads="1" noTextEdit="1"/>
          </p:cNvSpPr>
          <p:nvPr>
            <p:ph type="sldImg"/>
          </p:nvPr>
        </p:nvSpPr>
        <p:spPr>
          <a:xfrm>
            <a:off x="1143000" y="685800"/>
            <a:ext cx="4572000" cy="3429000"/>
          </a:xfrm>
          <a:ln/>
        </p:spPr>
      </p:sp>
      <p:sp>
        <p:nvSpPr>
          <p:cNvPr id="69636" name="Rectangle 3">
            <a:extLst>
              <a:ext uri="{FF2B5EF4-FFF2-40B4-BE49-F238E27FC236}">
                <a16:creationId xmlns="" xmlns:a16="http://schemas.microsoft.com/office/drawing/2014/main" id="{EB5A3813-F989-417A-5DEE-A66CFBE7B97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 xmlns:a16="http://schemas.microsoft.com/office/drawing/2014/main" id="{70D16CCD-9416-14ED-1A6B-FBCB489CD2C7}"/>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fld id="{81033BD9-E93A-4150-8644-5789F178DE29}" type="slidenum">
              <a:rPr lang="en-US" altLang="en-US" sz="1200">
                <a:latin typeface="Times" panose="02020603050405020304" pitchFamily="18" charset="0"/>
              </a:rPr>
              <a:pPr/>
              <a:t>26</a:t>
            </a:fld>
            <a:endParaRPr lang="en-US" altLang="en-US" sz="1200">
              <a:latin typeface="Times" panose="02020603050405020304" pitchFamily="18" charset="0"/>
            </a:endParaRPr>
          </a:p>
        </p:txBody>
      </p:sp>
      <p:sp>
        <p:nvSpPr>
          <p:cNvPr id="70659" name="Rectangle 2">
            <a:extLst>
              <a:ext uri="{FF2B5EF4-FFF2-40B4-BE49-F238E27FC236}">
                <a16:creationId xmlns="" xmlns:a16="http://schemas.microsoft.com/office/drawing/2014/main" id="{E47C3370-7E8E-6DAA-A0A0-1423BFC99BE0}"/>
              </a:ext>
            </a:extLst>
          </p:cNvPr>
          <p:cNvSpPr>
            <a:spLocks noGrp="1" noRot="1" noChangeAspect="1" noChangeArrowheads="1" noTextEdit="1"/>
          </p:cNvSpPr>
          <p:nvPr>
            <p:ph type="sldImg"/>
          </p:nvPr>
        </p:nvSpPr>
        <p:spPr>
          <a:xfrm>
            <a:off x="1143000" y="685800"/>
            <a:ext cx="4572000" cy="3429000"/>
          </a:xfrm>
          <a:ln/>
        </p:spPr>
      </p:sp>
      <p:sp>
        <p:nvSpPr>
          <p:cNvPr id="70660" name="Rectangle 3">
            <a:extLst>
              <a:ext uri="{FF2B5EF4-FFF2-40B4-BE49-F238E27FC236}">
                <a16:creationId xmlns="" xmlns:a16="http://schemas.microsoft.com/office/drawing/2014/main" id="{4CD9E85F-8122-068F-4901-2341EB022C38}"/>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E736A0-9F24-45BF-B389-F6478DB45CE3}"/>
              </a:ext>
            </a:extLst>
          </p:cNvPr>
          <p:cNvSpPr>
            <a:spLocks noGrp="1"/>
          </p:cNvSpPr>
          <p:nvPr>
            <p:ph type="ctrTitle"/>
          </p:nvPr>
        </p:nvSpPr>
        <p:spPr>
          <a:xfrm>
            <a:off x="1143000" y="1028701"/>
            <a:ext cx="6858000" cy="2481263"/>
          </a:xfrm>
        </p:spPr>
        <p:txBody>
          <a:bodyPr anchor="b">
            <a:normAutofit/>
          </a:bodyPr>
          <a:lstStyle>
            <a:lvl1pPr algn="ctr">
              <a:lnSpc>
                <a:spcPct val="100000"/>
              </a:lnSpc>
              <a:defRPr sz="5333" spc="1000" baseline="0">
                <a:solidFill>
                  <a:schemeClr val="tx1"/>
                </a:solidFill>
              </a:defRPr>
            </a:lvl1pPr>
          </a:lstStyle>
          <a:p>
            <a:r>
              <a:rPr lang="en-US" dirty="0"/>
              <a:t>Click to edit Master title style</a:t>
            </a:r>
          </a:p>
        </p:txBody>
      </p:sp>
      <p:sp>
        <p:nvSpPr>
          <p:cNvPr id="3" name="Subtitle 2">
            <a:extLst>
              <a:ext uri="{FF2B5EF4-FFF2-40B4-BE49-F238E27FC236}">
                <a16:creationId xmlns="" xmlns:a16="http://schemas.microsoft.com/office/drawing/2014/main" id="{713D85EF-076F-4C35-862A-BAFF685DD6B5}"/>
              </a:ext>
            </a:extLst>
          </p:cNvPr>
          <p:cNvSpPr>
            <a:spLocks noGrp="1"/>
          </p:cNvSpPr>
          <p:nvPr>
            <p:ph type="subTitle" idx="1"/>
          </p:nvPr>
        </p:nvSpPr>
        <p:spPr>
          <a:xfrm>
            <a:off x="1143000" y="3824377"/>
            <a:ext cx="6858000" cy="1433423"/>
          </a:xfrm>
        </p:spPr>
        <p:txBody>
          <a:bodyPr>
            <a:normAutofit/>
          </a:bodyPr>
          <a:lstStyle>
            <a:lvl1pPr marL="0" indent="0" algn="ctr">
              <a:lnSpc>
                <a:spcPct val="150000"/>
              </a:lnSpc>
              <a:buNone/>
              <a:defRPr sz="2133" b="1" cap="all" spc="800" baseline="0"/>
            </a:lvl1pPr>
            <a:lvl2pPr marL="609585" indent="0" algn="ctr">
              <a:buNone/>
              <a:defRPr sz="2133"/>
            </a:lvl2pPr>
            <a:lvl3pPr marL="1219170" indent="0" algn="ctr">
              <a:buNone/>
              <a:defRPr sz="2133"/>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 xmlns:a16="http://schemas.microsoft.com/office/drawing/2014/main" id="{CAE221EC-BF54-4DDD-8900-F2027CDAD35C}"/>
              </a:ext>
            </a:extLst>
          </p:cNvPr>
          <p:cNvSpPr>
            <a:spLocks noGrp="1"/>
          </p:cNvSpPr>
          <p:nvPr>
            <p:ph type="dt" sz="half" idx="10"/>
          </p:nvPr>
        </p:nvSpPr>
        <p:spPr/>
        <p:txBody>
          <a:bodyPr/>
          <a:lstStyle/>
          <a:p>
            <a:fld id="{888411FB-1606-4EC5-9BCA-2DC04C2243EA}" type="datetimeFigureOut">
              <a:rPr lang="en-US" dirty="0"/>
              <a:t>1/30/2026</a:t>
            </a:fld>
            <a:endParaRPr lang="en-US" dirty="0"/>
          </a:p>
        </p:txBody>
      </p:sp>
      <p:sp>
        <p:nvSpPr>
          <p:cNvPr id="5" name="Footer Placeholder 4">
            <a:extLst>
              <a:ext uri="{FF2B5EF4-FFF2-40B4-BE49-F238E27FC236}">
                <a16:creationId xmlns="" xmlns:a16="http://schemas.microsoft.com/office/drawing/2014/main" id="{7CD5AB69-7069-48FB-8925-F2BA84129A5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 xmlns:a16="http://schemas.microsoft.com/office/drawing/2014/main" id="{3B29C32A-F7A5-4E3B-A28F-09C82341EB22}"/>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87301805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8E99D7-1EE5-4262-9359-A0E2B733116C}"/>
              </a:ext>
            </a:extLst>
          </p:cNvPr>
          <p:cNvSpPr>
            <a:spLocks noGrp="1"/>
          </p:cNvSpPr>
          <p:nvPr>
            <p:ph type="title"/>
          </p:nvPr>
        </p:nvSpPr>
        <p:spPr>
          <a:xfrm>
            <a:off x="1028701" y="793080"/>
            <a:ext cx="7680677" cy="1233488"/>
          </a:xfrm>
        </p:spPr>
        <p:txBody>
          <a:bodyPr/>
          <a:lstStyle/>
          <a:p>
            <a:r>
              <a:rPr lang="en-US" dirty="0"/>
              <a:t>Click to edit Master title style</a:t>
            </a:r>
          </a:p>
        </p:txBody>
      </p:sp>
      <p:sp>
        <p:nvSpPr>
          <p:cNvPr id="3" name="Content Placeholder 2">
            <a:extLst>
              <a:ext uri="{FF2B5EF4-FFF2-40B4-BE49-F238E27FC236}">
                <a16:creationId xmlns="" xmlns:a16="http://schemas.microsoft.com/office/drawing/2014/main" id="{2B3DA1C5-272A-45C2-A11A-E7769A27D32F}"/>
              </a:ext>
            </a:extLst>
          </p:cNvPr>
          <p:cNvSpPr>
            <a:spLocks noGrp="1"/>
          </p:cNvSpPr>
          <p:nvPr>
            <p:ph idx="1"/>
          </p:nvPr>
        </p:nvSpPr>
        <p:spPr>
          <a:xfrm>
            <a:off x="1028701" y="2114940"/>
            <a:ext cx="7680677" cy="39561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0D63DA15-1EAB-4524-9BB7-8A7DA82A20AD}"/>
              </a:ext>
            </a:extLst>
          </p:cNvPr>
          <p:cNvSpPr>
            <a:spLocks noGrp="1"/>
          </p:cNvSpPr>
          <p:nvPr>
            <p:ph type="dt" sz="half" idx="10"/>
          </p:nvPr>
        </p:nvSpPr>
        <p:spPr/>
        <p:txBody>
          <a:bodyPr/>
          <a:lstStyle/>
          <a:p>
            <a:fld id="{D3BCAA53-8FBA-45E2-8B10-F7DD55E4E759}" type="datetimeFigureOut">
              <a:rPr lang="en-US" dirty="0"/>
              <a:t>1/30/2026</a:t>
            </a:fld>
            <a:endParaRPr lang="en-US" dirty="0"/>
          </a:p>
        </p:txBody>
      </p:sp>
      <p:sp>
        <p:nvSpPr>
          <p:cNvPr id="5" name="Footer Placeholder 4">
            <a:extLst>
              <a:ext uri="{FF2B5EF4-FFF2-40B4-BE49-F238E27FC236}">
                <a16:creationId xmlns="" xmlns:a16="http://schemas.microsoft.com/office/drawing/2014/main" id="{A1EB93B9-7818-489D-AFFB-B6EAD27FF1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 xmlns:a16="http://schemas.microsoft.com/office/drawing/2014/main" id="{C4528D36-894E-4FCB-B8BB-84DE89949B23}"/>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2021706292"/>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6964F1-5687-421F-B3DF-BA3C8DADC0E6}"/>
              </a:ext>
            </a:extLst>
          </p:cNvPr>
          <p:cNvSpPr>
            <a:spLocks noGrp="1"/>
          </p:cNvSpPr>
          <p:nvPr>
            <p:ph type="title"/>
          </p:nvPr>
        </p:nvSpPr>
        <p:spPr>
          <a:xfrm>
            <a:off x="1035698" y="1709739"/>
            <a:ext cx="7474889" cy="2852737"/>
          </a:xfrm>
        </p:spPr>
        <p:txBody>
          <a:bodyPr anchor="b">
            <a:normAutofit/>
          </a:bodyPr>
          <a:lstStyle>
            <a:lvl1pPr>
              <a:defRPr sz="5867" spc="1000" baseline="0"/>
            </a:lvl1pPr>
          </a:lstStyle>
          <a:p>
            <a:r>
              <a:rPr lang="en-US" dirty="0"/>
              <a:t>Click to edit Master title style</a:t>
            </a:r>
          </a:p>
        </p:txBody>
      </p:sp>
      <p:sp>
        <p:nvSpPr>
          <p:cNvPr id="3" name="Text Placeholder 2">
            <a:extLst>
              <a:ext uri="{FF2B5EF4-FFF2-40B4-BE49-F238E27FC236}">
                <a16:creationId xmlns="" xmlns:a16="http://schemas.microsoft.com/office/drawing/2014/main" id="{1DDBB876-5FD9-4964-BD37-6F05DAEBE325}"/>
              </a:ext>
            </a:extLst>
          </p:cNvPr>
          <p:cNvSpPr>
            <a:spLocks noGrp="1"/>
          </p:cNvSpPr>
          <p:nvPr>
            <p:ph type="body" idx="1"/>
          </p:nvPr>
        </p:nvSpPr>
        <p:spPr>
          <a:xfrm>
            <a:off x="1035698" y="4976328"/>
            <a:ext cx="7474890" cy="1113323"/>
          </a:xfrm>
        </p:spPr>
        <p:txBody>
          <a:bodyPr>
            <a:normAutofit/>
          </a:bodyPr>
          <a:lstStyle>
            <a:lvl1pPr marL="0" indent="0">
              <a:buNone/>
              <a:defRPr sz="1600" spc="800">
                <a:solidFill>
                  <a:schemeClr val="tx1">
                    <a:tint val="75000"/>
                  </a:schemeClr>
                </a:solidFill>
              </a:defRPr>
            </a:lvl1pPr>
            <a:lvl2pPr marL="609585" indent="0">
              <a:buNone/>
              <a:defRPr sz="1600">
                <a:solidFill>
                  <a:schemeClr val="tx1">
                    <a:tint val="75000"/>
                  </a:schemeClr>
                </a:solidFill>
              </a:defRPr>
            </a:lvl2pPr>
            <a:lvl3pPr marL="1219170" indent="0">
              <a:buNone/>
              <a:defRPr sz="1600">
                <a:solidFill>
                  <a:schemeClr val="tx1">
                    <a:tint val="75000"/>
                  </a:schemeClr>
                </a:solidFill>
              </a:defRPr>
            </a:lvl3pPr>
            <a:lvl4pPr marL="1828754" indent="0">
              <a:buNone/>
              <a:defRPr sz="1600">
                <a:solidFill>
                  <a:schemeClr val="tx1">
                    <a:tint val="75000"/>
                  </a:schemeClr>
                </a:solidFill>
              </a:defRPr>
            </a:lvl4pPr>
            <a:lvl5pPr marL="2438339" indent="0">
              <a:buNone/>
              <a:defRPr sz="1600">
                <a:solidFill>
                  <a:schemeClr val="tx1">
                    <a:tint val="75000"/>
                  </a:schemeClr>
                </a:solidFill>
              </a:defRPr>
            </a:lvl5pPr>
            <a:lvl6pPr marL="3047924" indent="0">
              <a:buNone/>
              <a:defRPr sz="1600">
                <a:solidFill>
                  <a:schemeClr val="tx1">
                    <a:tint val="75000"/>
                  </a:schemeClr>
                </a:solidFill>
              </a:defRPr>
            </a:lvl6pPr>
            <a:lvl7pPr marL="3657509" indent="0">
              <a:buNone/>
              <a:defRPr sz="1600">
                <a:solidFill>
                  <a:schemeClr val="tx1">
                    <a:tint val="75000"/>
                  </a:schemeClr>
                </a:solidFill>
              </a:defRPr>
            </a:lvl7pPr>
            <a:lvl8pPr marL="4267093" indent="0">
              <a:buNone/>
              <a:defRPr sz="1600">
                <a:solidFill>
                  <a:schemeClr val="tx1">
                    <a:tint val="75000"/>
                  </a:schemeClr>
                </a:solidFill>
              </a:defRPr>
            </a:lvl8pPr>
            <a:lvl9pPr marL="4876678"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 xmlns:a16="http://schemas.microsoft.com/office/drawing/2014/main" id="{875EA80A-FCDD-4009-9A1F-8B54817869DC}"/>
              </a:ext>
            </a:extLst>
          </p:cNvPr>
          <p:cNvSpPr>
            <a:spLocks noGrp="1"/>
          </p:cNvSpPr>
          <p:nvPr>
            <p:ph type="dt" sz="half" idx="10"/>
          </p:nvPr>
        </p:nvSpPr>
        <p:spPr/>
        <p:txBody>
          <a:bodyPr/>
          <a:lstStyle/>
          <a:p>
            <a:fld id="{2F8C84CF-6F0D-4195-920D-9D6F75893720}" type="datetimeFigureOut">
              <a:rPr lang="en-US" dirty="0"/>
              <a:t>1/30/2026</a:t>
            </a:fld>
            <a:endParaRPr lang="en-US" dirty="0"/>
          </a:p>
        </p:txBody>
      </p:sp>
      <p:sp>
        <p:nvSpPr>
          <p:cNvPr id="5" name="Footer Placeholder 4">
            <a:extLst>
              <a:ext uri="{FF2B5EF4-FFF2-40B4-BE49-F238E27FC236}">
                <a16:creationId xmlns="" xmlns:a16="http://schemas.microsoft.com/office/drawing/2014/main" id="{EA4A3422-56D9-4942-BC63-831AED91F16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 xmlns:a16="http://schemas.microsoft.com/office/drawing/2014/main" id="{D5D4B42A-AC2C-4FD8-AD0D-BECDD3846D3A}"/>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1994677891"/>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FFDAF1-8359-4A0F-91B3-03E77C670543}"/>
              </a:ext>
            </a:extLst>
          </p:cNvPr>
          <p:cNvSpPr>
            <a:spLocks noGrp="1"/>
          </p:cNvSpPr>
          <p:nvPr>
            <p:ph type="title"/>
          </p:nvPr>
        </p:nvSpPr>
        <p:spPr>
          <a:xfrm>
            <a:off x="783041" y="457200"/>
            <a:ext cx="7732309" cy="1233488"/>
          </a:xfrm>
        </p:spPr>
        <p:txBody>
          <a:bodyPr>
            <a:normAutofit/>
          </a:bodyPr>
          <a:lstStyle>
            <a:lvl1pPr>
              <a:defRPr sz="4267"/>
            </a:lvl1pPr>
          </a:lstStyle>
          <a:p>
            <a:r>
              <a:rPr lang="en-US" dirty="0"/>
              <a:t>Click to edit Master title style</a:t>
            </a:r>
          </a:p>
        </p:txBody>
      </p:sp>
      <p:sp>
        <p:nvSpPr>
          <p:cNvPr id="3" name="Content Placeholder 2">
            <a:extLst>
              <a:ext uri="{FF2B5EF4-FFF2-40B4-BE49-F238E27FC236}">
                <a16:creationId xmlns="" xmlns:a16="http://schemas.microsoft.com/office/drawing/2014/main" id="{4921E3D3-6B33-4CA0-B06B-A8BB05CAB3C4}"/>
              </a:ext>
            </a:extLst>
          </p:cNvPr>
          <p:cNvSpPr>
            <a:spLocks noGrp="1"/>
          </p:cNvSpPr>
          <p:nvPr>
            <p:ph sz="half" idx="1"/>
          </p:nvPr>
        </p:nvSpPr>
        <p:spPr>
          <a:xfrm>
            <a:off x="783040" y="1996141"/>
            <a:ext cx="3731810" cy="418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 xmlns:a16="http://schemas.microsoft.com/office/drawing/2014/main" id="{A629C334-815D-47FD-A9B5-E871E28641C9}"/>
              </a:ext>
            </a:extLst>
          </p:cNvPr>
          <p:cNvSpPr>
            <a:spLocks noGrp="1"/>
          </p:cNvSpPr>
          <p:nvPr>
            <p:ph sz="half" idx="2"/>
          </p:nvPr>
        </p:nvSpPr>
        <p:spPr>
          <a:xfrm>
            <a:off x="4629150" y="1996141"/>
            <a:ext cx="3886200" cy="41808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 xmlns:a16="http://schemas.microsoft.com/office/drawing/2014/main" id="{797975F2-7A90-4820-B90F-D28E31A35EB8}"/>
              </a:ext>
            </a:extLst>
          </p:cNvPr>
          <p:cNvSpPr>
            <a:spLocks noGrp="1"/>
          </p:cNvSpPr>
          <p:nvPr>
            <p:ph type="dt" sz="half" idx="10"/>
          </p:nvPr>
        </p:nvSpPr>
        <p:spPr/>
        <p:txBody>
          <a:bodyPr/>
          <a:lstStyle/>
          <a:p>
            <a:fld id="{121B3BBE-A1CF-4CC7-B02C-EBCBBE110242}" type="datetimeFigureOut">
              <a:rPr lang="en-US" dirty="0"/>
              <a:t>1/30/2026</a:t>
            </a:fld>
            <a:endParaRPr lang="en-US" dirty="0"/>
          </a:p>
        </p:txBody>
      </p:sp>
      <p:sp>
        <p:nvSpPr>
          <p:cNvPr id="6" name="Footer Placeholder 5">
            <a:extLst>
              <a:ext uri="{FF2B5EF4-FFF2-40B4-BE49-F238E27FC236}">
                <a16:creationId xmlns="" xmlns:a16="http://schemas.microsoft.com/office/drawing/2014/main" id="{823CFAD5-8AF8-4610-8324-85AA062E2712}"/>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 xmlns:a16="http://schemas.microsoft.com/office/drawing/2014/main" id="{16808CC8-C46E-4A10-8A83-7A251067EA68}"/>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453458874"/>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4E82B8-F9D9-4F53-A4A6-F12EB5F12846}"/>
              </a:ext>
            </a:extLst>
          </p:cNvPr>
          <p:cNvSpPr>
            <a:spLocks noGrp="1"/>
          </p:cNvSpPr>
          <p:nvPr>
            <p:ph type="title"/>
          </p:nvPr>
        </p:nvSpPr>
        <p:spPr>
          <a:xfrm>
            <a:off x="1026367" y="457200"/>
            <a:ext cx="7490174" cy="1233488"/>
          </a:xfrm>
        </p:spPr>
        <p:txBody>
          <a:bodyPr>
            <a:normAutofit/>
          </a:bodyPr>
          <a:lstStyle>
            <a:lvl1pPr>
              <a:defRPr sz="3733"/>
            </a:lvl1pPr>
          </a:lstStyle>
          <a:p>
            <a:r>
              <a:rPr lang="en-US" dirty="0"/>
              <a:t>Click to edit Master title style</a:t>
            </a:r>
          </a:p>
        </p:txBody>
      </p:sp>
      <p:sp>
        <p:nvSpPr>
          <p:cNvPr id="3" name="Text Placeholder 2">
            <a:extLst>
              <a:ext uri="{FF2B5EF4-FFF2-40B4-BE49-F238E27FC236}">
                <a16:creationId xmlns="" xmlns:a16="http://schemas.microsoft.com/office/drawing/2014/main" id="{C1F070CA-85E9-47C7-8564-FFA1AE34B9E5}"/>
              </a:ext>
            </a:extLst>
          </p:cNvPr>
          <p:cNvSpPr>
            <a:spLocks noGrp="1"/>
          </p:cNvSpPr>
          <p:nvPr>
            <p:ph type="body" idx="1"/>
          </p:nvPr>
        </p:nvSpPr>
        <p:spPr>
          <a:xfrm>
            <a:off x="1026368" y="1681163"/>
            <a:ext cx="3471814" cy="823912"/>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 xmlns:a16="http://schemas.microsoft.com/office/drawing/2014/main" id="{9938D4B1-41B3-4BF5-9076-A16984A81FF1}"/>
              </a:ext>
            </a:extLst>
          </p:cNvPr>
          <p:cNvSpPr>
            <a:spLocks noGrp="1"/>
          </p:cNvSpPr>
          <p:nvPr>
            <p:ph sz="half" idx="2"/>
          </p:nvPr>
        </p:nvSpPr>
        <p:spPr>
          <a:xfrm>
            <a:off x="1026368" y="2505075"/>
            <a:ext cx="3471814"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2E6A38DC-A016-4CFD-AC19-F24A9E062022}"/>
              </a:ext>
            </a:extLst>
          </p:cNvPr>
          <p:cNvSpPr>
            <a:spLocks noGrp="1"/>
          </p:cNvSpPr>
          <p:nvPr>
            <p:ph type="body" sz="quarter" idx="3"/>
          </p:nvPr>
        </p:nvSpPr>
        <p:spPr>
          <a:xfrm>
            <a:off x="4758612" y="1681163"/>
            <a:ext cx="3757929" cy="823912"/>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 xmlns:a16="http://schemas.microsoft.com/office/drawing/2014/main" id="{31F930FA-8C00-42AB-B2D1-FE4E4BDB3C6E}"/>
              </a:ext>
            </a:extLst>
          </p:cNvPr>
          <p:cNvSpPr>
            <a:spLocks noGrp="1"/>
          </p:cNvSpPr>
          <p:nvPr>
            <p:ph sz="quarter" idx="4"/>
          </p:nvPr>
        </p:nvSpPr>
        <p:spPr>
          <a:xfrm>
            <a:off x="4758611" y="2505075"/>
            <a:ext cx="3757930"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 xmlns:a16="http://schemas.microsoft.com/office/drawing/2014/main" id="{E18B698E-FAE5-4F2C-AE0E-4FD281E8F30E}"/>
              </a:ext>
            </a:extLst>
          </p:cNvPr>
          <p:cNvSpPr>
            <a:spLocks noGrp="1"/>
          </p:cNvSpPr>
          <p:nvPr>
            <p:ph type="dt" sz="half" idx="10"/>
          </p:nvPr>
        </p:nvSpPr>
        <p:spPr/>
        <p:txBody>
          <a:bodyPr/>
          <a:lstStyle/>
          <a:p>
            <a:fld id="{343D63E4-71A5-4C63-9515-748B28B89764}" type="datetimeFigureOut">
              <a:rPr lang="en-US" dirty="0"/>
              <a:t>1/30/2026</a:t>
            </a:fld>
            <a:endParaRPr lang="en-US" dirty="0"/>
          </a:p>
        </p:txBody>
      </p:sp>
      <p:sp>
        <p:nvSpPr>
          <p:cNvPr id="8" name="Footer Placeholder 7">
            <a:extLst>
              <a:ext uri="{FF2B5EF4-FFF2-40B4-BE49-F238E27FC236}">
                <a16:creationId xmlns="" xmlns:a16="http://schemas.microsoft.com/office/drawing/2014/main" id="{B5C4BB6C-CAA4-4EA8-8EA1-65ADE056F25D}"/>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 xmlns:a16="http://schemas.microsoft.com/office/drawing/2014/main" id="{75BB6A12-0532-47CA-B070-232141CC1064}"/>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2314972459"/>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608FA1-831E-4AD6-B0D1-BA85E67A5032}"/>
              </a:ext>
            </a:extLst>
          </p:cNvPr>
          <p:cNvSpPr>
            <a:spLocks noGrp="1"/>
          </p:cNvSpPr>
          <p:nvPr>
            <p:ph type="title"/>
          </p:nvPr>
        </p:nvSpPr>
        <p:spPr>
          <a:xfrm>
            <a:off x="1028700" y="457200"/>
            <a:ext cx="7486649" cy="1233488"/>
          </a:xfrm>
        </p:spPr>
        <p:txBody>
          <a:bodyPr>
            <a:normAutofit/>
          </a:bodyPr>
          <a:lstStyle>
            <a:lvl1pPr>
              <a:defRPr sz="4267"/>
            </a:lvl1pPr>
          </a:lstStyle>
          <a:p>
            <a:r>
              <a:rPr lang="en-US" dirty="0"/>
              <a:t>Click to edit Master title style</a:t>
            </a:r>
          </a:p>
        </p:txBody>
      </p:sp>
      <p:sp>
        <p:nvSpPr>
          <p:cNvPr id="3" name="Date Placeholder 2">
            <a:extLst>
              <a:ext uri="{FF2B5EF4-FFF2-40B4-BE49-F238E27FC236}">
                <a16:creationId xmlns="" xmlns:a16="http://schemas.microsoft.com/office/drawing/2014/main" id="{ACE94142-C469-4B0E-8C01-C64BA28F52D2}"/>
              </a:ext>
            </a:extLst>
          </p:cNvPr>
          <p:cNvSpPr>
            <a:spLocks noGrp="1"/>
          </p:cNvSpPr>
          <p:nvPr>
            <p:ph type="dt" sz="half" idx="10"/>
          </p:nvPr>
        </p:nvSpPr>
        <p:spPr/>
        <p:txBody>
          <a:bodyPr/>
          <a:lstStyle/>
          <a:p>
            <a:fld id="{C7C92BAC-F228-4DAC-8800-3D810F869187}" type="datetimeFigureOut">
              <a:rPr lang="en-US" dirty="0"/>
              <a:t>1/30/2026</a:t>
            </a:fld>
            <a:endParaRPr lang="en-US" dirty="0"/>
          </a:p>
        </p:txBody>
      </p:sp>
      <p:sp>
        <p:nvSpPr>
          <p:cNvPr id="4" name="Footer Placeholder 3">
            <a:extLst>
              <a:ext uri="{FF2B5EF4-FFF2-40B4-BE49-F238E27FC236}">
                <a16:creationId xmlns="" xmlns:a16="http://schemas.microsoft.com/office/drawing/2014/main" id="{02AAFCE6-5C7E-438F-8D4A-21E155681447}"/>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 xmlns:a16="http://schemas.microsoft.com/office/drawing/2014/main" id="{D2ACFD88-63EA-427F-978C-B7844D1A5E32}"/>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620937122"/>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6682A4F0-76A5-4852-982B-32B3B685732E}"/>
              </a:ext>
            </a:extLst>
          </p:cNvPr>
          <p:cNvSpPr>
            <a:spLocks noGrp="1"/>
          </p:cNvSpPr>
          <p:nvPr>
            <p:ph type="dt" sz="half" idx="10"/>
          </p:nvPr>
        </p:nvSpPr>
        <p:spPr/>
        <p:txBody>
          <a:bodyPr/>
          <a:lstStyle/>
          <a:p>
            <a:fld id="{B66EFFE8-7E8E-427A-AB26-E496551AFB7B}" type="datetimeFigureOut">
              <a:rPr lang="en-US" dirty="0"/>
              <a:t>1/30/2026</a:t>
            </a:fld>
            <a:endParaRPr lang="en-US" dirty="0"/>
          </a:p>
        </p:txBody>
      </p:sp>
      <p:sp>
        <p:nvSpPr>
          <p:cNvPr id="3" name="Footer Placeholder 2">
            <a:extLst>
              <a:ext uri="{FF2B5EF4-FFF2-40B4-BE49-F238E27FC236}">
                <a16:creationId xmlns="" xmlns:a16="http://schemas.microsoft.com/office/drawing/2014/main" id="{8750CFAE-4BEB-4272-A2E6-FDD9D6A03290}"/>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 xmlns:a16="http://schemas.microsoft.com/office/drawing/2014/main" id="{943B71B7-74B7-4CF1-8FE0-F4863CD7D97C}"/>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3393435246"/>
      </p:ext>
    </p:extLst>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F432BE-C4E5-4F12-AB53-EBEF2B76B251}"/>
              </a:ext>
            </a:extLst>
          </p:cNvPr>
          <p:cNvSpPr>
            <a:spLocks noGrp="1"/>
          </p:cNvSpPr>
          <p:nvPr>
            <p:ph type="title"/>
          </p:nvPr>
        </p:nvSpPr>
        <p:spPr>
          <a:xfrm>
            <a:off x="989067" y="457200"/>
            <a:ext cx="2949178" cy="1921434"/>
          </a:xfrm>
        </p:spPr>
        <p:txBody>
          <a:bodyPr anchor="b"/>
          <a:lstStyle>
            <a:lvl1pPr>
              <a:defRPr sz="4267"/>
            </a:lvl1pPr>
          </a:lstStyle>
          <a:p>
            <a:r>
              <a:rPr lang="en-US" dirty="0"/>
              <a:t>Click to edit Master title style</a:t>
            </a:r>
          </a:p>
        </p:txBody>
      </p:sp>
      <p:sp>
        <p:nvSpPr>
          <p:cNvPr id="3" name="Content Placeholder 2">
            <a:extLst>
              <a:ext uri="{FF2B5EF4-FFF2-40B4-BE49-F238E27FC236}">
                <a16:creationId xmlns="" xmlns:a16="http://schemas.microsoft.com/office/drawing/2014/main" id="{DFAE7F57-4ABF-4BA4-A892-38857A02F60D}"/>
              </a:ext>
            </a:extLst>
          </p:cNvPr>
          <p:cNvSpPr>
            <a:spLocks noGrp="1"/>
          </p:cNvSpPr>
          <p:nvPr>
            <p:ph idx="1"/>
          </p:nvPr>
        </p:nvSpPr>
        <p:spPr>
          <a:xfrm>
            <a:off x="4236098" y="987426"/>
            <a:ext cx="4280443" cy="4873625"/>
          </a:xfrm>
        </p:spPr>
        <p:txBody>
          <a:bodyPr>
            <a:normAutofit/>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 xmlns:a16="http://schemas.microsoft.com/office/drawing/2014/main" id="{D032E444-E5BD-443F-AB83-84D7CE0AB768}"/>
              </a:ext>
            </a:extLst>
          </p:cNvPr>
          <p:cNvSpPr>
            <a:spLocks noGrp="1"/>
          </p:cNvSpPr>
          <p:nvPr>
            <p:ph type="body" sz="half" idx="2"/>
          </p:nvPr>
        </p:nvSpPr>
        <p:spPr>
          <a:xfrm>
            <a:off x="989067" y="2799185"/>
            <a:ext cx="2949178" cy="3069803"/>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 xmlns:a16="http://schemas.microsoft.com/office/drawing/2014/main" id="{211998A4-FD2F-4126-99C5-E2063AE02482}"/>
              </a:ext>
            </a:extLst>
          </p:cNvPr>
          <p:cNvSpPr>
            <a:spLocks noGrp="1"/>
          </p:cNvSpPr>
          <p:nvPr>
            <p:ph type="dt" sz="half" idx="10"/>
          </p:nvPr>
        </p:nvSpPr>
        <p:spPr/>
        <p:txBody>
          <a:bodyPr/>
          <a:lstStyle/>
          <a:p>
            <a:fld id="{C0DC8B19-DE76-4E18-BFC7-EB25B8C421E7}" type="datetimeFigureOut">
              <a:rPr lang="en-US" dirty="0"/>
              <a:t>1/30/2026</a:t>
            </a:fld>
            <a:endParaRPr lang="en-US" dirty="0"/>
          </a:p>
        </p:txBody>
      </p:sp>
      <p:sp>
        <p:nvSpPr>
          <p:cNvPr id="6" name="Footer Placeholder 5">
            <a:extLst>
              <a:ext uri="{FF2B5EF4-FFF2-40B4-BE49-F238E27FC236}">
                <a16:creationId xmlns="" xmlns:a16="http://schemas.microsoft.com/office/drawing/2014/main" id="{E96457D3-F808-4DB2-9C9C-B185E71F26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 xmlns:a16="http://schemas.microsoft.com/office/drawing/2014/main" id="{4131BC9B-21D1-4D2D-B02E-C887A02CA373}"/>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3109359446"/>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143EC2-2D8C-4E8D-8CC7-9676480146E2}"/>
              </a:ext>
            </a:extLst>
          </p:cNvPr>
          <p:cNvSpPr>
            <a:spLocks noGrp="1"/>
          </p:cNvSpPr>
          <p:nvPr>
            <p:ph type="title"/>
          </p:nvPr>
        </p:nvSpPr>
        <p:spPr>
          <a:xfrm>
            <a:off x="1034225" y="681135"/>
            <a:ext cx="2949178" cy="1600200"/>
          </a:xfrm>
        </p:spPr>
        <p:txBody>
          <a:bodyPr anchor="b"/>
          <a:lstStyle>
            <a:lvl1pPr>
              <a:defRPr sz="4267"/>
            </a:lvl1pPr>
          </a:lstStyle>
          <a:p>
            <a:r>
              <a:rPr lang="en-US" dirty="0"/>
              <a:t>Click to edit Master title style</a:t>
            </a:r>
          </a:p>
        </p:txBody>
      </p:sp>
      <p:sp>
        <p:nvSpPr>
          <p:cNvPr id="3" name="Picture Placeholder 2">
            <a:extLst>
              <a:ext uri="{FF2B5EF4-FFF2-40B4-BE49-F238E27FC236}">
                <a16:creationId xmlns="" xmlns:a16="http://schemas.microsoft.com/office/drawing/2014/main" id="{6566AF89-5FBD-43DD-958D-A5C608AE2E2C}"/>
              </a:ext>
            </a:extLst>
          </p:cNvPr>
          <p:cNvSpPr>
            <a:spLocks noGrp="1" noChangeAspect="1"/>
          </p:cNvSpPr>
          <p:nvPr>
            <p:ph type="pic" idx="1"/>
          </p:nvPr>
        </p:nvSpPr>
        <p:spPr>
          <a:xfrm>
            <a:off x="4376057" y="858417"/>
            <a:ext cx="4140484" cy="5002634"/>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dirty="0"/>
          </a:p>
        </p:txBody>
      </p:sp>
      <p:sp>
        <p:nvSpPr>
          <p:cNvPr id="4" name="Text Placeholder 3">
            <a:extLst>
              <a:ext uri="{FF2B5EF4-FFF2-40B4-BE49-F238E27FC236}">
                <a16:creationId xmlns="" xmlns:a16="http://schemas.microsoft.com/office/drawing/2014/main" id="{F770A545-2CE6-48C4-A725-EF68A3F1BFCB}"/>
              </a:ext>
            </a:extLst>
          </p:cNvPr>
          <p:cNvSpPr>
            <a:spLocks noGrp="1"/>
          </p:cNvSpPr>
          <p:nvPr>
            <p:ph type="body" sz="half" idx="2"/>
          </p:nvPr>
        </p:nvSpPr>
        <p:spPr>
          <a:xfrm>
            <a:off x="1034225" y="2281335"/>
            <a:ext cx="2949178" cy="3811588"/>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 xmlns:a16="http://schemas.microsoft.com/office/drawing/2014/main" id="{FB4466B2-6FE6-4352-BBF9-84BCD946C28B}"/>
              </a:ext>
            </a:extLst>
          </p:cNvPr>
          <p:cNvSpPr>
            <a:spLocks noGrp="1"/>
          </p:cNvSpPr>
          <p:nvPr>
            <p:ph type="dt" sz="half" idx="10"/>
          </p:nvPr>
        </p:nvSpPr>
        <p:spPr/>
        <p:txBody>
          <a:bodyPr/>
          <a:lstStyle/>
          <a:p>
            <a:fld id="{9C10BD94-1F69-4074-BD82-D6EDB89FE74F}" type="datetimeFigureOut">
              <a:rPr lang="en-US" dirty="0"/>
              <a:t>1/30/2026</a:t>
            </a:fld>
            <a:endParaRPr lang="en-US" dirty="0"/>
          </a:p>
        </p:txBody>
      </p:sp>
      <p:sp>
        <p:nvSpPr>
          <p:cNvPr id="6" name="Footer Placeholder 5">
            <a:extLst>
              <a:ext uri="{FF2B5EF4-FFF2-40B4-BE49-F238E27FC236}">
                <a16:creationId xmlns="" xmlns:a16="http://schemas.microsoft.com/office/drawing/2014/main" id="{398991BC-29A5-4182-BD83-9D99D28894A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 xmlns:a16="http://schemas.microsoft.com/office/drawing/2014/main" id="{5EC1C78F-6633-4604-8832-8E9D2DC768BB}"/>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1134096611"/>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CA997B-D473-47DE-8B7B-22AB6F31E4E3}"/>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 xmlns:a16="http://schemas.microsoft.com/office/drawing/2014/main" id="{75526035-4B81-4537-A22D-92C2E0DBB615}"/>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0EC2A44D-F637-4017-BAA2-77756A386D98}"/>
              </a:ext>
            </a:extLst>
          </p:cNvPr>
          <p:cNvSpPr>
            <a:spLocks noGrp="1"/>
          </p:cNvSpPr>
          <p:nvPr>
            <p:ph type="dt" sz="half" idx="10"/>
          </p:nvPr>
        </p:nvSpPr>
        <p:spPr/>
        <p:txBody>
          <a:bodyPr/>
          <a:lstStyle/>
          <a:p>
            <a:fld id="{EE1F3D07-6BCF-40BC-A7F7-89BB8FFE98C6}" type="datetimeFigureOut">
              <a:rPr lang="en-US" dirty="0"/>
              <a:t>1/30/2026</a:t>
            </a:fld>
            <a:endParaRPr lang="en-US" dirty="0"/>
          </a:p>
        </p:txBody>
      </p:sp>
      <p:sp>
        <p:nvSpPr>
          <p:cNvPr id="5" name="Footer Placeholder 4">
            <a:extLst>
              <a:ext uri="{FF2B5EF4-FFF2-40B4-BE49-F238E27FC236}">
                <a16:creationId xmlns="" xmlns:a16="http://schemas.microsoft.com/office/drawing/2014/main" id="{EEC1DCE6-ED7D-417C-ABD4-41D61570FF3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 xmlns:a16="http://schemas.microsoft.com/office/drawing/2014/main" id="{2CAAF19A-FDAE-446A-A6B6-128F7F96A966}"/>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145050218"/>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BC96D838-45E9-4D61-AA4E-92A32B579FDA}"/>
              </a:ext>
            </a:extLst>
          </p:cNvPr>
          <p:cNvSpPr>
            <a:spLocks noGrp="1"/>
          </p:cNvSpPr>
          <p:nvPr>
            <p:ph type="title" orient="vert"/>
          </p:nvPr>
        </p:nvSpPr>
        <p:spPr>
          <a:xfrm>
            <a:off x="6543675" y="457200"/>
            <a:ext cx="1971675" cy="5719763"/>
          </a:xfrm>
        </p:spPr>
        <p:txBody>
          <a:bodyPr vert="eaVert"/>
          <a:lstStyle/>
          <a:p>
            <a:r>
              <a:rPr lang="en-US" dirty="0"/>
              <a:t>Click to edit Master title style</a:t>
            </a:r>
          </a:p>
        </p:txBody>
      </p:sp>
      <p:sp>
        <p:nvSpPr>
          <p:cNvPr id="3" name="Vertical Text Placeholder 2">
            <a:extLst>
              <a:ext uri="{FF2B5EF4-FFF2-40B4-BE49-F238E27FC236}">
                <a16:creationId xmlns="" xmlns:a16="http://schemas.microsoft.com/office/drawing/2014/main" id="{2C3183D0-4392-4364-8A2D-C47A2AF7A87D}"/>
              </a:ext>
            </a:extLst>
          </p:cNvPr>
          <p:cNvSpPr>
            <a:spLocks noGrp="1"/>
          </p:cNvSpPr>
          <p:nvPr>
            <p:ph type="body" orient="vert" idx="1"/>
          </p:nvPr>
        </p:nvSpPr>
        <p:spPr>
          <a:xfrm>
            <a:off x="628650" y="457200"/>
            <a:ext cx="5800725" cy="5719763"/>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DB4A36C9-28D5-4820-84F1-E4B9F4E50FA9}"/>
              </a:ext>
            </a:extLst>
          </p:cNvPr>
          <p:cNvSpPr>
            <a:spLocks noGrp="1"/>
          </p:cNvSpPr>
          <p:nvPr>
            <p:ph type="dt" sz="half" idx="10"/>
          </p:nvPr>
        </p:nvSpPr>
        <p:spPr/>
        <p:txBody>
          <a:bodyPr/>
          <a:lstStyle/>
          <a:p>
            <a:fld id="{CED16D97-0980-426F-BEA7-F6EB2DE3AC08}" type="datetimeFigureOut">
              <a:rPr lang="en-US" dirty="0"/>
              <a:t>1/30/2026</a:t>
            </a:fld>
            <a:endParaRPr lang="en-US" dirty="0"/>
          </a:p>
        </p:txBody>
      </p:sp>
      <p:sp>
        <p:nvSpPr>
          <p:cNvPr id="5" name="Footer Placeholder 4">
            <a:extLst>
              <a:ext uri="{FF2B5EF4-FFF2-40B4-BE49-F238E27FC236}">
                <a16:creationId xmlns="" xmlns:a16="http://schemas.microsoft.com/office/drawing/2014/main" id="{8997EDC8-558D-4646-86D9-A5424CF2A2B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 xmlns:a16="http://schemas.microsoft.com/office/drawing/2014/main" id="{6F0B7537-E67A-411A-BBA4-061521D3D881}"/>
              </a:ext>
            </a:extLst>
          </p:cNvPr>
          <p:cNvSpPr>
            <a:spLocks noGrp="1"/>
          </p:cNvSpPr>
          <p:nvPr>
            <p:ph type="sldNum" sz="quarter" idx="12"/>
          </p:nvPr>
        </p:nvSpPr>
        <p:spPr/>
        <p:txBody>
          <a:bodyPr/>
          <a:lstStyle/>
          <a:p>
            <a:fld id="{017DE1FC-E54A-4B87-A814-263D1E8654B2}" type="slidenum">
              <a:rPr lang="en-US" dirty="0"/>
              <a:t>‹#›</a:t>
            </a:fld>
            <a:endParaRPr lang="en-US" dirty="0"/>
          </a:p>
        </p:txBody>
      </p:sp>
    </p:spTree>
    <p:extLst>
      <p:ext uri="{BB962C8B-B14F-4D97-AF65-F5344CB8AC3E}">
        <p14:creationId xmlns:p14="http://schemas.microsoft.com/office/powerpoint/2010/main" val="532239201"/>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2770" name="Rectangle 2"/>
          <p:cNvSpPr>
            <a:spLocks noGrp="1" noChangeArrowheads="1"/>
          </p:cNvSpPr>
          <p:nvPr>
            <p:ph type="subTitle" idx="1"/>
          </p:nvPr>
        </p:nvSpPr>
        <p:spPr>
          <a:xfrm>
            <a:off x="1371600" y="4419600"/>
            <a:ext cx="6400800" cy="1752600"/>
          </a:xfrm>
        </p:spPr>
        <p:txBody>
          <a:bodyPr/>
          <a:lstStyle>
            <a:lvl1pPr marL="0" indent="0" algn="ctr">
              <a:buFontTx/>
              <a:buNone/>
              <a:defRPr b="1">
                <a:solidFill>
                  <a:schemeClr val="bg1"/>
                </a:solidFill>
              </a:defRPr>
            </a:lvl1pPr>
          </a:lstStyle>
          <a:p>
            <a:pPr lvl="0"/>
            <a:r>
              <a:rPr lang="en-US" altLang="en-US" noProof="0"/>
              <a:t>Click to edit Master subtitle style</a:t>
            </a:r>
          </a:p>
        </p:txBody>
      </p:sp>
      <p:sp>
        <p:nvSpPr>
          <p:cNvPr id="32771" name="Rectangle 3"/>
          <p:cNvSpPr>
            <a:spLocks noGrp="1" noChangeArrowheads="1"/>
          </p:cNvSpPr>
          <p:nvPr>
            <p:ph type="ctrTitle" sz="quarter"/>
          </p:nvPr>
        </p:nvSpPr>
        <p:spPr>
          <a:xfrm>
            <a:off x="685800" y="2590802"/>
            <a:ext cx="7772400" cy="1470025"/>
          </a:xfrm>
        </p:spPr>
        <p:txBody>
          <a:bodyPr/>
          <a:lstStyle>
            <a:lvl1pPr>
              <a:defRPr sz="3600" b="0">
                <a:solidFill>
                  <a:schemeClr val="bg1"/>
                </a:solidFill>
              </a:defRPr>
            </a:lvl1pPr>
          </a:lstStyle>
          <a:p>
            <a:pPr lvl="0"/>
            <a:r>
              <a:rPr lang="en-US" altLang="en-US" noProof="0"/>
              <a:t>Click to edit Master title style</a:t>
            </a:r>
          </a:p>
        </p:txBody>
      </p:sp>
    </p:spTree>
    <p:extLst>
      <p:ext uri="{BB962C8B-B14F-4D97-AF65-F5344CB8AC3E}">
        <p14:creationId xmlns:p14="http://schemas.microsoft.com/office/powerpoint/2010/main" val="282233182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 xmlns:a16="http://schemas.microsoft.com/office/drawing/2014/main" id="{C3BD7E4C-D424-00D7-FD4F-A8A6BBC0D308}"/>
              </a:ext>
            </a:extLst>
          </p:cNvPr>
          <p:cNvSpPr>
            <a:spLocks noGrp="1" noChangeArrowheads="1"/>
          </p:cNvSpPr>
          <p:nvPr>
            <p:ph type="sldNum" sz="quarter" idx="10"/>
          </p:nvPr>
        </p:nvSpPr>
        <p:spPr>
          <a:ln/>
        </p:spPr>
        <p:txBody>
          <a:bodyPr/>
          <a:lstStyle>
            <a:lvl1pPr>
              <a:defRPr/>
            </a:lvl1pPr>
          </a:lstStyle>
          <a:p>
            <a:fld id="{A0FB4569-43B7-47CC-A720-09BC41B98D33}" type="slidenum">
              <a:rPr lang="en-US" altLang="en-US"/>
              <a:pPr/>
              <a:t>‹#›</a:t>
            </a:fld>
            <a:endParaRPr lang="en-US" altLang="en-US"/>
          </a:p>
        </p:txBody>
      </p:sp>
    </p:spTree>
    <p:extLst>
      <p:ext uri="{BB962C8B-B14F-4D97-AF65-F5344CB8AC3E}">
        <p14:creationId xmlns:p14="http://schemas.microsoft.com/office/powerpoint/2010/main" val="362380372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4500"/>
            </a:lvl1pPr>
          </a:lstStyle>
          <a:p>
            <a:r>
              <a:rPr lang="en-US"/>
              <a:t>Click to edit Master title style</a:t>
            </a:r>
            <a:endParaRPr lang="en-IN"/>
          </a:p>
        </p:txBody>
      </p:sp>
      <p:sp>
        <p:nvSpPr>
          <p:cNvPr id="3" name="Text Placeholder 2"/>
          <p:cNvSpPr>
            <a:spLocks noGrp="1"/>
          </p:cNvSpPr>
          <p:nvPr>
            <p:ph type="body" idx="1"/>
          </p:nvPr>
        </p:nvSpPr>
        <p:spPr>
          <a:xfrm>
            <a:off x="623888" y="4589465"/>
            <a:ext cx="7886700" cy="1500187"/>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a:t>Click to edit Master text styles</a:t>
            </a:r>
          </a:p>
        </p:txBody>
      </p:sp>
      <p:sp>
        <p:nvSpPr>
          <p:cNvPr id="4" name="Rectangle 4">
            <a:extLst>
              <a:ext uri="{FF2B5EF4-FFF2-40B4-BE49-F238E27FC236}">
                <a16:creationId xmlns="" xmlns:a16="http://schemas.microsoft.com/office/drawing/2014/main" id="{9D0A3BF9-57B3-460F-3F9D-F7AB86461E1C}"/>
              </a:ext>
            </a:extLst>
          </p:cNvPr>
          <p:cNvSpPr>
            <a:spLocks noGrp="1" noChangeArrowheads="1"/>
          </p:cNvSpPr>
          <p:nvPr>
            <p:ph type="sldNum" sz="quarter" idx="10"/>
          </p:nvPr>
        </p:nvSpPr>
        <p:spPr>
          <a:ln/>
        </p:spPr>
        <p:txBody>
          <a:bodyPr/>
          <a:lstStyle>
            <a:lvl1pPr>
              <a:defRPr/>
            </a:lvl1pPr>
          </a:lstStyle>
          <a:p>
            <a:fld id="{159C8DB9-36ED-478C-B986-B791E934865F}" type="slidenum">
              <a:rPr lang="en-US" altLang="en-US"/>
              <a:pPr/>
              <a:t>‹#›</a:t>
            </a:fld>
            <a:endParaRPr lang="en-US" altLang="en-US"/>
          </a:p>
        </p:txBody>
      </p:sp>
    </p:spTree>
    <p:extLst>
      <p:ext uri="{BB962C8B-B14F-4D97-AF65-F5344CB8AC3E}">
        <p14:creationId xmlns:p14="http://schemas.microsoft.com/office/powerpoint/2010/main" val="340790557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76400"/>
            <a:ext cx="4038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76400"/>
            <a:ext cx="4038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 xmlns:a16="http://schemas.microsoft.com/office/drawing/2014/main" id="{1DCD48DC-2110-9AD4-3B36-7A933CF804D8}"/>
              </a:ext>
            </a:extLst>
          </p:cNvPr>
          <p:cNvSpPr>
            <a:spLocks noGrp="1" noChangeArrowheads="1"/>
          </p:cNvSpPr>
          <p:nvPr>
            <p:ph type="sldNum" sz="quarter" idx="10"/>
          </p:nvPr>
        </p:nvSpPr>
        <p:spPr>
          <a:ln/>
        </p:spPr>
        <p:txBody>
          <a:bodyPr/>
          <a:lstStyle>
            <a:lvl1pPr>
              <a:defRPr/>
            </a:lvl1pPr>
          </a:lstStyle>
          <a:p>
            <a:fld id="{A737661C-AEC6-40A4-8E37-45FBB6E10BBE}" type="slidenum">
              <a:rPr lang="en-US" altLang="en-US"/>
              <a:pPr/>
              <a:t>‹#›</a:t>
            </a:fld>
            <a:endParaRPr lang="en-US" altLang="en-US"/>
          </a:p>
        </p:txBody>
      </p:sp>
    </p:spTree>
    <p:extLst>
      <p:ext uri="{BB962C8B-B14F-4D97-AF65-F5344CB8AC3E}">
        <p14:creationId xmlns:p14="http://schemas.microsoft.com/office/powerpoint/2010/main" val="393853703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7"/>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9" y="1681163"/>
            <a:ext cx="386873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0239"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 xmlns:a16="http://schemas.microsoft.com/office/drawing/2014/main" id="{C3EA2C34-F7B6-73A4-C3B6-71272B2E33E9}"/>
              </a:ext>
            </a:extLst>
          </p:cNvPr>
          <p:cNvSpPr>
            <a:spLocks noGrp="1" noChangeArrowheads="1"/>
          </p:cNvSpPr>
          <p:nvPr>
            <p:ph type="sldNum" sz="quarter" idx="10"/>
          </p:nvPr>
        </p:nvSpPr>
        <p:spPr>
          <a:ln/>
        </p:spPr>
        <p:txBody>
          <a:bodyPr/>
          <a:lstStyle>
            <a:lvl1pPr>
              <a:defRPr/>
            </a:lvl1pPr>
          </a:lstStyle>
          <a:p>
            <a:fld id="{F97E7055-0475-4ABC-AC0E-C66A795FDF57}" type="slidenum">
              <a:rPr lang="en-US" altLang="en-US"/>
              <a:pPr/>
              <a:t>‹#›</a:t>
            </a:fld>
            <a:endParaRPr lang="en-US" altLang="en-US"/>
          </a:p>
        </p:txBody>
      </p:sp>
    </p:spTree>
    <p:extLst>
      <p:ext uri="{BB962C8B-B14F-4D97-AF65-F5344CB8AC3E}">
        <p14:creationId xmlns:p14="http://schemas.microsoft.com/office/powerpoint/2010/main" val="252302597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 xmlns:a16="http://schemas.microsoft.com/office/drawing/2014/main" id="{FBAAE37B-0481-F4B8-CAA7-3679EE675549}"/>
              </a:ext>
            </a:extLst>
          </p:cNvPr>
          <p:cNvSpPr>
            <a:spLocks noGrp="1" noChangeArrowheads="1"/>
          </p:cNvSpPr>
          <p:nvPr>
            <p:ph type="sldNum" sz="quarter" idx="10"/>
          </p:nvPr>
        </p:nvSpPr>
        <p:spPr>
          <a:ln/>
        </p:spPr>
        <p:txBody>
          <a:bodyPr/>
          <a:lstStyle>
            <a:lvl1pPr>
              <a:defRPr/>
            </a:lvl1pPr>
          </a:lstStyle>
          <a:p>
            <a:fld id="{CCF8571C-3800-4DEE-84A5-E383B6471E8E}" type="slidenum">
              <a:rPr lang="en-US" altLang="en-US"/>
              <a:pPr/>
              <a:t>‹#›</a:t>
            </a:fld>
            <a:endParaRPr lang="en-US" altLang="en-US"/>
          </a:p>
        </p:txBody>
      </p:sp>
    </p:spTree>
    <p:extLst>
      <p:ext uri="{BB962C8B-B14F-4D97-AF65-F5344CB8AC3E}">
        <p14:creationId xmlns:p14="http://schemas.microsoft.com/office/powerpoint/2010/main" val="86260291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 xmlns:a16="http://schemas.microsoft.com/office/drawing/2014/main" id="{7783261D-B808-5769-8E8A-2AFAB268F335}"/>
              </a:ext>
            </a:extLst>
          </p:cNvPr>
          <p:cNvSpPr>
            <a:spLocks noGrp="1" noChangeArrowheads="1"/>
          </p:cNvSpPr>
          <p:nvPr>
            <p:ph type="sldNum" sz="quarter" idx="10"/>
          </p:nvPr>
        </p:nvSpPr>
        <p:spPr>
          <a:ln/>
        </p:spPr>
        <p:txBody>
          <a:bodyPr/>
          <a:lstStyle>
            <a:lvl1pPr>
              <a:defRPr/>
            </a:lvl1pPr>
          </a:lstStyle>
          <a:p>
            <a:fld id="{85ADE37A-0FDB-43DD-A0F5-6AC136F1A5CE}" type="slidenum">
              <a:rPr lang="en-US" altLang="en-US"/>
              <a:pPr/>
              <a:t>‹#›</a:t>
            </a:fld>
            <a:endParaRPr lang="en-US" altLang="en-US"/>
          </a:p>
        </p:txBody>
      </p:sp>
    </p:spTree>
    <p:extLst>
      <p:ext uri="{BB962C8B-B14F-4D97-AF65-F5344CB8AC3E}">
        <p14:creationId xmlns:p14="http://schemas.microsoft.com/office/powerpoint/2010/main" val="508264978"/>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2400"/>
            </a:lvl1pPr>
          </a:lstStyle>
          <a:p>
            <a:r>
              <a:rPr lang="en-US"/>
              <a:t>Click to edit Master title style</a:t>
            </a:r>
            <a:endParaRPr lang="en-IN"/>
          </a:p>
        </p:txBody>
      </p:sp>
      <p:sp>
        <p:nvSpPr>
          <p:cNvPr id="3" name="Content Placeholder 2"/>
          <p:cNvSpPr>
            <a:spLocks noGrp="1"/>
          </p:cNvSpPr>
          <p:nvPr>
            <p:ph idx="1"/>
          </p:nvPr>
        </p:nvSpPr>
        <p:spPr>
          <a:xfrm>
            <a:off x="3887788" y="987427"/>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Rectangle 4">
            <a:extLst>
              <a:ext uri="{FF2B5EF4-FFF2-40B4-BE49-F238E27FC236}">
                <a16:creationId xmlns="" xmlns:a16="http://schemas.microsoft.com/office/drawing/2014/main" id="{42243275-DAA4-0B5B-1F14-91403B3902C6}"/>
              </a:ext>
            </a:extLst>
          </p:cNvPr>
          <p:cNvSpPr>
            <a:spLocks noGrp="1" noChangeArrowheads="1"/>
          </p:cNvSpPr>
          <p:nvPr>
            <p:ph type="sldNum" sz="quarter" idx="10"/>
          </p:nvPr>
        </p:nvSpPr>
        <p:spPr>
          <a:ln/>
        </p:spPr>
        <p:txBody>
          <a:bodyPr/>
          <a:lstStyle>
            <a:lvl1pPr>
              <a:defRPr/>
            </a:lvl1pPr>
          </a:lstStyle>
          <a:p>
            <a:fld id="{D8D42AB8-C96F-4A38-8EAB-D53EE6C5D3D7}" type="slidenum">
              <a:rPr lang="en-US" altLang="en-US"/>
              <a:pPr/>
              <a:t>‹#›</a:t>
            </a:fld>
            <a:endParaRPr lang="en-US" altLang="en-US"/>
          </a:p>
        </p:txBody>
      </p:sp>
    </p:spTree>
    <p:extLst>
      <p:ext uri="{BB962C8B-B14F-4D97-AF65-F5344CB8AC3E}">
        <p14:creationId xmlns:p14="http://schemas.microsoft.com/office/powerpoint/2010/main" val="337177910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9" y="457200"/>
            <a:ext cx="2949575" cy="1600200"/>
          </a:xfrm>
        </p:spPr>
        <p:txBody>
          <a:bodyPr anchor="b"/>
          <a:lstStyle>
            <a:lvl1pPr>
              <a:defRPr sz="2400"/>
            </a:lvl1pPr>
          </a:lstStyle>
          <a:p>
            <a:r>
              <a:rPr lang="en-US"/>
              <a:t>Click to edit Master title style</a:t>
            </a:r>
            <a:endParaRPr lang="en-IN"/>
          </a:p>
        </p:txBody>
      </p:sp>
      <p:sp>
        <p:nvSpPr>
          <p:cNvPr id="3" name="Picture Placeholder 2"/>
          <p:cNvSpPr>
            <a:spLocks noGrp="1"/>
          </p:cNvSpPr>
          <p:nvPr>
            <p:ph type="pic" idx="1"/>
          </p:nvPr>
        </p:nvSpPr>
        <p:spPr>
          <a:xfrm>
            <a:off x="3887788" y="987427"/>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IN" noProof="0"/>
          </a:p>
        </p:txBody>
      </p:sp>
      <p:sp>
        <p:nvSpPr>
          <p:cNvPr id="4" name="Text Placeholder 3"/>
          <p:cNvSpPr>
            <a:spLocks noGrp="1"/>
          </p:cNvSpPr>
          <p:nvPr>
            <p:ph type="body" sz="half" idx="2"/>
          </p:nvPr>
        </p:nvSpPr>
        <p:spPr>
          <a:xfrm>
            <a:off x="630239" y="2057400"/>
            <a:ext cx="2949575"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Rectangle 4">
            <a:extLst>
              <a:ext uri="{FF2B5EF4-FFF2-40B4-BE49-F238E27FC236}">
                <a16:creationId xmlns="" xmlns:a16="http://schemas.microsoft.com/office/drawing/2014/main" id="{DA41919B-2B18-A22F-890D-05974AD3994A}"/>
              </a:ext>
            </a:extLst>
          </p:cNvPr>
          <p:cNvSpPr>
            <a:spLocks noGrp="1" noChangeArrowheads="1"/>
          </p:cNvSpPr>
          <p:nvPr>
            <p:ph type="sldNum" sz="quarter" idx="10"/>
          </p:nvPr>
        </p:nvSpPr>
        <p:spPr>
          <a:ln/>
        </p:spPr>
        <p:txBody>
          <a:bodyPr/>
          <a:lstStyle>
            <a:lvl1pPr>
              <a:defRPr/>
            </a:lvl1pPr>
          </a:lstStyle>
          <a:p>
            <a:fld id="{2C44A69B-C4F5-4FE8-970E-41BC86682A7E}" type="slidenum">
              <a:rPr lang="en-US" altLang="en-US"/>
              <a:pPr/>
              <a:t>‹#›</a:t>
            </a:fld>
            <a:endParaRPr lang="en-US" altLang="en-US"/>
          </a:p>
        </p:txBody>
      </p:sp>
    </p:spTree>
    <p:extLst>
      <p:ext uri="{BB962C8B-B14F-4D97-AF65-F5344CB8AC3E}">
        <p14:creationId xmlns:p14="http://schemas.microsoft.com/office/powerpoint/2010/main" val="416055885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 xmlns:a16="http://schemas.microsoft.com/office/drawing/2014/main" id="{7A78E80B-159A-330B-6948-255DEC8E84EA}"/>
              </a:ext>
            </a:extLst>
          </p:cNvPr>
          <p:cNvSpPr>
            <a:spLocks noGrp="1" noChangeArrowheads="1"/>
          </p:cNvSpPr>
          <p:nvPr>
            <p:ph type="sldNum" sz="quarter" idx="10"/>
          </p:nvPr>
        </p:nvSpPr>
        <p:spPr>
          <a:ln/>
        </p:spPr>
        <p:txBody>
          <a:bodyPr/>
          <a:lstStyle>
            <a:lvl1pPr>
              <a:defRPr/>
            </a:lvl1pPr>
          </a:lstStyle>
          <a:p>
            <a:fld id="{02F9FFA1-CE9A-4787-BDF3-4AF6E919E03B}" type="slidenum">
              <a:rPr lang="en-US" altLang="en-US"/>
              <a:pPr/>
              <a:t>‹#›</a:t>
            </a:fld>
            <a:endParaRPr lang="en-US" altLang="en-US"/>
          </a:p>
        </p:txBody>
      </p:sp>
    </p:spTree>
    <p:extLst>
      <p:ext uri="{BB962C8B-B14F-4D97-AF65-F5344CB8AC3E}">
        <p14:creationId xmlns:p14="http://schemas.microsoft.com/office/powerpoint/2010/main" val="320691766"/>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52400"/>
            <a:ext cx="2095500" cy="60960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152400"/>
            <a:ext cx="613410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 xmlns:a16="http://schemas.microsoft.com/office/drawing/2014/main" id="{7504E832-5A3A-1918-0AED-3D9A51FF0745}"/>
              </a:ext>
            </a:extLst>
          </p:cNvPr>
          <p:cNvSpPr>
            <a:spLocks noGrp="1" noChangeArrowheads="1"/>
          </p:cNvSpPr>
          <p:nvPr>
            <p:ph type="sldNum" sz="quarter" idx="10"/>
          </p:nvPr>
        </p:nvSpPr>
        <p:spPr>
          <a:ln/>
        </p:spPr>
        <p:txBody>
          <a:bodyPr/>
          <a:lstStyle>
            <a:lvl1pPr>
              <a:defRPr/>
            </a:lvl1pPr>
          </a:lstStyle>
          <a:p>
            <a:fld id="{C237D05A-E220-4BDC-8B63-BDFAA2B83341}" type="slidenum">
              <a:rPr lang="en-US" altLang="en-US"/>
              <a:pPr/>
              <a:t>‹#›</a:t>
            </a:fld>
            <a:endParaRPr lang="en-US" altLang="en-US"/>
          </a:p>
        </p:txBody>
      </p:sp>
    </p:spTree>
    <p:extLst>
      <p:ext uri="{BB962C8B-B14F-4D97-AF65-F5344CB8AC3E}">
        <p14:creationId xmlns:p14="http://schemas.microsoft.com/office/powerpoint/2010/main" val="94021103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BD4C0BBB-0042-4603-A226-6117F3FD5B3C}"/>
              </a:ext>
            </a:extLst>
          </p:cNvPr>
          <p:cNvSpPr/>
          <p:nvPr/>
        </p:nvSpPr>
        <p:spPr>
          <a:xfrm rot="10800000" flipH="1">
            <a:off x="0" y="6400800"/>
            <a:ext cx="9144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 xmlns:a16="http://schemas.microsoft.com/office/drawing/2014/main" id="{EC44F520-2598-460E-9F91-B02F60830CA2}"/>
              </a:ext>
            </a:extLst>
          </p:cNvPr>
          <p:cNvSpPr/>
          <p:nvPr/>
        </p:nvSpPr>
        <p:spPr>
          <a:xfrm flipH="1">
            <a:off x="3028950" y="6400799"/>
            <a:ext cx="6115049"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 xmlns:a16="http://schemas.microsoft.com/office/drawing/2014/main" id="{AD478F2F-4F04-4604-9005-BF0CB1142512}"/>
              </a:ext>
            </a:extLst>
          </p:cNvPr>
          <p:cNvSpPr>
            <a:spLocks noGrp="1"/>
          </p:cNvSpPr>
          <p:nvPr>
            <p:ph type="title"/>
          </p:nvPr>
        </p:nvSpPr>
        <p:spPr>
          <a:xfrm>
            <a:off x="1028700" y="361666"/>
            <a:ext cx="7357782" cy="1659404"/>
          </a:xfrm>
          <a:prstGeom prst="rect">
            <a:avLst/>
          </a:prstGeom>
        </p:spPr>
        <p:txBody>
          <a:bodyPr vert="horz" lIns="0" tIns="0" rIns="0" bIns="0" rtlCol="0" anchor="b">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B54A17D2-52AF-4B40-80A8-3E0DB855F297}"/>
              </a:ext>
            </a:extLst>
          </p:cNvPr>
          <p:cNvSpPr>
            <a:spLocks noGrp="1"/>
          </p:cNvSpPr>
          <p:nvPr>
            <p:ph type="body" idx="1"/>
          </p:nvPr>
        </p:nvSpPr>
        <p:spPr>
          <a:xfrm>
            <a:off x="1028700" y="2286001"/>
            <a:ext cx="7357782" cy="3857811"/>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F592E0AA-D5B3-4BCF-BA69-209D9B335A06}"/>
              </a:ext>
            </a:extLst>
          </p:cNvPr>
          <p:cNvSpPr>
            <a:spLocks noGrp="1"/>
          </p:cNvSpPr>
          <p:nvPr>
            <p:ph type="dt" sz="half" idx="2"/>
          </p:nvPr>
        </p:nvSpPr>
        <p:spPr>
          <a:xfrm>
            <a:off x="5932583" y="6409170"/>
            <a:ext cx="2776794" cy="448830"/>
          </a:xfrm>
          <a:prstGeom prst="rect">
            <a:avLst/>
          </a:prstGeom>
        </p:spPr>
        <p:txBody>
          <a:bodyPr vert="horz" lIns="91440" tIns="45720" rIns="91440" bIns="45720" rtlCol="0" anchor="ctr"/>
          <a:lstStyle>
            <a:lvl1pPr algn="r">
              <a:defRPr sz="1067" cap="all" spc="400" baseline="0">
                <a:solidFill>
                  <a:schemeClr val="bg1"/>
                </a:solidFill>
              </a:defRPr>
            </a:lvl1pPr>
          </a:lstStyle>
          <a:p>
            <a:fld id="{149C728D-416F-40D5-8F13-55E5DD1CE8D1}" type="datetimeFigureOut">
              <a:rPr lang="en-US" dirty="0"/>
              <a:t>1/30/2026</a:t>
            </a:fld>
            <a:endParaRPr lang="en-US" dirty="0"/>
          </a:p>
        </p:txBody>
      </p:sp>
      <p:sp>
        <p:nvSpPr>
          <p:cNvPr id="5" name="Footer Placeholder 4">
            <a:extLst>
              <a:ext uri="{FF2B5EF4-FFF2-40B4-BE49-F238E27FC236}">
                <a16:creationId xmlns="" xmlns:a16="http://schemas.microsoft.com/office/drawing/2014/main" id="{5F10A637-D86F-4FA1-985D-2D82456511B1}"/>
              </a:ext>
            </a:extLst>
          </p:cNvPr>
          <p:cNvSpPr>
            <a:spLocks noGrp="1"/>
          </p:cNvSpPr>
          <p:nvPr>
            <p:ph type="ftr" sz="quarter" idx="3"/>
          </p:nvPr>
        </p:nvSpPr>
        <p:spPr>
          <a:xfrm rot="5400000">
            <a:off x="-1885951" y="1969367"/>
            <a:ext cx="4114800" cy="342900"/>
          </a:xfrm>
          <a:prstGeom prst="rect">
            <a:avLst/>
          </a:prstGeom>
        </p:spPr>
        <p:txBody>
          <a:bodyPr vert="horz" lIns="91440" tIns="45720" rIns="91440" bIns="45720" rtlCol="0" anchor="ctr"/>
          <a:lstStyle>
            <a:lvl1pPr algn="l">
              <a:defRPr sz="1067" b="1">
                <a:solidFill>
                  <a:schemeClr val="tx1"/>
                </a:solidFill>
                <a:latin typeface="+mj-lt"/>
              </a:defRPr>
            </a:lvl1pPr>
          </a:lstStyle>
          <a:p>
            <a:r>
              <a:rPr lang="en-US" dirty="0"/>
              <a:t>￼              </a:t>
            </a:r>
          </a:p>
        </p:txBody>
      </p:sp>
      <p:sp>
        <p:nvSpPr>
          <p:cNvPr id="6" name="Slide Number Placeholder 5">
            <a:extLst>
              <a:ext uri="{FF2B5EF4-FFF2-40B4-BE49-F238E27FC236}">
                <a16:creationId xmlns="" xmlns:a16="http://schemas.microsoft.com/office/drawing/2014/main" id="{80F2FA4D-A931-46BA-B767-29A6FD5AAD2A}"/>
              </a:ext>
            </a:extLst>
          </p:cNvPr>
          <p:cNvSpPr>
            <a:spLocks noGrp="1"/>
          </p:cNvSpPr>
          <p:nvPr>
            <p:ph type="sldNum" sz="quarter" idx="4"/>
          </p:nvPr>
        </p:nvSpPr>
        <p:spPr>
          <a:xfrm>
            <a:off x="8752259" y="6408742"/>
            <a:ext cx="328989" cy="448830"/>
          </a:xfrm>
          <a:prstGeom prst="rect">
            <a:avLst/>
          </a:prstGeom>
        </p:spPr>
        <p:txBody>
          <a:bodyPr vert="horz" lIns="91440" tIns="45720" rIns="91440" bIns="45720" rtlCol="0" anchor="ctr"/>
          <a:lstStyle>
            <a:lvl1pPr algn="r">
              <a:defRPr sz="1067">
                <a:solidFill>
                  <a:schemeClr val="bg1"/>
                </a:solidFill>
              </a:defRPr>
            </a:lvl1pPr>
          </a:lstStyle>
          <a:p>
            <a:fld id="{017DE1FC-E54A-4B87-A814-263D1E8654B2}" type="slidenum">
              <a:rPr lang="en-US" dirty="0"/>
              <a:t>‹#›</a:t>
            </a:fld>
            <a:endParaRPr lang="en-US" dirty="0"/>
          </a:p>
        </p:txBody>
      </p:sp>
    </p:spTree>
    <p:extLst>
      <p:ext uri="{BB962C8B-B14F-4D97-AF65-F5344CB8AC3E}">
        <p14:creationId xmlns:p14="http://schemas.microsoft.com/office/powerpoint/2010/main" val="932366523"/>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hf sldNum="0" hdr="0" ftr="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0" userDrawn="1">
          <p15:clr>
            <a:srgbClr val="F26B43"/>
          </p15:clr>
        </p15:guide>
        <p15:guide id="2" pos="2880" userDrawn="1">
          <p15:clr>
            <a:srgbClr val="F26B43"/>
          </p15:clr>
        </p15:guide>
        <p15:guide id="3" orient="horz" pos="288" userDrawn="1">
          <p15:clr>
            <a:srgbClr val="F26B43"/>
          </p15:clr>
        </p15:guide>
        <p15:guide id="4" pos="216" userDrawn="1">
          <p15:clr>
            <a:srgbClr val="F26B43"/>
          </p15:clr>
        </p15:guide>
        <p15:guide id="5" orient="horz" pos="4032" userDrawn="1">
          <p15:clr>
            <a:srgbClr val="F26B43"/>
          </p15:clr>
        </p15:guide>
        <p15:guide id="6" pos="5544" userDrawn="1">
          <p15:clr>
            <a:srgbClr val="F26B43"/>
          </p15:clr>
        </p15:guide>
        <p15:guide id="7" pos="3834" userDrawn="1">
          <p15:clr>
            <a:srgbClr val="F26B43"/>
          </p15:clr>
        </p15:guide>
        <p15:guide id="8" pos="1908" userDrawn="1">
          <p15:clr>
            <a:srgbClr val="F26B43"/>
          </p15:clr>
        </p15:guide>
        <p15:guide id="9" pos="648" userDrawn="1">
          <p15:clr>
            <a:srgbClr val="F26B43"/>
          </p15:clr>
        </p15:guide>
        <p15:guide id="10" orient="horz" pos="648" userDrawn="1">
          <p15:clr>
            <a:srgbClr val="F26B43"/>
          </p15:clr>
        </p15:guide>
        <p15:guide id="11" pos="511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 xmlns:a16="http://schemas.microsoft.com/office/drawing/2014/main" id="{7B5FAB58-A852-163E-6911-E5BA26BC8D50}"/>
              </a:ext>
            </a:extLst>
          </p:cNvPr>
          <p:cNvSpPr>
            <a:spLocks noGrp="1" noChangeArrowheads="1"/>
          </p:cNvSpPr>
          <p:nvPr>
            <p:ph type="title"/>
          </p:nvPr>
        </p:nvSpPr>
        <p:spPr bwMode="auto">
          <a:xfrm>
            <a:off x="1371600" y="152400"/>
            <a:ext cx="7467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 xmlns:a16="http://schemas.microsoft.com/office/drawing/2014/main" id="{6EA6A748-73B1-7CC3-CED3-F89D7C5B4C8F}"/>
              </a:ext>
            </a:extLst>
          </p:cNvPr>
          <p:cNvSpPr>
            <a:spLocks noGrp="1" noChangeArrowheads="1"/>
          </p:cNvSpPr>
          <p:nvPr>
            <p:ph type="body" idx="1"/>
          </p:nvPr>
        </p:nvSpPr>
        <p:spPr bwMode="auto">
          <a:xfrm>
            <a:off x="457200" y="1676400"/>
            <a:ext cx="82296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1748" name="Rectangle 4">
            <a:extLst>
              <a:ext uri="{FF2B5EF4-FFF2-40B4-BE49-F238E27FC236}">
                <a16:creationId xmlns="" xmlns:a16="http://schemas.microsoft.com/office/drawing/2014/main" id="{04D8EECF-9E69-256E-0845-5B0A4E258824}"/>
              </a:ext>
            </a:extLst>
          </p:cNvPr>
          <p:cNvSpPr>
            <a:spLocks noGrp="1" noChangeArrowheads="1"/>
          </p:cNvSpPr>
          <p:nvPr>
            <p:ph type="sldNum" sz="quarter" idx="4"/>
          </p:nvPr>
        </p:nvSpPr>
        <p:spPr bwMode="auto">
          <a:xfrm>
            <a:off x="609600" y="6324602"/>
            <a:ext cx="2133600" cy="320675"/>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050">
                <a:latin typeface="Arial" panose="020B0604020202020204" pitchFamily="34" charset="0"/>
              </a:defRPr>
            </a:lvl1pPr>
          </a:lstStyle>
          <a:p>
            <a:fld id="{A5BC6A5B-F7FA-4E4A-A093-673C6F2C79E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90"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hf sldNum="0" hdr="0" ftr="0" dt="0"/>
  <p:txStyles>
    <p:titleStyle>
      <a:lvl1pPr algn="ctr" rtl="0" eaLnBrk="0" fontAlgn="base" hangingPunct="0">
        <a:spcBef>
          <a:spcPct val="0"/>
        </a:spcBef>
        <a:spcAft>
          <a:spcPct val="0"/>
        </a:spcAft>
        <a:defRPr sz="4000" b="1" kern="1200">
          <a:solidFill>
            <a:schemeClr val="tx1"/>
          </a:solidFill>
          <a:latin typeface="+mj-lt"/>
          <a:ea typeface="+mj-ea"/>
          <a:cs typeface="+mj-cs"/>
        </a:defRPr>
      </a:lvl1pPr>
      <a:lvl2pPr algn="ctr" rtl="0" eaLnBrk="0" fontAlgn="base" hangingPunct="0">
        <a:spcBef>
          <a:spcPct val="0"/>
        </a:spcBef>
        <a:spcAft>
          <a:spcPct val="0"/>
        </a:spcAft>
        <a:defRPr sz="4000" b="1">
          <a:solidFill>
            <a:schemeClr val="tx1"/>
          </a:solidFill>
          <a:latin typeface="Arial" panose="020B0604020202020204" pitchFamily="34" charset="0"/>
        </a:defRPr>
      </a:lvl2pPr>
      <a:lvl3pPr algn="ctr" rtl="0" eaLnBrk="0" fontAlgn="base" hangingPunct="0">
        <a:spcBef>
          <a:spcPct val="0"/>
        </a:spcBef>
        <a:spcAft>
          <a:spcPct val="0"/>
        </a:spcAft>
        <a:defRPr sz="4000" b="1">
          <a:solidFill>
            <a:schemeClr val="tx1"/>
          </a:solidFill>
          <a:latin typeface="Arial" panose="020B0604020202020204" pitchFamily="34" charset="0"/>
        </a:defRPr>
      </a:lvl3pPr>
      <a:lvl4pPr algn="ctr" rtl="0" eaLnBrk="0" fontAlgn="base" hangingPunct="0">
        <a:spcBef>
          <a:spcPct val="0"/>
        </a:spcBef>
        <a:spcAft>
          <a:spcPct val="0"/>
        </a:spcAft>
        <a:defRPr sz="4000" b="1">
          <a:solidFill>
            <a:schemeClr val="tx1"/>
          </a:solidFill>
          <a:latin typeface="Arial" panose="020B0604020202020204" pitchFamily="34" charset="0"/>
        </a:defRPr>
      </a:lvl4pPr>
      <a:lvl5pPr algn="ctr" rtl="0" eaLnBrk="0" fontAlgn="base" hangingPunct="0">
        <a:spcBef>
          <a:spcPct val="0"/>
        </a:spcBef>
        <a:spcAft>
          <a:spcPct val="0"/>
        </a:spcAft>
        <a:defRPr sz="4000" b="1">
          <a:solidFill>
            <a:schemeClr val="tx1"/>
          </a:solidFill>
          <a:latin typeface="Arial" panose="020B0604020202020204" pitchFamily="34" charset="0"/>
        </a:defRPr>
      </a:lvl5pPr>
      <a:lvl6pPr marL="457200" algn="ctr" rtl="0" fontAlgn="base">
        <a:spcBef>
          <a:spcPct val="0"/>
        </a:spcBef>
        <a:spcAft>
          <a:spcPct val="0"/>
        </a:spcAft>
        <a:defRPr sz="4000" b="1">
          <a:solidFill>
            <a:schemeClr val="tx1"/>
          </a:solidFill>
          <a:latin typeface="Arial" panose="020B0604020202020204" pitchFamily="34" charset="0"/>
        </a:defRPr>
      </a:lvl6pPr>
      <a:lvl7pPr marL="914400" algn="ctr" rtl="0" fontAlgn="base">
        <a:spcBef>
          <a:spcPct val="0"/>
        </a:spcBef>
        <a:spcAft>
          <a:spcPct val="0"/>
        </a:spcAft>
        <a:defRPr sz="4000" b="1">
          <a:solidFill>
            <a:schemeClr val="tx1"/>
          </a:solidFill>
          <a:latin typeface="Arial" panose="020B0604020202020204" pitchFamily="34" charset="0"/>
        </a:defRPr>
      </a:lvl7pPr>
      <a:lvl8pPr marL="1371600" algn="ctr" rtl="0" fontAlgn="base">
        <a:spcBef>
          <a:spcPct val="0"/>
        </a:spcBef>
        <a:spcAft>
          <a:spcPct val="0"/>
        </a:spcAft>
        <a:defRPr sz="4000" b="1">
          <a:solidFill>
            <a:schemeClr val="tx1"/>
          </a:solidFill>
          <a:latin typeface="Arial" panose="020B0604020202020204" pitchFamily="34" charset="0"/>
        </a:defRPr>
      </a:lvl8pPr>
      <a:lvl9pPr marL="1828800" algn="ctr" rtl="0" fontAlgn="base">
        <a:spcBef>
          <a:spcPct val="0"/>
        </a:spcBef>
        <a:spcAft>
          <a:spcPct val="0"/>
        </a:spcAft>
        <a:defRPr sz="4000" b="1">
          <a:solidFill>
            <a:schemeClr val="tx1"/>
          </a:solidFill>
          <a:latin typeface="Arial" panose="020B0604020202020204" pitchFamily="34" charset="0"/>
        </a:defRPr>
      </a:lvl9pPr>
    </p:titleStyle>
    <p:bodyStyle>
      <a:lvl1pPr marL="4763" indent="-4763" algn="l" rtl="0" eaLnBrk="0" fontAlgn="base" hangingPunct="0">
        <a:spcBef>
          <a:spcPct val="50000"/>
        </a:spcBef>
        <a:spcAft>
          <a:spcPct val="0"/>
        </a:spcAft>
        <a:buClr>
          <a:schemeClr val="tx1"/>
        </a:buClr>
        <a:buChar char="•"/>
        <a:defRPr sz="3200" kern="1200">
          <a:solidFill>
            <a:schemeClr val="tx1"/>
          </a:solidFill>
          <a:latin typeface="+mn-lt"/>
          <a:ea typeface="+mn-ea"/>
          <a:cs typeface="+mn-cs"/>
        </a:defRPr>
      </a:lvl1pPr>
      <a:lvl2pPr marL="742950" indent="-285750" algn="l" rtl="0" eaLnBrk="0" fontAlgn="base" hangingPunct="0">
        <a:spcBef>
          <a:spcPct val="10000"/>
        </a:spcBef>
        <a:spcAft>
          <a:spcPct val="500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4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 xmlns:a16="http://schemas.microsoft.com/office/drawing/2014/main" id="{9EB8D526-B04F-1C1D-A45A-FF528578341F}"/>
              </a:ext>
            </a:extLst>
          </p:cNvPr>
          <p:cNvSpPr>
            <a:spLocks noGrp="1" noChangeArrowheads="1"/>
          </p:cNvSpPr>
          <p:nvPr>
            <p:ph type="title"/>
          </p:nvPr>
        </p:nvSpPr>
        <p:spPr/>
        <p:txBody>
          <a:bodyPr/>
          <a:lstStyle/>
          <a:p>
            <a:pPr eaLnBrk="1" hangingPunct="1"/>
            <a:r>
              <a:rPr lang="en-US" altLang="en-US"/>
              <a:t>Chapter 2</a:t>
            </a:r>
            <a:endParaRPr lang="en-IN" altLang="en-US"/>
          </a:p>
        </p:txBody>
      </p:sp>
      <p:sp>
        <p:nvSpPr>
          <p:cNvPr id="3075" name="Text Placeholder 2">
            <a:extLst>
              <a:ext uri="{FF2B5EF4-FFF2-40B4-BE49-F238E27FC236}">
                <a16:creationId xmlns="" xmlns:a16="http://schemas.microsoft.com/office/drawing/2014/main" id="{BA1DD1F2-DAA1-92BB-8510-6DF508667B99}"/>
              </a:ext>
            </a:extLst>
          </p:cNvPr>
          <p:cNvSpPr>
            <a:spLocks noGrp="1" noChangeArrowheads="1"/>
          </p:cNvSpPr>
          <p:nvPr>
            <p:ph type="body" idx="1"/>
          </p:nvPr>
        </p:nvSpPr>
        <p:spPr/>
        <p:txBody>
          <a:bodyPr/>
          <a:lstStyle/>
          <a:p>
            <a:pPr eaLnBrk="1" hangingPunct="1"/>
            <a:r>
              <a:rPr lang="en-US" altLang="en-US"/>
              <a:t>Logic representation and minimization technique</a:t>
            </a:r>
          </a:p>
          <a:p>
            <a:pPr eaLnBrk="1" hangingPunct="1"/>
            <a:r>
              <a:rPr lang="en-US" altLang="en-US"/>
              <a:t>FY. Btech DLD</a:t>
            </a:r>
          </a:p>
          <a:p>
            <a:pPr eaLnBrk="1" hangingPunct="1"/>
            <a:endParaRPr lang="en-I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6">
            <a:extLst>
              <a:ext uri="{FF2B5EF4-FFF2-40B4-BE49-F238E27FC236}">
                <a16:creationId xmlns="" xmlns:a16="http://schemas.microsoft.com/office/drawing/2014/main" id="{F9AB8C9A-A15A-C68B-5D1B-6E06709724C2}"/>
              </a:ext>
            </a:extLst>
          </p:cNvPr>
          <p:cNvSpPr>
            <a:spLocks noGrp="1" noChangeArrowheads="1"/>
          </p:cNvSpPr>
          <p:nvPr>
            <p:ph type="title"/>
          </p:nvPr>
        </p:nvSpPr>
        <p:spPr/>
        <p:txBody>
          <a:bodyPr/>
          <a:lstStyle/>
          <a:p>
            <a:pPr eaLnBrk="1" hangingPunct="1"/>
            <a:r>
              <a:rPr lang="en-US" altLang="en-US"/>
              <a:t>Computers and Electricity</a:t>
            </a:r>
          </a:p>
        </p:txBody>
      </p:sp>
      <p:sp>
        <p:nvSpPr>
          <p:cNvPr id="4100" name="Rectangle 7">
            <a:extLst>
              <a:ext uri="{FF2B5EF4-FFF2-40B4-BE49-F238E27FC236}">
                <a16:creationId xmlns="" xmlns:a16="http://schemas.microsoft.com/office/drawing/2014/main" id="{96342776-E8CF-D6A4-3DEA-2C1FCE063E62}"/>
              </a:ext>
            </a:extLst>
          </p:cNvPr>
          <p:cNvSpPr>
            <a:spLocks noGrp="1" noChangeArrowheads="1"/>
          </p:cNvSpPr>
          <p:nvPr>
            <p:ph idx="1"/>
          </p:nvPr>
        </p:nvSpPr>
        <p:spPr/>
        <p:txBody>
          <a:bodyPr/>
          <a:lstStyle/>
          <a:p>
            <a:pPr eaLnBrk="1" hangingPunct="1">
              <a:lnSpc>
                <a:spcPct val="70000"/>
              </a:lnSpc>
              <a:buFontTx/>
              <a:buNone/>
            </a:pPr>
            <a:endParaRPr lang="en-US" altLang="en-US" b="1">
              <a:solidFill>
                <a:srgbClr val="3333FF"/>
              </a:solidFill>
            </a:endParaRPr>
          </a:p>
          <a:p>
            <a:pPr eaLnBrk="1" hangingPunct="1">
              <a:lnSpc>
                <a:spcPct val="80000"/>
              </a:lnSpc>
              <a:buFontTx/>
              <a:buNone/>
            </a:pPr>
            <a:r>
              <a:rPr lang="en-US" altLang="en-US" b="1">
                <a:solidFill>
                  <a:srgbClr val="3333FF"/>
                </a:solidFill>
              </a:rPr>
              <a:t>Gate</a:t>
            </a:r>
            <a:r>
              <a:rPr lang="en-US" altLang="en-US"/>
              <a:t> </a:t>
            </a:r>
          </a:p>
          <a:p>
            <a:pPr eaLnBrk="1" hangingPunct="1">
              <a:lnSpc>
                <a:spcPct val="70000"/>
              </a:lnSpc>
              <a:buFontTx/>
              <a:buNone/>
            </a:pPr>
            <a:r>
              <a:rPr lang="en-US" altLang="en-US"/>
              <a:t>A device that performs a basic operation on</a:t>
            </a:r>
          </a:p>
          <a:p>
            <a:pPr eaLnBrk="1" hangingPunct="1">
              <a:lnSpc>
                <a:spcPct val="70000"/>
              </a:lnSpc>
              <a:buFontTx/>
              <a:buNone/>
            </a:pPr>
            <a:r>
              <a:rPr lang="en-US" altLang="en-US"/>
              <a:t>electrical signals</a:t>
            </a:r>
          </a:p>
          <a:p>
            <a:pPr eaLnBrk="1" hangingPunct="1">
              <a:buFontTx/>
              <a:buNone/>
            </a:pPr>
            <a:r>
              <a:rPr lang="en-US" altLang="en-US" b="1">
                <a:solidFill>
                  <a:srgbClr val="3333FF"/>
                </a:solidFill>
              </a:rPr>
              <a:t>Circuits</a:t>
            </a:r>
            <a:r>
              <a:rPr lang="en-US" altLang="en-US"/>
              <a:t>  </a:t>
            </a:r>
          </a:p>
          <a:p>
            <a:pPr eaLnBrk="1" hangingPunct="1">
              <a:lnSpc>
                <a:spcPct val="60000"/>
              </a:lnSpc>
              <a:buFontTx/>
              <a:buNone/>
            </a:pPr>
            <a:r>
              <a:rPr lang="en-US" altLang="en-US"/>
              <a:t>Gates combined to perform more</a:t>
            </a:r>
          </a:p>
          <a:p>
            <a:pPr eaLnBrk="1" hangingPunct="1">
              <a:lnSpc>
                <a:spcPct val="60000"/>
              </a:lnSpc>
              <a:buFontTx/>
              <a:buNone/>
            </a:pPr>
            <a:r>
              <a:rPr lang="en-US" altLang="en-US"/>
              <a:t>complicated tasks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4">
            <a:extLst>
              <a:ext uri="{FF2B5EF4-FFF2-40B4-BE49-F238E27FC236}">
                <a16:creationId xmlns="" xmlns:a16="http://schemas.microsoft.com/office/drawing/2014/main" id="{4AA89167-5917-FE84-60CF-0D8ED07E07C4}"/>
              </a:ext>
            </a:extLst>
          </p:cNvPr>
          <p:cNvSpPr>
            <a:spLocks noGrp="1" noChangeArrowheads="1"/>
          </p:cNvSpPr>
          <p:nvPr>
            <p:ph type="title"/>
          </p:nvPr>
        </p:nvSpPr>
        <p:spPr>
          <a:xfrm>
            <a:off x="1485902" y="1077013"/>
            <a:ext cx="5760508" cy="925116"/>
          </a:xfrm>
        </p:spPr>
        <p:txBody>
          <a:bodyPr>
            <a:normAutofit fontScale="90000"/>
          </a:bodyPr>
          <a:lstStyle/>
          <a:p>
            <a:pPr eaLnBrk="1" hangingPunct="1"/>
            <a:r>
              <a:rPr lang="en-US" altLang="en-US"/>
              <a:t>Computers and Electricity</a:t>
            </a:r>
          </a:p>
        </p:txBody>
      </p:sp>
      <p:sp>
        <p:nvSpPr>
          <p:cNvPr id="5124" name="Rectangle 5">
            <a:extLst>
              <a:ext uri="{FF2B5EF4-FFF2-40B4-BE49-F238E27FC236}">
                <a16:creationId xmlns="" xmlns:a16="http://schemas.microsoft.com/office/drawing/2014/main" id="{FBE93A0B-3BAD-64F6-3839-8CED26CE6D8A}"/>
              </a:ext>
            </a:extLst>
          </p:cNvPr>
          <p:cNvSpPr>
            <a:spLocks noGrp="1" noChangeArrowheads="1"/>
          </p:cNvSpPr>
          <p:nvPr>
            <p:ph idx="1"/>
          </p:nvPr>
        </p:nvSpPr>
        <p:spPr>
          <a:xfrm>
            <a:off x="1485900" y="2000250"/>
            <a:ext cx="6286500" cy="3543300"/>
          </a:xfrm>
        </p:spPr>
        <p:txBody>
          <a:bodyPr/>
          <a:lstStyle/>
          <a:p>
            <a:pPr marL="41672" indent="-41672" eaLnBrk="1" hangingPunct="1">
              <a:lnSpc>
                <a:spcPct val="90000"/>
              </a:lnSpc>
              <a:buFontTx/>
              <a:buNone/>
            </a:pPr>
            <a:r>
              <a:rPr lang="en-US" altLang="en-US" sz="2100" i="1"/>
              <a:t>How do we describe the behavior of gates and circuits?</a:t>
            </a:r>
            <a:endParaRPr lang="en-US" altLang="en-US" sz="2100"/>
          </a:p>
          <a:p>
            <a:pPr marL="41672" indent="-41672" eaLnBrk="1" hangingPunct="1">
              <a:lnSpc>
                <a:spcPct val="70000"/>
              </a:lnSpc>
              <a:buFontTx/>
              <a:buNone/>
            </a:pPr>
            <a:r>
              <a:rPr lang="en-US" altLang="en-US" sz="2100">
                <a:solidFill>
                  <a:srgbClr val="3333FF"/>
                </a:solidFill>
              </a:rPr>
              <a:t>Boolean expressions</a:t>
            </a:r>
          </a:p>
          <a:p>
            <a:pPr marL="41672" indent="-41672" eaLnBrk="1" hangingPunct="1">
              <a:lnSpc>
                <a:spcPct val="90000"/>
              </a:lnSpc>
              <a:buFontTx/>
              <a:buNone/>
            </a:pPr>
            <a:r>
              <a:rPr lang="en-US" altLang="en-US" sz="1800"/>
              <a:t>Uses Boolean algebra, a mathematical notation for expressing two-valued logic</a:t>
            </a:r>
            <a:r>
              <a:rPr lang="en-US" altLang="en-US" sz="2100"/>
              <a:t> </a:t>
            </a:r>
          </a:p>
          <a:p>
            <a:pPr marL="41672" indent="-41672" eaLnBrk="1" hangingPunct="1">
              <a:lnSpc>
                <a:spcPct val="80000"/>
              </a:lnSpc>
              <a:buFontTx/>
              <a:buNone/>
            </a:pPr>
            <a:r>
              <a:rPr lang="en-US" altLang="en-US" sz="2100">
                <a:solidFill>
                  <a:srgbClr val="3333FF"/>
                </a:solidFill>
              </a:rPr>
              <a:t>Logic diagrams</a:t>
            </a:r>
          </a:p>
          <a:p>
            <a:pPr marL="41672" indent="-41672" eaLnBrk="1" hangingPunct="1">
              <a:lnSpc>
                <a:spcPct val="70000"/>
              </a:lnSpc>
              <a:buFontTx/>
              <a:buNone/>
            </a:pPr>
            <a:r>
              <a:rPr lang="en-US" altLang="en-US" sz="1800"/>
              <a:t>A graphical representation of a circuit; each gate has its</a:t>
            </a:r>
          </a:p>
          <a:p>
            <a:pPr marL="41672" indent="-41672" eaLnBrk="1" hangingPunct="1">
              <a:lnSpc>
                <a:spcPct val="60000"/>
              </a:lnSpc>
              <a:buFontTx/>
              <a:buNone/>
            </a:pPr>
            <a:r>
              <a:rPr lang="en-US" altLang="en-US" sz="1800"/>
              <a:t>own symbol</a:t>
            </a:r>
          </a:p>
          <a:p>
            <a:pPr marL="41672" indent="-41672" eaLnBrk="1" hangingPunct="1">
              <a:lnSpc>
                <a:spcPct val="80000"/>
              </a:lnSpc>
              <a:buFontTx/>
              <a:buNone/>
            </a:pPr>
            <a:r>
              <a:rPr lang="en-US" altLang="en-US" sz="2100">
                <a:solidFill>
                  <a:srgbClr val="3333FF"/>
                </a:solidFill>
              </a:rPr>
              <a:t>Truth tables</a:t>
            </a:r>
          </a:p>
          <a:p>
            <a:pPr marL="41672" indent="-41672" eaLnBrk="1" hangingPunct="1">
              <a:lnSpc>
                <a:spcPct val="50000"/>
              </a:lnSpc>
              <a:buFontTx/>
              <a:buNone/>
            </a:pPr>
            <a:r>
              <a:rPr lang="en-US" altLang="en-US" sz="1800"/>
              <a:t>A table showing all possible input value and the associated</a:t>
            </a:r>
          </a:p>
          <a:p>
            <a:pPr marL="41672" indent="-41672" eaLnBrk="1" hangingPunct="1">
              <a:lnSpc>
                <a:spcPct val="50000"/>
              </a:lnSpc>
              <a:buFontTx/>
              <a:buNone/>
            </a:pPr>
            <a:r>
              <a:rPr lang="en-US" altLang="en-US" sz="1800"/>
              <a:t>output values</a:t>
            </a:r>
            <a:endParaRPr lang="en-US" altLang="en-US" sz="21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6">
            <a:extLst>
              <a:ext uri="{FF2B5EF4-FFF2-40B4-BE49-F238E27FC236}">
                <a16:creationId xmlns="" xmlns:a16="http://schemas.microsoft.com/office/drawing/2014/main" id="{9293F9B3-5E4D-67C7-31AF-674ECDEACBEB}"/>
              </a:ext>
            </a:extLst>
          </p:cNvPr>
          <p:cNvSpPr>
            <a:spLocks noGrp="1" noChangeArrowheads="1"/>
          </p:cNvSpPr>
          <p:nvPr>
            <p:ph type="title"/>
          </p:nvPr>
        </p:nvSpPr>
        <p:spPr>
          <a:xfrm>
            <a:off x="677175" y="1063703"/>
            <a:ext cx="5760508" cy="925116"/>
          </a:xfrm>
        </p:spPr>
        <p:txBody>
          <a:bodyPr/>
          <a:lstStyle/>
          <a:p>
            <a:pPr eaLnBrk="1" hangingPunct="1"/>
            <a:r>
              <a:rPr lang="en-US" altLang="en-US"/>
              <a:t>Gates</a:t>
            </a:r>
          </a:p>
        </p:txBody>
      </p:sp>
      <p:sp>
        <p:nvSpPr>
          <p:cNvPr id="6148" name="Rectangle 7">
            <a:extLst>
              <a:ext uri="{FF2B5EF4-FFF2-40B4-BE49-F238E27FC236}">
                <a16:creationId xmlns="" xmlns:a16="http://schemas.microsoft.com/office/drawing/2014/main" id="{BE776AB7-D774-CDEB-0CD6-51A26CAB5E7F}"/>
              </a:ext>
            </a:extLst>
          </p:cNvPr>
          <p:cNvSpPr>
            <a:spLocks noGrp="1" noChangeArrowheads="1"/>
          </p:cNvSpPr>
          <p:nvPr>
            <p:ph idx="1"/>
          </p:nvPr>
        </p:nvSpPr>
        <p:spPr>
          <a:xfrm>
            <a:off x="666391" y="1995937"/>
            <a:ext cx="7163159" cy="3547613"/>
          </a:xfrm>
        </p:spPr>
        <p:txBody>
          <a:bodyPr>
            <a:normAutofit lnSpcReduction="10000"/>
          </a:bodyPr>
          <a:lstStyle/>
          <a:p>
            <a:pPr eaLnBrk="1" hangingPunct="1">
              <a:lnSpc>
                <a:spcPct val="90000"/>
              </a:lnSpc>
              <a:buFontTx/>
              <a:buNone/>
            </a:pPr>
            <a:r>
              <a:rPr lang="en-US" altLang="en-US" sz="2100"/>
              <a:t>Seven types of gates</a:t>
            </a:r>
            <a:endParaRPr lang="en-US" altLang="en-US"/>
          </a:p>
          <a:p>
            <a:pPr lvl="1" eaLnBrk="1" hangingPunct="1">
              <a:lnSpc>
                <a:spcPct val="90000"/>
              </a:lnSpc>
            </a:pPr>
            <a:r>
              <a:rPr lang="en-US" altLang="en-US" sz="1800">
                <a:solidFill>
                  <a:srgbClr val="3333FF"/>
                </a:solidFill>
              </a:rPr>
              <a:t>NOT</a:t>
            </a:r>
          </a:p>
          <a:p>
            <a:pPr lvl="1" eaLnBrk="1" hangingPunct="1">
              <a:lnSpc>
                <a:spcPct val="90000"/>
              </a:lnSpc>
            </a:pPr>
            <a:r>
              <a:rPr lang="en-US" altLang="en-US" sz="1800">
                <a:solidFill>
                  <a:srgbClr val="3333FF"/>
                </a:solidFill>
              </a:rPr>
              <a:t>AND</a:t>
            </a:r>
          </a:p>
          <a:p>
            <a:pPr lvl="1" eaLnBrk="1" hangingPunct="1">
              <a:lnSpc>
                <a:spcPct val="90000"/>
              </a:lnSpc>
            </a:pPr>
            <a:r>
              <a:rPr lang="en-US" altLang="en-US" sz="1800">
                <a:solidFill>
                  <a:srgbClr val="3333FF"/>
                </a:solidFill>
              </a:rPr>
              <a:t>OR</a:t>
            </a:r>
          </a:p>
          <a:p>
            <a:pPr lvl="1" eaLnBrk="1" hangingPunct="1">
              <a:lnSpc>
                <a:spcPct val="90000"/>
              </a:lnSpc>
            </a:pPr>
            <a:r>
              <a:rPr lang="en-US" altLang="en-US" sz="1800">
                <a:solidFill>
                  <a:srgbClr val="3333FF"/>
                </a:solidFill>
              </a:rPr>
              <a:t>XOR</a:t>
            </a:r>
          </a:p>
          <a:p>
            <a:pPr lvl="1" eaLnBrk="1" hangingPunct="1">
              <a:lnSpc>
                <a:spcPct val="90000"/>
              </a:lnSpc>
            </a:pPr>
            <a:r>
              <a:rPr lang="en-US" altLang="en-US" sz="1800">
                <a:solidFill>
                  <a:srgbClr val="3333FF"/>
                </a:solidFill>
              </a:rPr>
              <a:t>NAND</a:t>
            </a:r>
          </a:p>
          <a:p>
            <a:pPr lvl="1" eaLnBrk="1" hangingPunct="1">
              <a:lnSpc>
                <a:spcPct val="90000"/>
              </a:lnSpc>
            </a:pPr>
            <a:r>
              <a:rPr lang="en-US" altLang="en-US" sz="1800">
                <a:solidFill>
                  <a:srgbClr val="3333FF"/>
                </a:solidFill>
              </a:rPr>
              <a:t>NOR</a:t>
            </a:r>
          </a:p>
          <a:p>
            <a:pPr lvl="1" eaLnBrk="1" hangingPunct="1">
              <a:lnSpc>
                <a:spcPct val="90000"/>
              </a:lnSpc>
            </a:pPr>
            <a:r>
              <a:rPr lang="en-US" altLang="en-US" sz="1800">
                <a:solidFill>
                  <a:srgbClr val="3333FF"/>
                </a:solidFill>
              </a:rPr>
              <a:t>EXNOR</a:t>
            </a:r>
          </a:p>
          <a:p>
            <a:pPr eaLnBrk="1" hangingPunct="1">
              <a:lnSpc>
                <a:spcPct val="90000"/>
              </a:lnSpc>
              <a:buFontTx/>
              <a:buNone/>
            </a:pPr>
            <a:r>
              <a:rPr lang="en-US" altLang="en-US" sz="2100"/>
              <a:t>Typically, logic diagrams are black and white with gates distinguished only by their shape</a:t>
            </a:r>
          </a:p>
          <a:p>
            <a:pPr eaLnBrk="1" hangingPunct="1">
              <a:lnSpc>
                <a:spcPct val="90000"/>
              </a:lnSpc>
              <a:buFontTx/>
              <a:buNone/>
            </a:pPr>
            <a:r>
              <a:rPr lang="en-US" altLang="en-US" sz="2100"/>
              <a:t>We use </a:t>
            </a:r>
            <a:r>
              <a:rPr lang="en-US" altLang="en-US" sz="2100">
                <a:solidFill>
                  <a:srgbClr val="9966FF"/>
                </a:solidFill>
              </a:rPr>
              <a:t>c</a:t>
            </a:r>
            <a:r>
              <a:rPr lang="en-US" altLang="en-US" sz="2100">
                <a:solidFill>
                  <a:srgbClr val="0099CC"/>
                </a:solidFill>
              </a:rPr>
              <a:t>o</a:t>
            </a:r>
            <a:r>
              <a:rPr lang="en-US" altLang="en-US" sz="2100">
                <a:solidFill>
                  <a:srgbClr val="CF433F"/>
                </a:solidFill>
              </a:rPr>
              <a:t>l</a:t>
            </a:r>
            <a:r>
              <a:rPr lang="en-US" altLang="en-US" sz="2100">
                <a:solidFill>
                  <a:srgbClr val="33CCCC"/>
                </a:solidFill>
              </a:rPr>
              <a:t>o</a:t>
            </a:r>
            <a:r>
              <a:rPr lang="en-US" altLang="en-US" sz="2100">
                <a:solidFill>
                  <a:srgbClr val="CC6633"/>
                </a:solidFill>
              </a:rPr>
              <a:t>r</a:t>
            </a:r>
            <a:r>
              <a:rPr lang="en-US" altLang="en-US" sz="2100"/>
              <a:t> for emphasis (and fun)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6">
            <a:extLst>
              <a:ext uri="{FF2B5EF4-FFF2-40B4-BE49-F238E27FC236}">
                <a16:creationId xmlns="" xmlns:a16="http://schemas.microsoft.com/office/drawing/2014/main" id="{EF7581B7-D09F-3F90-B81C-DCE5EAC036AA}"/>
              </a:ext>
            </a:extLst>
          </p:cNvPr>
          <p:cNvSpPr>
            <a:spLocks noGrp="1" noChangeArrowheads="1"/>
          </p:cNvSpPr>
          <p:nvPr>
            <p:ph type="title"/>
          </p:nvPr>
        </p:nvSpPr>
        <p:spPr>
          <a:xfrm>
            <a:off x="1483980" y="1298294"/>
            <a:ext cx="5760508" cy="925116"/>
          </a:xfrm>
        </p:spPr>
        <p:txBody>
          <a:bodyPr/>
          <a:lstStyle/>
          <a:p>
            <a:pPr eaLnBrk="1" hangingPunct="1"/>
            <a:r>
              <a:rPr lang="en-US" altLang="en-US"/>
              <a:t>NOT Gate</a:t>
            </a:r>
          </a:p>
        </p:txBody>
      </p:sp>
      <p:sp>
        <p:nvSpPr>
          <p:cNvPr id="7172" name="Rectangle 7">
            <a:extLst>
              <a:ext uri="{FF2B5EF4-FFF2-40B4-BE49-F238E27FC236}">
                <a16:creationId xmlns="" xmlns:a16="http://schemas.microsoft.com/office/drawing/2014/main" id="{7C1F09AD-38C5-BA4A-F363-7A6828F4E240}"/>
              </a:ext>
            </a:extLst>
          </p:cNvPr>
          <p:cNvSpPr>
            <a:spLocks noGrp="1" noChangeArrowheads="1"/>
          </p:cNvSpPr>
          <p:nvPr>
            <p:ph idx="1"/>
          </p:nvPr>
        </p:nvSpPr>
        <p:spPr>
          <a:xfrm>
            <a:off x="1485900" y="2228850"/>
            <a:ext cx="6286500" cy="1257300"/>
          </a:xfrm>
        </p:spPr>
        <p:txBody>
          <a:bodyPr/>
          <a:lstStyle/>
          <a:p>
            <a:pPr eaLnBrk="1" hangingPunct="1">
              <a:buFontTx/>
              <a:buNone/>
            </a:pPr>
            <a:r>
              <a:rPr lang="en-US" altLang="en-US" sz="2100"/>
              <a:t>A NOT gate accepts one input signal (0 or 1) and returns the opposite signal as output</a:t>
            </a:r>
            <a:endParaRPr lang="en-US" altLang="en-US"/>
          </a:p>
        </p:txBody>
      </p:sp>
      <p:pic>
        <p:nvPicPr>
          <p:cNvPr id="140296" name="Picture 8">
            <a:extLst>
              <a:ext uri="{FF2B5EF4-FFF2-40B4-BE49-F238E27FC236}">
                <a16:creationId xmlns="" xmlns:a16="http://schemas.microsoft.com/office/drawing/2014/main" id="{350D8CC1-F7AD-8783-9113-955D78FACA9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3657600"/>
            <a:ext cx="640080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4" name="Text Box 9">
            <a:extLst>
              <a:ext uri="{FF2B5EF4-FFF2-40B4-BE49-F238E27FC236}">
                <a16:creationId xmlns="" xmlns:a16="http://schemas.microsoft.com/office/drawing/2014/main" id="{060C4B69-CD08-1E72-2A85-6A7A039F413E}"/>
              </a:ext>
            </a:extLst>
          </p:cNvPr>
          <p:cNvSpPr txBox="1">
            <a:spLocks noChangeArrowheads="1"/>
          </p:cNvSpPr>
          <p:nvPr/>
        </p:nvSpPr>
        <p:spPr bwMode="auto">
          <a:xfrm>
            <a:off x="1485900" y="5257800"/>
            <a:ext cx="3273029"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050">
                <a:solidFill>
                  <a:srgbClr val="327CB8"/>
                </a:solidFill>
              </a:rPr>
              <a:t>Figure 4.1</a:t>
            </a:r>
            <a:r>
              <a:rPr lang="en-US" altLang="en-US" sz="1050"/>
              <a:t>  Various representations of a NOT gate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40296"/>
                                        </p:tgtEl>
                                        <p:attrNameLst>
                                          <p:attrName>style.visibility</p:attrName>
                                        </p:attrNameLst>
                                      </p:cBhvr>
                                      <p:to>
                                        <p:strVal val="visible"/>
                                      </p:to>
                                    </p:set>
                                    <p:animEffect transition="in" filter="wipe(left)">
                                      <p:cBhvr>
                                        <p:cTn id="7" dur="500"/>
                                        <p:tgtEl>
                                          <p:spTgt spid="140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6">
            <a:extLst>
              <a:ext uri="{FF2B5EF4-FFF2-40B4-BE49-F238E27FC236}">
                <a16:creationId xmlns="" xmlns:a16="http://schemas.microsoft.com/office/drawing/2014/main" id="{EB67F27A-AC96-8F0C-F1E3-4E04926D3D6A}"/>
              </a:ext>
            </a:extLst>
          </p:cNvPr>
          <p:cNvSpPr>
            <a:spLocks noGrp="1" noChangeArrowheads="1"/>
          </p:cNvSpPr>
          <p:nvPr>
            <p:ph type="title"/>
          </p:nvPr>
        </p:nvSpPr>
        <p:spPr>
          <a:xfrm>
            <a:off x="1483980" y="1182968"/>
            <a:ext cx="5760508" cy="925116"/>
          </a:xfrm>
        </p:spPr>
        <p:txBody>
          <a:bodyPr/>
          <a:lstStyle/>
          <a:p>
            <a:pPr eaLnBrk="1" hangingPunct="1"/>
            <a:r>
              <a:rPr lang="en-US" altLang="en-US"/>
              <a:t>AND Gate</a:t>
            </a:r>
          </a:p>
        </p:txBody>
      </p:sp>
      <p:sp>
        <p:nvSpPr>
          <p:cNvPr id="8196" name="Rectangle 7">
            <a:extLst>
              <a:ext uri="{FF2B5EF4-FFF2-40B4-BE49-F238E27FC236}">
                <a16:creationId xmlns="" xmlns:a16="http://schemas.microsoft.com/office/drawing/2014/main" id="{D74A9014-5DBC-2C1A-6B79-8868F414B3F1}"/>
              </a:ext>
            </a:extLst>
          </p:cNvPr>
          <p:cNvSpPr>
            <a:spLocks noGrp="1" noChangeArrowheads="1"/>
          </p:cNvSpPr>
          <p:nvPr>
            <p:ph idx="1"/>
          </p:nvPr>
        </p:nvSpPr>
        <p:spPr>
          <a:xfrm>
            <a:off x="1485900" y="2114550"/>
            <a:ext cx="6172200" cy="1600200"/>
          </a:xfrm>
        </p:spPr>
        <p:txBody>
          <a:bodyPr/>
          <a:lstStyle/>
          <a:p>
            <a:pPr eaLnBrk="1" hangingPunct="1">
              <a:buFontTx/>
              <a:buNone/>
            </a:pPr>
            <a:r>
              <a:rPr lang="en-US" altLang="en-US" sz="2100"/>
              <a:t>An AND gate accepts two input signals</a:t>
            </a:r>
          </a:p>
          <a:p>
            <a:pPr eaLnBrk="1" hangingPunct="1">
              <a:buFontTx/>
              <a:buNone/>
            </a:pPr>
            <a:r>
              <a:rPr lang="en-US" altLang="en-US" sz="2100"/>
              <a:t>If both are 1, the output is 1; otherwise, </a:t>
            </a:r>
          </a:p>
          <a:p>
            <a:pPr eaLnBrk="1" hangingPunct="1">
              <a:lnSpc>
                <a:spcPct val="50000"/>
              </a:lnSpc>
              <a:buFontTx/>
              <a:buNone/>
            </a:pPr>
            <a:r>
              <a:rPr lang="en-US" altLang="en-US" sz="2100"/>
              <a:t>the output is 0</a:t>
            </a:r>
          </a:p>
        </p:txBody>
      </p:sp>
      <p:sp>
        <p:nvSpPr>
          <p:cNvPr id="8197" name="Text Box 9">
            <a:extLst>
              <a:ext uri="{FF2B5EF4-FFF2-40B4-BE49-F238E27FC236}">
                <a16:creationId xmlns="" xmlns:a16="http://schemas.microsoft.com/office/drawing/2014/main" id="{08AE24E9-430E-F6D1-D020-4031516E6F25}"/>
              </a:ext>
            </a:extLst>
          </p:cNvPr>
          <p:cNvSpPr txBox="1">
            <a:spLocks noChangeArrowheads="1"/>
          </p:cNvSpPr>
          <p:nvPr/>
        </p:nvSpPr>
        <p:spPr bwMode="auto">
          <a:xfrm>
            <a:off x="1714501" y="5257800"/>
            <a:ext cx="336113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050">
                <a:solidFill>
                  <a:srgbClr val="327CB8"/>
                </a:solidFill>
              </a:rPr>
              <a:t>Figure 4.2</a:t>
            </a:r>
            <a:r>
              <a:rPr lang="en-US" altLang="en-US" sz="1050"/>
              <a:t>  Various representations of an AND gate</a:t>
            </a:r>
          </a:p>
        </p:txBody>
      </p:sp>
      <p:pic>
        <p:nvPicPr>
          <p:cNvPr id="8198" name="Picture 10">
            <a:extLst>
              <a:ext uri="{FF2B5EF4-FFF2-40B4-BE49-F238E27FC236}">
                <a16:creationId xmlns="" xmlns:a16="http://schemas.microsoft.com/office/drawing/2014/main" id="{3C808375-C2FF-4700-99DF-F404D9283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0" y="3429000"/>
            <a:ext cx="5543550"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 xmlns:a16="http://schemas.microsoft.com/office/drawing/2014/main" id="{BC77B23A-A11A-9246-D1C0-6C585F1CC8DA}"/>
              </a:ext>
            </a:extLst>
          </p:cNvPr>
          <p:cNvSpPr>
            <a:spLocks noGrp="1" noChangeArrowheads="1"/>
          </p:cNvSpPr>
          <p:nvPr>
            <p:ph type="title"/>
          </p:nvPr>
        </p:nvSpPr>
        <p:spPr>
          <a:xfrm>
            <a:off x="1485902" y="1041294"/>
            <a:ext cx="5760508" cy="925116"/>
          </a:xfrm>
        </p:spPr>
        <p:txBody>
          <a:bodyPr>
            <a:normAutofit fontScale="90000"/>
          </a:bodyPr>
          <a:lstStyle/>
          <a:p>
            <a:pPr eaLnBrk="1" hangingPunct="1"/>
            <a:r>
              <a:rPr lang="en-US" altLang="en-US"/>
              <a:t>AND Gate Example</a:t>
            </a:r>
            <a:endParaRPr lang="en-IN" altLang="en-US"/>
          </a:p>
        </p:txBody>
      </p:sp>
      <p:pic>
        <p:nvPicPr>
          <p:cNvPr id="9219" name="Content Placeholder 5">
            <a:extLst>
              <a:ext uri="{FF2B5EF4-FFF2-40B4-BE49-F238E27FC236}">
                <a16:creationId xmlns="" xmlns:a16="http://schemas.microsoft.com/office/drawing/2014/main" id="{12B96E67-D346-1833-D76F-33D48C45F2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2655" y="2145822"/>
            <a:ext cx="7649474" cy="210626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3" name="Rectangle 6">
            <a:extLst>
              <a:ext uri="{FF2B5EF4-FFF2-40B4-BE49-F238E27FC236}">
                <a16:creationId xmlns="" xmlns:a16="http://schemas.microsoft.com/office/drawing/2014/main" id="{5707A9BB-530F-0AD0-23AD-463EE10954BF}"/>
              </a:ext>
            </a:extLst>
          </p:cNvPr>
          <p:cNvSpPr>
            <a:spLocks noGrp="1" noChangeArrowheads="1"/>
          </p:cNvSpPr>
          <p:nvPr>
            <p:ph type="title"/>
          </p:nvPr>
        </p:nvSpPr>
        <p:spPr>
          <a:xfrm>
            <a:off x="1391720" y="936941"/>
            <a:ext cx="5760508" cy="925116"/>
          </a:xfrm>
        </p:spPr>
        <p:txBody>
          <a:bodyPr/>
          <a:lstStyle/>
          <a:p>
            <a:pPr eaLnBrk="1" hangingPunct="1"/>
            <a:r>
              <a:rPr lang="en-US" altLang="en-US"/>
              <a:t>OR Gate</a:t>
            </a:r>
          </a:p>
        </p:txBody>
      </p:sp>
      <p:sp>
        <p:nvSpPr>
          <p:cNvPr id="10244" name="Rectangle 7">
            <a:extLst>
              <a:ext uri="{FF2B5EF4-FFF2-40B4-BE49-F238E27FC236}">
                <a16:creationId xmlns="" xmlns:a16="http://schemas.microsoft.com/office/drawing/2014/main" id="{66FC3C59-DB72-8031-3C47-82DAC8F4B918}"/>
              </a:ext>
            </a:extLst>
          </p:cNvPr>
          <p:cNvSpPr>
            <a:spLocks noGrp="1" noChangeArrowheads="1"/>
          </p:cNvSpPr>
          <p:nvPr>
            <p:ph idx="1"/>
          </p:nvPr>
        </p:nvSpPr>
        <p:spPr>
          <a:xfrm>
            <a:off x="1390308" y="2013321"/>
            <a:ext cx="6301877" cy="1019218"/>
          </a:xfrm>
        </p:spPr>
        <p:txBody>
          <a:bodyPr>
            <a:normAutofit fontScale="92500" lnSpcReduction="10000"/>
          </a:bodyPr>
          <a:lstStyle/>
          <a:p>
            <a:pPr eaLnBrk="1" hangingPunct="1">
              <a:buFontTx/>
              <a:buNone/>
            </a:pPr>
            <a:r>
              <a:rPr lang="en-US" altLang="en-US" sz="2100"/>
              <a:t>An OR gate accepts two input signals</a:t>
            </a:r>
          </a:p>
          <a:p>
            <a:pPr eaLnBrk="1" hangingPunct="1">
              <a:buFontTx/>
              <a:buNone/>
            </a:pPr>
            <a:r>
              <a:rPr lang="en-US" altLang="en-US" sz="2100"/>
              <a:t>If both are 0, the output is 0; otherwise,</a:t>
            </a:r>
          </a:p>
          <a:p>
            <a:pPr eaLnBrk="1" hangingPunct="1">
              <a:lnSpc>
                <a:spcPct val="50000"/>
              </a:lnSpc>
              <a:buFontTx/>
              <a:buNone/>
            </a:pPr>
            <a:r>
              <a:rPr lang="en-US" altLang="en-US" sz="2100"/>
              <a:t>the output is 1</a:t>
            </a:r>
          </a:p>
        </p:txBody>
      </p:sp>
      <p:sp>
        <p:nvSpPr>
          <p:cNvPr id="10245" name="Text Box 9">
            <a:extLst>
              <a:ext uri="{FF2B5EF4-FFF2-40B4-BE49-F238E27FC236}">
                <a16:creationId xmlns="" xmlns:a16="http://schemas.microsoft.com/office/drawing/2014/main" id="{22978138-0981-9737-1B30-AA4FFEF6E658}"/>
              </a:ext>
            </a:extLst>
          </p:cNvPr>
          <p:cNvSpPr txBox="1">
            <a:spLocks noChangeArrowheads="1"/>
          </p:cNvSpPr>
          <p:nvPr/>
        </p:nvSpPr>
        <p:spPr bwMode="auto">
          <a:xfrm>
            <a:off x="1485900" y="5314950"/>
            <a:ext cx="319087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050">
                <a:solidFill>
                  <a:srgbClr val="327CB8"/>
                </a:solidFill>
              </a:rPr>
              <a:t>Figure 4.3</a:t>
            </a:r>
            <a:r>
              <a:rPr lang="en-US" altLang="en-US" sz="1050"/>
              <a:t>  Various representations of a OR gate</a:t>
            </a:r>
          </a:p>
        </p:txBody>
      </p:sp>
      <p:pic>
        <p:nvPicPr>
          <p:cNvPr id="10246" name="Picture 12">
            <a:extLst>
              <a:ext uri="{FF2B5EF4-FFF2-40B4-BE49-F238E27FC236}">
                <a16:creationId xmlns="" xmlns:a16="http://schemas.microsoft.com/office/drawing/2014/main" id="{F6B8D80B-C484-61F3-C76A-FA26707A3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3200400"/>
            <a:ext cx="50292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 xmlns:a16="http://schemas.microsoft.com/office/drawing/2014/main" id="{ABD9FF12-B0A4-256A-57CA-A7E7778DF7DA}"/>
              </a:ext>
            </a:extLst>
          </p:cNvPr>
          <p:cNvSpPr>
            <a:spLocks noGrp="1" noChangeArrowheads="1"/>
          </p:cNvSpPr>
          <p:nvPr>
            <p:ph type="title"/>
          </p:nvPr>
        </p:nvSpPr>
        <p:spPr>
          <a:xfrm>
            <a:off x="1432323" y="1309185"/>
            <a:ext cx="5760508" cy="925116"/>
          </a:xfrm>
        </p:spPr>
        <p:txBody>
          <a:bodyPr/>
          <a:lstStyle/>
          <a:p>
            <a:pPr eaLnBrk="1" hangingPunct="1"/>
            <a:r>
              <a:rPr lang="en-US" altLang="en-US"/>
              <a:t>OR Gate Example</a:t>
            </a:r>
            <a:endParaRPr lang="en-IN" altLang="en-US"/>
          </a:p>
        </p:txBody>
      </p:sp>
      <p:pic>
        <p:nvPicPr>
          <p:cNvPr id="11267" name="Content Placeholder 5">
            <a:extLst>
              <a:ext uri="{FF2B5EF4-FFF2-40B4-BE49-F238E27FC236}">
                <a16:creationId xmlns="" xmlns:a16="http://schemas.microsoft.com/office/drawing/2014/main" id="{D95C2601-3185-85DB-024A-CD91C22BBE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98458" y="2379813"/>
            <a:ext cx="7606341" cy="2678367"/>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 xmlns:a16="http://schemas.microsoft.com/office/drawing/2014/main" id="{829BB351-0CA4-5977-5F66-8DFADDBA1CB5}"/>
              </a:ext>
            </a:extLst>
          </p:cNvPr>
          <p:cNvSpPr>
            <a:spLocks noGrp="1" noChangeArrowheads="1"/>
          </p:cNvSpPr>
          <p:nvPr>
            <p:ph type="title"/>
          </p:nvPr>
        </p:nvSpPr>
        <p:spPr>
          <a:xfrm>
            <a:off x="467591" y="1137805"/>
            <a:ext cx="7486649" cy="925116"/>
          </a:xfrm>
        </p:spPr>
        <p:txBody>
          <a:bodyPr/>
          <a:lstStyle/>
          <a:p>
            <a:pPr eaLnBrk="1" hangingPunct="1"/>
            <a:r>
              <a:rPr lang="en-US" altLang="en-US"/>
              <a:t>XOR Gate</a:t>
            </a:r>
          </a:p>
        </p:txBody>
      </p:sp>
      <p:sp>
        <p:nvSpPr>
          <p:cNvPr id="12292" name="Text Box 5">
            <a:extLst>
              <a:ext uri="{FF2B5EF4-FFF2-40B4-BE49-F238E27FC236}">
                <a16:creationId xmlns="" xmlns:a16="http://schemas.microsoft.com/office/drawing/2014/main" id="{31BB4BC1-5169-4B0E-0D10-3E6BAE29E49F}"/>
              </a:ext>
            </a:extLst>
          </p:cNvPr>
          <p:cNvSpPr txBox="1">
            <a:spLocks noChangeArrowheads="1"/>
          </p:cNvSpPr>
          <p:nvPr/>
        </p:nvSpPr>
        <p:spPr bwMode="auto">
          <a:xfrm>
            <a:off x="1428750" y="5086350"/>
            <a:ext cx="3486150"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050">
                <a:solidFill>
                  <a:srgbClr val="327CB8"/>
                </a:solidFill>
              </a:rPr>
              <a:t>Figure 4.4</a:t>
            </a:r>
            <a:r>
              <a:rPr lang="en-US" altLang="en-US" sz="1050"/>
              <a:t>  Various representations of an XOR gate</a:t>
            </a:r>
          </a:p>
        </p:txBody>
      </p:sp>
      <p:sp>
        <p:nvSpPr>
          <p:cNvPr id="12293" name="Rectangle 6">
            <a:extLst>
              <a:ext uri="{FF2B5EF4-FFF2-40B4-BE49-F238E27FC236}">
                <a16:creationId xmlns="" xmlns:a16="http://schemas.microsoft.com/office/drawing/2014/main" id="{A90ECB52-3B69-9EA6-BB5B-47DAC506FC03}"/>
              </a:ext>
            </a:extLst>
          </p:cNvPr>
          <p:cNvSpPr>
            <a:spLocks noChangeArrowheads="1"/>
          </p:cNvSpPr>
          <p:nvPr/>
        </p:nvSpPr>
        <p:spPr bwMode="auto">
          <a:xfrm>
            <a:off x="1428750" y="2057400"/>
            <a:ext cx="617220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2100" b="0"/>
              <a:t>An XOR gate accepts two input signals</a:t>
            </a:r>
          </a:p>
          <a:p>
            <a:pPr eaLnBrk="1" hangingPunct="1">
              <a:lnSpc>
                <a:spcPct val="150000"/>
              </a:lnSpc>
              <a:spcBef>
                <a:spcPct val="0"/>
              </a:spcBef>
              <a:buClrTx/>
              <a:buFontTx/>
              <a:buNone/>
            </a:pPr>
            <a:r>
              <a:rPr lang="en-US" altLang="en-US" sz="2100" b="0"/>
              <a:t>If both are the same, the output is 0; otherwise,</a:t>
            </a:r>
          </a:p>
          <a:p>
            <a:pPr eaLnBrk="1" hangingPunct="1">
              <a:spcBef>
                <a:spcPct val="0"/>
              </a:spcBef>
              <a:buClrTx/>
              <a:buFontTx/>
              <a:buNone/>
            </a:pPr>
            <a:r>
              <a:rPr lang="en-US" altLang="en-US" sz="2100" b="0"/>
              <a:t>the output is 1</a:t>
            </a:r>
          </a:p>
          <a:p>
            <a:pPr eaLnBrk="1" hangingPunct="1">
              <a:spcBef>
                <a:spcPct val="0"/>
              </a:spcBef>
              <a:buClrTx/>
              <a:buFontTx/>
              <a:buNone/>
            </a:pPr>
            <a:endParaRPr lang="en-US" altLang="en-US" sz="1800" b="0"/>
          </a:p>
        </p:txBody>
      </p:sp>
      <p:pic>
        <p:nvPicPr>
          <p:cNvPr id="12294" name="Picture 7">
            <a:extLst>
              <a:ext uri="{FF2B5EF4-FFF2-40B4-BE49-F238E27FC236}">
                <a16:creationId xmlns="" xmlns:a16="http://schemas.microsoft.com/office/drawing/2014/main" id="{7BA3D108-B030-2DF9-E88F-32359A9C1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1" y="3429000"/>
            <a:ext cx="454223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6">
            <a:extLst>
              <a:ext uri="{FF2B5EF4-FFF2-40B4-BE49-F238E27FC236}">
                <a16:creationId xmlns="" xmlns:a16="http://schemas.microsoft.com/office/drawing/2014/main" id="{1325A17D-8133-7D7B-477A-345F081226B8}"/>
              </a:ext>
            </a:extLst>
          </p:cNvPr>
          <p:cNvSpPr>
            <a:spLocks noGrp="1" noChangeArrowheads="1"/>
          </p:cNvSpPr>
          <p:nvPr>
            <p:ph type="title"/>
          </p:nvPr>
        </p:nvSpPr>
        <p:spPr>
          <a:xfrm>
            <a:off x="1485902" y="1416341"/>
            <a:ext cx="5760508" cy="925116"/>
          </a:xfrm>
        </p:spPr>
        <p:txBody>
          <a:bodyPr/>
          <a:lstStyle/>
          <a:p>
            <a:pPr eaLnBrk="1" hangingPunct="1"/>
            <a:r>
              <a:rPr lang="en-US" altLang="en-US"/>
              <a:t>XOR Gate</a:t>
            </a:r>
          </a:p>
        </p:txBody>
      </p:sp>
      <p:sp>
        <p:nvSpPr>
          <p:cNvPr id="13316" name="Rectangle 7">
            <a:extLst>
              <a:ext uri="{FF2B5EF4-FFF2-40B4-BE49-F238E27FC236}">
                <a16:creationId xmlns="" xmlns:a16="http://schemas.microsoft.com/office/drawing/2014/main" id="{3CBF8425-F367-7C1C-CCB0-2B7939301707}"/>
              </a:ext>
            </a:extLst>
          </p:cNvPr>
          <p:cNvSpPr>
            <a:spLocks noGrp="1" noChangeArrowheads="1"/>
          </p:cNvSpPr>
          <p:nvPr>
            <p:ph idx="1"/>
          </p:nvPr>
        </p:nvSpPr>
        <p:spPr>
          <a:xfrm>
            <a:off x="601693" y="2462808"/>
            <a:ext cx="7215356" cy="3080743"/>
          </a:xfrm>
        </p:spPr>
        <p:txBody>
          <a:bodyPr vert="horz" lIns="0" tIns="0" rIns="0" bIns="0" rtlCol="0" anchor="t">
            <a:normAutofit/>
          </a:bodyPr>
          <a:lstStyle/>
          <a:p>
            <a:pPr eaLnBrk="1" hangingPunct="1">
              <a:spcBef>
                <a:spcPct val="30000"/>
              </a:spcBef>
              <a:buFontTx/>
              <a:buNone/>
            </a:pPr>
            <a:r>
              <a:rPr lang="en-US" altLang="en-US" sz="1800" dirty="0"/>
              <a:t>Note the difference between the XOR gate </a:t>
            </a:r>
            <a:br>
              <a:rPr lang="en-US" altLang="en-US" sz="1800" dirty="0"/>
            </a:br>
            <a:r>
              <a:rPr lang="en-US" altLang="en-US" sz="1800" dirty="0"/>
              <a:t>and the OR gate; they differ only in one </a:t>
            </a:r>
            <a:br>
              <a:rPr lang="en-US" altLang="en-US" sz="1800" dirty="0"/>
            </a:br>
            <a:r>
              <a:rPr lang="en-US" altLang="en-US" sz="1800" dirty="0"/>
              <a:t>input situation</a:t>
            </a:r>
          </a:p>
          <a:p>
            <a:pPr eaLnBrk="1" hangingPunct="1">
              <a:spcBef>
                <a:spcPct val="30000"/>
              </a:spcBef>
              <a:buFontTx/>
              <a:buNone/>
            </a:pPr>
            <a:r>
              <a:rPr lang="en-US" altLang="en-US" sz="1800" dirty="0"/>
              <a:t>When both input signals are 1, the OR gate produces a 1 and the XOR produces a 0</a:t>
            </a:r>
          </a:p>
          <a:p>
            <a:pPr eaLnBrk="1" hangingPunct="1">
              <a:spcBef>
                <a:spcPct val="30000"/>
              </a:spcBef>
              <a:buFontTx/>
              <a:buNone/>
            </a:pPr>
            <a:endParaRPr lang="en-US" altLang="en-US" sz="1800" dirty="0"/>
          </a:p>
          <a:p>
            <a:pPr eaLnBrk="1" hangingPunct="1">
              <a:spcBef>
                <a:spcPct val="30000"/>
              </a:spcBef>
              <a:buFontTx/>
              <a:buNone/>
            </a:pPr>
            <a:r>
              <a:rPr lang="en-US" altLang="en-US" sz="1800" dirty="0"/>
              <a:t>XOR is called the </a:t>
            </a:r>
            <a:r>
              <a:rPr lang="en-US" altLang="en-US" sz="1800" i="1" dirty="0"/>
              <a:t>exclusive OR</a:t>
            </a:r>
            <a:endParaRPr lang="en-US" altLang="en-US" sz="18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 xmlns:a16="http://schemas.microsoft.com/office/drawing/2014/main" id="{DA2A6509-2433-6140-D179-CED7EA1A5B82}"/>
              </a:ext>
            </a:extLst>
          </p:cNvPr>
          <p:cNvSpPr>
            <a:spLocks noGrp="1" noChangeArrowheads="1"/>
          </p:cNvSpPr>
          <p:nvPr>
            <p:ph type="title"/>
          </p:nvPr>
        </p:nvSpPr>
        <p:spPr/>
        <p:txBody>
          <a:bodyPr/>
          <a:lstStyle/>
          <a:p>
            <a:pPr eaLnBrk="1" hangingPunct="1"/>
            <a:r>
              <a:rPr lang="en-US" altLang="en-US"/>
              <a:t>EX-NOR Gate</a:t>
            </a:r>
            <a:endParaRPr lang="en-IN" altLang="en-US"/>
          </a:p>
        </p:txBody>
      </p:sp>
      <p:sp>
        <p:nvSpPr>
          <p:cNvPr id="14339" name="Content Placeholder 2">
            <a:extLst>
              <a:ext uri="{FF2B5EF4-FFF2-40B4-BE49-F238E27FC236}">
                <a16:creationId xmlns="" xmlns:a16="http://schemas.microsoft.com/office/drawing/2014/main" id="{85FB93CF-0E9C-0FAE-B6D5-A3482F2C69F9}"/>
              </a:ext>
            </a:extLst>
          </p:cNvPr>
          <p:cNvSpPr>
            <a:spLocks noGrp="1" noChangeArrowheads="1"/>
          </p:cNvSpPr>
          <p:nvPr>
            <p:ph sz="half" idx="1"/>
          </p:nvPr>
        </p:nvSpPr>
        <p:spPr>
          <a:xfrm>
            <a:off x="445417" y="2354356"/>
            <a:ext cx="3833690" cy="2960729"/>
          </a:xfrm>
        </p:spPr>
        <p:txBody>
          <a:bodyPr vert="horz" lIns="0" tIns="0" rIns="0" bIns="0" rtlCol="0" anchor="t">
            <a:normAutofit/>
          </a:bodyPr>
          <a:lstStyle/>
          <a:p>
            <a:pPr algn="just" eaLnBrk="1" hangingPunct="1">
              <a:buFont typeface="Wingdings"/>
              <a:buChar char="Ø"/>
            </a:pPr>
            <a:r>
              <a:rPr lang="en-US" altLang="en-US" sz="1800" dirty="0"/>
              <a:t>Like the EX-OR gate, the EX-NOR gate is not a basic operation and can be performed using basic or universal gates.</a:t>
            </a:r>
            <a:endParaRPr lang="en-US"/>
          </a:p>
          <a:p>
            <a:pPr algn="just" eaLnBrk="1" hangingPunct="1">
              <a:buFont typeface="Wingdings"/>
              <a:buChar char="Ø"/>
            </a:pPr>
            <a:r>
              <a:rPr lang="en-US" altLang="en-US" sz="1800" dirty="0"/>
              <a:t>It is referred to as the </a:t>
            </a:r>
            <a:r>
              <a:rPr lang="en-US" altLang="en-US" sz="1800" i="1" dirty="0"/>
              <a:t>coincidence</a:t>
            </a:r>
            <a:r>
              <a:rPr lang="en-US" altLang="en-US" sz="1800" dirty="0"/>
              <a:t> operation because it produces an output of 1 when its inputs coincide in value (both 0 or both 1)</a:t>
            </a:r>
          </a:p>
          <a:p>
            <a:pPr marL="0" indent="0" eaLnBrk="1" hangingPunct="1">
              <a:buFontTx/>
              <a:buNone/>
            </a:pPr>
            <a:endParaRPr lang="en-IN" altLang="en-US" sz="1800"/>
          </a:p>
        </p:txBody>
      </p:sp>
      <p:pic>
        <p:nvPicPr>
          <p:cNvPr id="14341" name="Picture 2" descr="XNOR Gate">
            <a:extLst>
              <a:ext uri="{FF2B5EF4-FFF2-40B4-BE49-F238E27FC236}">
                <a16:creationId xmlns="" xmlns:a16="http://schemas.microsoft.com/office/drawing/2014/main" id="{C8C6C68C-4FE1-DD23-42C8-3BF8D3989FC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396979" y="2057400"/>
            <a:ext cx="3342084" cy="325755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6">
            <a:extLst>
              <a:ext uri="{FF2B5EF4-FFF2-40B4-BE49-F238E27FC236}">
                <a16:creationId xmlns="" xmlns:a16="http://schemas.microsoft.com/office/drawing/2014/main" id="{545EFFCC-074B-BB2A-5875-88EA9038585F}"/>
              </a:ext>
            </a:extLst>
          </p:cNvPr>
          <p:cNvSpPr>
            <a:spLocks noGrp="1" noChangeArrowheads="1"/>
          </p:cNvSpPr>
          <p:nvPr>
            <p:ph type="title"/>
          </p:nvPr>
        </p:nvSpPr>
        <p:spPr>
          <a:xfrm>
            <a:off x="663097" y="1379325"/>
            <a:ext cx="6581390" cy="997852"/>
          </a:xfrm>
        </p:spPr>
        <p:txBody>
          <a:bodyPr/>
          <a:lstStyle/>
          <a:p>
            <a:pPr eaLnBrk="1" hangingPunct="1"/>
            <a:r>
              <a:rPr lang="en-US" altLang="en-US"/>
              <a:t>NAND Gate</a:t>
            </a:r>
          </a:p>
        </p:txBody>
      </p:sp>
      <p:sp>
        <p:nvSpPr>
          <p:cNvPr id="15363" name="Rectangle 7">
            <a:extLst>
              <a:ext uri="{FF2B5EF4-FFF2-40B4-BE49-F238E27FC236}">
                <a16:creationId xmlns="" xmlns:a16="http://schemas.microsoft.com/office/drawing/2014/main" id="{E02F270F-7F7A-074C-279A-D50D0D22219E}"/>
              </a:ext>
            </a:extLst>
          </p:cNvPr>
          <p:cNvSpPr>
            <a:spLocks noGrp="1" noChangeArrowheads="1"/>
          </p:cNvSpPr>
          <p:nvPr>
            <p:ph idx="1"/>
          </p:nvPr>
        </p:nvSpPr>
        <p:spPr>
          <a:xfrm>
            <a:off x="675410" y="2383642"/>
            <a:ext cx="6951518" cy="1018309"/>
          </a:xfrm>
        </p:spPr>
        <p:txBody>
          <a:bodyPr/>
          <a:lstStyle/>
          <a:p>
            <a:pPr eaLnBrk="1" hangingPunct="1">
              <a:lnSpc>
                <a:spcPct val="90000"/>
              </a:lnSpc>
              <a:buFontTx/>
              <a:buNone/>
            </a:pPr>
            <a:r>
              <a:rPr lang="en-US" altLang="en-US" sz="2100"/>
              <a:t>The NAND gate accepts two input signals</a:t>
            </a:r>
          </a:p>
          <a:p>
            <a:pPr eaLnBrk="1" hangingPunct="1">
              <a:lnSpc>
                <a:spcPct val="90000"/>
              </a:lnSpc>
              <a:buFontTx/>
              <a:buNone/>
            </a:pPr>
            <a:r>
              <a:rPr lang="en-US" altLang="en-US" sz="2100"/>
              <a:t>If both are 1, the output is 0; otherwise,</a:t>
            </a:r>
          </a:p>
          <a:p>
            <a:pPr eaLnBrk="1" hangingPunct="1">
              <a:lnSpc>
                <a:spcPct val="30000"/>
              </a:lnSpc>
              <a:buFontTx/>
              <a:buNone/>
            </a:pPr>
            <a:r>
              <a:rPr lang="en-US" altLang="en-US" sz="2100"/>
              <a:t>the output is 1</a:t>
            </a:r>
          </a:p>
        </p:txBody>
      </p:sp>
      <p:pic>
        <p:nvPicPr>
          <p:cNvPr id="144392" name="Picture 8">
            <a:extLst>
              <a:ext uri="{FF2B5EF4-FFF2-40B4-BE49-F238E27FC236}">
                <a16:creationId xmlns="" xmlns:a16="http://schemas.microsoft.com/office/drawing/2014/main" id="{E85D7147-A696-6EE0-7618-DCDAA2B5098B}"/>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28800" y="3429000"/>
            <a:ext cx="577215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5" name="Text Box 10">
            <a:extLst>
              <a:ext uri="{FF2B5EF4-FFF2-40B4-BE49-F238E27FC236}">
                <a16:creationId xmlns="" xmlns:a16="http://schemas.microsoft.com/office/drawing/2014/main" id="{136632FE-1B7F-14CF-E95D-33BED2B74AFF}"/>
              </a:ext>
            </a:extLst>
          </p:cNvPr>
          <p:cNvSpPr txBox="1">
            <a:spLocks noChangeArrowheads="1"/>
          </p:cNvSpPr>
          <p:nvPr/>
        </p:nvSpPr>
        <p:spPr bwMode="auto">
          <a:xfrm>
            <a:off x="1714500" y="5251848"/>
            <a:ext cx="3543300"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900">
                <a:solidFill>
                  <a:srgbClr val="327CB8"/>
                </a:solidFill>
              </a:rPr>
              <a:t>Figure 4.5</a:t>
            </a:r>
            <a:r>
              <a:rPr lang="en-US" altLang="en-US" sz="900"/>
              <a:t>  Various representations of a NAND gate</a:t>
            </a:r>
          </a:p>
        </p:txBody>
      </p:sp>
      <p:sp>
        <p:nvSpPr>
          <p:cNvPr id="15366" name="Text Box 11">
            <a:extLst>
              <a:ext uri="{FF2B5EF4-FFF2-40B4-BE49-F238E27FC236}">
                <a16:creationId xmlns="" xmlns:a16="http://schemas.microsoft.com/office/drawing/2014/main" id="{85CDA68B-71C4-F0CA-B078-A31BE3DD33D3}"/>
              </a:ext>
            </a:extLst>
          </p:cNvPr>
          <p:cNvSpPr txBox="1">
            <a:spLocks noChangeArrowheads="1"/>
          </p:cNvSpPr>
          <p:nvPr/>
        </p:nvSpPr>
        <p:spPr bwMode="auto">
          <a:xfrm>
            <a:off x="1314450" y="5257800"/>
            <a:ext cx="2114550" cy="205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9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44392"/>
                                        </p:tgtEl>
                                        <p:attrNameLst>
                                          <p:attrName>style.visibility</p:attrName>
                                        </p:attrNameLst>
                                      </p:cBhvr>
                                      <p:to>
                                        <p:strVal val="visible"/>
                                      </p:to>
                                    </p:set>
                                    <p:animEffect transition="in" filter="wipe(left)">
                                      <p:cBhvr>
                                        <p:cTn id="7" dur="500"/>
                                        <p:tgtEl>
                                          <p:spTgt spid="144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 xmlns:a16="http://schemas.microsoft.com/office/drawing/2014/main" id="{BA443B8B-635B-80A0-1EB9-DB87B156E0E4}"/>
              </a:ext>
            </a:extLst>
          </p:cNvPr>
          <p:cNvSpPr>
            <a:spLocks noGrp="1" noChangeArrowheads="1"/>
          </p:cNvSpPr>
          <p:nvPr>
            <p:ph type="title"/>
          </p:nvPr>
        </p:nvSpPr>
        <p:spPr>
          <a:xfrm>
            <a:off x="1407096" y="1036889"/>
            <a:ext cx="5760508" cy="925116"/>
          </a:xfrm>
        </p:spPr>
        <p:txBody>
          <a:bodyPr/>
          <a:lstStyle/>
          <a:p>
            <a:pPr eaLnBrk="1" hangingPunct="1"/>
            <a:r>
              <a:rPr lang="en-US" altLang="en-US"/>
              <a:t>NOR Gate</a:t>
            </a:r>
          </a:p>
        </p:txBody>
      </p:sp>
      <p:sp>
        <p:nvSpPr>
          <p:cNvPr id="16390" name="Rectangle 7">
            <a:extLst>
              <a:ext uri="{FF2B5EF4-FFF2-40B4-BE49-F238E27FC236}">
                <a16:creationId xmlns="" xmlns:a16="http://schemas.microsoft.com/office/drawing/2014/main" id="{E61B906F-8782-61A5-9BEB-283DD4F5D537}"/>
              </a:ext>
            </a:extLst>
          </p:cNvPr>
          <p:cNvSpPr>
            <a:spLocks noGrp="1" noChangeArrowheads="1"/>
          </p:cNvSpPr>
          <p:nvPr>
            <p:ph idx="1"/>
          </p:nvPr>
        </p:nvSpPr>
        <p:spPr/>
        <p:txBody>
          <a:bodyPr/>
          <a:lstStyle/>
          <a:p>
            <a:pPr eaLnBrk="1" hangingPunct="1">
              <a:buFontTx/>
              <a:buNone/>
            </a:pPr>
            <a:endParaRPr lang="en-US" altLang="en-US"/>
          </a:p>
          <a:p>
            <a:pPr eaLnBrk="1" hangingPunct="1">
              <a:buFontTx/>
              <a:buNone/>
            </a:pPr>
            <a:endParaRPr lang="en-US" altLang="en-US"/>
          </a:p>
        </p:txBody>
      </p:sp>
      <p:sp>
        <p:nvSpPr>
          <p:cNvPr id="16388" name="Rectangle 5">
            <a:extLst>
              <a:ext uri="{FF2B5EF4-FFF2-40B4-BE49-F238E27FC236}">
                <a16:creationId xmlns="" xmlns:a16="http://schemas.microsoft.com/office/drawing/2014/main" id="{B6728EA9-BBC3-1734-5CB0-255836D1EFBF}"/>
              </a:ext>
            </a:extLst>
          </p:cNvPr>
          <p:cNvSpPr>
            <a:spLocks noChangeArrowheads="1"/>
          </p:cNvSpPr>
          <p:nvPr/>
        </p:nvSpPr>
        <p:spPr bwMode="auto">
          <a:xfrm>
            <a:off x="1828800" y="5143500"/>
            <a:ext cx="462438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900">
                <a:solidFill>
                  <a:srgbClr val="327CB8"/>
                </a:solidFill>
              </a:rPr>
              <a:t>Figure 4.6</a:t>
            </a:r>
            <a:r>
              <a:rPr lang="en-US" altLang="en-US" sz="900"/>
              <a:t>  Various representations of a NOR gate</a:t>
            </a:r>
          </a:p>
        </p:txBody>
      </p:sp>
      <p:sp>
        <p:nvSpPr>
          <p:cNvPr id="16389" name="Rectangle 6">
            <a:extLst>
              <a:ext uri="{FF2B5EF4-FFF2-40B4-BE49-F238E27FC236}">
                <a16:creationId xmlns="" xmlns:a16="http://schemas.microsoft.com/office/drawing/2014/main" id="{55B85589-1C67-FC61-C5C0-7535F5BB29C9}"/>
              </a:ext>
            </a:extLst>
          </p:cNvPr>
          <p:cNvSpPr>
            <a:spLocks noChangeArrowheads="1"/>
          </p:cNvSpPr>
          <p:nvPr/>
        </p:nvSpPr>
        <p:spPr bwMode="auto">
          <a:xfrm>
            <a:off x="1054702" y="2110379"/>
            <a:ext cx="6239741" cy="1091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2100" b="0"/>
              <a:t>The NOR gate accepts two input signals</a:t>
            </a:r>
          </a:p>
          <a:p>
            <a:pPr eaLnBrk="1" hangingPunct="1">
              <a:lnSpc>
                <a:spcPct val="140000"/>
              </a:lnSpc>
              <a:spcBef>
                <a:spcPct val="0"/>
              </a:spcBef>
              <a:buClrTx/>
              <a:buFontTx/>
              <a:buNone/>
            </a:pPr>
            <a:r>
              <a:rPr lang="en-US" altLang="en-US" sz="2100" b="0"/>
              <a:t>If both are 0, the output is 1; otherwise, </a:t>
            </a:r>
          </a:p>
          <a:p>
            <a:pPr eaLnBrk="1" hangingPunct="1">
              <a:lnSpc>
                <a:spcPct val="70000"/>
              </a:lnSpc>
              <a:spcBef>
                <a:spcPct val="0"/>
              </a:spcBef>
              <a:buClrTx/>
              <a:buFontTx/>
              <a:buNone/>
            </a:pPr>
            <a:r>
              <a:rPr lang="en-US" altLang="en-US" sz="2100" b="0"/>
              <a:t>the output is</a:t>
            </a:r>
            <a:r>
              <a:rPr lang="en-US" altLang="en-US" sz="2100"/>
              <a:t> </a:t>
            </a:r>
            <a:r>
              <a:rPr lang="en-US" altLang="en-US" sz="2100" b="0"/>
              <a:t>0</a:t>
            </a:r>
            <a:endParaRPr lang="en-US" altLang="en-US" sz="2100" b="0">
              <a:latin typeface="Times New Roman" panose="02020603050405020304" pitchFamily="18" charset="0"/>
            </a:endParaRPr>
          </a:p>
        </p:txBody>
      </p:sp>
      <p:pic>
        <p:nvPicPr>
          <p:cNvPr id="16391" name="Picture 8">
            <a:extLst>
              <a:ext uri="{FF2B5EF4-FFF2-40B4-BE49-F238E27FC236}">
                <a16:creationId xmlns="" xmlns:a16="http://schemas.microsoft.com/office/drawing/2014/main" id="{1D83EFDF-5E11-255C-EDB8-412C4C1E3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3200400"/>
            <a:ext cx="4400550" cy="1720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 xmlns:a16="http://schemas.microsoft.com/office/drawing/2014/main" id="{FFCC7A29-E974-F5D1-937D-E2D82ACEFD98}"/>
              </a:ext>
            </a:extLst>
          </p:cNvPr>
          <p:cNvSpPr>
            <a:spLocks noGrp="1" noChangeArrowheads="1"/>
          </p:cNvSpPr>
          <p:nvPr>
            <p:ph type="title"/>
          </p:nvPr>
        </p:nvSpPr>
        <p:spPr/>
        <p:txBody>
          <a:bodyPr/>
          <a:lstStyle/>
          <a:p>
            <a:pPr eaLnBrk="1" hangingPunct="1"/>
            <a:r>
              <a:rPr lang="en-US" altLang="en-US"/>
              <a:t>De Morgans Theorem</a:t>
            </a:r>
            <a:endParaRPr lang="en-IN" altLang="en-US"/>
          </a:p>
        </p:txBody>
      </p:sp>
      <p:sp>
        <p:nvSpPr>
          <p:cNvPr id="17411" name="Content Placeholder 2">
            <a:extLst>
              <a:ext uri="{FF2B5EF4-FFF2-40B4-BE49-F238E27FC236}">
                <a16:creationId xmlns="" xmlns:a16="http://schemas.microsoft.com/office/drawing/2014/main" id="{1A0AF99F-F2B1-72E8-C68A-C24EE2BD2C1A}"/>
              </a:ext>
            </a:extLst>
          </p:cNvPr>
          <p:cNvSpPr>
            <a:spLocks noGrp="1" noChangeArrowheads="1"/>
          </p:cNvSpPr>
          <p:nvPr>
            <p:ph idx="1"/>
          </p:nvPr>
        </p:nvSpPr>
        <p:spPr>
          <a:xfrm>
            <a:off x="435634" y="2486587"/>
            <a:ext cx="7680677" cy="2967134"/>
          </a:xfrm>
        </p:spPr>
        <p:txBody>
          <a:bodyPr/>
          <a:lstStyle/>
          <a:p>
            <a:pPr algn="just" eaLnBrk="1" hangingPunct="1"/>
            <a:r>
              <a:rPr lang="en-US" altLang="en-US" sz="1800"/>
              <a:t>We use De Morgan’s theorems to solve the expressions of Boolean Algebra. It is a very powerful tool used in digital design.</a:t>
            </a:r>
          </a:p>
          <a:p>
            <a:pPr algn="just" eaLnBrk="1" hangingPunct="1"/>
            <a:r>
              <a:rPr lang="en-US" altLang="en-US" sz="1800"/>
              <a:t> This theorem explains that the complements of the products of all the terms are equal to the sums of the complements of each and every term.</a:t>
            </a:r>
          </a:p>
          <a:p>
            <a:pPr algn="just" eaLnBrk="1" hangingPunct="1"/>
            <a:r>
              <a:rPr lang="en-US" altLang="en-US" sz="1800"/>
              <a:t> Likewise, the complements of the sums of all the terms are equal to the products of the complements of each and every term.</a:t>
            </a:r>
            <a:endParaRPr lang="en-IN"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 xmlns:a16="http://schemas.microsoft.com/office/drawing/2014/main" id="{A1D9D69B-C937-464A-8DCC-9404EB597F50}"/>
              </a:ext>
            </a:extLst>
          </p:cNvPr>
          <p:cNvSpPr>
            <a:spLocks noGrp="1" noChangeArrowheads="1"/>
          </p:cNvSpPr>
          <p:nvPr>
            <p:ph type="title"/>
          </p:nvPr>
        </p:nvSpPr>
        <p:spPr>
          <a:xfrm>
            <a:off x="1314837" y="1075332"/>
            <a:ext cx="6945071" cy="783650"/>
          </a:xfrm>
        </p:spPr>
        <p:txBody>
          <a:bodyPr>
            <a:noAutofit/>
          </a:bodyPr>
          <a:lstStyle/>
          <a:p>
            <a:pPr eaLnBrk="1" hangingPunct="1"/>
            <a:r>
              <a:rPr lang="en-US" altLang="en-US" sz="2400" dirty="0"/>
              <a:t>De Morgan’s First Theorem</a:t>
            </a:r>
            <a:endParaRPr lang="en-IN" altLang="en-US" sz="2400" dirty="0"/>
          </a:p>
        </p:txBody>
      </p:sp>
      <p:pic>
        <p:nvPicPr>
          <p:cNvPr id="18435" name="Content Placeholder 5">
            <a:extLst>
              <a:ext uri="{FF2B5EF4-FFF2-40B4-BE49-F238E27FC236}">
                <a16:creationId xmlns="" xmlns:a16="http://schemas.microsoft.com/office/drawing/2014/main" id="{B25B483B-E00A-EFE8-801E-70E6833F0A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16832" y="1863920"/>
            <a:ext cx="5655469" cy="2133333"/>
          </a:xfrm>
        </p:spPr>
      </p:pic>
      <p:pic>
        <p:nvPicPr>
          <p:cNvPr id="18437" name="Picture 7">
            <a:extLst>
              <a:ext uri="{FF2B5EF4-FFF2-40B4-BE49-F238E27FC236}">
                <a16:creationId xmlns="" xmlns:a16="http://schemas.microsoft.com/office/drawing/2014/main" id="{3091F79F-C0F9-4D73-AE97-573715A8A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415" y="3997254"/>
            <a:ext cx="3234928" cy="1664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9">
            <a:extLst>
              <a:ext uri="{FF2B5EF4-FFF2-40B4-BE49-F238E27FC236}">
                <a16:creationId xmlns="" xmlns:a16="http://schemas.microsoft.com/office/drawing/2014/main" id="{EB972801-D05B-D599-93E3-B97BB3779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3349" y="4001043"/>
            <a:ext cx="2461022" cy="156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 xmlns:a16="http://schemas.microsoft.com/office/drawing/2014/main" id="{52E602CA-E156-C869-7FA4-0DA1175A32DC}"/>
              </a:ext>
            </a:extLst>
          </p:cNvPr>
          <p:cNvSpPr>
            <a:spLocks noGrp="1" noChangeArrowheads="1"/>
          </p:cNvSpPr>
          <p:nvPr>
            <p:ph type="title"/>
          </p:nvPr>
        </p:nvSpPr>
        <p:spPr>
          <a:xfrm>
            <a:off x="1714501" y="1225264"/>
            <a:ext cx="5865692" cy="326756"/>
          </a:xfrm>
        </p:spPr>
        <p:txBody>
          <a:bodyPr>
            <a:normAutofit fontScale="90000"/>
          </a:bodyPr>
          <a:lstStyle/>
          <a:p>
            <a:pPr eaLnBrk="1" hangingPunct="1"/>
            <a:r>
              <a:rPr lang="en-US" altLang="en-US" sz="1800" dirty="0"/>
              <a:t>De Morgan’s Second Theorem</a:t>
            </a:r>
            <a:endParaRPr lang="en-IN" altLang="en-US" sz="2400" dirty="0"/>
          </a:p>
        </p:txBody>
      </p:sp>
      <p:pic>
        <p:nvPicPr>
          <p:cNvPr id="19459" name="Content Placeholder 5">
            <a:extLst>
              <a:ext uri="{FF2B5EF4-FFF2-40B4-BE49-F238E27FC236}">
                <a16:creationId xmlns="" xmlns:a16="http://schemas.microsoft.com/office/drawing/2014/main" id="{EDA4F03E-117A-3607-D5AF-31FE7B4A45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13286" y="1657350"/>
            <a:ext cx="5916215" cy="1844279"/>
          </a:xfrm>
        </p:spPr>
      </p:pic>
      <p:pic>
        <p:nvPicPr>
          <p:cNvPr id="19461" name="Picture 7">
            <a:extLst>
              <a:ext uri="{FF2B5EF4-FFF2-40B4-BE49-F238E27FC236}">
                <a16:creationId xmlns="" xmlns:a16="http://schemas.microsoft.com/office/drawing/2014/main" id="{AC4E6850-0916-985C-C624-B3AD0530F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882" y="3513536"/>
            <a:ext cx="3540919" cy="2102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Picture 9">
            <a:extLst>
              <a:ext uri="{FF2B5EF4-FFF2-40B4-BE49-F238E27FC236}">
                <a16:creationId xmlns="" xmlns:a16="http://schemas.microsoft.com/office/drawing/2014/main" id="{6C8C17AC-35AE-F754-B2D4-7F780251D3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3352" y="3761510"/>
            <a:ext cx="2332434" cy="132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 xmlns:a16="http://schemas.microsoft.com/office/drawing/2014/main" id="{5F1F1008-314A-39AB-C9DA-AB6A2B549259}"/>
              </a:ext>
            </a:extLst>
          </p:cNvPr>
          <p:cNvSpPr>
            <a:spLocks noGrp="1" noChangeArrowheads="1"/>
          </p:cNvSpPr>
          <p:nvPr>
            <p:ph type="title"/>
          </p:nvPr>
        </p:nvSpPr>
        <p:spPr>
          <a:xfrm>
            <a:off x="1314450" y="1371600"/>
            <a:ext cx="6457950" cy="742950"/>
          </a:xfrm>
        </p:spPr>
        <p:txBody>
          <a:bodyPr>
            <a:normAutofit fontScale="90000"/>
          </a:bodyPr>
          <a:lstStyle/>
          <a:p>
            <a:pPr eaLnBrk="1" hangingPunct="1"/>
            <a:r>
              <a:rPr lang="en-US" altLang="en-US"/>
              <a:t>Universal gates</a:t>
            </a:r>
            <a:br>
              <a:rPr lang="en-US" altLang="en-US"/>
            </a:br>
            <a:endParaRPr lang="en-IN" altLang="en-US"/>
          </a:p>
        </p:txBody>
      </p:sp>
      <p:sp>
        <p:nvSpPr>
          <p:cNvPr id="20483" name="Content Placeholder 2">
            <a:extLst>
              <a:ext uri="{FF2B5EF4-FFF2-40B4-BE49-F238E27FC236}">
                <a16:creationId xmlns="" xmlns:a16="http://schemas.microsoft.com/office/drawing/2014/main" id="{0F06B21C-DBB6-75CB-7143-2CF6A928C1F9}"/>
              </a:ext>
            </a:extLst>
          </p:cNvPr>
          <p:cNvSpPr>
            <a:spLocks noGrp="1" noChangeArrowheads="1"/>
          </p:cNvSpPr>
          <p:nvPr>
            <p:ph idx="1"/>
          </p:nvPr>
        </p:nvSpPr>
        <p:spPr>
          <a:xfrm>
            <a:off x="1391719" y="1759193"/>
            <a:ext cx="6306380" cy="3651396"/>
          </a:xfrm>
        </p:spPr>
        <p:txBody>
          <a:bodyPr vert="horz" lIns="0" tIns="0" rIns="0" bIns="0" rtlCol="0" anchor="t">
            <a:normAutofit/>
          </a:bodyPr>
          <a:lstStyle/>
          <a:p>
            <a:pPr marL="0" indent="0" eaLnBrk="1" hangingPunct="1">
              <a:buFontTx/>
              <a:buNone/>
            </a:pPr>
            <a:r>
              <a:rPr lang="en-US" altLang="en-US" sz="1800" dirty="0"/>
              <a:t>In Boolean Algebra, the NAND and NOR gates are called universal gates because any digital circuit can be implemented by using any one of these two i.e. any logic gate can be created using NAND or NOR gates only.</a:t>
            </a:r>
            <a:endParaRPr lang="en-IN" altLang="en-US" sz="1800" dirty="0"/>
          </a:p>
        </p:txBody>
      </p:sp>
      <p:pic>
        <p:nvPicPr>
          <p:cNvPr id="5" name="Picture 8">
            <a:extLst>
              <a:ext uri="{FF2B5EF4-FFF2-40B4-BE49-F238E27FC236}">
                <a16:creationId xmlns="" xmlns:a16="http://schemas.microsoft.com/office/drawing/2014/main" id="{4E634FCB-946C-E27F-ABDB-3EC836CCBFC1}"/>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43050" y="3284935"/>
            <a:ext cx="3614738" cy="110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6" name="Picture 8">
            <a:extLst>
              <a:ext uri="{FF2B5EF4-FFF2-40B4-BE49-F238E27FC236}">
                <a16:creationId xmlns="" xmlns:a16="http://schemas.microsoft.com/office/drawing/2014/main" id="{186A44B0-B5B8-B9C3-F7FE-CE6DBE0362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0500" y="4350545"/>
            <a:ext cx="3371850" cy="118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TextBox 6">
            <a:extLst>
              <a:ext uri="{FF2B5EF4-FFF2-40B4-BE49-F238E27FC236}">
                <a16:creationId xmlns="" xmlns:a16="http://schemas.microsoft.com/office/drawing/2014/main" id="{9926C9D3-6BD8-BEE0-C93C-81FDB24E1005}"/>
              </a:ext>
            </a:extLst>
          </p:cNvPr>
          <p:cNvSpPr txBox="1">
            <a:spLocks noChangeArrowheads="1"/>
          </p:cNvSpPr>
          <p:nvPr/>
        </p:nvSpPr>
        <p:spPr bwMode="auto">
          <a:xfrm>
            <a:off x="5264944" y="3493294"/>
            <a:ext cx="2000250"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500">
                <a:latin typeface="Times New Roman" panose="02020603050405020304" pitchFamily="18" charset="0"/>
              </a:rPr>
              <a:t>NAND GATE</a:t>
            </a:r>
            <a:endParaRPr lang="en-IN" altLang="en-US" sz="1500">
              <a:latin typeface="Times New Roman" panose="02020603050405020304" pitchFamily="18" charset="0"/>
            </a:endParaRPr>
          </a:p>
        </p:txBody>
      </p:sp>
      <p:sp>
        <p:nvSpPr>
          <p:cNvPr id="20488" name="TextBox 7">
            <a:extLst>
              <a:ext uri="{FF2B5EF4-FFF2-40B4-BE49-F238E27FC236}">
                <a16:creationId xmlns="" xmlns:a16="http://schemas.microsoft.com/office/drawing/2014/main" id="{FB9BF3C2-255C-6B79-1D14-2E248E7B121E}"/>
              </a:ext>
            </a:extLst>
          </p:cNvPr>
          <p:cNvSpPr txBox="1">
            <a:spLocks noChangeArrowheads="1"/>
          </p:cNvSpPr>
          <p:nvPr/>
        </p:nvSpPr>
        <p:spPr bwMode="auto">
          <a:xfrm>
            <a:off x="2400300" y="4717258"/>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800">
                <a:latin typeface="Times New Roman" panose="02020603050405020304" pitchFamily="18" charset="0"/>
              </a:rPr>
              <a:t>NOR GATE</a:t>
            </a:r>
            <a:endParaRPr lang="en-IN" altLang="en-US" sz="180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 xmlns:a16="http://schemas.microsoft.com/office/drawing/2014/main" id="{462C9865-7085-AF40-1F70-D0CB17BF2402}"/>
              </a:ext>
            </a:extLst>
          </p:cNvPr>
          <p:cNvSpPr>
            <a:spLocks noGrp="1" noChangeArrowheads="1"/>
          </p:cNvSpPr>
          <p:nvPr>
            <p:ph type="title"/>
          </p:nvPr>
        </p:nvSpPr>
        <p:spPr>
          <a:xfrm>
            <a:off x="713836" y="971550"/>
            <a:ext cx="7058564" cy="857250"/>
          </a:xfrm>
        </p:spPr>
        <p:txBody>
          <a:bodyPr>
            <a:normAutofit fontScale="90000"/>
          </a:bodyPr>
          <a:lstStyle/>
          <a:p>
            <a:pPr eaLnBrk="1" hangingPunct="1"/>
            <a:r>
              <a:rPr lang="en-US" altLang="en-US"/>
              <a:t>NAND AS A UNIVERSAL GATE</a:t>
            </a:r>
            <a:endParaRPr lang="en-IN" altLang="en-US"/>
          </a:p>
        </p:txBody>
      </p:sp>
      <p:pic>
        <p:nvPicPr>
          <p:cNvPr id="21508" name="Picture 2" descr="enter image description here">
            <a:extLst>
              <a:ext uri="{FF2B5EF4-FFF2-40B4-BE49-F238E27FC236}">
                <a16:creationId xmlns="" xmlns:a16="http://schemas.microsoft.com/office/drawing/2014/main" id="{5021E73F-6D43-A264-B6E0-AC107D8718C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82301" y="2141507"/>
            <a:ext cx="3167063" cy="342900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 xmlns:a16="http://schemas.microsoft.com/office/drawing/2014/main" id="{19229994-100A-18B8-D8F7-84CC375A44D2}"/>
              </a:ext>
            </a:extLst>
          </p:cNvPr>
          <p:cNvSpPr>
            <a:spLocks noGrp="1" noChangeArrowheads="1"/>
          </p:cNvSpPr>
          <p:nvPr>
            <p:ph type="title"/>
          </p:nvPr>
        </p:nvSpPr>
        <p:spPr>
          <a:xfrm>
            <a:off x="1678781" y="1159073"/>
            <a:ext cx="6031112" cy="491133"/>
          </a:xfrm>
        </p:spPr>
        <p:txBody>
          <a:bodyPr>
            <a:normAutofit fontScale="90000"/>
          </a:bodyPr>
          <a:lstStyle/>
          <a:p>
            <a:pPr eaLnBrk="1" hangingPunct="1"/>
            <a:r>
              <a:rPr lang="en-US" altLang="en-US" sz="2400" dirty="0"/>
              <a:t>NOR AS A UNIVERSAL GATE</a:t>
            </a:r>
            <a:endParaRPr lang="en-IN" altLang="en-US" sz="2400" dirty="0"/>
          </a:p>
        </p:txBody>
      </p:sp>
      <p:pic>
        <p:nvPicPr>
          <p:cNvPr id="22531" name="Content Placeholder 5">
            <a:extLst>
              <a:ext uri="{FF2B5EF4-FFF2-40B4-BE49-F238E27FC236}">
                <a16:creationId xmlns="" xmlns:a16="http://schemas.microsoft.com/office/drawing/2014/main" id="{13D7F5E0-A913-EEB0-67E8-A3824D1DB1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27636" y="1657351"/>
            <a:ext cx="4601765" cy="3927872"/>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6">
            <a:extLst>
              <a:ext uri="{FF2B5EF4-FFF2-40B4-BE49-F238E27FC236}">
                <a16:creationId xmlns="" xmlns:a16="http://schemas.microsoft.com/office/drawing/2014/main" id="{AFFCA6DA-4801-22FA-0421-6E5255C82306}"/>
              </a:ext>
            </a:extLst>
          </p:cNvPr>
          <p:cNvSpPr>
            <a:spLocks noGrp="1" noChangeArrowheads="1"/>
          </p:cNvSpPr>
          <p:nvPr>
            <p:ph type="title"/>
          </p:nvPr>
        </p:nvSpPr>
        <p:spPr>
          <a:xfrm>
            <a:off x="935968" y="1059154"/>
            <a:ext cx="6935856" cy="935899"/>
          </a:xfrm>
        </p:spPr>
        <p:txBody>
          <a:bodyPr>
            <a:normAutofit fontScale="90000"/>
          </a:bodyPr>
          <a:lstStyle/>
          <a:p>
            <a:pPr eaLnBrk="1" hangingPunct="1"/>
            <a:r>
              <a:rPr lang="en-US" altLang="en-US"/>
              <a:t>Review of Gate Processing</a:t>
            </a:r>
          </a:p>
        </p:txBody>
      </p:sp>
      <p:sp>
        <p:nvSpPr>
          <p:cNvPr id="23556" name="Rectangle 7">
            <a:extLst>
              <a:ext uri="{FF2B5EF4-FFF2-40B4-BE49-F238E27FC236}">
                <a16:creationId xmlns="" xmlns:a16="http://schemas.microsoft.com/office/drawing/2014/main" id="{E639DC6A-9818-0106-D9C0-896D64F608CC}"/>
              </a:ext>
            </a:extLst>
          </p:cNvPr>
          <p:cNvSpPr>
            <a:spLocks noGrp="1" noChangeArrowheads="1"/>
          </p:cNvSpPr>
          <p:nvPr>
            <p:ph idx="1"/>
          </p:nvPr>
        </p:nvSpPr>
        <p:spPr>
          <a:xfrm>
            <a:off x="1494831" y="1996972"/>
            <a:ext cx="6206991" cy="3413618"/>
          </a:xfrm>
        </p:spPr>
        <p:txBody>
          <a:bodyPr vert="horz" lIns="0" tIns="0" rIns="0" bIns="0" rtlCol="0" anchor="t">
            <a:normAutofit/>
          </a:bodyPr>
          <a:lstStyle/>
          <a:p>
            <a:pPr eaLnBrk="1" hangingPunct="1">
              <a:buFontTx/>
              <a:buNone/>
            </a:pPr>
            <a:r>
              <a:rPr lang="en-US" altLang="en-US" sz="2100" dirty="0"/>
              <a:t>A </a:t>
            </a:r>
            <a:r>
              <a:rPr lang="en-US" altLang="en-US" sz="2100" dirty="0">
                <a:solidFill>
                  <a:srgbClr val="0000FF"/>
                </a:solidFill>
              </a:rPr>
              <a:t>NOT</a:t>
            </a:r>
            <a:r>
              <a:rPr lang="en-US" altLang="en-US" sz="2100" dirty="0"/>
              <a:t> gate </a:t>
            </a:r>
            <a:r>
              <a:rPr lang="en-US" altLang="en-US" sz="2100" dirty="0">
                <a:solidFill>
                  <a:srgbClr val="0000FF"/>
                </a:solidFill>
              </a:rPr>
              <a:t>inverts</a:t>
            </a:r>
            <a:r>
              <a:rPr lang="en-US" altLang="en-US" sz="2100" dirty="0"/>
              <a:t> its single input </a:t>
            </a:r>
          </a:p>
          <a:p>
            <a:pPr eaLnBrk="1" hangingPunct="1">
              <a:buFontTx/>
              <a:buNone/>
            </a:pPr>
            <a:r>
              <a:rPr lang="en-US" altLang="en-US" sz="2100" dirty="0"/>
              <a:t>An </a:t>
            </a:r>
            <a:r>
              <a:rPr lang="en-US" altLang="en-US" sz="2100" dirty="0">
                <a:solidFill>
                  <a:srgbClr val="0000FF"/>
                </a:solidFill>
              </a:rPr>
              <a:t>AND</a:t>
            </a:r>
            <a:r>
              <a:rPr lang="en-US" altLang="en-US" sz="2100" dirty="0"/>
              <a:t> gate produces </a:t>
            </a:r>
            <a:r>
              <a:rPr lang="en-US" altLang="en-US" sz="2100" dirty="0">
                <a:solidFill>
                  <a:srgbClr val="0000FF"/>
                </a:solidFill>
              </a:rPr>
              <a:t>1</a:t>
            </a:r>
            <a:r>
              <a:rPr lang="en-US" altLang="en-US" sz="2100" dirty="0"/>
              <a:t> if </a:t>
            </a:r>
            <a:r>
              <a:rPr lang="en-US" altLang="en-US" sz="2100" dirty="0">
                <a:solidFill>
                  <a:srgbClr val="0000FF"/>
                </a:solidFill>
              </a:rPr>
              <a:t>both</a:t>
            </a:r>
            <a:r>
              <a:rPr lang="en-US" altLang="en-US" sz="2100" dirty="0"/>
              <a:t> input values are </a:t>
            </a:r>
            <a:r>
              <a:rPr lang="en-US" altLang="en-US" sz="2100" dirty="0">
                <a:solidFill>
                  <a:srgbClr val="0000FF"/>
                </a:solidFill>
              </a:rPr>
              <a:t>1</a:t>
            </a:r>
            <a:endParaRPr lang="en-US" altLang="en-US" sz="2100" dirty="0"/>
          </a:p>
          <a:p>
            <a:pPr eaLnBrk="1" hangingPunct="1">
              <a:buFontTx/>
              <a:buNone/>
            </a:pPr>
            <a:r>
              <a:rPr lang="en-US" altLang="en-US" sz="2100" dirty="0"/>
              <a:t>An </a:t>
            </a:r>
            <a:r>
              <a:rPr lang="en-US" altLang="en-US" sz="2100" dirty="0">
                <a:solidFill>
                  <a:srgbClr val="0000FF"/>
                </a:solidFill>
              </a:rPr>
              <a:t>OR</a:t>
            </a:r>
            <a:r>
              <a:rPr lang="en-US" altLang="en-US" sz="2100" dirty="0"/>
              <a:t> gate produces </a:t>
            </a:r>
            <a:r>
              <a:rPr lang="en-US" altLang="en-US" sz="2100" dirty="0">
                <a:solidFill>
                  <a:srgbClr val="0000FF"/>
                </a:solidFill>
              </a:rPr>
              <a:t>0</a:t>
            </a:r>
            <a:r>
              <a:rPr lang="en-US" altLang="en-US" sz="2100" dirty="0"/>
              <a:t> if </a:t>
            </a:r>
            <a:r>
              <a:rPr lang="en-US" altLang="en-US" sz="2100" dirty="0">
                <a:solidFill>
                  <a:srgbClr val="0000FF"/>
                </a:solidFill>
              </a:rPr>
              <a:t>both</a:t>
            </a:r>
            <a:r>
              <a:rPr lang="en-US" altLang="en-US" sz="2100" dirty="0"/>
              <a:t> input values are </a:t>
            </a:r>
            <a:r>
              <a:rPr lang="en-US" altLang="en-US" sz="2100" dirty="0">
                <a:solidFill>
                  <a:srgbClr val="0000FF"/>
                </a:solidFill>
              </a:rPr>
              <a:t>0</a:t>
            </a:r>
          </a:p>
          <a:p>
            <a:pPr eaLnBrk="1" hangingPunct="1">
              <a:buFontTx/>
              <a:buNone/>
            </a:pPr>
            <a:r>
              <a:rPr lang="en-US" altLang="en-US" sz="2100" dirty="0"/>
              <a:t>An </a:t>
            </a:r>
            <a:r>
              <a:rPr lang="en-US" altLang="en-US" sz="2100" dirty="0">
                <a:solidFill>
                  <a:srgbClr val="0000FF"/>
                </a:solidFill>
              </a:rPr>
              <a:t>XOR</a:t>
            </a:r>
            <a:r>
              <a:rPr lang="en-US" altLang="en-US" sz="2100" dirty="0"/>
              <a:t> gate produces </a:t>
            </a:r>
            <a:r>
              <a:rPr lang="en-US" altLang="en-US" sz="2100" dirty="0">
                <a:solidFill>
                  <a:srgbClr val="0000FF"/>
                </a:solidFill>
              </a:rPr>
              <a:t>0</a:t>
            </a:r>
            <a:r>
              <a:rPr lang="en-US" altLang="en-US" sz="2100" dirty="0"/>
              <a:t> if input values are the </a:t>
            </a:r>
            <a:r>
              <a:rPr lang="en-US" altLang="en-US" sz="2100" dirty="0">
                <a:solidFill>
                  <a:srgbClr val="0000FF"/>
                </a:solidFill>
              </a:rPr>
              <a:t>same</a:t>
            </a:r>
            <a:endParaRPr lang="en-US" altLang="en-US" sz="2100" dirty="0"/>
          </a:p>
          <a:p>
            <a:pPr eaLnBrk="1" hangingPunct="1">
              <a:buFontTx/>
              <a:buNone/>
            </a:pPr>
            <a:r>
              <a:rPr lang="en-US" altLang="en-US" sz="2100" dirty="0"/>
              <a:t>A </a:t>
            </a:r>
            <a:r>
              <a:rPr lang="en-US" altLang="en-US" sz="2100" dirty="0">
                <a:solidFill>
                  <a:srgbClr val="0000FF"/>
                </a:solidFill>
              </a:rPr>
              <a:t>NAND</a:t>
            </a:r>
            <a:r>
              <a:rPr lang="en-US" altLang="en-US" sz="2100" dirty="0"/>
              <a:t> gate produces </a:t>
            </a:r>
            <a:r>
              <a:rPr lang="en-US" altLang="en-US" sz="2100" dirty="0">
                <a:solidFill>
                  <a:srgbClr val="0000FF"/>
                </a:solidFill>
              </a:rPr>
              <a:t>0</a:t>
            </a:r>
            <a:r>
              <a:rPr lang="en-US" altLang="en-US" sz="2100" dirty="0"/>
              <a:t> if </a:t>
            </a:r>
            <a:r>
              <a:rPr lang="en-US" altLang="en-US" sz="2100" dirty="0">
                <a:solidFill>
                  <a:srgbClr val="0000FF"/>
                </a:solidFill>
              </a:rPr>
              <a:t>both</a:t>
            </a:r>
            <a:r>
              <a:rPr lang="en-US" altLang="en-US" sz="2100" dirty="0"/>
              <a:t> inputs are </a:t>
            </a:r>
            <a:r>
              <a:rPr lang="en-US" altLang="en-US" sz="2100" dirty="0">
                <a:solidFill>
                  <a:srgbClr val="0000FF"/>
                </a:solidFill>
              </a:rPr>
              <a:t>1</a:t>
            </a:r>
            <a:endParaRPr lang="en-US" altLang="en-US" sz="2100" dirty="0"/>
          </a:p>
          <a:p>
            <a:pPr eaLnBrk="1" hangingPunct="1">
              <a:buFontTx/>
              <a:buNone/>
            </a:pPr>
            <a:r>
              <a:rPr lang="en-US" altLang="en-US" sz="2100" dirty="0"/>
              <a:t>A </a:t>
            </a:r>
            <a:r>
              <a:rPr lang="en-US" altLang="en-US" sz="2100" dirty="0">
                <a:solidFill>
                  <a:srgbClr val="0000FF"/>
                </a:solidFill>
              </a:rPr>
              <a:t>NOR</a:t>
            </a:r>
            <a:r>
              <a:rPr lang="en-US" altLang="en-US" sz="2100" dirty="0"/>
              <a:t> gate produces a </a:t>
            </a:r>
            <a:r>
              <a:rPr lang="en-US" altLang="en-US" sz="2100" dirty="0">
                <a:solidFill>
                  <a:srgbClr val="0000FF"/>
                </a:solidFill>
              </a:rPr>
              <a:t>1</a:t>
            </a:r>
            <a:r>
              <a:rPr lang="en-US" altLang="en-US" sz="2100" dirty="0"/>
              <a:t> if both inputs are </a:t>
            </a:r>
            <a:r>
              <a:rPr lang="en-US" altLang="en-US" sz="2100" dirty="0">
                <a:solidFill>
                  <a:srgbClr val="0000FF"/>
                </a:solidFill>
              </a:rPr>
              <a:t>0</a:t>
            </a:r>
            <a:endParaRPr lang="en-US" altLang="en-US" sz="2100"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6">
            <a:extLst>
              <a:ext uri="{FF2B5EF4-FFF2-40B4-BE49-F238E27FC236}">
                <a16:creationId xmlns="" xmlns:a16="http://schemas.microsoft.com/office/drawing/2014/main" id="{811D10C8-1963-07DD-6D3C-D752273DA2CA}"/>
              </a:ext>
            </a:extLst>
          </p:cNvPr>
          <p:cNvSpPr>
            <a:spLocks noGrp="1" noChangeArrowheads="1"/>
          </p:cNvSpPr>
          <p:nvPr>
            <p:ph type="title"/>
          </p:nvPr>
        </p:nvSpPr>
        <p:spPr>
          <a:xfrm>
            <a:off x="611143" y="1213721"/>
            <a:ext cx="6633344" cy="925116"/>
          </a:xfrm>
        </p:spPr>
        <p:txBody>
          <a:bodyPr>
            <a:normAutofit fontScale="90000"/>
          </a:bodyPr>
          <a:lstStyle/>
          <a:p>
            <a:pPr eaLnBrk="1" hangingPunct="1"/>
            <a:r>
              <a:rPr lang="en-US" altLang="en-US"/>
              <a:t>Gates with More Inputs</a:t>
            </a:r>
          </a:p>
        </p:txBody>
      </p:sp>
      <p:sp>
        <p:nvSpPr>
          <p:cNvPr id="24580" name="Rectangle 7">
            <a:extLst>
              <a:ext uri="{FF2B5EF4-FFF2-40B4-BE49-F238E27FC236}">
                <a16:creationId xmlns="" xmlns:a16="http://schemas.microsoft.com/office/drawing/2014/main" id="{A3441F5D-6D62-9A17-6606-ACFAA6051638}"/>
              </a:ext>
            </a:extLst>
          </p:cNvPr>
          <p:cNvSpPr>
            <a:spLocks noGrp="1" noChangeArrowheads="1"/>
          </p:cNvSpPr>
          <p:nvPr>
            <p:ph idx="1"/>
          </p:nvPr>
        </p:nvSpPr>
        <p:spPr>
          <a:xfrm>
            <a:off x="602673" y="2135332"/>
            <a:ext cx="7907481" cy="1246910"/>
          </a:xfrm>
        </p:spPr>
        <p:txBody>
          <a:bodyPr vert="horz" lIns="0" tIns="0" rIns="0" bIns="0" rtlCol="0" anchor="t">
            <a:normAutofit/>
          </a:bodyPr>
          <a:lstStyle/>
          <a:p>
            <a:pPr eaLnBrk="1" hangingPunct="1">
              <a:lnSpc>
                <a:spcPct val="90000"/>
              </a:lnSpc>
              <a:buFontTx/>
              <a:buNone/>
            </a:pPr>
            <a:r>
              <a:rPr lang="en-US" altLang="en-US" sz="1800" dirty="0"/>
              <a:t>Gates can be designed to accept three or more input values</a:t>
            </a:r>
          </a:p>
          <a:p>
            <a:pPr eaLnBrk="1" hangingPunct="1">
              <a:lnSpc>
                <a:spcPct val="90000"/>
              </a:lnSpc>
              <a:buFontTx/>
              <a:buNone/>
            </a:pPr>
            <a:r>
              <a:rPr lang="en-US" altLang="en-US" sz="1800" dirty="0"/>
              <a:t>A three-input </a:t>
            </a:r>
            <a:r>
              <a:rPr lang="en-US" altLang="en-US" sz="1800" dirty="0">
                <a:solidFill>
                  <a:srgbClr val="0000FF"/>
                </a:solidFill>
              </a:rPr>
              <a:t>AND</a:t>
            </a:r>
            <a:r>
              <a:rPr lang="en-US" altLang="en-US" sz="1800" dirty="0"/>
              <a:t> gate, for example, produces an output of </a:t>
            </a:r>
            <a:r>
              <a:rPr lang="en-US" altLang="en-US" sz="1800" dirty="0">
                <a:solidFill>
                  <a:srgbClr val="0000FF"/>
                </a:solidFill>
              </a:rPr>
              <a:t>1</a:t>
            </a:r>
            <a:r>
              <a:rPr lang="en-US" altLang="en-US" sz="1800" dirty="0"/>
              <a:t> only if all input values are </a:t>
            </a:r>
            <a:r>
              <a:rPr lang="en-US" altLang="en-US" sz="1800" dirty="0">
                <a:solidFill>
                  <a:srgbClr val="0000FF"/>
                </a:solidFill>
              </a:rPr>
              <a:t>1</a:t>
            </a:r>
            <a:endParaRPr lang="en-US" altLang="en-US" sz="1800" dirty="0"/>
          </a:p>
        </p:txBody>
      </p:sp>
      <p:sp>
        <p:nvSpPr>
          <p:cNvPr id="24581" name="Text Box 9">
            <a:extLst>
              <a:ext uri="{FF2B5EF4-FFF2-40B4-BE49-F238E27FC236}">
                <a16:creationId xmlns="" xmlns:a16="http://schemas.microsoft.com/office/drawing/2014/main" id="{BC6D88D1-1E0C-5014-D8A4-D83754F23960}"/>
              </a:ext>
            </a:extLst>
          </p:cNvPr>
          <p:cNvSpPr txBox="1">
            <a:spLocks noChangeArrowheads="1"/>
          </p:cNvSpPr>
          <p:nvPr/>
        </p:nvSpPr>
        <p:spPr bwMode="auto">
          <a:xfrm>
            <a:off x="2228851" y="5439641"/>
            <a:ext cx="4013597"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r>
              <a:rPr lang="en-US" altLang="en-US" sz="1050">
                <a:solidFill>
                  <a:srgbClr val="327CB8"/>
                </a:solidFill>
              </a:rPr>
              <a:t>Figure 4.7</a:t>
            </a:r>
            <a:r>
              <a:rPr lang="en-US" altLang="en-US" sz="1050"/>
              <a:t>  Various representations of a three-input AND gate</a:t>
            </a:r>
          </a:p>
        </p:txBody>
      </p:sp>
      <p:pic>
        <p:nvPicPr>
          <p:cNvPr id="24582" name="Picture 10">
            <a:extLst>
              <a:ext uri="{FF2B5EF4-FFF2-40B4-BE49-F238E27FC236}">
                <a16:creationId xmlns="" xmlns:a16="http://schemas.microsoft.com/office/drawing/2014/main" id="{AA0831AB-C166-B3FE-D835-DD0889158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7968" y="3195205"/>
            <a:ext cx="5668241" cy="219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 xmlns:a16="http://schemas.microsoft.com/office/drawing/2014/main" id="{B0E75B0A-36EB-A02E-C0D2-2ABAAB9BFEF5}"/>
              </a:ext>
            </a:extLst>
          </p:cNvPr>
          <p:cNvSpPr>
            <a:spLocks noGrp="1" noChangeArrowheads="1"/>
          </p:cNvSpPr>
          <p:nvPr>
            <p:ph type="title"/>
          </p:nvPr>
        </p:nvSpPr>
        <p:spPr>
          <a:xfrm>
            <a:off x="714973" y="721511"/>
            <a:ext cx="7313261" cy="982625"/>
          </a:xfrm>
        </p:spPr>
        <p:txBody>
          <a:bodyPr/>
          <a:lstStyle/>
          <a:p>
            <a:pPr eaLnBrk="1" hangingPunct="1"/>
            <a:r>
              <a:rPr lang="en-US" altLang="en-US"/>
              <a:t>Boolean Algebra</a:t>
            </a:r>
            <a:endParaRPr lang="en-IN" altLang="en-US"/>
          </a:p>
        </p:txBody>
      </p:sp>
      <p:sp>
        <p:nvSpPr>
          <p:cNvPr id="25603" name="Content Placeholder 2">
            <a:extLst>
              <a:ext uri="{FF2B5EF4-FFF2-40B4-BE49-F238E27FC236}">
                <a16:creationId xmlns="" xmlns:a16="http://schemas.microsoft.com/office/drawing/2014/main" id="{2764DA25-F03D-437D-7B5B-CF1FA292AB5E}"/>
              </a:ext>
            </a:extLst>
          </p:cNvPr>
          <p:cNvSpPr>
            <a:spLocks noGrp="1" noChangeArrowheads="1"/>
          </p:cNvSpPr>
          <p:nvPr>
            <p:ph idx="1"/>
          </p:nvPr>
        </p:nvSpPr>
        <p:spPr>
          <a:xfrm>
            <a:off x="552554" y="1722904"/>
            <a:ext cx="7762554" cy="4419246"/>
          </a:xfrm>
        </p:spPr>
        <p:txBody>
          <a:bodyPr vert="horz" lIns="0" tIns="0" rIns="0" bIns="0" rtlCol="0" anchor="t">
            <a:noAutofit/>
          </a:bodyPr>
          <a:lstStyle/>
          <a:p>
            <a:pPr eaLnBrk="1" hangingPunct="1"/>
            <a:r>
              <a:rPr lang="en-US" altLang="en-US" sz="1600" dirty="0"/>
              <a:t>Digital signals are discrete in nature and can only assume one of the two values 0 or 1. A number system based on these two digits is known as binary number system.</a:t>
            </a:r>
          </a:p>
          <a:p>
            <a:pPr eaLnBrk="1" hangingPunct="1"/>
            <a:r>
              <a:rPr lang="en-US" altLang="en-US" sz="1600" dirty="0"/>
              <a:t>In the middle of 19th century, an English mathematician George Boole developed rules for manipulations of binary variables, known as Boolean algebra.</a:t>
            </a:r>
          </a:p>
          <a:p>
            <a:pPr eaLnBrk="1" hangingPunct="1"/>
            <a:r>
              <a:rPr lang="en-US" altLang="en-US" sz="1600" dirty="0"/>
              <a:t>This is the basis of all digital systems like computers, calculators, etc. Binary variables can be represented by a letter symbol such as A, B, X, Y,….. The variable can have only one of the two possible values at any time, viz. 0 or 1.</a:t>
            </a:r>
          </a:p>
          <a:p>
            <a:pPr eaLnBrk="1" hangingPunct="1"/>
            <a:r>
              <a:rPr lang="en-US" altLang="en-US" sz="1600" dirty="0"/>
              <a:t>From </a:t>
            </a:r>
            <a:r>
              <a:rPr lang="en-US" altLang="en-US" sz="1600" b="1" dirty="0"/>
              <a:t>Boolean algebraic </a:t>
            </a:r>
            <a:r>
              <a:rPr lang="en-US" altLang="en-US" sz="1600" dirty="0"/>
              <a:t>theorems, we observe that the even numbered theorems can be obtained from their preceding odd numbered theorems by (</a:t>
            </a:r>
            <a:r>
              <a:rPr lang="en-US" altLang="en-US" sz="1600" err="1"/>
              <a:t>i</a:t>
            </a:r>
            <a:r>
              <a:rPr lang="en-US" altLang="en-US" sz="1600" dirty="0"/>
              <a:t>) interchanging ‘+’ and ‘.’ signs, and (ii) interchanging 0 and 1.Theorems which are related in this way are called </a:t>
            </a:r>
            <a:r>
              <a:rPr lang="en-US" altLang="en-US" sz="1600" b="1" dirty="0"/>
              <a:t>duals.</a:t>
            </a:r>
            <a:endParaRPr lang="en-IN" altLang="en-US" sz="1600" b="1"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 xmlns:a16="http://schemas.microsoft.com/office/drawing/2014/main" id="{69585A76-6F88-1FE8-BE80-8160D5F4096B}"/>
              </a:ext>
            </a:extLst>
          </p:cNvPr>
          <p:cNvSpPr>
            <a:spLocks noGrp="1" noChangeArrowheads="1"/>
          </p:cNvSpPr>
          <p:nvPr>
            <p:ph type="title"/>
          </p:nvPr>
        </p:nvSpPr>
        <p:spPr>
          <a:xfrm>
            <a:off x="1051886" y="661306"/>
            <a:ext cx="6916143" cy="1309486"/>
          </a:xfrm>
        </p:spPr>
        <p:txBody>
          <a:bodyPr>
            <a:normAutofit/>
          </a:bodyPr>
          <a:lstStyle/>
          <a:p>
            <a:pPr eaLnBrk="1" hangingPunct="1"/>
            <a:r>
              <a:rPr lang="en-US" altLang="en-US"/>
              <a:t>Boolean Algebraic Theorem</a:t>
            </a:r>
            <a:endParaRPr lang="en-IN" altLang="en-US"/>
          </a:p>
        </p:txBody>
      </p:sp>
      <p:pic>
        <p:nvPicPr>
          <p:cNvPr id="26627" name="Content Placeholder 5">
            <a:extLst>
              <a:ext uri="{FF2B5EF4-FFF2-40B4-BE49-F238E27FC236}">
                <a16:creationId xmlns="" xmlns:a16="http://schemas.microsoft.com/office/drawing/2014/main" id="{B6107422-1339-710E-96EE-5CBB455283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54580" y="2275601"/>
            <a:ext cx="7365520" cy="3798205"/>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 xmlns:a16="http://schemas.microsoft.com/office/drawing/2014/main" id="{193E8267-5CD4-6817-1A4B-D042C7946614}"/>
              </a:ext>
            </a:extLst>
          </p:cNvPr>
          <p:cNvSpPr>
            <a:spLocks noGrp="1" noChangeArrowheads="1"/>
          </p:cNvSpPr>
          <p:nvPr>
            <p:ph type="title"/>
          </p:nvPr>
        </p:nvSpPr>
        <p:spPr>
          <a:xfrm>
            <a:off x="574736" y="976134"/>
            <a:ext cx="7768086" cy="1267004"/>
          </a:xfrm>
        </p:spPr>
        <p:txBody>
          <a:bodyPr/>
          <a:lstStyle/>
          <a:p>
            <a:pPr eaLnBrk="1" hangingPunct="1"/>
            <a:r>
              <a:rPr lang="en-US" altLang="en-US"/>
              <a:t>Boolean Algebraic Theorem (cont..)</a:t>
            </a:r>
            <a:endParaRPr lang="en-IN" altLang="en-US"/>
          </a:p>
        </p:txBody>
      </p:sp>
      <p:pic>
        <p:nvPicPr>
          <p:cNvPr id="27652" name="Content Placeholder 6">
            <a:extLst>
              <a:ext uri="{FF2B5EF4-FFF2-40B4-BE49-F238E27FC236}">
                <a16:creationId xmlns="" xmlns:a16="http://schemas.microsoft.com/office/drawing/2014/main" id="{A3927334-85EC-EB7E-F43F-7D1E11C74B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213630" y="2539938"/>
            <a:ext cx="6709149" cy="3079005"/>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6">
            <a:extLst>
              <a:ext uri="{FF2B5EF4-FFF2-40B4-BE49-F238E27FC236}">
                <a16:creationId xmlns="" xmlns:a16="http://schemas.microsoft.com/office/drawing/2014/main" id="{DA2C6A9A-0B89-4603-DDF2-EFB5391111ED}"/>
              </a:ext>
            </a:extLst>
          </p:cNvPr>
          <p:cNvSpPr>
            <a:spLocks noGrp="1" noChangeArrowheads="1"/>
          </p:cNvSpPr>
          <p:nvPr>
            <p:ph type="title"/>
          </p:nvPr>
        </p:nvSpPr>
        <p:spPr/>
        <p:txBody>
          <a:bodyPr>
            <a:normAutofit fontScale="90000"/>
          </a:bodyPr>
          <a:lstStyle/>
          <a:p>
            <a:pPr eaLnBrk="1" hangingPunct="1"/>
            <a:r>
              <a:rPr lang="en-US" altLang="en-US"/>
              <a:t>Properties of Boolean Algebra</a:t>
            </a:r>
          </a:p>
        </p:txBody>
      </p:sp>
      <p:sp>
        <p:nvSpPr>
          <p:cNvPr id="28676" name="Text Box 10">
            <a:extLst>
              <a:ext uri="{FF2B5EF4-FFF2-40B4-BE49-F238E27FC236}">
                <a16:creationId xmlns="" xmlns:a16="http://schemas.microsoft.com/office/drawing/2014/main" id="{2DC09BA2-2D49-6E82-6122-12A6EB9A9C9F}"/>
              </a:ext>
            </a:extLst>
          </p:cNvPr>
          <p:cNvSpPr txBox="1">
            <a:spLocks noChangeArrowheads="1"/>
          </p:cNvSpPr>
          <p:nvPr/>
        </p:nvSpPr>
        <p:spPr bwMode="auto">
          <a:xfrm>
            <a:off x="1314450" y="4457700"/>
            <a:ext cx="138113"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050"/>
          </a:p>
        </p:txBody>
      </p:sp>
      <p:pic>
        <p:nvPicPr>
          <p:cNvPr id="28677" name="Picture 11">
            <a:extLst>
              <a:ext uri="{FF2B5EF4-FFF2-40B4-BE49-F238E27FC236}">
                <a16:creationId xmlns="" xmlns:a16="http://schemas.microsoft.com/office/drawing/2014/main" id="{ECD9DA33-8FA5-A54D-3AFA-B93F9CF66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0" y="2258616"/>
            <a:ext cx="638175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 xmlns:a16="http://schemas.microsoft.com/office/drawing/2014/main" id="{DF8364F1-AD6C-03E7-23FF-98FC116B2E85}"/>
              </a:ext>
            </a:extLst>
          </p:cNvPr>
          <p:cNvSpPr>
            <a:spLocks noGrp="1" noChangeArrowheads="1"/>
          </p:cNvSpPr>
          <p:nvPr>
            <p:ph type="title"/>
          </p:nvPr>
        </p:nvSpPr>
        <p:spPr>
          <a:xfrm>
            <a:off x="648328" y="542771"/>
            <a:ext cx="7963379" cy="1396170"/>
          </a:xfrm>
        </p:spPr>
        <p:txBody>
          <a:bodyPr/>
          <a:lstStyle/>
          <a:p>
            <a:pPr eaLnBrk="1" hangingPunct="1"/>
            <a:r>
              <a:rPr lang="en-US" altLang="en-US"/>
              <a:t>Boolean Algebra Examples</a:t>
            </a:r>
            <a:endParaRPr lang="en-IN" altLang="en-US"/>
          </a:p>
        </p:txBody>
      </p:sp>
      <p:pic>
        <p:nvPicPr>
          <p:cNvPr id="9" name="Content Placeholder 8">
            <a:extLst>
              <a:ext uri="{FF2B5EF4-FFF2-40B4-BE49-F238E27FC236}">
                <a16:creationId xmlns="" xmlns:a16="http://schemas.microsoft.com/office/drawing/2014/main" id="{9C9FE579-ADB7-5F05-2840-3DA7ED04FB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22823" y="1943101"/>
            <a:ext cx="1578769" cy="392906"/>
          </a:xfrm>
        </p:spPr>
      </p:pic>
      <p:pic>
        <p:nvPicPr>
          <p:cNvPr id="11" name="Picture 10">
            <a:extLst>
              <a:ext uri="{FF2B5EF4-FFF2-40B4-BE49-F238E27FC236}">
                <a16:creationId xmlns="" xmlns:a16="http://schemas.microsoft.com/office/drawing/2014/main" id="{72A93326-610F-D9B0-CDFC-66B5CCE0C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2106" y="2336007"/>
            <a:ext cx="3144441" cy="135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 xmlns:a16="http://schemas.microsoft.com/office/drawing/2014/main" id="{B5BC7731-673C-A516-EFAC-98C7001DC3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2822" y="3651647"/>
            <a:ext cx="23574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16">
            <a:extLst>
              <a:ext uri="{FF2B5EF4-FFF2-40B4-BE49-F238E27FC236}">
                <a16:creationId xmlns="" xmlns:a16="http://schemas.microsoft.com/office/drawing/2014/main" id="{F387236C-73CD-191A-8D48-DD5584306F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2824" y="4079081"/>
            <a:ext cx="520184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42"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1000"/>
                                        <p:tgtEl>
                                          <p:spTgt spid="17"/>
                                        </p:tgtEl>
                                      </p:cBhvr>
                                    </p:animEffect>
                                    <p:anim calcmode="lin" valueType="num">
                                      <p:cBhvr>
                                        <p:cTn id="26" dur="1000" fill="hold"/>
                                        <p:tgtEl>
                                          <p:spTgt spid="17"/>
                                        </p:tgtEl>
                                        <p:attrNameLst>
                                          <p:attrName>ppt_x</p:attrName>
                                        </p:attrNameLst>
                                      </p:cBhvr>
                                      <p:tavLst>
                                        <p:tav tm="0">
                                          <p:val>
                                            <p:strVal val="#ppt_x"/>
                                          </p:val>
                                        </p:tav>
                                        <p:tav tm="100000">
                                          <p:val>
                                            <p:strVal val="#ppt_x"/>
                                          </p:val>
                                        </p:tav>
                                      </p:tavLst>
                                    </p:anim>
                                    <p:anim calcmode="lin" valueType="num">
                                      <p:cBhvr>
                                        <p:cTn id="2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 xmlns:a16="http://schemas.microsoft.com/office/drawing/2014/main" id="{BD8927E0-5955-42AC-2CD2-E077751E4DB5}"/>
              </a:ext>
            </a:extLst>
          </p:cNvPr>
          <p:cNvSpPr>
            <a:spLocks noGrp="1" noChangeArrowheads="1"/>
          </p:cNvSpPr>
          <p:nvPr>
            <p:ph type="title"/>
          </p:nvPr>
        </p:nvSpPr>
        <p:spPr>
          <a:xfrm>
            <a:off x="508926" y="697201"/>
            <a:ext cx="8213784" cy="1604872"/>
          </a:xfrm>
        </p:spPr>
        <p:txBody>
          <a:bodyPr>
            <a:normAutofit fontScale="90000"/>
          </a:bodyPr>
          <a:lstStyle/>
          <a:p>
            <a:pPr eaLnBrk="1" hangingPunct="1"/>
            <a:r>
              <a:rPr lang="en-IN" altLang="en-US"/>
              <a:t>Standard representations for logic functions</a:t>
            </a:r>
          </a:p>
        </p:txBody>
      </p:sp>
      <p:sp>
        <p:nvSpPr>
          <p:cNvPr id="30723" name="Content Placeholder 2">
            <a:extLst>
              <a:ext uri="{FF2B5EF4-FFF2-40B4-BE49-F238E27FC236}">
                <a16:creationId xmlns="" xmlns:a16="http://schemas.microsoft.com/office/drawing/2014/main" id="{10A354F7-CDC7-0393-E6AD-1891DDA957CA}"/>
              </a:ext>
            </a:extLst>
          </p:cNvPr>
          <p:cNvSpPr>
            <a:spLocks noGrp="1" noChangeArrowheads="1"/>
          </p:cNvSpPr>
          <p:nvPr>
            <p:ph idx="1"/>
          </p:nvPr>
        </p:nvSpPr>
        <p:spPr>
          <a:xfrm>
            <a:off x="511116" y="2569256"/>
            <a:ext cx="8223422" cy="3599737"/>
          </a:xfrm>
        </p:spPr>
        <p:txBody>
          <a:bodyPr vert="horz" lIns="0" tIns="0" rIns="0" bIns="0" rtlCol="0" anchor="t">
            <a:noAutofit/>
          </a:bodyPr>
          <a:lstStyle/>
          <a:p>
            <a:pPr marL="0" indent="0" algn="just">
              <a:buFontTx/>
              <a:buNone/>
              <a:defRPr/>
            </a:pPr>
            <a:r>
              <a:rPr lang="en-US" sz="1600" dirty="0">
                <a:latin typeface="Times"/>
                <a:cs typeface="Times"/>
              </a:rPr>
              <a:t>Logic functions are expressed in terms of logical variables.</a:t>
            </a:r>
          </a:p>
          <a:p>
            <a:pPr marL="0" indent="0" algn="just">
              <a:buFontTx/>
              <a:buNone/>
              <a:defRPr/>
            </a:pPr>
            <a:r>
              <a:rPr lang="en-US" sz="1600" dirty="0">
                <a:latin typeface="Times"/>
                <a:cs typeface="Times"/>
              </a:rPr>
              <a:t>The values assumed by the logic functions as well as the logic variables are in the binary form. </a:t>
            </a:r>
          </a:p>
          <a:p>
            <a:pPr marL="0" indent="0" algn="just">
              <a:buFontTx/>
              <a:buNone/>
              <a:defRPr/>
            </a:pPr>
            <a:r>
              <a:rPr lang="en-US" sz="1600" dirty="0">
                <a:latin typeface="Times"/>
                <a:cs typeface="Times"/>
              </a:rPr>
              <a:t>Any arbitrary logic function can be expressed in the following forms:</a:t>
            </a:r>
          </a:p>
          <a:p>
            <a:pPr algn="just">
              <a:buFont typeface="Wingdings" panose="05000000000000000000" pitchFamily="2" charset="2"/>
              <a:buChar char="Ø"/>
              <a:defRPr/>
            </a:pPr>
            <a:r>
              <a:rPr lang="en-US" sz="1600" b="1" dirty="0">
                <a:latin typeface="Times"/>
                <a:cs typeface="Times"/>
              </a:rPr>
              <a:t>Sum-of-products form (SOP)</a:t>
            </a:r>
            <a:r>
              <a:rPr lang="en-US" sz="1600" dirty="0">
                <a:latin typeface="Times"/>
                <a:cs typeface="Times"/>
              </a:rPr>
              <a:t>, and</a:t>
            </a:r>
          </a:p>
          <a:p>
            <a:pPr algn="just">
              <a:buFont typeface="Wingdings" panose="05000000000000000000" pitchFamily="2" charset="2"/>
              <a:buChar char="Ø"/>
              <a:defRPr/>
            </a:pPr>
            <a:r>
              <a:rPr lang="en-US" sz="1600" b="1" dirty="0">
                <a:latin typeface="Times"/>
                <a:cs typeface="Times"/>
              </a:rPr>
              <a:t>Product-of-sums form (POS)</a:t>
            </a:r>
          </a:p>
          <a:p>
            <a:pPr marL="0" indent="0" algn="just">
              <a:buFontTx/>
              <a:buNone/>
              <a:defRPr/>
            </a:pPr>
            <a:r>
              <a:rPr lang="en-US" sz="1600" dirty="0">
                <a:latin typeface="Times"/>
                <a:cs typeface="Times"/>
              </a:rPr>
              <a:t>This does not mean that the logic function cannot be written in any other form.</a:t>
            </a:r>
          </a:p>
          <a:p>
            <a:pPr marL="0" indent="0" algn="just">
              <a:buFontTx/>
              <a:buNone/>
              <a:defRPr/>
            </a:pPr>
            <a:r>
              <a:rPr lang="en-US" sz="1600" dirty="0">
                <a:latin typeface="Times"/>
                <a:cs typeface="Times"/>
              </a:rPr>
              <a:t>It can be written in various forms but the above two forms are conveniently suited in arriving at the standard methods for designing the circuits which will become clear from the following discussions.</a:t>
            </a:r>
          </a:p>
          <a:p>
            <a:pPr marL="0" indent="0" eaLnBrk="1" hangingPunct="1">
              <a:buFontTx/>
              <a:buNone/>
              <a:defRPr/>
            </a:pPr>
            <a:endParaRPr lang="en-IN" alt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 xmlns:a16="http://schemas.microsoft.com/office/drawing/2014/main" id="{8951BA95-3476-1E05-F719-78882584427C}"/>
              </a:ext>
            </a:extLst>
          </p:cNvPr>
          <p:cNvSpPr>
            <a:spLocks noGrp="1"/>
          </p:cNvSpPr>
          <p:nvPr>
            <p:ph type="title"/>
          </p:nvPr>
        </p:nvSpPr>
        <p:spPr>
          <a:xfrm>
            <a:off x="536636" y="684003"/>
            <a:ext cx="7235764" cy="871628"/>
          </a:xfrm>
        </p:spPr>
        <p:txBody>
          <a:bodyPr>
            <a:normAutofit fontScale="90000"/>
          </a:bodyPr>
          <a:lstStyle/>
          <a:p>
            <a:r>
              <a:rPr lang="en-IN" altLang="en-US"/>
              <a:t>Sum of Product (SOP)</a:t>
            </a:r>
          </a:p>
        </p:txBody>
      </p:sp>
      <p:sp>
        <p:nvSpPr>
          <p:cNvPr id="31747" name="Content Placeholder 2">
            <a:extLst>
              <a:ext uri="{FF2B5EF4-FFF2-40B4-BE49-F238E27FC236}">
                <a16:creationId xmlns="" xmlns:a16="http://schemas.microsoft.com/office/drawing/2014/main" id="{D1B93D47-040B-203B-664B-66453317FD19}"/>
              </a:ext>
            </a:extLst>
          </p:cNvPr>
          <p:cNvSpPr>
            <a:spLocks noGrp="1"/>
          </p:cNvSpPr>
          <p:nvPr>
            <p:ph idx="1"/>
          </p:nvPr>
        </p:nvSpPr>
        <p:spPr>
          <a:xfrm>
            <a:off x="542666" y="1814011"/>
            <a:ext cx="7906328" cy="4354549"/>
          </a:xfrm>
        </p:spPr>
        <p:txBody>
          <a:bodyPr vert="horz" lIns="0" tIns="0" rIns="0" bIns="0" rtlCol="0" anchor="t">
            <a:noAutofit/>
          </a:bodyPr>
          <a:lstStyle/>
          <a:p>
            <a:pPr>
              <a:defRPr/>
            </a:pPr>
            <a:r>
              <a:rPr lang="en-US" sz="1600" dirty="0"/>
              <a:t>The Sum of Product (SOP) form refers to a Boolean expression where several product terms (involving AND operations) are added up. </a:t>
            </a:r>
          </a:p>
          <a:p>
            <a:pPr>
              <a:defRPr/>
            </a:pPr>
            <a:r>
              <a:rPr lang="en-US" sz="1600" dirty="0"/>
              <a:t>Each individual term in SOP is also called as </a:t>
            </a:r>
            <a:r>
              <a:rPr lang="en-US" sz="1600" err="1"/>
              <a:t>minterm</a:t>
            </a:r>
            <a:r>
              <a:rPr lang="en-US" sz="1600" dirty="0"/>
              <a:t>.</a:t>
            </a:r>
          </a:p>
          <a:p>
            <a:pPr>
              <a:defRPr/>
            </a:pPr>
            <a:r>
              <a:rPr lang="en-US" sz="1600" dirty="0"/>
              <a:t>This is perhaps the most popular form used in the design and optimization of digital systems. </a:t>
            </a:r>
          </a:p>
          <a:p>
            <a:pPr>
              <a:defRPr/>
            </a:pPr>
            <a:r>
              <a:rPr lang="en-US" sz="1600" dirty="0"/>
              <a:t>In SOP format, each of those elements is a combination (ANDing) of some variables (or their negations); all of them are combined by means of disjunction (ORing).</a:t>
            </a:r>
          </a:p>
          <a:p>
            <a:pPr>
              <a:defRPr/>
            </a:pPr>
            <a:r>
              <a:rPr lang="en-US" sz="1600" dirty="0"/>
              <a:t> This is very helpful in, for instance, the creation of logic circuits from truth tables or achieving algorithmic simplifications of logic functions.</a:t>
            </a:r>
          </a:p>
          <a:p>
            <a:pPr>
              <a:defRPr/>
            </a:pPr>
            <a:r>
              <a:rPr lang="en-US" altLang="en-US" sz="1600" dirty="0"/>
              <a:t>Example :</a:t>
            </a:r>
          </a:p>
          <a:p>
            <a:pPr marL="0" indent="0">
              <a:buFontTx/>
              <a:buNone/>
              <a:defRPr/>
            </a:pPr>
            <a:endParaRPr lang="en-IN" altLang="en-US" sz="1350" dirty="0"/>
          </a:p>
        </p:txBody>
      </p:sp>
      <p:pic>
        <p:nvPicPr>
          <p:cNvPr id="31749" name="Picture 5">
            <a:extLst>
              <a:ext uri="{FF2B5EF4-FFF2-40B4-BE49-F238E27FC236}">
                <a16:creationId xmlns="" xmlns:a16="http://schemas.microsoft.com/office/drawing/2014/main" id="{146745B0-9FFA-DEE4-6B88-D2E81E38C8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9187" y="5070895"/>
            <a:ext cx="1799035"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 xmlns:a16="http://schemas.microsoft.com/office/drawing/2014/main" id="{CBBACD5D-EE46-A006-8778-4F055B9CC1BB}"/>
              </a:ext>
            </a:extLst>
          </p:cNvPr>
          <p:cNvSpPr>
            <a:spLocks noGrp="1"/>
          </p:cNvSpPr>
          <p:nvPr>
            <p:ph type="title"/>
          </p:nvPr>
        </p:nvSpPr>
        <p:spPr>
          <a:xfrm>
            <a:off x="1485902" y="1219888"/>
            <a:ext cx="5760508" cy="925116"/>
          </a:xfrm>
        </p:spPr>
        <p:txBody>
          <a:bodyPr/>
          <a:lstStyle/>
          <a:p>
            <a:r>
              <a:rPr lang="en-IN" altLang="en-US"/>
              <a:t>SOP (cont..)</a:t>
            </a:r>
          </a:p>
        </p:txBody>
      </p:sp>
      <p:sp>
        <p:nvSpPr>
          <p:cNvPr id="32771" name="Content Placeholder 2">
            <a:extLst>
              <a:ext uri="{FF2B5EF4-FFF2-40B4-BE49-F238E27FC236}">
                <a16:creationId xmlns="" xmlns:a16="http://schemas.microsoft.com/office/drawing/2014/main" id="{0FB37AAB-0353-D078-AC2A-00CF7B66E386}"/>
              </a:ext>
            </a:extLst>
          </p:cNvPr>
          <p:cNvSpPr>
            <a:spLocks noGrp="1"/>
          </p:cNvSpPr>
          <p:nvPr>
            <p:ph idx="1"/>
          </p:nvPr>
        </p:nvSpPr>
        <p:spPr>
          <a:xfrm>
            <a:off x="882051" y="2378868"/>
            <a:ext cx="6741847" cy="3914461"/>
          </a:xfrm>
        </p:spPr>
        <p:txBody>
          <a:bodyPr/>
          <a:lstStyle/>
          <a:p>
            <a:pPr marL="0" indent="0">
              <a:buFontTx/>
              <a:buNone/>
            </a:pPr>
            <a:r>
              <a:rPr lang="en-US" altLang="en-US" sz="1500">
                <a:latin typeface="Times New Roman" panose="02020603050405020304" pitchFamily="18" charset="0"/>
                <a:cs typeface="Times New Roman" panose="02020603050405020304" pitchFamily="18" charset="0"/>
              </a:rPr>
              <a:t>The SOP form can be in either canonical form or non-canonical form.</a:t>
            </a:r>
          </a:p>
          <a:p>
            <a:pPr marL="0" indent="0">
              <a:buFontTx/>
              <a:buNone/>
            </a:pPr>
            <a:r>
              <a:rPr lang="en-US" altLang="en-US" sz="1500" b="1">
                <a:latin typeface="Times New Roman" panose="02020603050405020304" pitchFamily="18" charset="0"/>
                <a:cs typeface="Times New Roman" panose="02020603050405020304" pitchFamily="18" charset="0"/>
              </a:rPr>
              <a:t>1. Non-Canonical SOP Form</a:t>
            </a:r>
          </a:p>
          <a:p>
            <a:pPr marL="0" indent="0">
              <a:buFontTx/>
              <a:buNone/>
            </a:pPr>
            <a:r>
              <a:rPr lang="en-US" altLang="en-US" sz="1500">
                <a:latin typeface="Times New Roman" panose="02020603050405020304" pitchFamily="18" charset="0"/>
                <a:cs typeface="Times New Roman" panose="02020603050405020304" pitchFamily="18" charset="0"/>
              </a:rPr>
              <a:t>In this form each product term between may or may not contain all the variables of the function.</a:t>
            </a:r>
          </a:p>
          <a:p>
            <a:pPr marL="0" indent="0">
              <a:buFontTx/>
              <a:buNone/>
            </a:pPr>
            <a:r>
              <a:rPr lang="en-US" altLang="en-US" sz="1500" b="1">
                <a:latin typeface="Times New Roman" panose="02020603050405020304" pitchFamily="18" charset="0"/>
                <a:cs typeface="Times New Roman" panose="02020603050405020304" pitchFamily="18" charset="0"/>
              </a:rPr>
              <a:t>Example:</a:t>
            </a:r>
          </a:p>
          <a:p>
            <a:pPr marL="0" indent="0">
              <a:buFontTx/>
              <a:buNone/>
            </a:pPr>
            <a:r>
              <a:rPr lang="en-US" altLang="en-US" sz="1500" b="1">
                <a:latin typeface="Times New Roman" panose="02020603050405020304" pitchFamily="18" charset="0"/>
                <a:cs typeface="Times New Roman" panose="02020603050405020304" pitchFamily="18" charset="0"/>
              </a:rPr>
              <a:t>F(A,B,C) = A+ B̅.C + A.C</a:t>
            </a:r>
          </a:p>
          <a:p>
            <a:pPr marL="0" indent="0">
              <a:buFontTx/>
              <a:buNone/>
            </a:pPr>
            <a:r>
              <a:rPr lang="en-US" altLang="en-US" sz="1500">
                <a:latin typeface="Times New Roman" panose="02020603050405020304" pitchFamily="18" charset="0"/>
                <a:cs typeface="Times New Roman" panose="02020603050405020304" pitchFamily="18" charset="0"/>
              </a:rPr>
              <a:t>as we can see in above example the function have variables A, B, C but we are not including each variable in each product term.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 xmlns:a16="http://schemas.microsoft.com/office/drawing/2014/main" id="{CAA991ED-ABE7-DE19-9599-5892C7DE413E}"/>
              </a:ext>
            </a:extLst>
          </p:cNvPr>
          <p:cNvSpPr>
            <a:spLocks noGrp="1"/>
          </p:cNvSpPr>
          <p:nvPr>
            <p:ph type="title"/>
          </p:nvPr>
        </p:nvSpPr>
        <p:spPr>
          <a:xfrm>
            <a:off x="1485902" y="1130591"/>
            <a:ext cx="5760508" cy="925116"/>
          </a:xfrm>
        </p:spPr>
        <p:txBody>
          <a:bodyPr/>
          <a:lstStyle/>
          <a:p>
            <a:r>
              <a:rPr lang="en-IN" altLang="en-US"/>
              <a:t>SOP (cont..)</a:t>
            </a:r>
          </a:p>
        </p:txBody>
      </p:sp>
      <p:sp>
        <p:nvSpPr>
          <p:cNvPr id="33795" name="Content Placeholder 2">
            <a:extLst>
              <a:ext uri="{FF2B5EF4-FFF2-40B4-BE49-F238E27FC236}">
                <a16:creationId xmlns="" xmlns:a16="http://schemas.microsoft.com/office/drawing/2014/main" id="{C30B2E5D-4C04-1BCB-1105-3ADAFB217BCC}"/>
              </a:ext>
            </a:extLst>
          </p:cNvPr>
          <p:cNvSpPr>
            <a:spLocks noGrp="1"/>
          </p:cNvSpPr>
          <p:nvPr>
            <p:ph idx="1"/>
          </p:nvPr>
        </p:nvSpPr>
        <p:spPr>
          <a:xfrm>
            <a:off x="1485900" y="2343150"/>
            <a:ext cx="6181130" cy="2857501"/>
          </a:xfrm>
        </p:spPr>
        <p:txBody>
          <a:bodyPr>
            <a:normAutofit fontScale="85000" lnSpcReduction="20000"/>
          </a:bodyPr>
          <a:lstStyle/>
          <a:p>
            <a:pPr marL="0" indent="0">
              <a:buFontTx/>
              <a:buNone/>
            </a:pPr>
            <a:r>
              <a:rPr lang="en-US" altLang="en-US" sz="1500" b="1">
                <a:latin typeface="Times New Roman" panose="02020603050405020304" pitchFamily="18" charset="0"/>
                <a:cs typeface="Times New Roman" panose="02020603050405020304" pitchFamily="18" charset="0"/>
              </a:rPr>
              <a:t>2. Canonical SOP Form</a:t>
            </a:r>
          </a:p>
          <a:p>
            <a:pPr marL="0" indent="0">
              <a:buFontTx/>
              <a:buNone/>
            </a:pPr>
            <a:r>
              <a:rPr lang="en-US" altLang="en-US" sz="1500">
                <a:latin typeface="Times New Roman" panose="02020603050405020304" pitchFamily="18" charset="0"/>
                <a:cs typeface="Times New Roman" panose="02020603050405020304" pitchFamily="18" charset="0"/>
              </a:rPr>
              <a:t>In canonical</a:t>
            </a:r>
            <a:r>
              <a:rPr lang="en-US" altLang="en-US" sz="1500" u="sng">
                <a:latin typeface="Times New Roman" panose="02020603050405020304" pitchFamily="18" charset="0"/>
                <a:cs typeface="Times New Roman" panose="02020603050405020304" pitchFamily="18" charset="0"/>
              </a:rPr>
              <a:t> </a:t>
            </a:r>
            <a:r>
              <a:rPr lang="en-US" altLang="en-US" sz="1500">
                <a:latin typeface="Times New Roman" panose="02020603050405020304" pitchFamily="18" charset="0"/>
                <a:cs typeface="Times New Roman" panose="02020603050405020304" pitchFamily="18" charset="0"/>
              </a:rPr>
              <a:t>SOP form each product term contains all the variables of the function, where variables in each product term can be in true form or complemented form.</a:t>
            </a:r>
          </a:p>
          <a:p>
            <a:pPr marL="0" indent="0">
              <a:buFontTx/>
              <a:buNone/>
            </a:pPr>
            <a:r>
              <a:rPr lang="en-US" altLang="en-US" sz="1500" b="1">
                <a:latin typeface="Times New Roman" panose="02020603050405020304" pitchFamily="18" charset="0"/>
                <a:cs typeface="Times New Roman" panose="02020603050405020304" pitchFamily="18" charset="0"/>
              </a:rPr>
              <a:t>Example :</a:t>
            </a:r>
            <a:endParaRPr lang="en-US" altLang="en-US" sz="1500">
              <a:latin typeface="Times New Roman" panose="02020603050405020304" pitchFamily="18" charset="0"/>
              <a:cs typeface="Times New Roman" panose="02020603050405020304" pitchFamily="18" charset="0"/>
            </a:endParaRPr>
          </a:p>
          <a:p>
            <a:pPr marL="0" indent="0">
              <a:buFontTx/>
              <a:buNone/>
            </a:pPr>
            <a:r>
              <a:rPr lang="en-US" altLang="en-US" sz="1500" b="1">
                <a:latin typeface="Times New Roman" panose="02020603050405020304" pitchFamily="18" charset="0"/>
                <a:cs typeface="Times New Roman" panose="02020603050405020304" pitchFamily="18" charset="0"/>
              </a:rPr>
              <a:t>F(A,B) = Ā.B + A.B̅</a:t>
            </a:r>
          </a:p>
          <a:p>
            <a:pPr marL="0" indent="0">
              <a:buFontTx/>
              <a:buNone/>
            </a:pPr>
            <a:r>
              <a:rPr lang="en-US" altLang="en-US" sz="1500">
                <a:latin typeface="Times New Roman" panose="02020603050405020304" pitchFamily="18" charset="0"/>
                <a:cs typeface="Times New Roman" panose="02020603050405020304" pitchFamily="18" charset="0"/>
              </a:rPr>
              <a:t>As we can see in above example each product term contain all the variables which are present in function. </a:t>
            </a:r>
          </a:p>
          <a:p>
            <a:pPr marL="0" indent="0">
              <a:buFontTx/>
              <a:buNone/>
            </a:pPr>
            <a:r>
              <a:rPr lang="en-US" altLang="en-US" sz="1500">
                <a:latin typeface="Times New Roman" panose="02020603050405020304" pitchFamily="18" charset="0"/>
                <a:cs typeface="Times New Roman" panose="02020603050405020304" pitchFamily="18" charset="0"/>
              </a:rPr>
              <a:t>The SOP is written in the format shown below called as short hand for K-map minimization technique</a:t>
            </a:r>
          </a:p>
          <a:p>
            <a:pPr marL="0" indent="0">
              <a:buFontTx/>
              <a:buNone/>
            </a:pPr>
            <a:r>
              <a:rPr lang="en-IN" altLang="en-US" sz="1500" i="1"/>
              <a:t>F(A,B,C) = ∑m(2, 4, 5, 6, 7)</a:t>
            </a:r>
            <a:endParaRPr lang="en-IN" altLang="en-US" sz="150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 xmlns:a16="http://schemas.microsoft.com/office/drawing/2014/main" id="{07222C54-67AE-D3BE-6212-211662FCB06C}"/>
              </a:ext>
            </a:extLst>
          </p:cNvPr>
          <p:cNvSpPr>
            <a:spLocks noGrp="1"/>
          </p:cNvSpPr>
          <p:nvPr>
            <p:ph type="title"/>
          </p:nvPr>
        </p:nvSpPr>
        <p:spPr>
          <a:xfrm>
            <a:off x="478766" y="971550"/>
            <a:ext cx="7954992" cy="742232"/>
          </a:xfrm>
        </p:spPr>
        <p:txBody>
          <a:bodyPr>
            <a:normAutofit/>
          </a:bodyPr>
          <a:lstStyle/>
          <a:p>
            <a:r>
              <a:rPr lang="en-IN" altLang="en-US"/>
              <a:t>Product of Sum (POS)</a:t>
            </a:r>
          </a:p>
        </p:txBody>
      </p:sp>
      <p:sp>
        <p:nvSpPr>
          <p:cNvPr id="34819" name="Content Placeholder 2">
            <a:extLst>
              <a:ext uri="{FF2B5EF4-FFF2-40B4-BE49-F238E27FC236}">
                <a16:creationId xmlns="" xmlns:a16="http://schemas.microsoft.com/office/drawing/2014/main" id="{F0F854A5-CAEA-F18E-4949-CFB2E0116BF5}"/>
              </a:ext>
            </a:extLst>
          </p:cNvPr>
          <p:cNvSpPr>
            <a:spLocks noGrp="1"/>
          </p:cNvSpPr>
          <p:nvPr>
            <p:ph idx="1"/>
          </p:nvPr>
        </p:nvSpPr>
        <p:spPr>
          <a:xfrm>
            <a:off x="478766" y="2141530"/>
            <a:ext cx="8266555" cy="3969954"/>
          </a:xfrm>
        </p:spPr>
        <p:txBody>
          <a:bodyPr vert="horz" lIns="0" tIns="0" rIns="0" bIns="0" rtlCol="0" anchor="t">
            <a:noAutofit/>
          </a:bodyPr>
          <a:lstStyle/>
          <a:p>
            <a:pPr algn="just"/>
            <a:r>
              <a:rPr lang="en-US" altLang="en-US" sz="2100" dirty="0"/>
              <a:t>POS form is the product of all the sums.</a:t>
            </a:r>
          </a:p>
          <a:p>
            <a:pPr algn="just"/>
            <a:r>
              <a:rPr lang="en-US" altLang="en-US" sz="2100" dirty="0"/>
              <a:t>Each individual term in POS is also called maxterm.</a:t>
            </a:r>
          </a:p>
          <a:p>
            <a:pPr algn="just"/>
            <a:r>
              <a:rPr lang="en-US" altLang="en-US" sz="2100" dirty="0"/>
              <a:t> Here, the sum does not mean traditional addition, the sum here refers to the 'OR' operation, and the product here refers to the 'AND' operation. </a:t>
            </a:r>
          </a:p>
          <a:p>
            <a:pPr algn="just"/>
            <a:r>
              <a:rPr lang="en-US" altLang="en-US" sz="2100" dirty="0"/>
              <a:t>Thus, in POS form, we perform the OR of multiple variables and then perform the AND operation between them. </a:t>
            </a:r>
          </a:p>
          <a:p>
            <a:pPr algn="just"/>
            <a:r>
              <a:rPr lang="en-US" altLang="en-US" sz="2100" dirty="0"/>
              <a:t> Example: </a:t>
            </a:r>
            <a:r>
              <a:rPr lang="es-ES" altLang="en-US" sz="2100" b="1" dirty="0"/>
              <a:t>F = (X + Y + Z) . (X + Y + Z') . (X + Y' + Z') </a:t>
            </a:r>
            <a:endParaRPr lang="en-IN" altLang="en-US" sz="2100"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 xmlns:a16="http://schemas.microsoft.com/office/drawing/2014/main" id="{65E56A14-99A1-9038-66FA-A32DADF4B14F}"/>
              </a:ext>
            </a:extLst>
          </p:cNvPr>
          <p:cNvSpPr>
            <a:spLocks noGrp="1"/>
          </p:cNvSpPr>
          <p:nvPr>
            <p:ph type="title"/>
          </p:nvPr>
        </p:nvSpPr>
        <p:spPr>
          <a:xfrm>
            <a:off x="491836" y="528205"/>
            <a:ext cx="6172200" cy="857250"/>
          </a:xfrm>
        </p:spPr>
        <p:txBody>
          <a:bodyPr/>
          <a:lstStyle/>
          <a:p>
            <a:r>
              <a:rPr lang="en-IN" altLang="en-US"/>
              <a:t>POS (cont..)</a:t>
            </a:r>
          </a:p>
        </p:txBody>
      </p:sp>
      <p:sp>
        <p:nvSpPr>
          <p:cNvPr id="35843" name="Content Placeholder 2">
            <a:extLst>
              <a:ext uri="{FF2B5EF4-FFF2-40B4-BE49-F238E27FC236}">
                <a16:creationId xmlns="" xmlns:a16="http://schemas.microsoft.com/office/drawing/2014/main" id="{BCC55171-51E8-B998-5177-72315B474B89}"/>
              </a:ext>
            </a:extLst>
          </p:cNvPr>
          <p:cNvSpPr>
            <a:spLocks noGrp="1"/>
          </p:cNvSpPr>
          <p:nvPr>
            <p:ph idx="1"/>
          </p:nvPr>
        </p:nvSpPr>
        <p:spPr>
          <a:xfrm>
            <a:off x="446809" y="1265819"/>
            <a:ext cx="8252177" cy="3569807"/>
          </a:xfrm>
        </p:spPr>
        <p:txBody>
          <a:bodyPr vert="horz" lIns="0" tIns="0" rIns="0" bIns="0" rtlCol="0" anchor="t">
            <a:noAutofit/>
          </a:bodyPr>
          <a:lstStyle/>
          <a:p>
            <a:pPr marL="0" indent="0">
              <a:buFontTx/>
              <a:buNone/>
            </a:pPr>
            <a:r>
              <a:rPr lang="en-US" altLang="en-US" sz="1800" dirty="0">
                <a:latin typeface="Times New Roman"/>
                <a:cs typeface="Times New Roman"/>
              </a:rPr>
              <a:t>We have two types of POS form:</a:t>
            </a:r>
          </a:p>
          <a:p>
            <a:pPr marL="0" indent="0">
              <a:buFontTx/>
              <a:buAutoNum type="arabicPeriod"/>
            </a:pPr>
            <a:r>
              <a:rPr lang="en-US" altLang="en-US" sz="1800" b="1" dirty="0">
                <a:latin typeface="Times New Roman"/>
                <a:cs typeface="Times New Roman"/>
              </a:rPr>
              <a:t>Canonical POS form</a:t>
            </a:r>
            <a:endParaRPr lang="en-US" altLang="en-US" sz="1800" dirty="0">
              <a:latin typeface="Times New Roman"/>
              <a:cs typeface="Times New Roman"/>
            </a:endParaRPr>
          </a:p>
          <a:p>
            <a:pPr marL="0" indent="0">
              <a:buFontTx/>
              <a:buAutoNum type="arabicPeriod"/>
            </a:pPr>
            <a:r>
              <a:rPr lang="en-US" altLang="en-US" sz="1800" b="1" dirty="0">
                <a:latin typeface="Times New Roman"/>
                <a:cs typeface="Times New Roman"/>
              </a:rPr>
              <a:t>Minimal POS form</a:t>
            </a:r>
            <a:r>
              <a:rPr lang="en-US" altLang="en-US" sz="1800" dirty="0">
                <a:latin typeface="Times New Roman"/>
                <a:cs typeface="Times New Roman"/>
              </a:rPr>
              <a:t>.</a:t>
            </a:r>
          </a:p>
          <a:p>
            <a:pPr marL="0" indent="0">
              <a:buFontTx/>
              <a:buNone/>
            </a:pPr>
            <a:r>
              <a:rPr lang="en-US" altLang="en-US" sz="1800" dirty="0">
                <a:latin typeface="Times New Roman"/>
                <a:cs typeface="Times New Roman"/>
              </a:rPr>
              <a:t>In canonical POS form, we have all the variables present in a complimented or un-complimented form in each term. </a:t>
            </a:r>
          </a:p>
          <a:p>
            <a:pPr marL="0" indent="0">
              <a:buFontTx/>
              <a:buNone/>
            </a:pPr>
            <a:r>
              <a:rPr lang="en-US" altLang="en-US" sz="1800" dirty="0">
                <a:latin typeface="Times New Roman"/>
                <a:cs typeface="Times New Roman"/>
              </a:rPr>
              <a:t>Example: </a:t>
            </a:r>
            <a:r>
              <a:rPr lang="es-ES" altLang="en-US" sz="1800" b="1" i="1" dirty="0">
                <a:latin typeface="Times New Roman"/>
                <a:cs typeface="Times New Roman"/>
              </a:rPr>
              <a:t>F = (X + Y + Z) . (X + Y + Z') . (X + Y' + Z')</a:t>
            </a:r>
            <a:r>
              <a:rPr lang="es-ES" altLang="en-US" sz="1800" i="1" dirty="0">
                <a:latin typeface="Times New Roman"/>
                <a:cs typeface="Times New Roman"/>
              </a:rPr>
              <a:t> </a:t>
            </a:r>
            <a:endParaRPr lang="en-US" altLang="en-US" sz="1800" dirty="0">
              <a:latin typeface="Times New Roman"/>
              <a:cs typeface="Times New Roman"/>
            </a:endParaRPr>
          </a:p>
          <a:p>
            <a:pPr marL="0" indent="0">
              <a:buFontTx/>
              <a:buNone/>
            </a:pPr>
            <a:r>
              <a:rPr lang="en-US" altLang="en-US" sz="1800" dirty="0">
                <a:latin typeface="Times New Roman"/>
                <a:cs typeface="Times New Roman"/>
              </a:rPr>
              <a:t>In contrast, in minimal POS form, we do not have all the variables in the complimented or uncomplimented form.</a:t>
            </a:r>
          </a:p>
          <a:p>
            <a:pPr marL="0" indent="0">
              <a:buFontTx/>
              <a:buNone/>
            </a:pPr>
            <a:r>
              <a:rPr lang="en-US" altLang="en-US" sz="1800" dirty="0">
                <a:latin typeface="Times New Roman"/>
                <a:cs typeface="Times New Roman"/>
              </a:rPr>
              <a:t>Example: </a:t>
            </a:r>
            <a:r>
              <a:rPr lang="es-ES" altLang="en-US" sz="1800" b="1" i="1" dirty="0">
                <a:latin typeface="Times New Roman"/>
                <a:cs typeface="Times New Roman"/>
              </a:rPr>
              <a:t>F = (X + Y) . (X + Z')</a:t>
            </a:r>
          </a:p>
          <a:p>
            <a:pPr marL="0" indent="0">
              <a:buFontTx/>
              <a:buNone/>
            </a:pPr>
            <a:r>
              <a:rPr lang="es-ES" altLang="en-US" sz="1800" err="1">
                <a:latin typeface="Times New Roman"/>
                <a:cs typeface="Times New Roman"/>
              </a:rPr>
              <a:t>The</a:t>
            </a:r>
            <a:r>
              <a:rPr lang="es-ES" altLang="en-US" sz="1800" dirty="0">
                <a:latin typeface="Times New Roman"/>
                <a:cs typeface="Times New Roman"/>
              </a:rPr>
              <a:t> short </a:t>
            </a:r>
            <a:r>
              <a:rPr lang="es-ES" altLang="en-US" sz="1800" err="1">
                <a:latin typeface="Times New Roman"/>
                <a:cs typeface="Times New Roman"/>
              </a:rPr>
              <a:t>hand</a:t>
            </a:r>
            <a:r>
              <a:rPr lang="es-ES" altLang="en-US" sz="1800" dirty="0">
                <a:latin typeface="Times New Roman"/>
                <a:cs typeface="Times New Roman"/>
              </a:rPr>
              <a:t> </a:t>
            </a:r>
            <a:r>
              <a:rPr lang="es-ES" altLang="en-US" sz="1800" err="1">
                <a:latin typeface="Times New Roman"/>
                <a:cs typeface="Times New Roman"/>
              </a:rPr>
              <a:t>form</a:t>
            </a:r>
            <a:r>
              <a:rPr lang="es-ES" altLang="en-US" sz="1800" dirty="0">
                <a:latin typeface="Times New Roman"/>
                <a:cs typeface="Times New Roman"/>
              </a:rPr>
              <a:t> </a:t>
            </a:r>
            <a:r>
              <a:rPr lang="es-ES" altLang="en-US" sz="1800" err="1">
                <a:latin typeface="Times New Roman"/>
                <a:cs typeface="Times New Roman"/>
              </a:rPr>
              <a:t>of</a:t>
            </a:r>
            <a:r>
              <a:rPr lang="es-ES" altLang="en-US" sz="1800" dirty="0">
                <a:latin typeface="Times New Roman"/>
                <a:cs typeface="Times New Roman"/>
              </a:rPr>
              <a:t> POS </a:t>
            </a:r>
            <a:r>
              <a:rPr lang="es-ES" altLang="en-US" sz="1800" err="1">
                <a:latin typeface="Times New Roman"/>
                <a:cs typeface="Times New Roman"/>
              </a:rPr>
              <a:t>is</a:t>
            </a:r>
            <a:r>
              <a:rPr lang="es-ES" altLang="en-US" sz="1800" dirty="0">
                <a:latin typeface="Times New Roman"/>
                <a:cs typeface="Times New Roman"/>
              </a:rPr>
              <a:t> </a:t>
            </a:r>
            <a:r>
              <a:rPr lang="es-ES" altLang="en-US" sz="1800" err="1">
                <a:latin typeface="Times New Roman"/>
                <a:cs typeface="Times New Roman"/>
              </a:rPr>
              <a:t>given</a:t>
            </a:r>
            <a:r>
              <a:rPr lang="es-ES" altLang="en-US" sz="1800" dirty="0">
                <a:latin typeface="Times New Roman"/>
                <a:cs typeface="Times New Roman"/>
              </a:rPr>
              <a:t> </a:t>
            </a:r>
            <a:r>
              <a:rPr lang="es-ES" altLang="en-US" sz="1800" err="1">
                <a:latin typeface="Times New Roman"/>
                <a:cs typeface="Times New Roman"/>
              </a:rPr>
              <a:t>below</a:t>
            </a:r>
            <a:r>
              <a:rPr lang="es-ES" altLang="en-US" sz="1800" dirty="0">
                <a:latin typeface="Times New Roman"/>
                <a:cs typeface="Times New Roman"/>
              </a:rPr>
              <a:t> </a:t>
            </a:r>
            <a:endParaRPr lang="en-US" altLang="en-US" sz="1800" dirty="0">
              <a:latin typeface="Times New Roman"/>
              <a:cs typeface="Times New Roman"/>
            </a:endParaRPr>
          </a:p>
          <a:p>
            <a:pPr marL="0" indent="0" algn="just"/>
            <a:endParaRPr lang="en-IN" altLang="en-US" sz="1800" b="1">
              <a:latin typeface="Times New Roman" panose="02020603050405020304" pitchFamily="18" charset="0"/>
              <a:cs typeface="Times New Roman" panose="02020603050405020304" pitchFamily="18" charset="0"/>
            </a:endParaRPr>
          </a:p>
        </p:txBody>
      </p:sp>
      <p:pic>
        <p:nvPicPr>
          <p:cNvPr id="35845" name="Picture 2">
            <a:extLst>
              <a:ext uri="{FF2B5EF4-FFF2-40B4-BE49-F238E27FC236}">
                <a16:creationId xmlns="" xmlns:a16="http://schemas.microsoft.com/office/drawing/2014/main" id="{4DD8024A-E44A-6AA9-ABED-1C7394AC0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95" y="5391151"/>
            <a:ext cx="3557588" cy="464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 xmlns:a16="http://schemas.microsoft.com/office/drawing/2014/main" id="{29422F38-D8CC-B5F1-0157-8290C3C44994}"/>
              </a:ext>
            </a:extLst>
          </p:cNvPr>
          <p:cNvSpPr>
            <a:spLocks noGrp="1"/>
          </p:cNvSpPr>
          <p:nvPr>
            <p:ph type="title"/>
          </p:nvPr>
        </p:nvSpPr>
        <p:spPr>
          <a:xfrm>
            <a:off x="436419" y="971550"/>
            <a:ext cx="7647709" cy="1137804"/>
          </a:xfrm>
        </p:spPr>
        <p:txBody>
          <a:bodyPr/>
          <a:lstStyle/>
          <a:p>
            <a:r>
              <a:rPr lang="en-IN" altLang="en-US"/>
              <a:t>Relation between SOP and POS</a:t>
            </a:r>
          </a:p>
        </p:txBody>
      </p:sp>
      <p:sp>
        <p:nvSpPr>
          <p:cNvPr id="5" name="Content Placeholder 4">
            <a:extLst>
              <a:ext uri="{FF2B5EF4-FFF2-40B4-BE49-F238E27FC236}">
                <a16:creationId xmlns="" xmlns:a16="http://schemas.microsoft.com/office/drawing/2014/main" id="{285D0D7D-FD96-F9EB-06FC-766BE47914EA}"/>
              </a:ext>
            </a:extLst>
          </p:cNvPr>
          <p:cNvSpPr>
            <a:spLocks noGrp="1" noRot="1" noChangeAspect="1" noMove="1" noResize="1" noEditPoints="1" noAdjustHandles="1" noChangeArrowheads="1" noChangeShapeType="1" noTextEdit="1"/>
          </p:cNvSpPr>
          <p:nvPr>
            <p:ph idx="1"/>
          </p:nvPr>
        </p:nvSpPr>
        <p:spPr>
          <a:blipFill rotWithShape="1">
            <a:blip r:embed="rId2"/>
            <a:stretch>
              <a:fillRect l="-667" t="-667" r="-741"/>
            </a:stretch>
          </a:blipFill>
        </p:spPr>
        <p:txBody>
          <a:bodyPr/>
          <a:lstStyle/>
          <a:p>
            <a:pPr>
              <a:defRPr/>
            </a:pPr>
            <a:r>
              <a:rPr lang="en-IN">
                <a:noFill/>
              </a:rPr>
              <a:t>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 xmlns:a16="http://schemas.microsoft.com/office/drawing/2014/main" id="{E1B015FC-5EDB-730F-5D6C-039097909045}"/>
              </a:ext>
            </a:extLst>
          </p:cNvPr>
          <p:cNvSpPr>
            <a:spLocks noGrp="1"/>
          </p:cNvSpPr>
          <p:nvPr>
            <p:ph type="title"/>
          </p:nvPr>
        </p:nvSpPr>
        <p:spPr>
          <a:xfrm>
            <a:off x="422695" y="971550"/>
            <a:ext cx="8007469" cy="1180740"/>
          </a:xfrm>
        </p:spPr>
        <p:txBody>
          <a:bodyPr>
            <a:normAutofit fontScale="90000"/>
          </a:bodyPr>
          <a:lstStyle/>
          <a:p>
            <a:r>
              <a:rPr lang="en-US" altLang="en-US"/>
              <a:t>Introduction to Karnaugh Maps (K-maps)</a:t>
            </a:r>
            <a:endParaRPr lang="en-IN" altLang="en-US"/>
          </a:p>
        </p:txBody>
      </p:sp>
      <p:sp>
        <p:nvSpPr>
          <p:cNvPr id="3" name="Content Placeholder 2">
            <a:extLst>
              <a:ext uri="{FF2B5EF4-FFF2-40B4-BE49-F238E27FC236}">
                <a16:creationId xmlns="" xmlns:a16="http://schemas.microsoft.com/office/drawing/2014/main" id="{E6756050-350C-5BC6-7355-CF00243D759C}"/>
              </a:ext>
            </a:extLst>
          </p:cNvPr>
          <p:cNvSpPr>
            <a:spLocks noGrp="1"/>
          </p:cNvSpPr>
          <p:nvPr>
            <p:ph idx="1"/>
          </p:nvPr>
        </p:nvSpPr>
        <p:spPr>
          <a:xfrm>
            <a:off x="424852" y="2346408"/>
            <a:ext cx="8316875" cy="3064181"/>
          </a:xfrm>
        </p:spPr>
        <p:txBody>
          <a:bodyPr/>
          <a:lstStyle/>
          <a:p>
            <a:pPr>
              <a:defRPr/>
            </a:pPr>
            <a:r>
              <a:rPr lang="en-US" sz="1800" dirty="0"/>
              <a:t>A K-map is a graphical technique used for the systematic simplification and manipulation of Boolean expressions.</a:t>
            </a:r>
          </a:p>
          <a:p>
            <a:pPr>
              <a:defRPr/>
            </a:pPr>
            <a:r>
              <a:rPr lang="en-US" sz="1800" dirty="0"/>
              <a:t>Information from a truth table, SOP form, or POS form can be directly represented on the map.</a:t>
            </a:r>
          </a:p>
          <a:p>
            <a:pPr>
              <a:defRPr/>
            </a:pPr>
            <a:r>
              <a:rPr lang="en-US" sz="1800" dirty="0"/>
              <a:t>It is one of the most extensively used tools for simplifying Boolean functions because it is more intuitive than purely algebraic methods.</a:t>
            </a:r>
          </a:p>
          <a:p>
            <a:pPr>
              <a:defRPr/>
            </a:pPr>
            <a:r>
              <a:rPr lang="en-US" sz="1800" dirty="0"/>
              <a:t>Although the technique may be used for any number of variables, it is generally used up to six variables beyond which it becomes very difficult.</a:t>
            </a:r>
          </a:p>
          <a:p>
            <a:pPr marL="0" indent="0">
              <a:buFontTx/>
              <a:buNone/>
              <a:defRPr/>
            </a:pPr>
            <a:endParaRPr lang="en-IN"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a:extLst>
              <a:ext uri="{FF2B5EF4-FFF2-40B4-BE49-F238E27FC236}">
                <a16:creationId xmlns="" xmlns:a16="http://schemas.microsoft.com/office/drawing/2014/main" id="{F8B64D75-8630-A3D0-E0A0-5551791C2132}"/>
              </a:ext>
            </a:extLst>
          </p:cNvPr>
          <p:cNvSpPr>
            <a:spLocks noGrp="1"/>
          </p:cNvSpPr>
          <p:nvPr>
            <p:ph type="title"/>
          </p:nvPr>
        </p:nvSpPr>
        <p:spPr>
          <a:xfrm>
            <a:off x="783041" y="1200150"/>
            <a:ext cx="7732309" cy="779644"/>
          </a:xfrm>
        </p:spPr>
        <p:txBody>
          <a:bodyPr>
            <a:normAutofit fontScale="90000"/>
          </a:bodyPr>
          <a:lstStyle/>
          <a:p>
            <a:r>
              <a:rPr lang="en-IN" altLang="en-US"/>
              <a:t>K-map Structure and Scaling</a:t>
            </a:r>
          </a:p>
        </p:txBody>
      </p:sp>
      <p:sp>
        <p:nvSpPr>
          <p:cNvPr id="5" name="Content Placeholder 4">
            <a:extLst>
              <a:ext uri="{FF2B5EF4-FFF2-40B4-BE49-F238E27FC236}">
                <a16:creationId xmlns="" xmlns:a16="http://schemas.microsoft.com/office/drawing/2014/main" id="{45239296-7F28-16ED-B181-05E5FF2008C4}"/>
              </a:ext>
            </a:extLst>
          </p:cNvPr>
          <p:cNvSpPr>
            <a:spLocks noGrp="1" noRot="1" noChangeAspect="1" noMove="1" noResize="1" noEditPoints="1" noAdjustHandles="1" noChangeArrowheads="1" noChangeShapeType="1" noTextEdit="1"/>
          </p:cNvSpPr>
          <p:nvPr>
            <p:ph sz="half" idx="1"/>
          </p:nvPr>
        </p:nvSpPr>
        <p:spPr>
          <a:blipFill rotWithShape="1">
            <a:blip r:embed="rId2"/>
            <a:stretch>
              <a:fillRect l="-2112" t="-933" r="-2112"/>
            </a:stretch>
          </a:blipFill>
        </p:spPr>
        <p:txBody>
          <a:bodyPr/>
          <a:lstStyle/>
          <a:p>
            <a:pPr>
              <a:defRPr/>
            </a:pPr>
            <a:r>
              <a:rPr lang="en-IN">
                <a:noFill/>
              </a:rPr>
              <a:t> </a:t>
            </a:r>
          </a:p>
        </p:txBody>
      </p:sp>
      <p:pic>
        <p:nvPicPr>
          <p:cNvPr id="38917" name="Picture 2">
            <a:extLst>
              <a:ext uri="{FF2B5EF4-FFF2-40B4-BE49-F238E27FC236}">
                <a16:creationId xmlns="" xmlns:a16="http://schemas.microsoft.com/office/drawing/2014/main" id="{AA39B653-0DBE-D514-12CF-A0C147168D1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29150" y="2000251"/>
            <a:ext cx="3028950" cy="3403997"/>
          </a:xfr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 xmlns:a16="http://schemas.microsoft.com/office/drawing/2014/main" id="{09AAB04A-1DA1-4EA7-12CB-E5CCD71DA947}"/>
              </a:ext>
            </a:extLst>
          </p:cNvPr>
          <p:cNvSpPr>
            <a:spLocks noGrp="1"/>
          </p:cNvSpPr>
          <p:nvPr>
            <p:ph type="title"/>
          </p:nvPr>
        </p:nvSpPr>
        <p:spPr/>
        <p:txBody>
          <a:bodyPr/>
          <a:lstStyle/>
          <a:p>
            <a:r>
              <a:rPr lang="en-IN" altLang="en-US"/>
              <a:t>K-map for SOP</a:t>
            </a:r>
          </a:p>
        </p:txBody>
      </p:sp>
      <p:pic>
        <p:nvPicPr>
          <p:cNvPr id="39940" name="Picture 2">
            <a:extLst>
              <a:ext uri="{FF2B5EF4-FFF2-40B4-BE49-F238E27FC236}">
                <a16:creationId xmlns="" xmlns:a16="http://schemas.microsoft.com/office/drawing/2014/main" id="{7817F2AE-DB3D-1DCF-D658-389D6A59768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57351" y="1943101"/>
            <a:ext cx="2007394" cy="1335881"/>
          </a:xfrm>
          <a:noFill/>
        </p:spPr>
      </p:pic>
      <p:pic>
        <p:nvPicPr>
          <p:cNvPr id="39941" name="Picture 3">
            <a:extLst>
              <a:ext uri="{FF2B5EF4-FFF2-40B4-BE49-F238E27FC236}">
                <a16:creationId xmlns="" xmlns:a16="http://schemas.microsoft.com/office/drawing/2014/main" id="{E43E8798-7780-EBA4-4F05-24C0730500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1836" y="4286250"/>
            <a:ext cx="4487465" cy="107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2" name="Picture 4">
            <a:extLst>
              <a:ext uri="{FF2B5EF4-FFF2-40B4-BE49-F238E27FC236}">
                <a16:creationId xmlns="" xmlns:a16="http://schemas.microsoft.com/office/drawing/2014/main" id="{0975F60A-E645-118E-6072-809BBE6B00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1943100"/>
            <a:ext cx="377190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943" name="TextBox 4">
            <a:extLst>
              <a:ext uri="{FF2B5EF4-FFF2-40B4-BE49-F238E27FC236}">
                <a16:creationId xmlns="" xmlns:a16="http://schemas.microsoft.com/office/drawing/2014/main" id="{6B792273-19A4-FC73-B52E-ED732FD876A7}"/>
              </a:ext>
            </a:extLst>
          </p:cNvPr>
          <p:cNvSpPr txBox="1">
            <a:spLocks noChangeArrowheads="1"/>
          </p:cNvSpPr>
          <p:nvPr/>
        </p:nvSpPr>
        <p:spPr bwMode="auto">
          <a:xfrm>
            <a:off x="1771650" y="3543300"/>
            <a:ext cx="1657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IN" altLang="en-US" sz="1800">
                <a:latin typeface="Times New Roman" panose="02020603050405020304" pitchFamily="18" charset="0"/>
              </a:rPr>
              <a:t>2x2 K-map</a:t>
            </a:r>
          </a:p>
        </p:txBody>
      </p:sp>
      <p:sp>
        <p:nvSpPr>
          <p:cNvPr id="39944" name="TextBox 5">
            <a:extLst>
              <a:ext uri="{FF2B5EF4-FFF2-40B4-BE49-F238E27FC236}">
                <a16:creationId xmlns="" xmlns:a16="http://schemas.microsoft.com/office/drawing/2014/main" id="{2DAC1107-FD5C-73C0-97DE-59841D96D371}"/>
              </a:ext>
            </a:extLst>
          </p:cNvPr>
          <p:cNvSpPr txBox="1">
            <a:spLocks noChangeArrowheads="1"/>
          </p:cNvSpPr>
          <p:nvPr/>
        </p:nvSpPr>
        <p:spPr bwMode="auto">
          <a:xfrm>
            <a:off x="6057900" y="4743451"/>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IN" altLang="en-US" sz="1800">
                <a:latin typeface="Times New Roman" panose="02020603050405020304" pitchFamily="18" charset="0"/>
              </a:rPr>
              <a:t>3x3 K-map</a:t>
            </a:r>
          </a:p>
        </p:txBody>
      </p:sp>
      <p:sp>
        <p:nvSpPr>
          <p:cNvPr id="39945" name="TextBox 9">
            <a:extLst>
              <a:ext uri="{FF2B5EF4-FFF2-40B4-BE49-F238E27FC236}">
                <a16:creationId xmlns="" xmlns:a16="http://schemas.microsoft.com/office/drawing/2014/main" id="{C380E649-3C56-199B-F497-F6F5F7FAE560}"/>
              </a:ext>
            </a:extLst>
          </p:cNvPr>
          <p:cNvSpPr txBox="1">
            <a:spLocks noChangeArrowheads="1"/>
          </p:cNvSpPr>
          <p:nvPr/>
        </p:nvSpPr>
        <p:spPr bwMode="auto">
          <a:xfrm>
            <a:off x="5114925" y="4000501"/>
            <a:ext cx="1428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50000"/>
              </a:spcBef>
              <a:buClr>
                <a:schemeClr val="tx1"/>
              </a:buClr>
              <a:buChar char="•"/>
              <a:defRPr sz="3200">
                <a:solidFill>
                  <a:schemeClr val="tx1"/>
                </a:solidFill>
                <a:latin typeface="Arial" panose="020B0604020202020204" pitchFamily="34" charset="0"/>
              </a:defRPr>
            </a:lvl1pPr>
            <a:lvl2pPr marL="742950" indent="-285750">
              <a:spcBef>
                <a:spcPct val="10000"/>
              </a:spcBef>
              <a:spcAft>
                <a:spcPct val="5000"/>
              </a:spcAft>
              <a:buClr>
                <a:schemeClr val="tx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lr>
                <a:schemeClr val="tx1"/>
              </a:buClr>
              <a:buChar char="–"/>
              <a:defRPr sz="2000">
                <a:solidFill>
                  <a:schemeClr val="tx1"/>
                </a:solidFill>
                <a:latin typeface="Arial" panose="020B0604020202020204" pitchFamily="34" charset="0"/>
              </a:defRPr>
            </a:lvl4pPr>
            <a:lvl5pPr marL="2057400" indent="-228600">
              <a:spcBef>
                <a:spcPct val="20000"/>
              </a:spcBef>
              <a:buClr>
                <a:schemeClr val="tx1"/>
              </a:buClr>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2000">
                <a:solidFill>
                  <a:schemeClr val="tx1"/>
                </a:solidFill>
                <a:latin typeface="Arial" panose="020B0604020202020204" pitchFamily="34" charset="0"/>
              </a:defRPr>
            </a:lvl9pPr>
          </a:lstStyle>
          <a:p>
            <a:pPr>
              <a:spcBef>
                <a:spcPct val="0"/>
              </a:spcBef>
              <a:buClrTx/>
              <a:buFontTx/>
              <a:buNone/>
            </a:pPr>
            <a:r>
              <a:rPr lang="en-IN" altLang="en-US" sz="1800">
                <a:latin typeface="Times New Roman" panose="02020603050405020304" pitchFamily="18" charset="0"/>
              </a:rPr>
              <a:t>4x4 K-map</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a:extLst>
              <a:ext uri="{FF2B5EF4-FFF2-40B4-BE49-F238E27FC236}">
                <a16:creationId xmlns="" xmlns:a16="http://schemas.microsoft.com/office/drawing/2014/main" id="{696439B9-709A-1C9F-9A73-FBA0BF880BA1}"/>
              </a:ext>
            </a:extLst>
          </p:cNvPr>
          <p:cNvSpPr>
            <a:spLocks noGrp="1"/>
          </p:cNvSpPr>
          <p:nvPr>
            <p:ph type="title"/>
          </p:nvPr>
        </p:nvSpPr>
        <p:spPr/>
        <p:txBody>
          <a:bodyPr/>
          <a:lstStyle/>
          <a:p>
            <a:r>
              <a:rPr lang="en-US" altLang="en-US"/>
              <a:t>Prime Implicants</a:t>
            </a:r>
            <a:endParaRPr lang="en-IN" altLang="en-US"/>
          </a:p>
        </p:txBody>
      </p:sp>
      <p:sp>
        <p:nvSpPr>
          <p:cNvPr id="3" name="Content Placeholder 2">
            <a:extLst>
              <a:ext uri="{FF2B5EF4-FFF2-40B4-BE49-F238E27FC236}">
                <a16:creationId xmlns="" xmlns:a16="http://schemas.microsoft.com/office/drawing/2014/main" id="{32A7F58E-E912-DB3B-F03F-A91AFC49CD89}"/>
              </a:ext>
            </a:extLst>
          </p:cNvPr>
          <p:cNvSpPr>
            <a:spLocks noGrp="1"/>
          </p:cNvSpPr>
          <p:nvPr>
            <p:ph idx="1"/>
          </p:nvPr>
        </p:nvSpPr>
        <p:spPr/>
        <p:txBody>
          <a:bodyPr/>
          <a:lstStyle/>
          <a:p>
            <a:pPr>
              <a:defRPr/>
            </a:pPr>
            <a:r>
              <a:rPr lang="en-US" sz="1350" dirty="0"/>
              <a:t>In choosing adjacent squares in a map, we must ensure that </a:t>
            </a:r>
          </a:p>
          <a:p>
            <a:pPr marL="257175" indent="-257175">
              <a:buFontTx/>
              <a:buAutoNum type="arabicParenBoth"/>
              <a:defRPr/>
            </a:pPr>
            <a:r>
              <a:rPr lang="en-US" sz="1350" dirty="0"/>
              <a:t>all the </a:t>
            </a:r>
            <a:r>
              <a:rPr lang="en-US" sz="1350" dirty="0" err="1"/>
              <a:t>minterms</a:t>
            </a:r>
            <a:r>
              <a:rPr lang="en-US" sz="1350" dirty="0"/>
              <a:t> of the function are covered when we combine the squares,</a:t>
            </a:r>
          </a:p>
          <a:p>
            <a:pPr marL="257175" indent="-257175">
              <a:buFontTx/>
              <a:buAutoNum type="arabicParenBoth"/>
              <a:defRPr/>
            </a:pPr>
            <a:r>
              <a:rPr lang="en-US" sz="1350" dirty="0"/>
              <a:t>the number of terms in the expression is minimized, and </a:t>
            </a:r>
          </a:p>
          <a:p>
            <a:pPr marL="257175" indent="-257175">
              <a:buFontTx/>
              <a:buAutoNum type="arabicParenBoth"/>
              <a:defRPr/>
            </a:pPr>
            <a:r>
              <a:rPr lang="en-US" sz="1350" dirty="0"/>
              <a:t>there are no redundant terms (i.e., </a:t>
            </a:r>
            <a:r>
              <a:rPr lang="en-US" sz="1350" dirty="0" err="1"/>
              <a:t>minterms</a:t>
            </a:r>
            <a:r>
              <a:rPr lang="en-US" sz="1350" dirty="0"/>
              <a:t> already covered by other terms). </a:t>
            </a:r>
          </a:p>
          <a:p>
            <a:pPr marL="0" indent="0">
              <a:buFontTx/>
              <a:buNone/>
              <a:defRPr/>
            </a:pPr>
            <a:r>
              <a:rPr lang="en-US" sz="1350" dirty="0"/>
              <a:t>Sometimes there may be two or more expressions that satisfy the simplification criteria. </a:t>
            </a:r>
          </a:p>
          <a:p>
            <a:pPr marL="0" indent="0">
              <a:buFontTx/>
              <a:buNone/>
              <a:defRPr/>
            </a:pPr>
            <a:r>
              <a:rPr lang="en-US" sz="1350" dirty="0"/>
              <a:t>The procedure for combining squares in the map may be made more systematic if we understand the meaning of two special types of terms.</a:t>
            </a:r>
          </a:p>
          <a:p>
            <a:pPr marL="0" indent="0">
              <a:buFontTx/>
              <a:buNone/>
              <a:defRPr/>
            </a:pPr>
            <a:r>
              <a:rPr lang="en-US" sz="1350" b="1" i="1" dirty="0"/>
              <a:t> A prime </a:t>
            </a:r>
            <a:r>
              <a:rPr lang="en-US" sz="1350" b="1" i="1" dirty="0" err="1"/>
              <a:t>implicant</a:t>
            </a:r>
            <a:r>
              <a:rPr lang="en-US" sz="1350" b="1" i="1" dirty="0"/>
              <a:t> is a product term obtained by combining the maximum possible number of adjacent squares in the map</a:t>
            </a:r>
            <a:r>
              <a:rPr lang="en-US" sz="1350" dirty="0"/>
              <a:t>. If a </a:t>
            </a:r>
            <a:r>
              <a:rPr lang="en-US" sz="1350" dirty="0" err="1"/>
              <a:t>minterm</a:t>
            </a:r>
            <a:r>
              <a:rPr lang="en-US" sz="1350" dirty="0"/>
              <a:t> in a square is covered by only one prime </a:t>
            </a:r>
            <a:r>
              <a:rPr lang="en-US" sz="1350" dirty="0" err="1"/>
              <a:t>implicant</a:t>
            </a:r>
            <a:r>
              <a:rPr lang="en-US" sz="1350" dirty="0"/>
              <a:t>, that prime </a:t>
            </a:r>
            <a:r>
              <a:rPr lang="en-US" sz="1350" dirty="0" err="1"/>
              <a:t>implicant</a:t>
            </a:r>
            <a:r>
              <a:rPr lang="en-US" sz="1350" dirty="0"/>
              <a:t> is said to be essential</a:t>
            </a:r>
            <a:endParaRPr lang="en-IN" sz="135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 xmlns:a16="http://schemas.microsoft.com/office/drawing/2014/main" id="{22460BF9-015F-4145-6A55-5487F59EB5E7}"/>
              </a:ext>
            </a:extLst>
          </p:cNvPr>
          <p:cNvSpPr>
            <a:spLocks noGrp="1"/>
          </p:cNvSpPr>
          <p:nvPr>
            <p:ph type="title"/>
          </p:nvPr>
        </p:nvSpPr>
        <p:spPr/>
        <p:txBody>
          <a:bodyPr/>
          <a:lstStyle/>
          <a:p>
            <a:r>
              <a:rPr lang="en-US" altLang="en-US"/>
              <a:t>Prime Implicants (cont..)</a:t>
            </a:r>
            <a:endParaRPr lang="en-IN" altLang="en-US"/>
          </a:p>
        </p:txBody>
      </p:sp>
      <p:sp>
        <p:nvSpPr>
          <p:cNvPr id="41987" name="Content Placeholder 2">
            <a:extLst>
              <a:ext uri="{FF2B5EF4-FFF2-40B4-BE49-F238E27FC236}">
                <a16:creationId xmlns="" xmlns:a16="http://schemas.microsoft.com/office/drawing/2014/main" id="{7CBCAB01-0EEA-E277-4D5E-FF7460AEE919}"/>
              </a:ext>
            </a:extLst>
          </p:cNvPr>
          <p:cNvSpPr>
            <a:spLocks noGrp="1"/>
          </p:cNvSpPr>
          <p:nvPr>
            <p:ph idx="1"/>
          </p:nvPr>
        </p:nvSpPr>
        <p:spPr/>
        <p:txBody>
          <a:bodyPr/>
          <a:lstStyle/>
          <a:p>
            <a:r>
              <a:rPr lang="en-US" altLang="en-US" sz="1350" b="1" i="1"/>
              <a:t>The prime implicants of a function can be obtained from the map by combining all possible maximum numbers of squares. </a:t>
            </a:r>
          </a:p>
          <a:p>
            <a:r>
              <a:rPr lang="en-US" altLang="en-US" sz="1350"/>
              <a:t>This means that a single 1 on a map represents a prime implicant if it is not adjacent to any other 1’s. </a:t>
            </a:r>
          </a:p>
          <a:p>
            <a:r>
              <a:rPr lang="en-US" altLang="en-US" sz="1350"/>
              <a:t>Two adjacent 1’s form a prime implicant, provided that they are not within a group of four adjacent squares.</a:t>
            </a:r>
          </a:p>
          <a:p>
            <a:r>
              <a:rPr lang="en-US" altLang="en-US" sz="1350"/>
              <a:t> Four adjacent 1’s form a prime implicant if they are not within a group of eight adjacent squares, and so on. </a:t>
            </a:r>
          </a:p>
          <a:p>
            <a:r>
              <a:rPr lang="en-US" altLang="en-US" sz="1350" b="1" i="1"/>
              <a:t>The essential prime implicants are found by looking at each square marked with a 1 and checking the number of prime implicants that cover it</a:t>
            </a:r>
            <a:r>
              <a:rPr lang="en-US" altLang="en-US" sz="1350"/>
              <a:t>. </a:t>
            </a:r>
          </a:p>
          <a:p>
            <a:r>
              <a:rPr lang="en-US" altLang="en-US" sz="1350" b="1" i="1"/>
              <a:t>The prime implicant is essential if it is the only prime implicant that covers the minterm.</a:t>
            </a:r>
            <a:endParaRPr lang="en-IN" altLang="en-US" sz="1350" b="1" i="1"/>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 xmlns:a16="http://schemas.microsoft.com/office/drawing/2014/main" id="{3CEF22AF-11A2-37A3-33B2-6BFE10094404}"/>
              </a:ext>
            </a:extLst>
          </p:cNvPr>
          <p:cNvSpPr>
            <a:spLocks noGrp="1"/>
          </p:cNvSpPr>
          <p:nvPr>
            <p:ph type="title"/>
          </p:nvPr>
        </p:nvSpPr>
        <p:spPr/>
        <p:txBody>
          <a:bodyPr>
            <a:normAutofit fontScale="90000"/>
          </a:bodyPr>
          <a:lstStyle/>
          <a:p>
            <a:r>
              <a:rPr lang="en-US" altLang="en-US"/>
              <a:t>Prime Implicants (cont..)</a:t>
            </a:r>
            <a:endParaRPr lang="en-IN" altLang="en-US"/>
          </a:p>
        </p:txBody>
      </p:sp>
      <p:pic>
        <p:nvPicPr>
          <p:cNvPr id="43011" name="Picture 2">
            <a:extLst>
              <a:ext uri="{FF2B5EF4-FFF2-40B4-BE49-F238E27FC236}">
                <a16:creationId xmlns="" xmlns:a16="http://schemas.microsoft.com/office/drawing/2014/main" id="{0324118E-C5B3-F4B6-061C-8296F356089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485900" y="2743201"/>
            <a:ext cx="3028950" cy="2107406"/>
          </a:xfrm>
          <a:noFill/>
        </p:spPr>
      </p:pic>
      <p:pic>
        <p:nvPicPr>
          <p:cNvPr id="43013" name="Picture 3">
            <a:extLst>
              <a:ext uri="{FF2B5EF4-FFF2-40B4-BE49-F238E27FC236}">
                <a16:creationId xmlns="" xmlns:a16="http://schemas.microsoft.com/office/drawing/2014/main" id="{4D266768-F8D8-F235-2EA8-A31BDBF9990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29150" y="2686050"/>
            <a:ext cx="3028950" cy="2171700"/>
          </a:xfr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 xmlns:a16="http://schemas.microsoft.com/office/drawing/2014/main" id="{C72C3B12-AD86-0DB8-EC15-FB92B98A6E6D}"/>
              </a:ext>
            </a:extLst>
          </p:cNvPr>
          <p:cNvSpPr>
            <a:spLocks noGrp="1"/>
          </p:cNvSpPr>
          <p:nvPr>
            <p:ph type="title"/>
          </p:nvPr>
        </p:nvSpPr>
        <p:spPr/>
        <p:txBody>
          <a:bodyPr/>
          <a:lstStyle/>
          <a:p>
            <a:r>
              <a:rPr lang="en-IN" altLang="en-US"/>
              <a:t>Numerical</a:t>
            </a:r>
          </a:p>
        </p:txBody>
      </p:sp>
      <p:sp>
        <p:nvSpPr>
          <p:cNvPr id="3" name="Content Placeholder 2">
            <a:extLst>
              <a:ext uri="{FF2B5EF4-FFF2-40B4-BE49-F238E27FC236}">
                <a16:creationId xmlns="" xmlns:a16="http://schemas.microsoft.com/office/drawing/2014/main" id="{428CA466-B946-BF0A-E8A8-8BD4D15F75B1}"/>
              </a:ext>
            </a:extLst>
          </p:cNvPr>
          <p:cNvSpPr>
            <a:spLocks noGrp="1" noRot="1" noChangeAspect="1" noMove="1" noResize="1" noEditPoints="1" noAdjustHandles="1" noChangeArrowheads="1" noChangeShapeType="1" noTextEdit="1"/>
          </p:cNvSpPr>
          <p:nvPr>
            <p:ph idx="1"/>
          </p:nvPr>
        </p:nvSpPr>
        <p:spPr>
          <a:blipFill rotWithShape="1">
            <a:blip r:embed="rId2"/>
            <a:stretch>
              <a:fillRect l="-1852" t="-1733"/>
            </a:stretch>
          </a:blipFill>
        </p:spPr>
        <p:txBody>
          <a:bodyPr/>
          <a:lstStyle/>
          <a:p>
            <a:r>
              <a:rPr lang="en-IN">
                <a:noFill/>
              </a:rPr>
              <a:t>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a:extLst>
              <a:ext uri="{FF2B5EF4-FFF2-40B4-BE49-F238E27FC236}">
                <a16:creationId xmlns="" xmlns:a16="http://schemas.microsoft.com/office/drawing/2014/main" id="{40CD49BC-4178-6500-D078-81E8A952D45D}"/>
              </a:ext>
            </a:extLst>
          </p:cNvPr>
          <p:cNvSpPr>
            <a:spLocks noGrp="1"/>
          </p:cNvSpPr>
          <p:nvPr>
            <p:ph type="title"/>
          </p:nvPr>
        </p:nvSpPr>
        <p:spPr>
          <a:xfrm>
            <a:off x="1028701" y="793080"/>
            <a:ext cx="7716395" cy="400051"/>
          </a:xfrm>
        </p:spPr>
        <p:txBody>
          <a:bodyPr>
            <a:normAutofit fontScale="90000"/>
          </a:bodyPr>
          <a:lstStyle/>
          <a:p>
            <a:r>
              <a:rPr lang="en-IN" altLang="en-US"/>
              <a:t>Numerical </a:t>
            </a:r>
          </a:p>
        </p:txBody>
      </p:sp>
      <p:pic>
        <p:nvPicPr>
          <p:cNvPr id="45059" name="Content Placeholder 4">
            <a:extLst>
              <a:ext uri="{FF2B5EF4-FFF2-40B4-BE49-F238E27FC236}">
                <a16:creationId xmlns="" xmlns:a16="http://schemas.microsoft.com/office/drawing/2014/main" id="{FA7FFFD6-CF48-52CD-014A-33EC67C5961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1033463" y="1690689"/>
            <a:ext cx="4941094" cy="4514850"/>
          </a:xfrm>
        </p:spPr>
      </p:pic>
      <p:sp>
        <p:nvSpPr>
          <p:cNvPr id="45061" name="TextBox 5">
            <a:extLst>
              <a:ext uri="{FF2B5EF4-FFF2-40B4-BE49-F238E27FC236}">
                <a16:creationId xmlns="" xmlns:a16="http://schemas.microsoft.com/office/drawing/2014/main" id="{28B49E2E-6534-AFEB-4240-04FFAD5554E2}"/>
              </a:ext>
            </a:extLst>
          </p:cNvPr>
          <p:cNvSpPr txBox="1">
            <a:spLocks noChangeArrowheads="1"/>
          </p:cNvSpPr>
          <p:nvPr/>
        </p:nvSpPr>
        <p:spPr bwMode="auto">
          <a:xfrm>
            <a:off x="1031081" y="1345407"/>
            <a:ext cx="2800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IN" altLang="en-US" sz="1800"/>
              <a:t>Solution to 1</a:t>
            </a:r>
            <a:r>
              <a:rPr lang="en-IN" altLang="en-US" sz="1800" baseline="30000"/>
              <a:t>st</a:t>
            </a:r>
            <a:r>
              <a:rPr lang="en-IN" altLang="en-US" sz="1800"/>
              <a:t> numerical</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 xmlns:a16="http://schemas.microsoft.com/office/drawing/2014/main" id="{1B7C7A94-627F-7311-BB25-408C790D050A}"/>
              </a:ext>
            </a:extLst>
          </p:cNvPr>
          <p:cNvSpPr>
            <a:spLocks noGrp="1"/>
          </p:cNvSpPr>
          <p:nvPr>
            <p:ph type="title"/>
          </p:nvPr>
        </p:nvSpPr>
        <p:spPr/>
        <p:txBody>
          <a:bodyPr/>
          <a:lstStyle/>
          <a:p>
            <a:r>
              <a:rPr lang="en-IN" altLang="en-US" dirty="0"/>
              <a:t>Numerical</a:t>
            </a:r>
          </a:p>
        </p:txBody>
      </p:sp>
      <p:sp>
        <p:nvSpPr>
          <p:cNvPr id="3" name="Content Placeholder 2">
            <a:extLst>
              <a:ext uri="{FF2B5EF4-FFF2-40B4-BE49-F238E27FC236}">
                <a16:creationId xmlns="" xmlns:a16="http://schemas.microsoft.com/office/drawing/2014/main" id="{50B4EB7F-B1D3-255E-67F5-7301A013975C}"/>
              </a:ext>
            </a:extLst>
          </p:cNvPr>
          <p:cNvSpPr>
            <a:spLocks noGrp="1" noRot="1" noChangeAspect="1" noMove="1" noResize="1" noEditPoints="1" noAdjustHandles="1" noChangeArrowheads="1" noChangeShapeType="1" noTextEdit="1"/>
          </p:cNvSpPr>
          <p:nvPr>
            <p:ph idx="1"/>
          </p:nvPr>
        </p:nvSpPr>
        <p:spPr>
          <a:blipFill rotWithShape="1">
            <a:blip r:embed="rId2"/>
            <a:stretch>
              <a:fillRect l="-1852" t="-1733"/>
            </a:stretch>
          </a:blipFill>
        </p:spPr>
        <p:txBody>
          <a:bodyPr/>
          <a:lstStyle/>
          <a:p>
            <a:r>
              <a:rPr lang="en-IN">
                <a:noFill/>
              </a:rPr>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a:extLst>
              <a:ext uri="{FF2B5EF4-FFF2-40B4-BE49-F238E27FC236}">
                <a16:creationId xmlns="" xmlns:a16="http://schemas.microsoft.com/office/drawing/2014/main" id="{438B02F6-52B5-E3EF-5B54-0A93D42EBD0D}"/>
              </a:ext>
            </a:extLst>
          </p:cNvPr>
          <p:cNvSpPr>
            <a:spLocks noGrp="1"/>
          </p:cNvSpPr>
          <p:nvPr>
            <p:ph type="title"/>
          </p:nvPr>
        </p:nvSpPr>
        <p:spPr/>
        <p:txBody>
          <a:bodyPr/>
          <a:lstStyle/>
          <a:p>
            <a:r>
              <a:rPr lang="en-IN" altLang="en-US"/>
              <a:t>Numerical</a:t>
            </a:r>
          </a:p>
        </p:txBody>
      </p:sp>
      <p:pic>
        <p:nvPicPr>
          <p:cNvPr id="47108" name="Picture 2">
            <a:extLst>
              <a:ext uri="{FF2B5EF4-FFF2-40B4-BE49-F238E27FC236}">
                <a16:creationId xmlns="" xmlns:a16="http://schemas.microsoft.com/office/drawing/2014/main" id="{2EDFC27A-F75D-E09C-E55F-95AA230493A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a:xfrm>
            <a:off x="926536" y="2353867"/>
            <a:ext cx="3445209" cy="3136106"/>
          </a:xfrm>
          <a:noFill/>
        </p:spPr>
      </p:pic>
      <p:pic>
        <p:nvPicPr>
          <p:cNvPr id="47109" name="Picture 3">
            <a:extLst>
              <a:ext uri="{FF2B5EF4-FFF2-40B4-BE49-F238E27FC236}">
                <a16:creationId xmlns="" xmlns:a16="http://schemas.microsoft.com/office/drawing/2014/main" id="{959FAC9B-C13A-C8E9-88FF-39B1355E06B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499372" y="2469357"/>
            <a:ext cx="3028950" cy="1073944"/>
          </a:xfrm>
          <a:noFill/>
        </p:spPr>
      </p:pic>
      <p:pic>
        <p:nvPicPr>
          <p:cNvPr id="47110" name="Picture 4">
            <a:extLst>
              <a:ext uri="{FF2B5EF4-FFF2-40B4-BE49-F238E27FC236}">
                <a16:creationId xmlns="" xmlns:a16="http://schemas.microsoft.com/office/drawing/2014/main" id="{CBE587AB-9FFE-7DF1-EC0F-4267261128B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14850" y="3543300"/>
            <a:ext cx="3348038"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11" name="TextBox 8">
            <a:extLst>
              <a:ext uri="{FF2B5EF4-FFF2-40B4-BE49-F238E27FC236}">
                <a16:creationId xmlns="" xmlns:a16="http://schemas.microsoft.com/office/drawing/2014/main" id="{01D2C7FA-2DE6-2C7A-6BE7-4DF84028AB00}"/>
              </a:ext>
            </a:extLst>
          </p:cNvPr>
          <p:cNvSpPr txBox="1">
            <a:spLocks noChangeArrowheads="1"/>
          </p:cNvSpPr>
          <p:nvPr/>
        </p:nvSpPr>
        <p:spPr bwMode="auto">
          <a:xfrm>
            <a:off x="1571625" y="2000251"/>
            <a:ext cx="2800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IN" altLang="en-US" sz="1800"/>
              <a:t>Solution to 2</a:t>
            </a:r>
            <a:r>
              <a:rPr lang="en-IN" altLang="en-US" sz="1800" baseline="30000"/>
              <a:t>nd</a:t>
            </a:r>
            <a:r>
              <a:rPr lang="en-IN" altLang="en-US" sz="1800"/>
              <a:t>  numerical</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 xmlns:a16="http://schemas.microsoft.com/office/drawing/2014/main" id="{39E935F6-E181-C6EE-EFB5-14DE81822BB1}"/>
              </a:ext>
            </a:extLst>
          </p:cNvPr>
          <p:cNvSpPr>
            <a:spLocks noGrp="1"/>
          </p:cNvSpPr>
          <p:nvPr>
            <p:ph type="title"/>
          </p:nvPr>
        </p:nvSpPr>
        <p:spPr/>
        <p:txBody>
          <a:bodyPr/>
          <a:lstStyle/>
          <a:p>
            <a:r>
              <a:rPr lang="en-IN" altLang="en-US"/>
              <a:t>Numerical</a:t>
            </a:r>
          </a:p>
        </p:txBody>
      </p:sp>
      <p:sp>
        <p:nvSpPr>
          <p:cNvPr id="3" name="Content Placeholder 2">
            <a:extLst>
              <a:ext uri="{FF2B5EF4-FFF2-40B4-BE49-F238E27FC236}">
                <a16:creationId xmlns="" xmlns:a16="http://schemas.microsoft.com/office/drawing/2014/main" id="{B9D9D876-9B39-5811-35B7-B6379F858371}"/>
              </a:ext>
            </a:extLst>
          </p:cNvPr>
          <p:cNvSpPr>
            <a:spLocks noGrp="1" noRot="1" noChangeAspect="1" noMove="1" noResize="1" noEditPoints="1" noAdjustHandles="1" noChangeArrowheads="1" noChangeShapeType="1" noTextEdit="1"/>
          </p:cNvSpPr>
          <p:nvPr>
            <p:ph idx="1"/>
          </p:nvPr>
        </p:nvSpPr>
        <p:spPr>
          <a:blipFill rotWithShape="1">
            <a:blip r:embed="rId2"/>
            <a:stretch>
              <a:fillRect l="-1852" t="-1733"/>
            </a:stretch>
          </a:blipFill>
        </p:spPr>
        <p:txBody>
          <a:bodyPr/>
          <a:lstStyle/>
          <a:p>
            <a:r>
              <a:rPr lang="en-IN">
                <a:noFill/>
              </a:rPr>
              <a:t> </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 xmlns:a16="http://schemas.microsoft.com/office/drawing/2014/main" id="{FB5E0B90-A120-4FCE-F8F3-62850391FFE3}"/>
              </a:ext>
            </a:extLst>
          </p:cNvPr>
          <p:cNvSpPr>
            <a:spLocks noGrp="1"/>
          </p:cNvSpPr>
          <p:nvPr>
            <p:ph type="title"/>
          </p:nvPr>
        </p:nvSpPr>
        <p:spPr/>
        <p:txBody>
          <a:bodyPr/>
          <a:lstStyle/>
          <a:p>
            <a:r>
              <a:rPr lang="en-IN" altLang="en-US"/>
              <a:t>Numerical</a:t>
            </a:r>
          </a:p>
        </p:txBody>
      </p:sp>
      <p:pic>
        <p:nvPicPr>
          <p:cNvPr id="49156" name="Picture 2">
            <a:extLst>
              <a:ext uri="{FF2B5EF4-FFF2-40B4-BE49-F238E27FC236}">
                <a16:creationId xmlns="" xmlns:a16="http://schemas.microsoft.com/office/drawing/2014/main" id="{8EE27DB5-062B-4B4C-0689-D2B8E328F25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428750" y="2171700"/>
            <a:ext cx="3314700" cy="2857500"/>
          </a:xfrm>
          <a:noFill/>
        </p:spPr>
      </p:pic>
      <p:pic>
        <p:nvPicPr>
          <p:cNvPr id="49157" name="Picture 3">
            <a:extLst>
              <a:ext uri="{FF2B5EF4-FFF2-40B4-BE49-F238E27FC236}">
                <a16:creationId xmlns="" xmlns:a16="http://schemas.microsoft.com/office/drawing/2014/main" id="{9E965597-1758-BCE7-6DD2-30FF3ADC5A5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457700" y="2171700"/>
            <a:ext cx="3028950" cy="1067991"/>
          </a:xfrm>
          <a:noFill/>
        </p:spPr>
      </p:pic>
      <p:pic>
        <p:nvPicPr>
          <p:cNvPr id="49158" name="Picture 4">
            <a:extLst>
              <a:ext uri="{FF2B5EF4-FFF2-40B4-BE49-F238E27FC236}">
                <a16:creationId xmlns="" xmlns:a16="http://schemas.microsoft.com/office/drawing/2014/main" id="{BF83629E-4B4B-18EB-15E4-AD5B3B6B6C4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3431" y="3314700"/>
            <a:ext cx="2814638"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59" name="TextBox 9">
            <a:extLst>
              <a:ext uri="{FF2B5EF4-FFF2-40B4-BE49-F238E27FC236}">
                <a16:creationId xmlns="" xmlns:a16="http://schemas.microsoft.com/office/drawing/2014/main" id="{ACA8873B-2CEB-459F-F7C3-6338C2DBDC2E}"/>
              </a:ext>
            </a:extLst>
          </p:cNvPr>
          <p:cNvSpPr txBox="1">
            <a:spLocks noChangeArrowheads="1"/>
          </p:cNvSpPr>
          <p:nvPr/>
        </p:nvSpPr>
        <p:spPr bwMode="auto">
          <a:xfrm>
            <a:off x="1485900" y="1771651"/>
            <a:ext cx="2800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IN" altLang="en-US" sz="1800"/>
              <a:t>Solution to 3</a:t>
            </a:r>
            <a:r>
              <a:rPr lang="en-IN" altLang="en-US" sz="1800" baseline="30000"/>
              <a:t>rd</a:t>
            </a:r>
            <a:r>
              <a:rPr lang="en-IN" altLang="en-US" sz="1800"/>
              <a:t>  numerical</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 xmlns:a16="http://schemas.microsoft.com/office/drawing/2014/main" id="{6CCFCFAE-5E66-E641-E9D1-983B320865F3}"/>
              </a:ext>
            </a:extLst>
          </p:cNvPr>
          <p:cNvSpPr>
            <a:spLocks noGrp="1"/>
          </p:cNvSpPr>
          <p:nvPr>
            <p:ph type="title"/>
          </p:nvPr>
        </p:nvSpPr>
        <p:spPr/>
        <p:txBody>
          <a:bodyPr/>
          <a:lstStyle/>
          <a:p>
            <a:r>
              <a:rPr lang="en-IN" altLang="en-US"/>
              <a:t>Numerical</a:t>
            </a:r>
          </a:p>
        </p:txBody>
      </p:sp>
      <p:sp>
        <p:nvSpPr>
          <p:cNvPr id="3" name="Content Placeholder 2">
            <a:extLst>
              <a:ext uri="{FF2B5EF4-FFF2-40B4-BE49-F238E27FC236}">
                <a16:creationId xmlns="" xmlns:a16="http://schemas.microsoft.com/office/drawing/2014/main" id="{C38A69C8-5967-027C-1CDE-84AE8D199909}"/>
              </a:ext>
            </a:extLst>
          </p:cNvPr>
          <p:cNvSpPr>
            <a:spLocks noGrp="1" noRot="1" noChangeAspect="1" noMove="1" noResize="1" noEditPoints="1" noAdjustHandles="1" noChangeArrowheads="1" noChangeShapeType="1" noTextEdit="1"/>
          </p:cNvSpPr>
          <p:nvPr>
            <p:ph idx="1"/>
          </p:nvPr>
        </p:nvSpPr>
        <p:spPr>
          <a:blipFill rotWithShape="1">
            <a:blip r:embed="rId2"/>
            <a:stretch>
              <a:fillRect l="-1852" t="-1733"/>
            </a:stretch>
          </a:blipFill>
        </p:spPr>
        <p:txBody>
          <a:bodyPr/>
          <a:lstStyle/>
          <a:p>
            <a:r>
              <a:rPr lang="en-IN">
                <a:noFill/>
              </a:rPr>
              <a:t> </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4">
            <a:extLst>
              <a:ext uri="{FF2B5EF4-FFF2-40B4-BE49-F238E27FC236}">
                <a16:creationId xmlns="" xmlns:a16="http://schemas.microsoft.com/office/drawing/2014/main" id="{6A78A09E-B1B1-C95A-4441-E39CCE6D37E1}"/>
              </a:ext>
            </a:extLst>
          </p:cNvPr>
          <p:cNvSpPr>
            <a:spLocks noGrp="1"/>
          </p:cNvSpPr>
          <p:nvPr>
            <p:ph type="title"/>
          </p:nvPr>
        </p:nvSpPr>
        <p:spPr/>
        <p:txBody>
          <a:bodyPr/>
          <a:lstStyle/>
          <a:p>
            <a:r>
              <a:rPr lang="en-IN" altLang="en-US"/>
              <a:t>Numerical</a:t>
            </a:r>
          </a:p>
        </p:txBody>
      </p:sp>
      <p:pic>
        <p:nvPicPr>
          <p:cNvPr id="51204" name="Picture 2">
            <a:extLst>
              <a:ext uri="{FF2B5EF4-FFF2-40B4-BE49-F238E27FC236}">
                <a16:creationId xmlns="" xmlns:a16="http://schemas.microsoft.com/office/drawing/2014/main" id="{635F9C99-3294-84BC-EF73-F2B9DF4252D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485900" y="1885950"/>
            <a:ext cx="3028950" cy="2219325"/>
          </a:xfrm>
          <a:noFill/>
        </p:spPr>
      </p:pic>
      <p:pic>
        <p:nvPicPr>
          <p:cNvPr id="51205" name="Picture 3">
            <a:extLst>
              <a:ext uri="{FF2B5EF4-FFF2-40B4-BE49-F238E27FC236}">
                <a16:creationId xmlns="" xmlns:a16="http://schemas.microsoft.com/office/drawing/2014/main" id="{94D496E3-9726-43F4-6996-F2286FDAA65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600200" y="4229101"/>
            <a:ext cx="3028950" cy="959644"/>
          </a:xfrm>
          <a:noFill/>
        </p:spPr>
      </p:pic>
      <p:pic>
        <p:nvPicPr>
          <p:cNvPr id="51206" name="Picture 4">
            <a:extLst>
              <a:ext uri="{FF2B5EF4-FFF2-40B4-BE49-F238E27FC236}">
                <a16:creationId xmlns="" xmlns:a16="http://schemas.microsoft.com/office/drawing/2014/main" id="{2FE54F26-8CD1-6B4C-B707-69BCD23695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1526" y="1885950"/>
            <a:ext cx="2964656" cy="3525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7" name="TextBox 10">
            <a:extLst>
              <a:ext uri="{FF2B5EF4-FFF2-40B4-BE49-F238E27FC236}">
                <a16:creationId xmlns="" xmlns:a16="http://schemas.microsoft.com/office/drawing/2014/main" id="{E1EF3BF2-BAA9-A829-51E2-3F2F9A1B9ECE}"/>
              </a:ext>
            </a:extLst>
          </p:cNvPr>
          <p:cNvSpPr txBox="1">
            <a:spLocks noChangeArrowheads="1"/>
          </p:cNvSpPr>
          <p:nvPr/>
        </p:nvSpPr>
        <p:spPr bwMode="auto">
          <a:xfrm>
            <a:off x="1470422" y="1539478"/>
            <a:ext cx="2800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defRPr>
            </a:lvl9pPr>
          </a:lstStyle>
          <a:p>
            <a:r>
              <a:rPr lang="en-IN" altLang="en-US" sz="1800"/>
              <a:t>Solution to 4</a:t>
            </a:r>
            <a:r>
              <a:rPr lang="en-IN" altLang="en-US" sz="1800" baseline="30000"/>
              <a:t>th</a:t>
            </a:r>
            <a:r>
              <a:rPr lang="en-IN" altLang="en-US" sz="1800"/>
              <a:t>   numerical</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 xmlns:a16="http://schemas.microsoft.com/office/drawing/2014/main" id="{DD7B6FD1-D321-3223-5E9B-4781EBA5282B}"/>
              </a:ext>
            </a:extLst>
          </p:cNvPr>
          <p:cNvSpPr>
            <a:spLocks noGrp="1"/>
          </p:cNvSpPr>
          <p:nvPr>
            <p:ph type="title"/>
          </p:nvPr>
        </p:nvSpPr>
        <p:spPr/>
        <p:txBody>
          <a:bodyPr/>
          <a:lstStyle/>
          <a:p>
            <a:r>
              <a:rPr lang="en-IN" altLang="en-US"/>
              <a:t>Numerical on POS form</a:t>
            </a:r>
          </a:p>
        </p:txBody>
      </p:sp>
      <p:sp>
        <p:nvSpPr>
          <p:cNvPr id="7" name="Content Placeholder 6">
            <a:extLst>
              <a:ext uri="{FF2B5EF4-FFF2-40B4-BE49-F238E27FC236}">
                <a16:creationId xmlns="" xmlns:a16="http://schemas.microsoft.com/office/drawing/2014/main" id="{4D4C4E64-AACA-1387-A3C3-4A0D139C5A26}"/>
              </a:ext>
            </a:extLst>
          </p:cNvPr>
          <p:cNvSpPr>
            <a:spLocks noGrp="1" noRot="1" noChangeAspect="1" noMove="1" noResize="1" noEditPoints="1" noAdjustHandles="1" noChangeArrowheads="1" noChangeShapeType="1" noTextEdit="1"/>
          </p:cNvSpPr>
          <p:nvPr>
            <p:ph idx="1"/>
          </p:nvPr>
        </p:nvSpPr>
        <p:spPr>
          <a:blipFill rotWithShape="1">
            <a:blip r:embed="rId2"/>
            <a:stretch>
              <a:fillRect l="-1852" t="-1733"/>
            </a:stretch>
          </a:blipFill>
        </p:spPr>
        <p:txBody>
          <a:bodyPr/>
          <a:lstStyle/>
          <a:p>
            <a:r>
              <a:rPr lang="en-IN">
                <a:noFill/>
              </a:rPr>
              <a:t> </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 xmlns:a16="http://schemas.microsoft.com/office/drawing/2014/main" id="{88BB87DF-0ACD-F749-F1D7-6BD992216618}"/>
              </a:ext>
            </a:extLst>
          </p:cNvPr>
          <p:cNvSpPr>
            <a:spLocks noGrp="1"/>
          </p:cNvSpPr>
          <p:nvPr>
            <p:ph type="title"/>
          </p:nvPr>
        </p:nvSpPr>
        <p:spPr>
          <a:xfrm>
            <a:off x="504046" y="530753"/>
            <a:ext cx="8224069" cy="1495815"/>
          </a:xfrm>
        </p:spPr>
        <p:txBody>
          <a:bodyPr/>
          <a:lstStyle/>
          <a:p>
            <a:r>
              <a:rPr lang="en-IN" altLang="en-US"/>
              <a:t>Numerical on POS form</a:t>
            </a:r>
          </a:p>
        </p:txBody>
      </p:sp>
      <p:pic>
        <p:nvPicPr>
          <p:cNvPr id="53252" name="Picture 2">
            <a:extLst>
              <a:ext uri="{FF2B5EF4-FFF2-40B4-BE49-F238E27FC236}">
                <a16:creationId xmlns="" xmlns:a16="http://schemas.microsoft.com/office/drawing/2014/main" id="{4C5EC8C6-215D-DDB8-1243-05659130910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48278" y="2152962"/>
            <a:ext cx="3920729" cy="3971925"/>
          </a:xfrm>
          <a:noFill/>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 xmlns:a16="http://schemas.microsoft.com/office/drawing/2014/main" id="{36D5503B-A28D-B158-15B8-6FC45706EF3E}"/>
              </a:ext>
            </a:extLst>
          </p:cNvPr>
          <p:cNvSpPr>
            <a:spLocks noGrp="1"/>
          </p:cNvSpPr>
          <p:nvPr>
            <p:ph type="title"/>
          </p:nvPr>
        </p:nvSpPr>
        <p:spPr>
          <a:xfrm>
            <a:off x="680163" y="670067"/>
            <a:ext cx="8049717" cy="1407756"/>
          </a:xfrm>
        </p:spPr>
        <p:txBody>
          <a:bodyPr/>
          <a:lstStyle/>
          <a:p>
            <a:r>
              <a:rPr lang="en-IN" altLang="en-US"/>
              <a:t>Numerical on POS form</a:t>
            </a:r>
          </a:p>
        </p:txBody>
      </p:sp>
      <p:sp>
        <p:nvSpPr>
          <p:cNvPr id="7" name="Content Placeholder 6">
            <a:extLst>
              <a:ext uri="{FF2B5EF4-FFF2-40B4-BE49-F238E27FC236}">
                <a16:creationId xmlns="" xmlns:a16="http://schemas.microsoft.com/office/drawing/2014/main" id="{59AAB758-C7D8-9432-5D0A-1DCE8DBB97B6}"/>
              </a:ext>
            </a:extLst>
          </p:cNvPr>
          <p:cNvSpPr>
            <a:spLocks noGrp="1" noRot="1" noChangeAspect="1" noMove="1" noResize="1" noEditPoints="1" noAdjustHandles="1" noChangeArrowheads="1" noChangeShapeType="1" noTextEdit="1"/>
          </p:cNvSpPr>
          <p:nvPr>
            <p:ph idx="1"/>
          </p:nvPr>
        </p:nvSpPr>
        <p:spPr>
          <a:blipFill rotWithShape="1">
            <a:blip r:embed="rId2"/>
            <a:stretch>
              <a:fillRect l="-1852" t="-1733"/>
            </a:stretch>
          </a:blipFill>
        </p:spPr>
        <p:txBody>
          <a:bodyPr/>
          <a:lstStyle/>
          <a:p>
            <a:r>
              <a:rPr lang="en-IN">
                <a:noFill/>
              </a:rPr>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 xmlns:a16="http://schemas.microsoft.com/office/drawing/2014/main" id="{EC109C68-9250-CB6C-2F04-0E9EC4B57CBE}"/>
              </a:ext>
            </a:extLst>
          </p:cNvPr>
          <p:cNvSpPr>
            <a:spLocks noGrp="1"/>
          </p:cNvSpPr>
          <p:nvPr>
            <p:ph type="title"/>
          </p:nvPr>
        </p:nvSpPr>
        <p:spPr>
          <a:xfrm>
            <a:off x="578997" y="362113"/>
            <a:ext cx="8158486" cy="896210"/>
          </a:xfrm>
        </p:spPr>
        <p:txBody>
          <a:bodyPr/>
          <a:lstStyle/>
          <a:p>
            <a:r>
              <a:rPr lang="en-IN" altLang="en-US"/>
              <a:t>Numerical on POS form</a:t>
            </a:r>
          </a:p>
        </p:txBody>
      </p:sp>
      <p:pic>
        <p:nvPicPr>
          <p:cNvPr id="55300" name="Picture 2">
            <a:extLst>
              <a:ext uri="{FF2B5EF4-FFF2-40B4-BE49-F238E27FC236}">
                <a16:creationId xmlns="" xmlns:a16="http://schemas.microsoft.com/office/drawing/2014/main" id="{A2616D68-0D34-A1CC-E9B3-C9D0155217A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287874" y="1365979"/>
            <a:ext cx="4283439" cy="5013175"/>
          </a:xfr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 xmlns:a16="http://schemas.microsoft.com/office/drawing/2014/main" id="{B6EBF82A-D307-1298-FFB8-58D37A997C80}"/>
              </a:ext>
            </a:extLst>
          </p:cNvPr>
          <p:cNvSpPr>
            <a:spLocks noGrp="1"/>
          </p:cNvSpPr>
          <p:nvPr>
            <p:ph type="title"/>
          </p:nvPr>
        </p:nvSpPr>
        <p:spPr>
          <a:xfrm>
            <a:off x="397670" y="435893"/>
            <a:ext cx="8347426" cy="1078707"/>
          </a:xfrm>
        </p:spPr>
        <p:txBody>
          <a:bodyPr/>
          <a:lstStyle/>
          <a:p>
            <a:r>
              <a:rPr lang="en-IN" altLang="en-US" dirty="0"/>
              <a:t>Don’t-Care conditions</a:t>
            </a:r>
          </a:p>
        </p:txBody>
      </p:sp>
      <p:sp>
        <p:nvSpPr>
          <p:cNvPr id="56323" name="Content Placeholder 2">
            <a:extLst>
              <a:ext uri="{FF2B5EF4-FFF2-40B4-BE49-F238E27FC236}">
                <a16:creationId xmlns="" xmlns:a16="http://schemas.microsoft.com/office/drawing/2014/main" id="{D975DE7F-826A-E5BE-0EAB-18E59AF84C66}"/>
              </a:ext>
            </a:extLst>
          </p:cNvPr>
          <p:cNvSpPr>
            <a:spLocks noGrp="1"/>
          </p:cNvSpPr>
          <p:nvPr>
            <p:ph idx="1"/>
          </p:nvPr>
        </p:nvSpPr>
        <p:spPr>
          <a:xfrm>
            <a:off x="623889" y="1722034"/>
            <a:ext cx="7787833" cy="4408616"/>
          </a:xfrm>
        </p:spPr>
        <p:txBody>
          <a:bodyPr vert="horz" lIns="0" tIns="0" rIns="0" bIns="0" rtlCol="0" anchor="t">
            <a:normAutofit/>
          </a:bodyPr>
          <a:lstStyle/>
          <a:p>
            <a:pPr marL="3175" indent="-3175">
              <a:buFont typeface="Arial"/>
              <a:buChar char="•"/>
            </a:pPr>
            <a:r>
              <a:rPr lang="en-IN" altLang="en-US" i="1" dirty="0">
                <a:cs typeface="Arial"/>
              </a:rPr>
              <a:t>A don't care </a:t>
            </a:r>
            <a:r>
              <a:rPr lang="en-IN" altLang="en-US" i="1" err="1">
                <a:cs typeface="Arial"/>
              </a:rPr>
              <a:t>minterm</a:t>
            </a:r>
            <a:r>
              <a:rPr lang="en-IN" altLang="en-US" i="1" dirty="0">
                <a:cs typeface="Arial"/>
              </a:rPr>
              <a:t> is the is a combination of variables whose </a:t>
            </a:r>
            <a:r>
              <a:rPr lang="en-IN" altLang="en-US" i="1" err="1">
                <a:cs typeface="Arial"/>
              </a:rPr>
              <a:t>whose</a:t>
            </a:r>
            <a:r>
              <a:rPr lang="en-IN" altLang="en-US" i="1" dirty="0">
                <a:cs typeface="Arial"/>
              </a:rPr>
              <a:t> logical value is not specified</a:t>
            </a:r>
            <a:r>
              <a:rPr lang="en-IN" altLang="en-US" dirty="0">
                <a:cs typeface="Arial"/>
              </a:rPr>
              <a:t>.</a:t>
            </a:r>
            <a:endParaRPr lang="en-US">
              <a:cs typeface="Arial"/>
            </a:endParaRPr>
          </a:p>
          <a:p>
            <a:pPr marL="3175" indent="-3175">
              <a:buFont typeface="Arial"/>
              <a:buChar char="•"/>
            </a:pPr>
            <a:r>
              <a:rPr lang="en-IN" altLang="en-US" dirty="0">
                <a:cs typeface="Arial"/>
              </a:rPr>
              <a:t>Such a </a:t>
            </a:r>
            <a:r>
              <a:rPr lang="en-IN" altLang="en-US" err="1">
                <a:cs typeface="Arial"/>
              </a:rPr>
              <a:t>minterm</a:t>
            </a:r>
            <a:r>
              <a:rPr lang="en-IN" altLang="en-US" dirty="0">
                <a:cs typeface="Arial"/>
              </a:rPr>
              <a:t> cannot be marked with a '1' in the map because it will require the function to be always 1</a:t>
            </a:r>
            <a:endParaRPr lang="en-US">
              <a:cs typeface="Arial"/>
            </a:endParaRPr>
          </a:p>
          <a:p>
            <a:pPr marL="3175" indent="-3175">
              <a:buFont typeface="Arial"/>
              <a:buChar char="•"/>
            </a:pPr>
            <a:r>
              <a:rPr lang="en-IN" altLang="en-US" dirty="0">
                <a:cs typeface="Arial"/>
              </a:rPr>
              <a:t>Likewise putting a zero will require the function to be always '0'.</a:t>
            </a:r>
          </a:p>
          <a:p>
            <a:pPr marL="3175" indent="-3175">
              <a:buFont typeface="Arial"/>
              <a:buChar char="•"/>
            </a:pPr>
            <a:r>
              <a:rPr lang="en-IN" altLang="en-US" dirty="0">
                <a:cs typeface="Arial"/>
              </a:rPr>
              <a:t>To distinguish don't-care condition from '1' and '0' an 'X' is used. Thus an 'X' inside the square in the map indicates that we don't care </a:t>
            </a:r>
            <a:r>
              <a:rPr lang="en-GB" altLang="en-US" dirty="0">
                <a:cs typeface="Arial"/>
              </a:rPr>
              <a:t>weather</a:t>
            </a:r>
            <a:r>
              <a:rPr lang="en-IN" altLang="en-US" dirty="0">
                <a:cs typeface="Arial"/>
              </a:rPr>
              <a:t> the value of 0 or 1 is assigned to F for a particular </a:t>
            </a:r>
            <a:r>
              <a:rPr lang="en-IN" altLang="en-US" dirty="0" err="1">
                <a:cs typeface="Arial"/>
              </a:rPr>
              <a:t>minterm</a:t>
            </a:r>
            <a:r>
              <a:rPr lang="en-IN" altLang="en-US" dirty="0">
                <a:cs typeface="Arial"/>
              </a:rPr>
              <a:t>.</a:t>
            </a:r>
          </a:p>
          <a:p>
            <a:pPr marL="3175" indent="-3175">
              <a:buFont typeface="Arial"/>
              <a:buChar char="•"/>
            </a:pPr>
            <a:r>
              <a:rPr lang="en-IN" altLang="en-US" dirty="0">
                <a:cs typeface="Arial"/>
              </a:rPr>
              <a:t>In choosing adjacent terms the don't-care terms can be assumed as zero or one.</a:t>
            </a:r>
          </a:p>
          <a:p>
            <a:pPr marL="3175" indent="-3175">
              <a:buFont typeface="Arial"/>
            </a:pPr>
            <a:endParaRPr lang="en-IN" altLang="en-US" dirty="0">
              <a:cs typeface="Arial"/>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A732D89-A8A9-E139-C3FA-FCDA3A13F070}"/>
              </a:ext>
            </a:extLst>
          </p:cNvPr>
          <p:cNvSpPr>
            <a:spLocks noGrp="1"/>
          </p:cNvSpPr>
          <p:nvPr>
            <p:ph type="title"/>
          </p:nvPr>
        </p:nvSpPr>
        <p:spPr/>
        <p:txBody>
          <a:bodyPr/>
          <a:lstStyle/>
          <a:p>
            <a:r>
              <a:rPr lang="en-US" dirty="0"/>
              <a:t>Numerical</a:t>
            </a:r>
          </a:p>
        </p:txBody>
      </p:sp>
      <p:sp>
        <p:nvSpPr>
          <p:cNvPr id="3" name="Content Placeholder 2">
            <a:extLst>
              <a:ext uri="{FF2B5EF4-FFF2-40B4-BE49-F238E27FC236}">
                <a16:creationId xmlns="" xmlns:a16="http://schemas.microsoft.com/office/drawing/2014/main" id="{D4ED144D-3398-7E0C-B1AE-475714015DEF}"/>
              </a:ext>
            </a:extLst>
          </p:cNvPr>
          <p:cNvSpPr>
            <a:spLocks noGrp="1"/>
          </p:cNvSpPr>
          <p:nvPr>
            <p:ph idx="1"/>
          </p:nvPr>
        </p:nvSpPr>
        <p:spPr>
          <a:xfrm>
            <a:off x="1028701" y="2043054"/>
            <a:ext cx="7680677" cy="4028065"/>
          </a:xfrm>
        </p:spPr>
        <p:txBody>
          <a:bodyPr vert="horz" lIns="0" tIns="0" rIns="0" bIns="0" rtlCol="0" anchor="t">
            <a:normAutofit/>
          </a:bodyPr>
          <a:lstStyle/>
          <a:p>
            <a:pPr marL="0" indent="0">
              <a:buNone/>
            </a:pPr>
            <a:endParaRPr lang="en-US" sz="2400" dirty="0"/>
          </a:p>
          <a:p>
            <a:pPr marL="0" indent="0">
              <a:buNone/>
            </a:pPr>
            <a:r>
              <a:rPr lang="en-US" sz="2400" dirty="0"/>
              <a:t>Simplify the following function</a:t>
            </a:r>
            <a:endParaRPr lang="en-US" dirty="0"/>
          </a:p>
          <a:p>
            <a:pPr marL="0" indent="0">
              <a:buNone/>
            </a:pPr>
            <a:r>
              <a:rPr lang="en-US" sz="2400" dirty="0"/>
              <a:t>F (</a:t>
            </a:r>
            <a:r>
              <a:rPr lang="en-US" sz="2400" dirty="0" err="1"/>
              <a:t>w,x,y,z</a:t>
            </a:r>
            <a:r>
              <a:rPr lang="en-US" sz="2400" dirty="0"/>
              <a:t>) = </a:t>
            </a:r>
            <a:r>
              <a:rPr lang="en-US" sz="2400" dirty="0" err="1" smtClean="0"/>
              <a:t>Σm</a:t>
            </a:r>
            <a:r>
              <a:rPr lang="en-US" sz="2400" dirty="0" smtClean="0"/>
              <a:t> </a:t>
            </a:r>
            <a:r>
              <a:rPr lang="en-US" sz="2400" dirty="0"/>
              <a:t>(1,3,7,11,15)</a:t>
            </a:r>
          </a:p>
          <a:p>
            <a:pPr marL="0" indent="0">
              <a:buNone/>
            </a:pPr>
            <a:r>
              <a:rPr lang="en-US" sz="2400" dirty="0"/>
              <a:t>Which has don't care condition :  d(</a:t>
            </a:r>
            <a:r>
              <a:rPr lang="en-US" sz="2400" dirty="0" err="1"/>
              <a:t>w,x,y,z</a:t>
            </a:r>
            <a:r>
              <a:rPr lang="en-US" sz="2400" dirty="0"/>
              <a:t>) = Σ (0,2,5</a:t>
            </a:r>
            <a:r>
              <a:rPr lang="en-US" sz="2400" dirty="0" smtClean="0"/>
              <a:t>)</a:t>
            </a:r>
          </a:p>
          <a:p>
            <a:pPr marL="0" indent="0">
              <a:buNone/>
            </a:pPr>
            <a:r>
              <a:rPr lang="en-US" sz="2400" dirty="0" smtClean="0"/>
              <a:t>The implementation must be using only universal gates</a:t>
            </a:r>
            <a:endParaRPr lang="en-US" sz="2400" dirty="0"/>
          </a:p>
          <a:p>
            <a:pPr marL="0" indent="0">
              <a:buNone/>
            </a:pPr>
            <a:endParaRPr lang="en-US" dirty="0"/>
          </a:p>
          <a:p>
            <a:pPr marL="0" indent="0">
              <a:buNone/>
            </a:pPr>
            <a:endParaRPr lang="en-US" dirty="0"/>
          </a:p>
        </p:txBody>
      </p:sp>
      <p:sp>
        <p:nvSpPr>
          <p:cNvPr id="4" name="Date Placeholder 3">
            <a:extLst>
              <a:ext uri="{FF2B5EF4-FFF2-40B4-BE49-F238E27FC236}">
                <a16:creationId xmlns="" xmlns:a16="http://schemas.microsoft.com/office/drawing/2014/main" id="{86409A5B-C307-4A06-1A19-B10B127CC91F}"/>
              </a:ext>
            </a:extLst>
          </p:cNvPr>
          <p:cNvSpPr>
            <a:spLocks noGrp="1"/>
          </p:cNvSpPr>
          <p:nvPr>
            <p:ph type="dt" sz="half" idx="10"/>
          </p:nvPr>
        </p:nvSpPr>
        <p:spPr/>
        <p:txBody>
          <a:bodyPr/>
          <a:lstStyle/>
          <a:p>
            <a:fld id="{7B56CB60-A6CF-4B85-875A-679F2620D73B}" type="datetime1">
              <a:t>1/30/2026</a:t>
            </a:fld>
            <a:endParaRPr lang="en-US" dirty="0"/>
          </a:p>
        </p:txBody>
      </p:sp>
    </p:spTree>
    <p:extLst>
      <p:ext uri="{BB962C8B-B14F-4D97-AF65-F5344CB8AC3E}">
        <p14:creationId xmlns:p14="http://schemas.microsoft.com/office/powerpoint/2010/main" val="250936051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1" y="793080"/>
            <a:ext cx="7680677" cy="578520"/>
          </a:xfrm>
        </p:spPr>
        <p:txBody>
          <a:bodyPr/>
          <a:lstStyle/>
          <a:p>
            <a:r>
              <a:rPr lang="en-IN" dirty="0" smtClean="0"/>
              <a:t>Solution</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267200" y="228600"/>
            <a:ext cx="4208442" cy="5958856"/>
          </a:xfrm>
        </p:spPr>
      </p:pic>
      <p:sp>
        <p:nvSpPr>
          <p:cNvPr id="4" name="Date Placeholder 3"/>
          <p:cNvSpPr>
            <a:spLocks noGrp="1"/>
          </p:cNvSpPr>
          <p:nvPr>
            <p:ph type="dt" sz="half" idx="10"/>
          </p:nvPr>
        </p:nvSpPr>
        <p:spPr/>
        <p:txBody>
          <a:bodyPr/>
          <a:lstStyle/>
          <a:p>
            <a:fld id="{397A3F4B-1321-42DF-A40C-1E906788D670}" type="datetime1">
              <a:rPr lang="en-US" smtClean="0"/>
              <a:t>1/30/2026</a:t>
            </a:fld>
            <a:endParaRPr lang="en-US" dirty="0"/>
          </a:p>
        </p:txBody>
      </p:sp>
    </p:spTree>
    <p:extLst>
      <p:ext uri="{BB962C8B-B14F-4D97-AF65-F5344CB8AC3E}">
        <p14:creationId xmlns:p14="http://schemas.microsoft.com/office/powerpoint/2010/main" val="399264815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DFD5043-B8FB-3C32-6586-BF816DE530BE}"/>
              </a:ext>
            </a:extLst>
          </p:cNvPr>
          <p:cNvSpPr>
            <a:spLocks noGrp="1"/>
          </p:cNvSpPr>
          <p:nvPr>
            <p:ph type="title"/>
          </p:nvPr>
        </p:nvSpPr>
        <p:spPr>
          <a:xfrm>
            <a:off x="1028701" y="2325"/>
            <a:ext cx="7680677" cy="1233488"/>
          </a:xfrm>
        </p:spPr>
        <p:txBody>
          <a:bodyPr/>
          <a:lstStyle/>
          <a:p>
            <a:r>
              <a:rPr lang="en-US" dirty="0"/>
              <a:t>Numerical</a:t>
            </a:r>
          </a:p>
        </p:txBody>
      </p:sp>
      <p:sp>
        <p:nvSpPr>
          <p:cNvPr id="3" name="Content Placeholder 2">
            <a:extLst>
              <a:ext uri="{FF2B5EF4-FFF2-40B4-BE49-F238E27FC236}">
                <a16:creationId xmlns="" xmlns:a16="http://schemas.microsoft.com/office/drawing/2014/main" id="{78BCE9E8-F828-64A3-CD7B-B1D8714247FC}"/>
              </a:ext>
            </a:extLst>
          </p:cNvPr>
          <p:cNvSpPr>
            <a:spLocks noGrp="1"/>
          </p:cNvSpPr>
          <p:nvPr>
            <p:ph idx="1"/>
          </p:nvPr>
        </p:nvSpPr>
        <p:spPr>
          <a:xfrm>
            <a:off x="1028701" y="1410450"/>
            <a:ext cx="7680677" cy="4660669"/>
          </a:xfrm>
        </p:spPr>
        <p:txBody>
          <a:bodyPr vert="horz" lIns="0" tIns="0" rIns="0" bIns="0" rtlCol="0" anchor="t">
            <a:normAutofit/>
          </a:bodyPr>
          <a:lstStyle/>
          <a:p>
            <a:endParaRPr lang="en-US" dirty="0"/>
          </a:p>
          <a:p>
            <a:pPr marL="0" indent="0">
              <a:buNone/>
            </a:pPr>
            <a:r>
              <a:rPr lang="en-US" sz="2400" dirty="0"/>
              <a:t>Simplify the following function</a:t>
            </a:r>
          </a:p>
          <a:p>
            <a:pPr marL="0" indent="0">
              <a:buNone/>
            </a:pPr>
            <a:r>
              <a:rPr lang="en-US" sz="2400" dirty="0"/>
              <a:t>F (</a:t>
            </a:r>
            <a:r>
              <a:rPr lang="en-US" sz="2400" dirty="0" err="1"/>
              <a:t>w,x,y,z</a:t>
            </a:r>
            <a:r>
              <a:rPr lang="en-US" sz="2400" dirty="0"/>
              <a:t>) = </a:t>
            </a:r>
            <a:r>
              <a:rPr lang="el-GR" sz="2400" dirty="0" smtClean="0">
                <a:latin typeface="Arial"/>
                <a:cs typeface="Arial"/>
              </a:rPr>
              <a:t>Π</a:t>
            </a:r>
            <a:r>
              <a:rPr lang="en-US" sz="2400" dirty="0" smtClean="0"/>
              <a:t>M </a:t>
            </a:r>
            <a:r>
              <a:rPr lang="en-US" sz="2400" dirty="0"/>
              <a:t>(2,3,4,7)</a:t>
            </a:r>
          </a:p>
          <a:p>
            <a:pPr marL="0" indent="0">
              <a:buNone/>
            </a:pPr>
            <a:r>
              <a:rPr lang="en-US" sz="2400" dirty="0"/>
              <a:t>Which has don't care condition :  d(</a:t>
            </a:r>
            <a:r>
              <a:rPr lang="en-US" sz="2400" dirty="0" err="1"/>
              <a:t>w,x,y,z</a:t>
            </a:r>
            <a:r>
              <a:rPr lang="en-US" sz="2400" dirty="0"/>
              <a:t>) = Σ (0,5</a:t>
            </a:r>
            <a:r>
              <a:rPr lang="en-US" sz="2400" dirty="0" smtClean="0"/>
              <a:t>)</a:t>
            </a:r>
          </a:p>
          <a:p>
            <a:pPr marL="0" indent="0">
              <a:buNone/>
            </a:pPr>
            <a:r>
              <a:rPr lang="en-US" sz="2400" dirty="0" smtClean="0"/>
              <a:t>Implementation of circuit must be using only universal gates</a:t>
            </a:r>
            <a:endParaRPr lang="en-US" sz="2400" dirty="0"/>
          </a:p>
          <a:p>
            <a:pPr marL="0" indent="0">
              <a:buNone/>
            </a:pPr>
            <a:endParaRPr lang="en-US" dirty="0"/>
          </a:p>
        </p:txBody>
      </p:sp>
      <p:sp>
        <p:nvSpPr>
          <p:cNvPr id="4" name="Date Placeholder 3">
            <a:extLst>
              <a:ext uri="{FF2B5EF4-FFF2-40B4-BE49-F238E27FC236}">
                <a16:creationId xmlns="" xmlns:a16="http://schemas.microsoft.com/office/drawing/2014/main" id="{538CAACD-6CC0-28DA-5EB0-748C2583A626}"/>
              </a:ext>
            </a:extLst>
          </p:cNvPr>
          <p:cNvSpPr>
            <a:spLocks noGrp="1"/>
          </p:cNvSpPr>
          <p:nvPr>
            <p:ph type="dt" sz="half" idx="10"/>
          </p:nvPr>
        </p:nvSpPr>
        <p:spPr/>
        <p:txBody>
          <a:bodyPr/>
          <a:lstStyle/>
          <a:p>
            <a:fld id="{5F34E0CC-6EEB-475C-969F-5986613CCE5C}" type="datetime1">
              <a:t>1/30/2026</a:t>
            </a:fld>
            <a:endParaRPr lang="en-US" dirty="0"/>
          </a:p>
        </p:txBody>
      </p:sp>
    </p:spTree>
    <p:extLst>
      <p:ext uri="{BB962C8B-B14F-4D97-AF65-F5344CB8AC3E}">
        <p14:creationId xmlns:p14="http://schemas.microsoft.com/office/powerpoint/2010/main" val="48437688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041" y="457200"/>
            <a:ext cx="7732309" cy="838200"/>
          </a:xfrm>
        </p:spPr>
        <p:txBody>
          <a:bodyPr/>
          <a:lstStyle/>
          <a:p>
            <a:r>
              <a:rPr lang="en-IN" dirty="0" smtClean="0"/>
              <a:t>SOLUTION</a:t>
            </a:r>
            <a:endParaRPr lang="en-IN" dirty="0"/>
          </a:p>
        </p:txBody>
      </p:sp>
      <p:pic>
        <p:nvPicPr>
          <p:cNvPr id="6" name="Content Placeholder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615583" y="1524000"/>
            <a:ext cx="3950249" cy="4572000"/>
          </a:xfrm>
        </p:spPr>
      </p:pic>
      <p:pic>
        <p:nvPicPr>
          <p:cNvPr id="7" name="Content Placeholder 6"/>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85800" y="1447800"/>
            <a:ext cx="3810000" cy="4643543"/>
          </a:xfrm>
        </p:spPr>
      </p:pic>
      <p:sp>
        <p:nvSpPr>
          <p:cNvPr id="3" name="Date Placeholder 2"/>
          <p:cNvSpPr>
            <a:spLocks noGrp="1"/>
          </p:cNvSpPr>
          <p:nvPr>
            <p:ph type="dt" sz="half" idx="10"/>
          </p:nvPr>
        </p:nvSpPr>
        <p:spPr/>
        <p:txBody>
          <a:bodyPr/>
          <a:lstStyle/>
          <a:p>
            <a:fld id="{526901B7-BD97-46EF-8254-8096347E852E}" type="datetime1">
              <a:rPr lang="en-US" smtClean="0"/>
              <a:t>1/30/2026</a:t>
            </a:fld>
            <a:endParaRPr lang="en-US" dirty="0"/>
          </a:p>
        </p:txBody>
      </p:sp>
    </p:spTree>
    <p:extLst>
      <p:ext uri="{BB962C8B-B14F-4D97-AF65-F5344CB8AC3E}">
        <p14:creationId xmlns:p14="http://schemas.microsoft.com/office/powerpoint/2010/main" val="269454320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Numerical</a:t>
            </a:r>
            <a:endParaRPr lang="en-IN" dirty="0"/>
          </a:p>
        </p:txBody>
      </p:sp>
      <p:sp>
        <p:nvSpPr>
          <p:cNvPr id="3" name="Content Placeholder 2"/>
          <p:cNvSpPr>
            <a:spLocks noGrp="1"/>
          </p:cNvSpPr>
          <p:nvPr>
            <p:ph idx="1"/>
          </p:nvPr>
        </p:nvSpPr>
        <p:spPr/>
        <p:txBody>
          <a:bodyPr/>
          <a:lstStyle/>
          <a:p>
            <a:pPr marL="0" indent="0">
              <a:buNone/>
            </a:pPr>
            <a:r>
              <a:rPr lang="en-IN" sz="2800" dirty="0" smtClean="0"/>
              <a:t>Implement the Boolean function with NAND Gates and draw the logic diagram of implementation</a:t>
            </a:r>
          </a:p>
          <a:p>
            <a:pPr marL="0" indent="0">
              <a:buNone/>
            </a:pPr>
            <a:r>
              <a:rPr lang="en-US" sz="2800" dirty="0"/>
              <a:t>F (</a:t>
            </a:r>
            <a:r>
              <a:rPr lang="en-US" sz="2800" dirty="0" err="1" smtClean="0"/>
              <a:t>w,x,y</a:t>
            </a:r>
            <a:r>
              <a:rPr lang="en-US" sz="2800" dirty="0" smtClean="0"/>
              <a:t>) </a:t>
            </a:r>
            <a:r>
              <a:rPr lang="en-US" sz="2800" dirty="0"/>
              <a:t>= </a:t>
            </a:r>
            <a:r>
              <a:rPr lang="en-US" sz="2800" dirty="0" err="1"/>
              <a:t>Σm</a:t>
            </a:r>
            <a:r>
              <a:rPr lang="en-US" sz="2800" dirty="0"/>
              <a:t> </a:t>
            </a:r>
            <a:r>
              <a:rPr lang="en-US" sz="2800" dirty="0" smtClean="0"/>
              <a:t>(0,1,3,5,6,7)</a:t>
            </a:r>
            <a:endParaRPr lang="en-US" sz="2800" dirty="0"/>
          </a:p>
          <a:p>
            <a:endParaRPr lang="en-IN" dirty="0" smtClean="0"/>
          </a:p>
          <a:p>
            <a:endParaRPr lang="en-IN" dirty="0"/>
          </a:p>
        </p:txBody>
      </p:sp>
      <p:sp>
        <p:nvSpPr>
          <p:cNvPr id="4" name="Date Placeholder 3"/>
          <p:cNvSpPr>
            <a:spLocks noGrp="1"/>
          </p:cNvSpPr>
          <p:nvPr>
            <p:ph type="dt" sz="half" idx="10"/>
          </p:nvPr>
        </p:nvSpPr>
        <p:spPr/>
        <p:txBody>
          <a:bodyPr/>
          <a:lstStyle/>
          <a:p>
            <a:fld id="{13B2B465-2484-416E-BD52-65BB30A239BB}" type="datetime1">
              <a:rPr lang="en-US" smtClean="0"/>
              <a:t>1/30/2026</a:t>
            </a:fld>
            <a:endParaRPr lang="en-US" dirty="0"/>
          </a:p>
        </p:txBody>
      </p:sp>
    </p:spTree>
    <p:extLst>
      <p:ext uri="{BB962C8B-B14F-4D97-AF65-F5344CB8AC3E}">
        <p14:creationId xmlns:p14="http://schemas.microsoft.com/office/powerpoint/2010/main" val="5075839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SOLUTION</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268034" y="609600"/>
            <a:ext cx="3827334" cy="5638800"/>
          </a:xfrm>
        </p:spPr>
      </p:pic>
      <p:sp>
        <p:nvSpPr>
          <p:cNvPr id="4" name="Date Placeholder 3"/>
          <p:cNvSpPr>
            <a:spLocks noGrp="1"/>
          </p:cNvSpPr>
          <p:nvPr>
            <p:ph type="dt" sz="half" idx="10"/>
          </p:nvPr>
        </p:nvSpPr>
        <p:spPr/>
        <p:txBody>
          <a:bodyPr/>
          <a:lstStyle/>
          <a:p>
            <a:fld id="{35C4297C-9F52-42E8-A8C8-DD338A17601E}" type="datetime1">
              <a:rPr lang="en-US" smtClean="0"/>
              <a:t>1/30/2026</a:t>
            </a:fld>
            <a:endParaRPr lang="en-US" dirty="0"/>
          </a:p>
        </p:txBody>
      </p:sp>
    </p:spTree>
    <p:extLst>
      <p:ext uri="{BB962C8B-B14F-4D97-AF65-F5344CB8AC3E}">
        <p14:creationId xmlns:p14="http://schemas.microsoft.com/office/powerpoint/2010/main" val="2050965546"/>
      </p:ext>
    </p:extLst>
  </p:cSld>
  <p:clrMapOvr>
    <a:masterClrMapping/>
  </p:clrMapOvr>
</p:sld>
</file>

<file path=ppt/theme/theme1.xml><?xml version="1.0" encoding="utf-8"?>
<a:theme xmlns:a="http://schemas.openxmlformats.org/drawingml/2006/main" name="GradientRiseVTI">
  <a:themeElements>
    <a:clrScheme name="GradientRiseVTI">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VTI">
      <a:majorFont>
        <a:latin typeface="Avenir Next LT Pro"/>
        <a:ea typeface=""/>
        <a:cs typeface=""/>
      </a:majorFont>
      <a:minorFont>
        <a:latin typeface="Avenir Next LT Pro Light"/>
        <a:ea typeface=""/>
        <a:cs typeface=""/>
      </a:minorFont>
    </a:fontScheme>
    <a:fmtScheme name="GradientRis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GradientRiseVTI" id="{13C68A69-E745-489A-84EC-B7BCE4AA380B}" vid="{9CF7857A-9412-4E45-AB0D-6EAA5A7DC4C5}"/>
    </a:ext>
  </a:extLst>
</a:theme>
</file>

<file path=ppt/theme/theme2.xml><?xml version="1.0" encoding="utf-8"?>
<a:theme xmlns:a="http://schemas.openxmlformats.org/drawingml/2006/main" name="cs0_design">
  <a:themeElements>
    <a:clrScheme name="cs0_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s0_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cs0_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s0_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s0_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s0_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s0_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s0_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s0_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s0_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s0_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s0_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s0_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s0_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OSX:Users:jmiranda:Desktop:cs0_design.pot</Template>
  <TotalTime>1507</TotalTime>
  <Words>1859</Words>
  <Application>Microsoft Office PowerPoint</Application>
  <PresentationFormat>On-screen Show (4:3)</PresentationFormat>
  <Paragraphs>241</Paragraphs>
  <Slides>59</Slides>
  <Notes>13</Notes>
  <HiddenSlides>0</HiddenSlides>
  <MMClips>0</MMClips>
  <ScaleCrop>false</ScaleCrop>
  <HeadingPairs>
    <vt:vector size="4" baseType="variant">
      <vt:variant>
        <vt:lpstr>Theme</vt:lpstr>
      </vt:variant>
      <vt:variant>
        <vt:i4>2</vt:i4>
      </vt:variant>
      <vt:variant>
        <vt:lpstr>Slide Titles</vt:lpstr>
      </vt:variant>
      <vt:variant>
        <vt:i4>59</vt:i4>
      </vt:variant>
    </vt:vector>
  </HeadingPairs>
  <TitlesOfParts>
    <vt:vector size="61" baseType="lpstr">
      <vt:lpstr>GradientRiseVTI</vt:lpstr>
      <vt:lpstr>cs0_design</vt:lpstr>
      <vt:lpstr>Chapter 2</vt:lpstr>
      <vt:lpstr>Computers and Electricity</vt:lpstr>
      <vt:lpstr>Computers and Electricity</vt:lpstr>
      <vt:lpstr>Gates</vt:lpstr>
      <vt:lpstr>NOT Gate</vt:lpstr>
      <vt:lpstr>AND Gate</vt:lpstr>
      <vt:lpstr>AND Gate Example</vt:lpstr>
      <vt:lpstr>OR Gate</vt:lpstr>
      <vt:lpstr>OR Gate Example</vt:lpstr>
      <vt:lpstr>XOR Gate</vt:lpstr>
      <vt:lpstr>XOR Gate</vt:lpstr>
      <vt:lpstr>EX-NOR Gate</vt:lpstr>
      <vt:lpstr>NAND Gate</vt:lpstr>
      <vt:lpstr>NOR Gate</vt:lpstr>
      <vt:lpstr>De Morgans Theorem</vt:lpstr>
      <vt:lpstr>De Morgan’s First Theorem</vt:lpstr>
      <vt:lpstr>De Morgan’s Second Theorem</vt:lpstr>
      <vt:lpstr>Universal gates </vt:lpstr>
      <vt:lpstr>NAND AS A UNIVERSAL GATE</vt:lpstr>
      <vt:lpstr>NOR AS A UNIVERSAL GATE</vt:lpstr>
      <vt:lpstr>Review of Gate Processing</vt:lpstr>
      <vt:lpstr>Gates with More Inputs</vt:lpstr>
      <vt:lpstr>Boolean Algebra</vt:lpstr>
      <vt:lpstr>Boolean Algebraic Theorem</vt:lpstr>
      <vt:lpstr>Boolean Algebraic Theorem (cont..)</vt:lpstr>
      <vt:lpstr>Properties of Boolean Algebra</vt:lpstr>
      <vt:lpstr>Boolean Algebra Examples</vt:lpstr>
      <vt:lpstr>Standard representations for logic functions</vt:lpstr>
      <vt:lpstr>Sum of Product (SOP)</vt:lpstr>
      <vt:lpstr>SOP (cont..)</vt:lpstr>
      <vt:lpstr>SOP (cont..)</vt:lpstr>
      <vt:lpstr>Product of Sum (POS)</vt:lpstr>
      <vt:lpstr>POS (cont..)</vt:lpstr>
      <vt:lpstr>Relation between SOP and POS</vt:lpstr>
      <vt:lpstr>Introduction to Karnaugh Maps (K-maps)</vt:lpstr>
      <vt:lpstr>K-map Structure and Scaling</vt:lpstr>
      <vt:lpstr>K-map for SOP</vt:lpstr>
      <vt:lpstr>Prime Implicants</vt:lpstr>
      <vt:lpstr>Prime Implicants (cont..)</vt:lpstr>
      <vt:lpstr>Prime Implicants (cont..)</vt:lpstr>
      <vt:lpstr>Numerical</vt:lpstr>
      <vt:lpstr>Numerical </vt:lpstr>
      <vt:lpstr>Numerical</vt:lpstr>
      <vt:lpstr>Numerical</vt:lpstr>
      <vt:lpstr>Numerical</vt:lpstr>
      <vt:lpstr>Numerical</vt:lpstr>
      <vt:lpstr>Numerical</vt:lpstr>
      <vt:lpstr>Numerical</vt:lpstr>
      <vt:lpstr>Numerical on POS form</vt:lpstr>
      <vt:lpstr>Numerical on POS form</vt:lpstr>
      <vt:lpstr>Numerical on POS form</vt:lpstr>
      <vt:lpstr>Numerical on POS form</vt:lpstr>
      <vt:lpstr>Don’t-Care conditions</vt:lpstr>
      <vt:lpstr>Numerical</vt:lpstr>
      <vt:lpstr>Solution</vt:lpstr>
      <vt:lpstr>Numerical</vt:lpstr>
      <vt:lpstr>SOLUTION</vt:lpstr>
      <vt:lpstr>Numerical</vt:lpstr>
      <vt:lpstr>SOLUTION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Jones &amp; Bartlett Publishers</dc:creator>
  <cp:lastModifiedBy>Admin</cp:lastModifiedBy>
  <cp:revision>358</cp:revision>
  <dcterms:created xsi:type="dcterms:W3CDTF">2002-06-04T03:19:42Z</dcterms:created>
  <dcterms:modified xsi:type="dcterms:W3CDTF">2026-01-30T09:02:15Z</dcterms:modified>
</cp:coreProperties>
</file>