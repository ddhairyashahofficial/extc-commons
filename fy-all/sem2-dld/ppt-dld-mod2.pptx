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notesSlides/notesSlide18.xml" ContentType="application/vnd.openxmlformats-officedocument.presentationml.notesSlide+xml"/>
  <Override PartName="/ppt/ink/ink2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3.xml" ContentType="application/inkml+xml"/>
  <Override PartName="/ppt/notesSlides/notesSlide21.xml" ContentType="application/vnd.openxmlformats-officedocument.presentationml.notesSlide+xml"/>
  <Override PartName="/ppt/ink/ink4.xml" ContentType="application/inkml+xml"/>
  <Override PartName="/ppt/notesSlides/notesSlide22.xml" ContentType="application/vnd.openxmlformats-officedocument.presentationml.notesSlide+xml"/>
  <Override PartName="/ppt/ink/ink5.xml" ContentType="application/inkml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99" r:id="rId2"/>
    <p:sldId id="257" r:id="rId3"/>
    <p:sldId id="258" r:id="rId4"/>
    <p:sldId id="263" r:id="rId5"/>
    <p:sldId id="270" r:id="rId6"/>
    <p:sldId id="264" r:id="rId7"/>
    <p:sldId id="265" r:id="rId8"/>
    <p:sldId id="266" r:id="rId9"/>
    <p:sldId id="268" r:id="rId10"/>
    <p:sldId id="267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81" r:id="rId20"/>
    <p:sldId id="279" r:id="rId21"/>
    <p:sldId id="280" r:id="rId22"/>
    <p:sldId id="282" r:id="rId23"/>
    <p:sldId id="283" r:id="rId24"/>
  </p:sldIdLst>
  <p:sldSz cx="14630400" cy="8229600"/>
  <p:notesSz cx="8229600" cy="14630400"/>
  <p:embeddedFontLst>
    <p:embeddedFont>
      <p:font typeface="Fira Sans" charset="0"/>
      <p:regular r:id="rId26"/>
      <p:bold r:id="rId27"/>
      <p:italic r:id="rId28"/>
      <p:boldItalic r:id="rId29"/>
    </p:embeddedFont>
    <p:embeddedFont>
      <p:font typeface="Calibri" pitchFamily="34" charset="0"/>
      <p:regular r:id="rId30"/>
      <p:bold r:id="rId31"/>
      <p:italic r:id="rId32"/>
      <p:boldItalic r:id="rId33"/>
    </p:embeddedFont>
    <p:embeddedFont>
      <p:font typeface="Marcellus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592">
          <p15:clr>
            <a:srgbClr val="000000"/>
          </p15:clr>
        </p15:guide>
        <p15:guide id="2" pos="4608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OlAuBZk3NNJfoCWffkC75E158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ACC2D46-0EAF-4A5A-82B8-2BA14381F86C}">
  <a:tblStyle styleId="{5ACC2D46-0EAF-4A5A-82B8-2BA14381F8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-756" y="-90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48" Type="http://customschemas.google.com/relationships/presentationmetadata" Target="meta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5-07-25T08:27:02.4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17251 11049,'0'-21,"0"0,0 0,0-1,0 1,21 21,0-21,0-21,22 21,20-1,-20 1,-1 0,43 0,-22 21,22-21,-64 21,0 0,0-21,0 21,1 0,20 0,-21 0,0 0,0 0,1-22,20 22,-42-21,21 21,-21-21,64 21,-43-21,21 21,-21 0,0-21,1 21,-1 0,42 0,-20 0,-1-21,0 21,22-22,-43 1,21 0,1 21,-1-21,43 21,-43 0,-21 0,43-21,-43 21,63 0,-20 0,-22 0,-21 0,43 0,-43 0,0 0,0 0,43-43,-1 22,1-21,-22 21,1 21,20 0,-42 0,0 0,43-21,-1 21,43 0,-21 0,-22 0,22-22,0 22,-1 0,-41 0,-22 0,21 0,22 0,-43 0,21 0,22 0,-43 0,85 0,-64 0,43 0,21 0,-22 0,-20 0,-22 0,-21 0,0 0,22 0,20 0,1 0,-43 0,21 0,1 22,-22-22,0 21,42-21,1 63,-22-63,-21 21,43 1,-22-22,1 21,-22-21,21 21,0-21,1 0,41 21,-20 0,21 0,-43-21,-21 0,0 22,0-22,1 0,20 0,-21 42,21-21,-20-21,-1 21,0-21,0 21,21-21,-20 0,-1 22,0-22,0 21,0-21,0 0,-21 21,22 0,20 0,-42 0,21-21,-21 43,21-43,-21 21,21 0,1 0,-22 0,21 1,0 20,0 0,-21-21,0 1,21-1,-21 0,0 0,43 0,-43 0,21 1,-21 20,0-21,0 0,21-21,-21 21,0 1,0-1,0 0,0 0,0 0,0 22,0-1,0 0,0-21,0 22,0 20,0-42,0 1,0-1,0 0,0 0,0 0,-21 22,-22-43,43 21,-21-21,21 21,-21-21,0 42,-21 1,20-22,1 0,0 0,0-21,-21 64,-64-1,63-42,-41 0,20 1,1-1,20 0,-105 21,21 1,64-1,-22-21,-42 21,42-20,43-1,0 0,-1-21,-41 21,-1 0,-42 0,21-21,-42 0,42 43,0-43,1 0,-1 0,0 0,64 0,-22 0,-21 0,43 0,-43 0,-20 0,62-21,-41-1,-65-41,1 42,21 0,85 21,0 0,-85-22,105 22,1 0,-21 0,-22-21,43 0,-21 0,0-21,20 20,-20 22,0 0,-1-42,1 21,0 21,21 0,-22 0,1-21,21 21,21-21,-21 21,-1-22,-20 22,21-21,0 21,0-21,-1 21,1-42,0 42,-21-21,21-1,-1 22,1-21,0 21,-21-21,21 21,-1 0,1 0,0 0,0-21,0 0,0 0,-1 21,-20 0,21 0,0-22,0 22,21-21,-22 21,1 0,21-21,-21 0,0 21,-21-21,20 0,22-1,-21 1,0 0,0 21,21-21,-21 21,0 0,-1-21,22-22,0 22,-21 21,21-21,-42 21,42-21,-21 0,0 0,-1-1,22 1,-21-42,21 42,0-1,-21 1,0 0,21 0,-21 0,21 0,-43-43,43 43,-21 0,0 0,21-1,-21 1,21 0,-21 0,0 0,21 0,0-1,-22 22,22-21,-21 0,21 0,0 0,-21 21,21-21,0-1,0 1</inkml:trace>
  <inkml:trace contextRef="#ctx0" brushRef="#br0" timeOffset="3938.763">22733 12107,'-21'0,"21"43,-21-43,0 21,-1-21,22 21,-21-21,0 0,0 21,-21 0,-85 1,84-1,1 21,0-21,-64 0,42-21,43 0,0 0,0 0,0 0,-1 0,1 0,0 0,0 0,0 0,0 0,-22 0,22 0,-21 0,-22 0,22 0,0 0,-22 0,-42 0,85-21,-42 0,-22-21,21 21,22-1,21 1,-43-21,1-22,-1 1,-63-22,85-21,0-21,-1 22,1-44,21 44,-21 62,42 1,0-22,0 22,0-21,0 20,0 1,0-22,0-126,0-22,0 22,0-1,21-20,-21 84,21 42,-21 64,0-22,0 22,0 0,0 0,0 0,0 0,21-1,0-20,0 21,1-21,-1-22,21 22,0 21,1-1,-22-20,0 21,21-43,1 43,63-21,-43 0,22-22,-22 43,1 0,-22-22,0 22,-20 0,41 0,-42 21,0 0,1 0,-1 0,0 0,0 0,0-21,22 21,-22 0,0-21,0 21,0 0,22 0,-1 0,21 0,-20 0,-22 0,0 0,85 0,-21 0,-43 0,0 21,64 21,0 0,-64 1,-21-22,22 0,-1 0,-21-21,-21 21,21-21,1 22,-1-1,0-21,0 21,0 0,0 21,1-20,-1-1,-21 0,0 0,21 0,-21 22,21-22,-21 21,21-42,-21 21,21 0,-21 22,22-1,-22-21,0 43,0-22,0 0,42-20,-42-1,0 0,0 0,0 43,0-22,0 0,0 1,0-22,0 21,0 0,0 1,0-22,0 0,21 21,-21-20,0-1,0 0,0 0,0 0,0 0,0 1,0-1,0 0,0 0,0 0,21 43,-21-43,0 21,0 1,0-1,0-21,0 21,0 1,0-22,0 0,0 21,0 43,0-43,0-20,0 20,0-21,0 0,0 43,0-43,0 0,0 21,0-20,0 20,0-21,0 64,0-43,0 0,0-20,0-1,0 21,0 0,0-20,0-1,0 0,-21 0,21 0,0 0,0 1,-42-22,42 42,0-21,-21-21,21 21,-22 0,1 1,0-1,0 0,21 0,-21-21,-22 21,22 22,0-22,-21-21,-1 21,22-21,-21 21,-22 0,43-21,-21 21,21 1,0-1,-1-21,1 21,-21 0,0-21,20 0,1 21,0-21,0 0,0 43,0-43,-1 0,-20 0</inkml:trace>
  <inkml:trace contextRef="#ctx0" brushRef="#br0" timeOffset="8424.8486">25633 11917,'0'21,"-42"-21,20 21,-20 0,0 1,-1-1,-41 0,-1 0,22 21,-64-20,84-1,-20 0,-1 21,1-21,20 22,1-1,0-21,-43 64,22-64,-1 21,-21 1,1-1,20-21,1 0,20 1,1 20,-21-21,20 0,1-21,0 21,-1-21,-41 0,41 0,-41 22,41-22,-20 0,20 0,1 0,-106 0,63 0,-21 0,22 0,-22-43,-42-20,-22-22,128 64,-21-21,-1-1,22 22,-22-64,22 64,0 0,20 21,-41-42,63 21,-21-1,0 1,-22-21,22 21,-21-22,-22-20,43 42,21 0,-42-22,42 22,-21-21,-22-22,43 43,0-21,-21-1,-21 22,42 0,-21 0,21 0,-22 21,22-21,0-22,0-20,0 20,0-20,22-43,41 21,-42 22,-21 42,43-43,-43 43,42-21,43-22,-43 22,-21 0,21 20,1 22,-1-21,0 0,1 0,-1 0,0-22,64 1,-21 0,-22 21,22-1,-64 22,22 0,41 0,-63 0,1 0,-1-21,0 21,42-42,1 21,84 21,-84-21,41 21,-20 0,-21-22,84 22,-64 0,-41 0,105 0,-85 0,-20 0,-22 0,42 0,22 0,0 0,-64 0,85-42,-64 42,0 0,1 0,-1 0,22 0,-22 0,0 21,43 0,-22-21,-20 0,-1 22,0-22,1 0,41 21,-41-21,-22 0,21 0,-21 0,1 0,20 21,0-21,1 0,-1 0,0 0,64 21,-21-21,21 0,-43 0,-21 0,-20 21,-1-21,0 0,21 0,-21 0,1 0,-1 0,21 21,0-21,1 22,-1 20,0-42,-20 0,20 21,-21-21,21 21,-20-21,-1 0,0 21,0-21,-21 22,21-22,0 0,1 0,20 0,-42 21,21-21,-21 21,0 0,21-21,-21 21,0 0,0 22,0-22,0 0,0 0,0 0,0 1,0-1,0 0,0 42,0-20,0-22,0 21,0 1,-21 41,21-63,-63 22,41-1,-20 0,21 1,-21-1,-22 0,22 1,-1-22,43 0,-21 21,0-42,0 22,0-22,-22 0,43 21,-21-21,0 0,0 21,0-21,0 0,-1 21,-41-21,42 0,0 21,-22-21,22 21,-21-21,21 22,-22-22,22 42,0-42,0 21,0-21,-22 21,22-21,0 21,0-21,0 0,-1 0,1 0</inkml:trace>
  <inkml:trace contextRef="#ctx0" brushRef="#br0" timeOffset="12005.6183">30120 9546,'-21'0,"0"0,0-21,0-21,-22 42,-20-21,-22-1,22 22,20 0,1 0,0 0,-1 0,22 0,0 0,-21 0,20 0,1 0,0 0,-21 0,-1 0,1 0,21 0,0 0,-22 0,22 0,0 0,0 0,0 0,-43 0,43 0,0 0,0 22,-22 20,1 0,-21 1,41-22,22 0,-21 21,21 22,-21-43,21 21,0 1,0-22,0 21,0 43,0-22,0-42,0 43,0-22,0-21,0 22,0-22,0 0,0 0,21-21,-21 64,43-22,41 0,-20 1,-43-43,-21 21,21-21,0 0,22 21,-22-21,0 42,0-42,0 0,-21 22,21-22,1 21,-1 0,21-21,-21 0,0 0,43 42,21-21,-1-21,-20 22,-22-22,0 0,1 21,-22-21,0 0,0 0,0 0,1 0,62 0,-20 0,-43 0,21 0,22 0,-22 0,-21 0,22 0,-22 0,0 0,0-43,21 22,-42 0,22 0,-22 0,21-22,0 1,-21 0,0 21,0-1,0-20,0-43,0 1,0 41,0 1,0-21,0 20,0 22,0 0,0-21,0-22,-21 22,21 21,-21-1,21 1,-43 0,43 0,-42-21,21-1,0 43,-1-21,1 21,0 0,0-21,-43 21,43-21,0 21,-21 0,-1 0,1 0,21 0,0 0,0 0,-1 0,1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5-07-25T09:49:50.0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9186 9398,'-21'0,"0"0,0 21,21 22,-21-43,21 21,0 0,0 0,0 0,-21-21,21 21,0 1,0-1,0 0,0 0,0 0,0 0,0 1,0-1,0 0,0 0,0 0,0 0,0 22,0-22,0 0,0 0,0 0,0 1,0-1,21-21,0 21,0 0,0-21,22 21,-22 0,0 1,21-1,1-21,-22 21,21-21,-21 21,0-21,1 0,-1 0,-21 21,42 0,0-21,1 0,-22 0,0 0,0 22,0-22,1 0,-1 21,0-21,21 0,1 21,-1-21,-21 42,0-42,0 0,1 0,20 0,-21 0,0 0,0 0,22 0,-1 0,0 0,1 21,20-21,-20 0,-22 0,0 0,21 0,-21 0,1 0,-1 0,0 0,0 0,0 0,22 0,20 0,1 0,-43 0,21 0,0 0,-20 0,-1 0,0 0,21 0,-21 0,43 0,-22 0,43 0,-43 0,22 0,-22 0,-21 0,22 0,-22 0,0 0,0 0,0 0,0 0,43 0,-43 0,43 0,-22 0,0 0,1 0,20 0,-42 0,0 0,22 0,-22 0,21-42,1 42,20 0,1 0,147-42,-84 42,64-21,-64 21,0 0,-43 0,-20 0,-43 0,21 0,-20 0,-1 0,0 0,0 0,21 0,-20 0,-1 0,0 0,0 0,21 0,64-22,-42 1,-22 21,0 0,43 0,-43 0,22 0,-22 0,64 0,-42 0,-22 0,0 0,43 0,-43 0,1 0,41 0,-41 0,-22 0,0 0,0 0,0 0,0 0,1 0,20 0,0 0,1 0,-22 0,21 0,22 0,-22 0,-21 0,0 0,0 0,1 0,20 0,21 0,1 0,-22 0,1 0,41 0,-41 0,-1 0,0 0,-21 0,43 0,-43 0,0 0,0 0,43 0,42-21,42 0,-63 21,-64 0,21 0,22-21,-43 21,0 0,0 0,0 0,22 0,-1 0,0 0,-21 0,22 0,-22 0,0 0,21 0,1 0,-22 0,21 0,-21 0,1 0,20 0,21 0,-20 0,-22 0,0 0,0 0,0 0,22 0,-22 0,0 0,0 0,22 0,-1 0,-21 0,0 0,0 0,22 0,-22 0,106 0,-64 0,22 0,63 0,-42 0,21 0,-42 0,-22 0,-20 0,-22 0,0 0,0 0,0 0,0 0,43 0,-22 0,1 0,-1 0,-21 0,21 0,-20 0,-1 0,0 0,21 0,-42-21,21 21,1 0,-1 0,21-22,0 22,-20 0,-1-21,0 21,21-21,1 21,-22-21,0-43,21 22,1-21,-1-22,-21 64,-21 0,0-1,42 1,-42 0,0 0,0 0,0 0,0-1,0-20,0 21,0 0,0 0,0-1,0 1,0 0,-42 21,21-21,0 21,0 0,-1-21,-20-22,42 22,-42 0,-22 21,43-21,0 21,0-21,0 21,-1 0,1 0,21-21,-42 21,21 0,-22 0,22 0,0 0,0 0,0 0,-43 0,22 0,0 0,-22-22,-84 22,21 0,21 0,21 0,-20 0,62 0,-20 0,42 0,-1 0,-62 0,41 0,-20 0,-85 0,-43 0,-42 0,64 0,84 0,1 0,41 0,1 0,0 0,-1 22,22-22,-42 0,20 0,-41 21,-22-21,64 0,-22 21,22-21,-22 0,22 0,0 0,20 0,-41 21,-1-21,22 0,0 0,-1 0,43 21,-63-21,21 0,20 0,-20 0,-21 21,20-21,22 0,0 0,-21 22,-1-22,-20 0,20 0,-41 0,-22 0,21 0,1 0,-22 0,42 0,43 0,-64 0,43 0,21 0,0 0,-22 21,1-21,0 0,-1 0,1 0,21 0,0 0,0 0,-22 0,22 0,0 0,0 0,0 0,-1 0,1 0,0 0,0 0,0 0,0 0,-22 0,-20 0,-43 0,21 0,-21 0,1 0,20 0,64 0,-22 0,22 0,0 0,0 0,0 0,-22 0,22 0,-21 0,21 0,0 0,-1 0,-20 0,-21 0,-86-64,-20 64,0-21,21 21,105 0,-63 0,85 0,0 0,0 0,-21 0,20-21,1 21,-21 0,0 0,20-21,1 21,0 0,0-21,0 21,-22 0,-20 0,-43-43,-63 43,84 0,43 0,-106 0,126 0,1 0,0 0,-21 0,21 0,-1 0,1 0,0 0,0 0,0 0,0 0,-1 0,-20 0,21 0,0 0,0 0,-1 0,1 0,0 0,0 0,-21 0,20 0,1 0,0 0,0 0,0 0,0 0,-1 0,1 0,-21 0,0 0,20 0,-20 0,0 0,-22 0,22 0,0 0,-1 0,1 0,21 0,-22 0,1 0,21 0,-21 0,20 0,1 0,0 0,0 21,0-21,0 22,-1-22,1 21,0-21,21 21,-21-21,21 21,-21-21,0 0,21 42,-43-42,43 22,0-1,0 0,0 0,0 0,0 0,0 1,0 20</inkml:trace>
  <inkml:trace contextRef="#ctx0" brushRef="#br0" timeOffset="15477.8084">11769 7260,'0'21,"0"1,0-1,0 0,0 0,0 0,0 22,0-22,0 0,0 0,0 0,0 0,0 1,0-1,0 0,0 21,0-21,0 22,0-22,0 0,0 0,0 0,0 1,0-1,0 0,0 0,0 0,0 0,0 1,0-1,0 0,0 0,0 21,21-42,-21 22,21-22,0 0,-21 21,21 0,1-21,20 0,0 0,-21 0,1 0,-1 0,0 0,0 0,0 21,0-21,22 0,-22 0,0 0,0 0,0 0,1 0,-1 0,0 0,0 0,21 0,-20 0,-1 0,0 0,0 0,0 0,0 0,1 0,20 0,-21 0,0 0,0 0,1 0,-1 0,0 0,0 0,0 0,0 0,1 0,-1 0,0 0,0 0,0-21,0 0,1 21,20-21,-42-22,21 43,0-21,-21 0,21 21,-21-21,0 0,0-1,0 1,0 0,0 0,0 0,0 0,0-22,22 1,-1 0,-21-22,0 43,0 0,0 0,0-1,0 1,0 0,0 0,0 0,0 0,0-22,0 22,0 0,0 0,0 0,0-1,0 1,0 0,-21 21,21-21,-22 21,1-42,21 20,-21 22,21-21,-42 21,42-21,-21 21,21-21,-22 21,22-21,-21 21,21-21,-21 21,21-22,-21 22,21-42,-21 42,0 0,-1 0,1 0,0 0,0 0,0 0,-22 0,22 0,0 0,-42 0,20 0,1 0,0 0,-1 0,22 0,0 0,0 0,-22 0,1 0,21 0,0 0,0 0,-1 0,1 0,0 0,0 0,0 0,21 21,0 0,0 1,-43-1,43 0,-21 0,21 0,-21 0,21 1,0-1,-21-21,21 21,-21 0,0 21,21-20,-22 20,22-21,0 0,0 0</inkml:trace>
  <inkml:trace contextRef="#ctx0" brushRef="#br0" timeOffset="23012.0914">18838 7578,'0'-21,"0"-1,0 1,0-21,0 0,-21-1,21 1,-21 21,21 0,0-22,0 22,0 0,-21 0,21 0,0-1,-21 1,0 21,21-21,0-21,-43 42,22-21,0-1,0 1,0 0,-1 21,1-21,0 0,0 21,-21 0,20-21,-20-1,0 22,21-42,-43 42,22-21,21 21,-1 0,1 0,0-21,-21 21,-1 0,1 0,21 0,0 0,0 0,-1 0,1 0,-21 0,21 0,0 0,-22 0,22 0,0 0,0 0,-22 0,22 0,0 0,0 0,0 0,0 0,-1 0,-20 63,42-20,-42-22,21-21,-1 42,1-42,21 21,-21 0,0 1,21-1,0 0,-21-21,21 21,-43-21,43 21,0 0,0 1,0-1,0 0,0 0,0 21,-21 1,21-22,-21 0,21 0,0 0,0 1,0-1,0 0,0 0,0 0,0 0,0 1,0-1,0 0,0 0,0 0,0 0,0 1,0-1,21 0,22 0,-22-21,0 21,-21 0,0 1,21-22,-21 21,21 0,-21 0,21 0,1 0,-22 1,21-22,-21 21,21 0,-21 0,21-21,0 0,-21 21,21-21,1 0,-1 0,0 21,-21 1,21-22,0 0,22 42,-22-42,0 0,0 21,0-21,0 0,1 0,-1 0,21 0,-21 0,0 0,1 0,-1 0,0 0,0 0,0 0,22 0,-22 0,0 0,0 0,0 0,0 0,1 0,-1 0,0 0,21 0,-21 0,1 0,-1 0,0 0,0 0,0-42,0 42,-21-21,0-1,43 22,-43-21,21 0,0 0,-21 0,21 0,-21-1,21 1,-21 0,22 21,-22-21,0 0,0 0,0-1,0 1,21 21,-21-21,21 0,-21 0,0 0,0-1,21 22,-21-21,42 21,-42-21,0 0,22 0,-22 0,0-1,0 1,21 0,-21 0,0 0,0-22,0 22,0 0,21 0,-21 0,0 0,0-22,21 43,-21-21,0 0,0 0,0 0,0-1,0 1,0 0,0 0,0 0,0 0,0-1,0 1,0 0</inkml:trace>
  <inkml:trace contextRef="#ctx0" brushRef="#br0" timeOffset="27992.4757">9419 8149,'-21'21,"0"1,0-22,21 21,0 0,-21-21,21 42,-22-21,22 1,0-1,0 0,0 0,-21 0,21 0,0 1,-21 41,21-21,-21-20,21-1,-42 0,42 0,-22 43,22-1,0-21,-21-20,21 20,0-21,0 43,0-43,0 63,0 22,0-42,0-1,0-20,0 41,0-20,0-22,0-21,0 22,0-1,0 0,0-21,0 22,0-1,0 0,21-42,-21 22,43-22,-43 21,21 0,0-21,-21 21,0 0,42 0,-20-21,-1 22,0-1,0 0,0 0,0 0,1 0,-1-21,0 22,0-22,0 21,-21 0,21 0,43-21,-43 21,0 22,0-43,1 21,-1-21,0 0,0 0,21 0,-20 0,-1 21,0-21,21 0,1 0,-22 0,21 0,-21 0,0 0,1 0,-1 0,0 0,64 0,-64 0,0 0,0 0,0 0,22 0,-22 0,21 0,-21 0,0 0,-21-21,22 21,-22-43,21 22,0 0,0-21,43 21,-43 21,0-22,0 1,0 21,0-21,1 0,-1 0,42 0,-20-22,-22-20,0-22,-21 64,0-21,0 20,0 1,0 0,0-21,0-22,0 22,0 0,0-1,0 22,0-21,0-22,0 43,0-21,-21-1,21 22,-21-21,-43 0,64 20,-42-41,21 42,21 0,-22-22,1 1,-21 0,42 20,0 1,-21 21,-22-21,22 21,21-42,-21 21,21-1,-21 1,0 0,0 21,-1-21,1 0,21 0,-21 21,21-22,-21-20,0 21,0 21,21-21,-22 0,1-1,21 1,-21 21,21-21,0 0,-21 21,0 0,21-21,-43 21,22 0,0-43,0 22,-21 0,20 21,1 0,0 0,21-21,-21 21,0 0,0 0,-1 0,1 0,0 0,0 0,0 0,21-21,-43 21,22 0,0 0,0 0,0 0,0 0,-1-21,1 21,-21 0,21 0,0 0,-1 0,1 0,0 0,0 0,0 0,0 0,-1 0,1 0,0 0</inkml:trace>
  <inkml:trace contextRef="#ctx0" brushRef="#br0" timeOffset="34222.4513">10181 9250,'-21'0,"0"0,0 0,0 0,-1 0,-20 0,21 0,0 0,0 0,-1 0,1 0,0 0,0 0,0 0,0 0,-1 0,22 21,-21-21,21 21,-21-21,0 21,0-21,0 22,-43-1,43 42,0-42,-22 1,-62 20,83-21,1 0,0 0,0 1,0-22,0 42,21-21,-22 0,-20 0,21-21,0 22,0-1,-1-21,1 21,0 42,21-41,-21-1,21 0,-21-21,21 21,0 0,0 0,0 1,0-1,0 0,0 0,0 0,0 0,0 1,0-1,0 0,0 0,0 0,0 43,0-43,0 0,0 0,0 0,0 1,0-1,0 0,0 21,0-21,0 1,0-1,0 0,0 0,0 21,0-20,0 20,0-21,0 0,0 22,0-22,0 0,0 0,0 21,0-20,0-1,0 21,0-21,0 22,21-22,-21 0,21 21,0-21,-21 1,21-1,1 0,20 21,21-42,-41 43,-1-43,0 0,-21 42,21-42,0 0,0 21,-21 0,64-21,-22 21,-21-21,1 0,-1 0,0 0,21 22,-21-22,1 21,-1-21,0 0,0 0,0 0,0 0,1 0,-1 0,0 0,0 0,0 0,0 0,1 0,-1 0,0 0,21 0,-21 0,1 0,-1 0,0 0,0 0,0 0,0 0,1 0,-1 0,0 0,0-21,0 21,0-22,1 1,-1 0,-21-21,21 21,21-1,-21 22,1 0,-1 0,0-21,-21 0,0 0,21 21,-21-21,21 0,-21-1,21-20,1 21,-1 0,21 0,-21-22,0 1,-21 0,22-22,-22 22,0-1,0 1,0 21,0 0,21-43,-21 1,21-1,-21 43,0 0,21-21,-21 20,0-20,0 21,0 0,0 0,0-1,0 1,0-42,0-1,0 43,0-21,0-22,0 43,0 0,0-43,0 1,0-1,0 22,-21 42,0-42,21 21,0-1,-21-20,-1 21,22 0,-21 0,-21-1,21 1,21-21,-21 21,-1 0,1 21,0-22,0 1,0 0,0 21,21-21,-43 21,22-21,0 21,0 0,0 0,-1 0,1 0,0 0,-21 0,21 0,-1 0,1 0,0 0,0 0,0 0,0 0,-22 0,22 0,0 0,0 0,21 21</inkml:trace>
  <inkml:trace contextRef="#ctx0" brushRef="#br0" timeOffset="40643.7106">15685 8086,'-22'0,"1"0,0 0,0 0,0 0,0 0,-1 0,-20 0,21 0,0 0,0 0,21-21,-22 21,1 0,0 0,0 0,-21 0,20 0,1 0,0 0,0 0,0 0,0 0,-1 0,1-22,-21 22,21 0,0 0,-1 0,1 0,0 0,0 0,0 0,-22 0,22 0,0 0,-21 0,-1 22,-20-1,-22 0,43 0,0 0,-1 22,-20-22,42 0,-1 0,1 0,0-21,0 0,21 21,-21-21,21 22,-21-22,21 21,0 0,0 0,0 21,0-20,0-1,0 0,0 21,-22 1,22-1,0-21,-21 0,21 0,0 1,0-1,-21-21,21 21,0 0,0 0,0 0,0 1,-21-1,21 0,0 0,0 0,0 0,0 1,0-1,0 0,0 0,0 21,0-20,0-1,0 0,0 0,0 0,0 0,0 22,0-22,0 0,0 0,0 0,0 1,0-1,0 0,0 42,0-20,0-22,0 0,0 0,0 0,0 1,0 20,0-21,0 0,0 0,0 1,0-1,0 0,0 0,0 0,0 0,0 1,0-1,0 0,0 0,0 0,0 0,21 1,0-1,0-21,-21 21,22-21,-22 21,21-21,-21 42,0-20,21-22,0 0,0 21,0 0,43 21,-64-21,21-21,-21 22,21-22,0 0,1 42,-1 0,0-21,-21 1,0-1,42-21,-21 0,-21 21,22 0,-1-21,-21 21,21-21,0 0,-21 43,42-22,1-21,20 0,-42 0,1 0,-1 0,0 0,0 0,43 0,-43 0,0 0,21 0,-21 0,22 0,20 0,-42 0,1 0,-1 0,0 0,0 0,0 0,22 0,-22 0,0 0,0 0,0 0,0 0,1 0,-1 0,0 0,21 0,-42-43,0 22,21 21,-21-21,0 0,22 21,-1-42,0 20,0-20,-21 0,21-1,-21 22,0-21,0 21,21 0,1-64,-22 43,0 20,0 1,0 0,0 0,0 0,0 0,0-22,0 22,0 0,0 0,0 0,0-1,0 1,0 0,0 0,42-43,-42 43,0-21,0 21,0-22,0 22,0 0,0-21,0-1,0 22,0-63,0 41,0 22,0 0,0 0,0 0,0-1,0 1,0-21,0 21,0-22,0 22,0-21,0 21,0 0,0-22,0 22,0-21,0 21,0-1,0 1,0 0,0 0,0 0,0-22,0 22,0 0,0 0,0 0,-21 0,21-1,0 1,-21 21,21-42,0 21,0 0,-22-1,22 1,-21 21,21-21,-21 0,21 0,-21 21,21-21,0-1,-21-20,21 21,-21 21,-22-21,22 21,0 0,0 0,0 0,-1 0,1 0,0 0,0 0,0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5-07-25T09:54:58.7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9229 9335,'-21'21,"21"0,-22 0,-20 43,0-64,21 21,-43 0,43 0,0 0,0 43,-22-1,-20-20,42-1,21-21,0 21,0 22,0-22,0-21,0 1,0-1,0 0,0 0,0 21,42-20,-21-1,21 0,1 21,-1-21,22 1,-43-1,21 0,0 0,22 43,21-22,-22-42,-21 0,-20 0,62 0,1 0,0 21,42-21,-64 0,-21 0,22 0,-22 0,-21 0,22 0,-22 0,0 0,0 0,0 0,22 0,-1 0,-21 0,22 0,-1 0,-21 0,21 0,22 0,-1 0,43 0,-63 0,-22 0,21 0,64 0,-21 0,-22 0,85 0,43 0,-22 0,0 0,-105 0,-22-21,22 21,-43 0,0 0,0 0,0 0,1 0,-1 0,42 0,-20-21,168-22,-105 1,-21 21,105-21,-63 42,-21-22,-21 22,21 0,-85 0,21 0,0 0,-20 0,-1 0,42 0,-42 0,1 0,-1 0,21 0,43-21,-43 21,0 0,43-21,21 21,21 0,-21 0,-22 0,-20 0,63-21,-42 21,-43 0,21 0,1 0,-22 0,-21 0,1 0,20 0,43 0,-1 0,1 0,63 0,21 0,64 0,-42 0,-128 0,64 0,-84 0,-1 0,-21 0,43 0,-22 0,0 0,1 0,-22 0,21 0,-21 0,0 0,-21-21,43-127,211 148,-43 0,-105 0,-63 0,20 0,-21 0,43 0,-21 0,-22 0,85 0,-85 0,43 0,42 0,-42 0,20 0,-20 0,-64 0,22 0,20 0,-42 0,0 0,22 0,-22 0,21 0,1 0,-1 0,0 0,-42-22,21 22,1 0,-1 0,21 0,-21-21,0 21,-21-21,22 21,-1 0,0 0,-21-21,21 21,0-21,0 21,1 0,-22-21,42-64,43-42,-43 21,0 21,-42 43,0 0,0 21,0-22,0 22,0 0,0 0,0 0,0-1,-42-20,0 42,42-21,-22 21,-20-21,0 21,21 0,-1 0,1 0,0 0,-21 0,21 0,-43 0,1 0,-43 0,21 0,22 0,20 0,-63 0,64 0,-21 0,41 0,1 0,-21 0,21 0,-22 0,22 0,0 0,0 0,-21 0,-22 0,43 0,-21 0,-1 0,22 0,-21 0,21 0,-1-43,1 43,0 0,0 0,-21 0,-1-21,-20 21,-1-21,22 21,0 0,-22 0,22 0,-1 0,1 0,0 0,-22 0,22 0,0 0,-1 0,1 0,0 0,-1 0,1 0,-22 0,22 0,-43 0,43 0,-21 0,-1 0,22 0,-22 0,-42 0,64 0,-21 0,20 0,-20 0,20 0,1 0,0 0,-1 0,-62 0,41 0,1 0,-22 0,43 0,-1 0,-63 0,22 21,-1-21,-21 43,0-43,43 0,21 0,-1 0,1 0,0 0,-1 0,-20 42,20-42,1 0,0 0,-1 0,-62 0,20 0,-42 0,85 0,-43 0,-21 0,43 0,20 0,-41 0,62 0,-20 0,21 0,-64 0,1 0,62 0,-20 0,0 0,21 0,-22 0,22 0,-42 0,-43 0,42 0,22 0,-22 0,22 0,-21 0,20 0,1 0,0 0,20 0,-20-21,21 21,0 0,0 0,-1 0,1 0,0 0,0 0,0 0,0 0,-22 0,22 0,-21 0,-43-21,22 21,20 0,-41 0,41-22,22 22,-21 0,-1 0,22 0,-21 0,0 0,-22-21,1 0,20 21,1 0,-64 0,43 0,-1 0,22 0,21 0,-22 0,22 0,-21 0,-1 0,-20 0,21 0,-1 0,1 0,0 0,-1 0,1 0,-22 0,43 0,-42 0,20 21,22 0,-42 22,20-22,-41 0,41-21,-41 21,-1 0,0 1,1-1,-1 0,43-21,-1 0,22 0,-85 21,64-21,0 0,-1 21,1-21,0 0,21 43,-1-43,1 0,0 0</inkml:trace>
  <inkml:trace contextRef="#ctx0" brushRef="#br0" timeOffset="9562.8625">10181 11769,'21'0,"1"-21,-22-1,21 22,-21-21,21 0,0-21,0 42,-21-21,21-1,1-20,20 0,21-106,-20 63,-22 43,0-1,0-20,0 20,22-20,-43 42,21 0,-21-1,0 1,0-21,0 21,0 0,0-1,0 1,0 0,0 0,0-21,0 20,0 1,0 0,0-21,0 21,0-22,0-20,0 42,0-22,0 1,0 21,0-22,0-20,0 21,0 20,0-20,0 0,0-22,0 1,0-1,0 22,0-22,0 1,0 21,0 20,0-41,0 21,0 20,-21-20,21 21,0 0,-21 0,21-1,0 1,-22 21,22-21,0 0,-21 0,21-22,0 22,0 0,0-21,-21 21,21-1,0 1,0 0,0 0,0 0,-21 0,21-1,0 1,0 0,-21 0,21 0,0 0,0-1,0 1,0 0,0-21,0 21,0-1,0 1,0 0,0 0,0 0,0 0,0-1,0 1,0 0,0 0,0 0,0 0,0-1,0 1,0 0,0 0,0 0,-21-22,21 22,0 0,0 0,-22 21,22-21,0 0,0-1,0 1,0 0,0-21,0 21,-42-22,42 1,0 21,0-22,0-41,0-1,0 22,0-64,0 21,0 0,0 21,0 43,0 21,0-85,0 21,0 22,0-1,0-84,0 85,0-1,0-42,0 0,0 43,0 21,0-1,0 22,0-21,0-1,-21 22,0 21,0 0,-1 0,1 0,0 0,0 0,-21 0,20 0,1 0,0 0,0 0,0 0,0 0,-1 0,1 0,-21 0,21 21,0-21,-22 64,22-43,-21-21,-22 42,-20 1,-1-1,0 0,43 1,21-43,-22 21,22-21,-21 0,21 21,0-21,-1 21,1 0,0-21,0 43,-21-22,20 21,-20-21,21-21,0 22,0-1,21 0,-22 0,22 0,-42 0,21 43,-21 21,20-43,1 106,21-42,-21-21,21 42,0-22,0 22,0-21,0 0,0-21,0-22,0 64,0-42,0 21,0-22,0 1,0 42,0-85,0 22,0 42,0-43,0-20,0-1,0 0,0 1,0-22,0 0,0 0,0 21,0 1,0-1,0-21,0 43,0 20,0 22,0 0,0 42,0-84,0 105,0-84,0-22,0 22,0-64,0 21,0 22,0-1,0-41,0 41,0 1,0 41,0-20,0 0,0 21,0-64,0 0,0 22,0-43,0 21,21 1,-21-22,0 21,21 22,-21-22,43-21,-43 0,21-21,21 21,-21 22,43-22,42-21,-43 42,-42-42,1 0,41 0,-42 0,64 0,-64 0,0 0,85 0,-64 0,-20 0,-1 0,0 0,21 0,1 0,-22 0,0 0,0 0,21 0,1-21,-1 21,-21-21,0 21,1-21,-1 0,21 21,-21 0,43 0,-22 0,-21-22,0 22,1 0,-1-21,0 21,21-21,-21 21,-21-21,43 21,-22-21,0 21,0 0,-21-21,21 21,22 0</inkml:trace>
  <inkml:trace contextRef="#ctx0" brushRef="#br0" timeOffset="14786.2947">8636 12234,'0'-21,"0"-21,0 21,0 0,0-1,0 1,0 0,0 0,0-21,0-22,0 22,0-1,0 1,0 21,0-43,0 1,0 21,0-1,0 22,0-42,0 20,0 22,0 0,0 0,0 0,0-1,0-20,0 0,0-1,0 22,21 21,-21-21,0 0,0-21,21 20,1 1,20-21,-21 42,21-21,-42-22,43 1,-22 0,0 21,43-22,-22 22,-21-21,0 21,22-1,-22-20,0 21,42-21,-41-1,-1 22,0 0,0 21,0-64,0 64,-21-21,64-42,-43 42,-21-1,21 22,22-42,-22 0,21-1,0 22,1 0,-1 0,22 0,-22 0,21-1,-20 1,-1 0,0-21,-20 42,20-21,0 21,-21 0,1 0,20-22,-21 22,0 0,0 0,22 0,-22 0,0 0,0 0,0 0,1-21,-1 21,0 0,0 0,43 0,-43-21,0 21,21 0,1 0,20 0,-21-21,1 21,-1 0,0 0,64 0,0 0,21 0,-63 0,-22 0,21 0,-41 0,20 0,-21 0,43 0,-22 0,0 0,-21 0,22 21,-43 0,42-21,22 21,-43-21,21 0,0 0,1 43,20-43,-20 21,-1 0,43-21,-64 0,21 21,-21-21,22 21,-1 1,0-22,1 21,-1-21,-21 21,0 0,0-21,22 21,-1-21,-21 0,0 43,1-43,-1 21,0-21,0 21,0-21,22 21,-22-21,-21 21,0 0,0 1,21-22,-21 21,21 0,-21 0,21 0,0 0,1 1,-1-1,0 0,-21 0,21 0,0 0,0 22,1-22,-1 0,0 21,0-20,0 20,0 0,-21 1,43-22,-43 0,21 0,0 21,-21-20,0-1,21 0,-21 42,21-41,-21-1,0 21,0-21,0 43,22-22,-22 0,0-20,21 20,-21 0,21 1,-21-1,0 0,21-21,-21 1,0-1,0 0,0 21,21 1,-21-22,0 0,21 21,-21-21,0 22,0-22,0 0,0 0,0 0,0 1,0 20,0 21,0-41,0-1,0 0,0 0,0 0,0 0,0 1,0-1,0 21,0-21,0 0,0 1,0-1,0 0</inkml:trace>
  <inkml:trace contextRef="#ctx0" brushRef="#br0" timeOffset="19496.1069">8890 6265,'21'43,"0"-1,1 64,-1-43,0-20,0-1,0 64,-21-64,21 1,-21-1,22 0,-22-21,42 22,-21-22,-21 0,21 0,0 0,1 1,-1-1,0-21,-21 21,21 0,21 21,-20-20,-1-1,0 0,0-21,-21 21,0 0,0 0,21 1,-21-1,21 21,1-21,-22 0,21-21,0 22,-21-1,42 0,-42 0,21 0,1-21,-1 43,0-22,0 0,0 0,-21 0,21-21,1 21,-1-21,0 22,21-1,-21-21,22 21,-1 0,22 21,-22-42,0 0,1 22,62-22,-62 42,-1-42,-21 0,22 21,-22-21,42 0,-42 0,22 0,-22 0,21 0,-21 0,22 0,-22 0,21 0,1 0,-22 0,21 0,22 0,-22 0,-21 0,21 0,-20 0,-1 0,42 0,-42 0,22 0,20 0,43 0,-21 0,21 0,-64 0,0 0,1 0,20 0,-42 0,22 0,-22 0,21 0,0 0,22 0,-22 0,-21 0,1 0,62-42,-20-22,-1 43,-20 0,-22 21,21 0,-21 0,0 0,1 0,20 0,0 0,1-21,-22 21,21-21,0 21,-20 0,20 0,-21-22,0 22,0 0,1-21,-1 0,0 21,0-21,21 21,-20-42,-1 42,-21-22,21 22,-21-21,21 21,0 0,-21-21,21 0,-21 0,22-22,-1 1,21 0,22-43,-43 43,0-43,0 22,-21 20,21 22,-21 0,0 0,0-22,0 1,0 21,0-21,0 20,0 1,0 0,0-21,0-1,21 1,-21 21,0-21,0-22,0 43,0 0,0 0,0-22,0 22,0-21,0-1,0 22,0 0,0 0,0 0,0 0,0-22,0-20,0 42,0-22,0 22,0 0,0 0,0 0,0-1,0-20,0 21,0 0,0 0,0-22,0 22,0 0,0-21,0-1,0 1,0 21,0 0,0-1,0 1,0-21,0 21,0-22,0 22,0 0,0-21,0 21,0-1,0 1,0 0,0 0,0 0,0 0,0-1</inkml:trace>
  <inkml:trace contextRef="#ctx0" brushRef="#br0" timeOffset="27638.8374">15515 10202,'-21'0,"-21"0,21 0,-1 0,1 0,0 0,0 0,0 0,0 0,-22 0,22 0,0 0,0 0,0 0,-1 0,1 0,0 0,0 0,-21 0,20 0,1 0,0 0,0 0,0 0,0-21,-1 21,22-42,-42 42,21 0,0-21,0 21,-1 0,1-21,0 21,0 0,-21-22,20 22,1 0,0-21,0 0,0 21,21-21,-21 21,-1-21,1-22,-21 1,0 0,20-1,-20 22,21-42,21 20,-64-20,64 42,-21 0,0-22,0-20,0 42,0-1,-1 1,1-21,21 21,0 0,-21 21,21-43,0 22,-21 0,21 0,-42 0,42-1,-22 1,1 0,21-64,-21 43,21 21,0 0,0-22,0 22,0 0,0 0,0-21,0-1,0 22,0-42,0 41,0-20,0 21,0 0,0 0,0-1,0-20,0 0,0 21,0-1,0 1,0 0,0 0,0 0,0 0,0-1,0 1,0 0,0 0,0 0,0 0,21 21,-21-22,21 22,22 0,-22-21,0 0,0 0,0 21,-21-42,22 20,-1 1,0 21,0 0,-21-21,42 21,-20 0,-1-21,0 21,0-21,0 0,106-22,-84 22,-22 21,42-63,-42 41,43 22,-22 0,-21 0,1 0,-22-21,21 21,0 0,0-21,21 21,-20-21,-1 0,21 0,0 21,-20-22,20 22,-21 0,21-21,22 0,-22 21,22 0,-22 0,0 0,-20 0,20 0,43 0,-43 0,43 0,-22 0,-21 0,-20 0,-1 0,0 0,0 0,-21 21,42-21,-42 21,0 1,22-22,-1 42,-21-21,0 21,21 22,21-22,-21 1,22-22,20 21,-42 0,22 22,-22-43,0 21,0 1,0-1,-21-21,0 43,0-1,0-20,0 41,0-20,0-22,0 64,0-43,0-41,0 20,0 0,0-21,0 22,0-22,0 0,-21 0,0 0,21 1,-21-22,21 21,-21-21,21 21,0 0,0 0,0 0,-21-21,21 22,-22-22,22 21,-42 0,21 42,21-41,-42-1,42 21,-22 0,1-20,0 41,0-42,0 43,0-43,-43 42,43-20,0-22,0 0,-1-21,22 21,-21-21,21 21,0 1,-42-22,42 21,0 0,-21-21,21 21,-21-21,21 21,-22-21,22 21,-21-21,21 22,0-1,0 0,-21-21,21 21,-21 0,0-21,0 21,-22 1,22 20,21-21,-21 0,0-21,0 0,21 21,-22-21,1 0,0 0</inkml:trace>
  <inkml:trace contextRef="#ctx0" brushRef="#br0" timeOffset="31072.1133">18479 6541,'-22'0,"-20"0,0 0,-1 0,1 0,-85 21,-21 0,42 21,-21-21,42 1,1-22,41 21,1-21,21 21,-21-21,42 21,-43-21,22 21,0-21,21 43,0-22,-21 0,0 0,-1 0,1-21,21 21,-21 1,21-1,0 0,-21-21,21 21,0 0,0 0,0 1,0-1,0 0,0 0,0 0,0 0,0 1,0 20,0-21,0 0,0 0,0 22,0-1,0 0,0 1,0-1,0 0,0-20,0-1,42 0,-21 42,22-41,-22-1,0 0,43 0,-22 0,-21 22,43-22,41 42,-20-20,42-22,-106 0,64 0,0-21,-43 21,-21 0,21-21,1 0,-1 0,85 64,21-64,0 0,-63 0,42 0,-21 0,0 0,-64 0,0 0,22 0,-22 0,-21 0,1 0,-1 0,0 0,0 0,43 0,-1-42,1 20,41-20,-41 42,-22 0,1 0,-22 0,21 0,-21 0</inkml:trace>
  <inkml:trace contextRef="#ctx0" brushRef="#br0" timeOffset="33034.1346">18500 6519,'42'0,"170"0,-1 0,-84 0,0 0,-42 0,-21 0,-1 0,-42 0,22 0,-1 0,-21 0,21 0,1 0,20 0,-20 0,41 0,-63 0,1 0,20 0,-21 0,21 0,43 22,-43-22,-20 0,20 0,-21 0,0 0,0 0,1 0,-1 0,0 0,0 0</inkml:trace>
  <inkml:trace contextRef="#ctx0" brushRef="#br0" timeOffset="37251.6922">8170 6350,'22'0,"-1"0,21-42,106-1,85 1,42-21,-84 63,-43 0,-63 0,20 0,1 0,-63 0,189 0,-83 0,-1 0,-21 0,21 0,-63 21,-22-21,22 21,-43-21,0 21,-20-21,-1 21,42-21,-20 43,-22-22,42 0,22 0,-43 0,22 43,-43-43,21 0,1 0,-43 0,21-21,-21 22,0-1,21 21,-21-21,21 0,-21 1,0-1,0 0,0 21,0-21,0 43,0-22,0 1,0-22,0 21,0-21,0 0,0 1,-21-22,21 21,-21 0,-43 21,22 1,21-1,0-21,-1 0,-20 0,-43 22,22-22,21 0,-85 0,42-21,64 0,-64 0,43 0,21 0,-22 0,22 0,-64 0,22 0,21 0,-43 0,21 0,22 0,0 0,-1 0,-20 0,-1 0,1 0,-43 0,64 0,-1 0,-41 0,63 0,-43 0,1 0,-43 0,21 0,-42 0,42-21,22 21,-22 0,22 0,-1 0,1 0,-22-21,43 21,-43-21,22 21,41 0,-20 0,21-21,-64 21,43-22,-43 22,1 0,41 0,-20-21,42 21,-22 0,1 0,0 0,-1 0,22 0,-21-21,21 21,-22 0,22 0,0-42,0 42,0 0,-1 0,1 0,0 0,0 0,0 0,0 0,-1 0,1 0,0 0,0 0,0 0,0 0,-1 0,-41 0,42 0,-22 0,22 0,-21 0,21 0,0 0,-1 0,1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5-07-28T05:19:14.4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3154 17484</inkml:trace>
  <inkml:trace contextRef="#ctx0" brushRef="#br0" timeOffset="5484.9192">8954 6646,'0'85,"-22"0,22-43,0 85,0-85,0 22,0-22,0 1,0 20,0-42,0 43,0 20,0-41,0-1,0 0,43-20,-43-1,21 21,-21 0,21-42,-21 22,21-1,0 0,1-21,-1 21,0 0,0 0,0 22,0-22,22 0,-1 0,0 22,43-22,-64 0,22-21,-22 0,42 0,-20 0,-1 21,0-21,-21 0,22 0,20 42,-42-42,1 0,-1 0,0 0,0 0,0 0,0 0,1 0,-1 0,0 0,0 0,0 22,22-22,-22 0,21 0,-21 0,0 0,22 0,-22 0,21 0,22 0,-22 0,-21 0,0 0,1 21,-1-21,0 0,0 0,0 0,0 0,1 0,20 0,0 0,1 0,-1 0,-21 0,0 0,0 0,1 0,-1 0,0 0,0 0,21 0,1 0,-22 0,0 0,21 0,22 0,-43 0,21 0,1 0,-1 0,0 0,1 0,-1 0,-21 0,0 0,22 0,-1 0,0-21,1 21,-22 0,21-43,1 22,-1 21,-21 0,0 0,22 0,-1 0,-21 0,-21-21,21 21,0-21,1 0,-1-1,0 22,-21-21,21 21,-21-21,21 21,0-21,-21-21,0 20,22 22,20-21,-21 0,0 0,0 0,1 0,-22-22,21 1,21 0,-21-1,0 22,22-21,-22-22,-21 43,0 0,0 0,21-22,0 22,-21 0,0 0,0-21,0 20,0 1,21 0,-21 0,0 0,0 0,0-1,0 1,0-21,0 21,22 0,-22-22,0-20,0-1,0 22,0 21,0 0,0-1,0 1,0 0,0 0,0-21,0 20,0 1,0 0,0 0,0 0,0 0,0-1</inkml:trace>
  <inkml:trace contextRef="#ctx0" brushRef="#br0" timeOffset="9343.0306">8954 11663,'0'-21,"-43"-85,1 64,42-22,-42-63,42 106,0-21,0-22,0 1,0-1,0 43,0 0,0 0,0-1,0-20,0 21,0 0,0-43,0 43,0-42,42-1,0-21,-21 43,43-64,-22 43,1 20,-22 1,0 21,0 0,-21 0,21-1,43 1,-22 0,-42 0,42 0,-20 21,-1-21,0 21,0 0,0 0,0 0,43 0,21-22,-43 22,0 0,1 0,20 0,-42 0,22 0,-1 0,0 0,-21 0,43 0,-22 0,22 0,-43 0,0 0,0 0,0 0,1 0,-1 0,0 0,0 0,0 0,0 0,43 0,-22 0,-21 0,22 0,-22 0,0 0,43 0,-43 0,21 0,-21 0,22 0,-22 0,0 0,21 0,1 0,-22 0,0 0,21 0,43 0,-43 0,1 0,-22 0,21 0,0 0,1 0,-22 0,0 0,0 0,0 0,1 0,-1 0,0 0,21 0,1 0,-22 0,21 0,0 0,1 0,-22 0,0 0,0 0,0 0,22 0,-22 0,21 0,-21 0,1 0,-1 0,0 0,0 0,21 0,-20 0,20 0,0 0,-21 0,22 0,-1 0,22 0,-43 0,0 0,21 0,-21 0,1 22,-1-22,0 0,0 0,0 21,0 0,-21 0,22-21,-22 21,0 0,0 1,21 20,0-21,-21 21,0-20,0-1,0 0,21 21,-21 22,0-43,0 21,0-21,0 1,0-1,21-21,-21 63,0-20,43-22,-43 0,21 0,-21 0,0 0,0 1,0-1,0 21,21-21,-21 0,0 1,0 20,0-21,0 43,0-43,0 21,0-21,0 22,0-1,0 0,0-21,0 1,0-1,0 21,0-21,0 0,0 1,-21 20,21-21</inkml:trace>
  <inkml:trace contextRef="#ctx0" brushRef="#br0" timeOffset="14065.7997">9821 8573,'-42'42,"-21"43,-1-64,22 21,-22-21,-20 0,41 1,22-22,-21 21,-1-21,22 42,-21-42,21 0,0 0,-1 0,1 0,0 0,0 0,-21 0,-1-21,22 0,21 0,-21-1,21 1,-21 0,21-21,-21-1,-1 1,1-43,0 43,21-85,-21 64,0 63,21-64,0 43,0-21,-21 20,21 1,0 0,0 0,-22 0,22 0,0-1,0 1,0-21,0 21,0 0,0-1,-21 22,21-21,0 0,0 0,0 0,0 0,0-1,0 1,0 0,0-21,0 21,0-22,0 22,0-42,0 41,0-20,0 21,0 0,0-22,0-20,0 42,0 0,0-22,0-20,0 42,21-43,1 22,-22 21,21-1,0 1,-21 0,0 0,21 0,0-22,0 43,22-21,-22 0,-21 0,85-21,-43 42,-21 0,0 0,0 0,22 0,20 0,-20 0,-1 0,0 0,-21 0,43 0,-22 0,-21 0,22 0,20 0,-42 0,22 0,-22 0,0 0,0 0,0 0,43 0,-43 0,0 21,0 21,-21-21,22 22,-1-1,-21 0,21-21,-21 22,21-22,-21 42,0-41,0-1,0 21,0-21,0 0,0 1,0-1,0 21,0-21,0 0,0 1,0-1,0 21,0-21,0 0,0 43,0-43,0 0,0 0,0 22,0-22,0 0,0 21,0-20,0-1,0 0,0 21,0-21,0 22,0 20,0-42,0 1,0 20,0 0,0 1,0-22,-21 21,21 0,0 1,-21-22,0 21,21 22,0-43,0 21,0 1,-22-22,22 21,-21-42,21 21,-21 0,0 1,-21-1,42 0,-22 0,1-21,0 0,21 21,-21-21,0 21,0-21,-1 43,22-22,-42-21</inkml:trace>
  <inkml:trace contextRef="#ctx0" brushRef="#br0" timeOffset="18541.8928">13653 9673,'0'-21,"21"-42,85-43,42 21,-64-42,22 64,0-1,0 22,-21-43,63 22,-127 41,-21 1,21 0,21 21,1-21,-22 21,64-21,-1 0,-20 21,-1 0,64 0,-84 0,20 0,-42 0,64 0,-43 0,22 0,20 0,-62 0,20 21,0 0,-21 0,1-21,41 21,-42 0,22 1,-1 20,-21-21,64 0,-43 0,0 1,1-22,-22 21,64-21,-22 21,43-21,-64 21,-21-21,43 0,-43 0,0 0,22 0,-1 0,-21 0,21 21,-20-21,-1 43,0-43,0 0,0 21,0-21,1 0,-1 0,0 0,0 0,-21 21,21-21,0 0,22 0,-22 0,0 0,0 0,0 0,1 21,-1-21,21 0,0 0,1 21,-22-21,21 0,1 21,20-21,-42 0,22 0,-22 22,0-22,0 0,0 0,22 0,-22 0,0 0,0 0,0 0,0 0,1 0,-1 0,21 0,-21 0,0 0,1 0,-1 21,0 0,0-21,-21 21,21 21,0-20,22-22,-22 21,-21 21,21 0,0-20,-21-1,0 21,0 0,0-20,0-1,0 0,0 0,0 0,0 22,0-22,0 0,-21 0,0 0,-21-21,20 21,22 1,-42-22,21 0,-21 21,-1-21,-20 21,-22 0,43 0,-64 0,42 22,22-22,-43 0,43 0,21-21,-43 21,43 43,-42-64,-1 0,-20 21,-43 43,-22-22,44 0,20-21,43-21,-22 0,22 43,21-43,-1 0,-20 0,0 0,-22 21,22-21,0 21,20-21,1 21,-42-21,20 0,43 21,-42-21,0 0,-22 0,-42 0,-21 22,43-22,-1 0,22 0,-1 0,1 0,-22 0,64 0,-22 0,-41 0,63 0,-22 0,-20 0,42-22,-43 1,22 21,21-21,-22-21,1 21,-22-1,64 1,-21 0,0 0,0 0,0 0,0-1,-1-20,1 21,21 0,-21 21,21-21,-21-1,21 1,-21 0,0 0,-1 0,1 0,0-1,-21 1,21 0,-1 0,1 0,0 21,21-21,-21-1,0 1,0-21,-22 42,1-21,0 21,20-21,1 21,0-22,0 22,0 0,0-21,-1 21,1 0,21-21,-21 21,0-21,0 21,21-21,-21 21,21-21,0-1,0 1,0 0</inkml:trace>
  <inkml:trace contextRef="#ctx0" brushRef="#br0" timeOffset="24611.7569">9229 18161,'21'0,"0"0,0 0,43 0,-22 0,-21 0,22 0,-1 0,0 0,-21 0,1 0,-1 0,0 0,21-21,-21 0,22 0,20-22,-20 22,-22 0,0 0,0 21,0 0,22-21,-22 21,-21-22,21 1,0 0,0 0,0-21,1-1,-1 1,0 21,21 0,-21-43,1 1,20-43,-21 63,0 1,0-21,1 20,-22 1,21 0,-21-1,0 1,63-22,-63 22,0 0,0-1,0-20,0 21,0-1,0-147,0-1,-63-42,42 64,-1 84,1-42,21 43,-42-1,21-63,0 63,-85-169,85 148,21 1,-22 62,22-63,-21 22,21 63,0-64,-21 64,21-64,-21 22,21-43,0 85,0-43,0 1,-21 41,21 1,-21-63,21 41,0-84,-22 85,22 21,-42-22,42 22,0-42,-21 42,21-1,0 1,0 0,0 0,-21 0,0 0,21-1,0-20,0 21,-22 21,22-21,0 0,-21 21,21-22,-21 1,0 21,21-21,-42 21,20 0,1 0,0 0,0 0,-21 0,20 0,1 0,-21 0,21 0,-22 0,22 0,0 0,0 0,-43 21,43-21,0 21,0-21,0 0,21 22,-21-22,-1 21,1-21,21 21,-21 21,-21-42,42 21,-21-21,-1 0,22 22,0-1,-21 0,0 0,0 0,0 0,0-21,-22 22,22 20,21-21,-21 21,0 1,0-1,21-21,-22 43,22-43,0 0,-21-21,21 42,-21 1,21-1,0-21,0 0,-21 1,21-1,0 21,0 0,-21 1,21-1,0 43,0-22,0 43,0-64,0 85,0-21,0-21,0-43,0-21,0 43,0-22,0-21,0 43,0-1,0-20,0-1,0 0,21 22,-21-1,21 22,-21-64,0 22,0-1,0 43,0-64,0 21,0 43,0-22,0-20,0-1,21 64,-21 0,0-43,0-42,0 22,0 20,0-42,0 43,0 20,0-41,21 41,-21-62,0-1,0 63,0-62,0 20,22 0,-22 1,0-1,0 0,0 1,0-22,0 21,0 0,21 1,-21-1,21 0,-21-20,0-1,21-21,-21 42,21-21,-21 0,0 1,43-1,-22-21,-21 21,0 0,0 0,0 0,21 22,-21-22,21-21,-21 21,21 0,-21 0,21-21,-21 22,22-1,-1 0,-21 0,42 21,-42-20,0-1,21 0,-21 0,21-21,-21 21,22-21,-22 21,21-21,-21 22,21-22,-21 21,21-21,-21 21,42-21,1 42,-1-42,-21 0,0 0,1 0,-1 0,0 0</inkml:trace>
  <inkml:trace contextRef="#ctx0" brushRef="#br0" timeOffset="28671.7861">8361 18817,'0'-63,"42"-43,-21 42,1 22,-1-21,0-22,21 0,43-42,-85 85,42-22,1-41,-22 83,0-20,0 21,-21 0,0 0,42-1,1-41,-22 42,-21 0,0-1,21 1,0 21,-21-21,21 21,1-21,-1 0,0 0,0-22,0 22,0 0,64-21,-64 42,64-64,-22 1,-20 41,-1 1,22 0,-1 0,-21 21,43 0,-21 0,-22-21,0 21,1 0,-1 0,0 0,1 0,-22 0,0 0,21 0,-21 0,1 0,-1 0,21-21,-21 21,0 0,1 0,20 0,-21 0,21-22,1 22,-22 0,0-42,0 42,0 0,1-21,-1 21,0 0,0 0,0 0,0 0,1 0,-1 0,21 0,-21 0,0 0,1 0,-1-21,0 21,42-21,-20 21,-1 0,0 0,1 0,-43-22,63 22,-42-21,1 21,20-21,-21 21,0 0,0-21,1 21,20 0,-21 0,0 0,0 0,1 0,-1 0,21 0,0-21,1 21,-22 0,21 0,-21-43,1 43,-1 0,21-21,-21 21,22 0,-22 0,0 0,21 0,22 0,-43 0,0 0,0 0,0 0,1 0,-1 0,0 0,0 0,21 43,-20-43,-1 0,21 0,-21 21,22 21,-22-21,0 0,0 1,21 20,-20-42,-1 42,0 1,21-22,1 21,-22-21,0 0,21 1,1 20,-1-21,-21 0,21 22,-20-43,20 42,-21 0,0 22,22-43,-22-21,0 21,0 0,-21 0,21 1,0-1,1 0,-1 42,21 22,-21-43,-21 1,21 41,1-41,-22-1,21 0,-21 1,0 20,0-20,0-22,0 0,0 0,0 0,0 22,0-1,0 0,0 1,0-1,0-21,0 0,0 0,0 22,0-22,0 0,0 0,0 0,0 1,0-1,0 0,0 0,0 21,0-20,0-1</inkml:trace>
  <inkml:trace contextRef="#ctx0" brushRef="#br0" timeOffset="32139.6328">8678 13420,'22'21,"20"64,21 20,-20-20,-1 0,43 42,-1-85,1 0,0 1,-22 20,1-42,20 43,-41-22,-1-42,-21 21,-21 1,43 20,20 0,-42-21,-21 1,21-22,1 21,-1 0,-21 0,21 0,0 0,0 22,22-22,-22-21,0 0,0 0,-21 21,21-21,0 0,1 21,20 0,43 1,-43-1,21 21,22-42,0 42,-64-42,85 22,-85-22,0 0,0 0,0 0,1 0,-1 0,0 0,0 0,21 0,-20 0,-1 0,0 0,21 0,1 0,20 0,-21 0,1 0,20 0,-20 0,41 0,-63 0,22 0,84 0,-64 0,43 0,-42 0,-22 0,-21 0,0 0,0 0,1 0,20 0,-21 0,0 0,0 0,1 0,-1 0,0 0,0 0,0 0,0-43,1 22,-22 0,42 21,-21-21,0 21,0-21,64-22,-64 22,22-42,-22 63,21-43,0 1,1 0,-1 20,-21-41,22-1,-43 43,63-42,-42-22,0 43,1-1,-1-20,-21 42,0-22,0 22,0 0,21 0,0-21,21-64,-42 42,0 1,0-22,0 0,0 22,0 21,0-43,0 43,0 20,0 1,0 0,0 0,0 0</inkml:trace>
  <inkml:trace contextRef="#ctx0" brushRef="#br0" timeOffset="39451.9525">14076 15219,'0'85,"-21"211,21-106,-21-20,21 84,0-85,0-42,0 21,0-21,0-63,0-43,0 42,0-20,21-1,21 22,22-1,-1-21,-63-20,21-1,0 0,1 0,-1-21,0 0,0 0,43 21,-1-21,64 43,-63-43,-22 0,-21 0,0 0,22 0,-22 0,21 0,-21 0,0 0,22 0,-22 0,42 0,1 0,42 0,21 0,-43 0,1-22,21 22,-21-42,63 42,-127 0,21 0,-21 0,43 0,-22 0,1 0,20 0,22 0,-22 0,-20 0,105-21,-64 21,22 0,-21-21,127-22,-128 43,22-21,-42 0,-43 21,0 0,0 0,0 0,43-21,-43 21,64-64,-22 64,43-63,-21 42,-22 0,64-22,0-41,0 41,-85 22,22 0,-22 0,43 0,-43-1,1 1,-22 0,0 0,0 0,-21 0,21-1,22 1,-22 21,0-21,0 21,0-21,-21 0,21 21,1 0,-22-21,21 21,-21-22,21 22,-21-21,0-21,0 21,0 0,0-1,0 1,0 0,0-21,0 21,0-22,0 22,-21 0,0 0,-1-43,-20 22,21-64,0 43,0 20,-22-41,43 62,-21 1,0 0,21-21,-21-22,21 22,0 21,-21 0,-1-22,1 22,0 21,0-42,-21-1,-1-41,1 63,0-22,20 22,1 21,0-21,0 21,0-42,0 20,-22 1,22 21,0-21,0 0,-64 0,64 0,0 21,0-22,-22-20,-20 42,-43-42,-85-1,128 22,-212 21,84-21,107 21,-22 0,21 0,22 0,-64 0,63 0,-148 0,85 0,-42 0,-21 0,84 0,0 0,64 0,-43 0,43 0,-1 0,-63 0,22 0,-1 0,0 0,22 0,21 0,20 0,-62 0,-1 0,64 0,-21 0,-1 0,1 21,21-21,-43 0,43 0,-21 21,-1-21,-20 0,42 22,-22 20,22-42,0 0,0 0,0 21,0-21,-22 0,22 0,21 21,-21-21,21 21,0 1,0-1,0 0,0 0,0 0,0 22,0-1,0-21,0 0,0 0,0 1,0-1,0 0,0 0,0 0,0 0,0 1,0-1,0 0,0 0,21-21,0 0,-21 21,21-21,-21 21,0 1,22-1,-1-21,-21 21,42-21,-21 0,0 0</inkml:trace>
  <inkml:trace contextRef="#ctx0" brushRef="#br0" timeOffset="40597.3864">23918 16679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62.13592" units="1/cm"/>
          <inkml:channelProperty channel="Y" name="resolution" value="62.06897" units="1/cm"/>
        </inkml:channelProperties>
      </inkml:inkSource>
      <inkml:timestamp xml:id="ts0" timeString="2025-07-28T05:21:59.0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11324 8043,'0'22,"0"-1,0 0,-21-21,21 21,0 0,-21-21,21 21,0 1,0-1,0 0,0 21,0-21,0 1,0-1,0 0,0 0,0 21,0 22,0-43,0 0,42 0,-42 1,21-1,1 21,-1-42,-21 21,21 22,-21-22,21-21,0 21,-21 0,43 0,-22 0,0 1,0-1,21 0,-20 21,-1-42,0 21,0-21,21 22,1-22,-43 21,21-21,0 0,21 0,1 0,-1 0,-21 0,0 0,1 0,-1 0,0 0,0 0,21 0,-20 0,-1 0,0-21,21-1,1-20,-1 21,-21 0,0 0,0 21,1 0,-1 0,-21-22,21 1,0 21,0-21,0 0,22 0,-43 0,0-1,0 1,0 0,0 0,0 0,0 0,0-1,0 1,0 0,0-42,0 41,0 1,0 0,0 0,-21 0,21 0,-22-1,22 1,-21 21,21-21,-21 21,0-21,0 21,21-21,-21 0,-1 21,1 0,0-22,-21 1,21 21,21-21,-22 21,1 0,0 0,0 0,0 0,21-21,-43 21,22 0,0 0,0-21,0 21,0 0,21-43,-22 43,1-21,0 21,0 0,-21 0,20 0,1 0,0 0,0 0,0 0,0 0,-22 0,22 0,0 0,0 0,0 0,-1 0,1 0,-21 0,21 0,-22 0,22 0,0 0,0 0,0 0,0 0,-1 0,-20 0</inkml:trace>
  <inkml:trace contextRef="#ctx0" brushRef="#br0" timeOffset="6428.5208">17886 8128,'-21'0,"21"-21,0 0,-21 21,-1-21,-20-1,0 1,21 0,-1 21,22-21,-42 21,21 0,21-21,-21 21,0 0,-1 0,1-21,0 21,0 0,-21 0,20 0,1 0,0 0,0 0,0 0,0 0,-1 0,-20 0,21 0,0 0,0 0,-1 0,1 0,0 0,0 0,0 0,-22 0,22 0,0 0,-21 0,21 21,-22 21,-41 22,20-1,22-21,-1-20,1 20,21-21,21 21,0-20,0-1,0 0,0 0,0 0,0 0,0 1,0 20,0-21,0 21,0-20,42-1,-42 0,43 0,-22 43,0-22,0-42,-21 21,21-21,-21 21,43 0,20-21,-42 22,0-22,1 21,-1-21,0 21,0-21,0 0,43 21,-22-21,0 0,-20 21,-1-21,42 0,-63 21,21-21,1 0,-1-21,0 0,0 0,0 21,0-21,1 21,-22-21,63 21,-42 0,0 0,1 0,-1 0,0 0,0 0,-21-22,42 22,1 0,-1-21,-42 0,21-21,0 21,1 21,-1 0,0 0,21 0,-21-22,1 22,-22-21,0 0,0 0,0 0,0 0,0-1,0 1,0 0,0 0,0-21,0 20,0 1,0 0,-22-64,1 43,21 21,-21 21,21-21,0 0,0-1,-21 22,21-21,-21 21</inkml:trace>
  <inkml:trace contextRef="#ctx0" brushRef="#br0" timeOffset="10813.8494">13864 11578,'0'-21,"0"0,-21 0,0-22,21-84,0 85,0 21,0 0,0 0,0-22,0 22,0 0,0 0,0 0,0-1,0 1,0 0,0 0,0-21,0 20,0-20,0 0,0 21,0-22,0 22,0 0,0 0,0 0,0-1,0 1,0 0,0 0,0 0,0-22,0 22,0 0,0 0,0 0,0 0,21-1,0 22,-21-21,21 21,-21-21,22-21,-1 21,0 21,0-22,21 1,-20 0,20 0,0 0,1 0,62-1,-20-20,21 21,-21 0,-22 0,-42 21,22-22,-1 22,0-21,1 0,-22 21,42-21,-20 0,-1 21,-21-21,21-22,22 22,-43 21,0 0,0-21,1 21,-1 0,0-21,21 21,1-21,-1 21,0 0,22 0,-1 0,-20-22,-1 22,0 0,1 0,-22 0,42 0,-20 0,-1 0,0 0,-21 0,1 0,-1 0,0 0,0 0,21 0,43 0,0 0,-43 0,-21 0,43 0,-22 0,0 0,1 0,41 0,1 0,-21 0,-1 0,-21 0,1 0,-22 0,42 0,-20 0,-22 0,21 0,1 0,20 0,-42 0,43 0,-22 0,43 0,-64 0,42 0,-20 22,-1-22,0 21,1 0,-22-21,21 0,22 21,-22 0,-21-21,22 0,-22 21,0-21,21 22,-21-22,22 42,-22-21,0 0,0-21,-21 21,21-21,1 43,41 20,-42-20,0-22,22 21,-22 0,0 22,43-43,-43 43,0-22,0 64,-21-64,21 43,-21-22,0-20,0-22,0 21,0-21,0 43,0-43,0 0,0 0,0 0,0 1,0-1,0 0,0 0,0 0,0 0,0 22,0-22,0 0,0 0,0 0,0 43,0-43,0 0,0 0,0 1,0-1</inkml:trace>
  <inkml:trace contextRef="#ctx0" brushRef="#br0" timeOffset="15733.5545">13568 11515,'0'-43,"-42"22,42 0,0-21,-22 21,22-85,0 42,0 22,0-22,0 43,0 0,0 0,0-21,0-1,0 22,0-21,0-22,0 22,0 21,43-22,-22 1,21-21,-21 41,22-41,-43 21,0 20,21 1,42-21,-41 0,20-1,-21 22,21-42,-42 41,22 1,-1 0,0 21,0-21,21 0,-20 0,-1-1,0 1,0 21,0-42,22 42,-22 0,21 0,0 0,-20 0,-1 0,0 0,21 0,-21 0,1-21,-1 21,0 0,0 0,0 0,0 0,22 0,-22 0,0 0,0 0,0 0,1 0,-1 0,0 0,0 0,0 0,0 0,1 0,-1 0,0 0,21 0,22 0,-43 0,21 0,22 0,20 42,-41 0,-1 1,0 20,22 43,-22-42,1 20,-22 1,-21 0,0-1,0 22,0-64,0 22,0-1,0-41,0 41,0-21,-43 43,1 0,-21 21,20 63,1-84,21 20,21-62,-21-1,21 0,-22 1,22-1,0-21,-42 0,42 1,-21-1,21 0,0 0,0 21</inkml:trace>
  <inkml:trace contextRef="#ctx0" brushRef="#br0" timeOffset="18766.0458">13907 6562,'0'21,"0"85,0-64,0 22,0-43,0 21,0 0,0-20,0 41,0-21,0-20,0 20,0 0,0 1,0 20,0-21,0-20,21 20,-21-21,0 21,0-20,21 20,-21 0,21-42,0 21,0 22,-21-22,43 0,-43 0,21 0,-21 1,21-1,-21 0,0 0,21 0,-21 0,0 1,21-22,1 21,20 21,43 0,-64-42,21 22,22-22,20 21,-63-21,22 21,20-21,-42 0,22 0,-1 0,0 0,-20 0,20 0,0 0,-21 0,1 0,-22-21,21 0,0-1,0 22,-21-21,21 21,-21-21,43 0,-22 0,-21 0,0-1,0 1,42-21,0-22,-20 22,-1-21,-21 41,0 1,0 0,0-21,0 21,0-1,0 1,0-21,42 0,-21-1,-21 1,0 0,0-1,0 22,0 0,0-21,0-1,0 1,0 0,0-1,0-20,0 20,0 1,0-21,0-43,0 21,0 0,0-20,0 41,-42 43,42-21,0-22,0 43,-21 21,21-21,0 0,0-1,0 1,0 0,0 0,0 0,0 0,0-1</inkml:trace>
  <inkml:trace contextRef="#ctx0" brushRef="#br0" timeOffset="19807.752">22627 9970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816253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42" name="Google Shape;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b06e3c580a_0_0:notes"/>
          <p:cNvSpPr txBox="1">
            <a:spLocks noGrp="1"/>
          </p:cNvSpPr>
          <p:nvPr>
            <p:ph type="body" idx="1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endParaRPr/>
          </a:p>
        </p:txBody>
      </p:sp>
      <p:sp>
        <p:nvSpPr>
          <p:cNvPr id="53" name="Google Shape;53;g2b06e3c5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3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body" idx="1"/>
          </p:nvPr>
        </p:nvSpPr>
        <p:spPr>
          <a:xfrm>
            <a:off x="1005840" y="2190750"/>
            <a:ext cx="12618600" cy="52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>
            <a:lvl1pPr marL="457200" marR="0" lvl="0" indent="-3683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83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100584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4846320" y="7627620"/>
            <a:ext cx="49377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10332720" y="7627620"/>
            <a:ext cx="32919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1.png"/><Relationship Id="rId7" Type="http://schemas.openxmlformats.org/officeDocument/2006/relationships/customXml" Target="../ink/ink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1.png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.png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>
            <a:spLocks noGrp="1"/>
          </p:cNvSpPr>
          <p:nvPr>
            <p:ph type="title"/>
          </p:nvPr>
        </p:nvSpPr>
        <p:spPr>
          <a:xfrm>
            <a:off x="1005840" y="438150"/>
            <a:ext cx="12618600" cy="159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300"/>
              <a:buFont typeface="Marcellus"/>
              <a:buNone/>
            </a:pPr>
            <a:r>
              <a:rPr lang="en-US" sz="4600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Digital Logic Design</a:t>
            </a:r>
            <a:endParaRPr sz="4600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6" name="Google Shape;26;p1"/>
          <p:cNvSpPr txBox="1">
            <a:spLocks noGrp="1"/>
          </p:cNvSpPr>
          <p:nvPr>
            <p:ph type="body" idx="1"/>
          </p:nvPr>
        </p:nvSpPr>
        <p:spPr>
          <a:xfrm>
            <a:off x="2150274" y="2394700"/>
            <a:ext cx="10965900" cy="48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35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Semester </a:t>
            </a:r>
            <a:r>
              <a:rPr lang="en-US" sz="3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II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3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FY</a:t>
            </a: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35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Course Code</a:t>
            </a: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3600" b="1" dirty="0" smtClean="0"/>
              <a:t>316U06C203</a:t>
            </a:r>
          </a:p>
          <a:p>
            <a:pPr marL="0" lvl="0" indent="0" algn="ctr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sz="3500" dirty="0" smtClean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Jan – May 2026</a:t>
            </a: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35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sz="3500" dirty="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7" name="Google Shape;2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" y="2663"/>
            <a:ext cx="680350" cy="8226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076" y="0"/>
            <a:ext cx="251613" cy="6528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02287" y="6996985"/>
            <a:ext cx="1042419" cy="776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lc="http://schemas.openxmlformats.org/drawingml/2006/lockedCanvas" xmlns:w15="http://schemas.microsoft.com/office/word/2012/wordml" xmlns="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aink="http://schemas.microsoft.com/office/drawing/2016/ink" xmlns:am3d="http://schemas.microsoft.com/office/drawing/2017/model3d" xmlns:o="urn:schemas-microsoft-com:office:office" xmlns:oel="http://schemas.microsoft.com/office/2019/extlst" xmlns:v="urn:schemas-microsoft-com:vml" xmlns:w10="urn:schemas-microsoft-com:office:word" xmlns:w="http://schemas.openxmlformats.org/wordprocessingml/2006/main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a16="http://schemas.microsoft.com/office/drawing/2014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p="http://schemas.openxmlformats.org/drawingml/2006/wordprocessingDrawing" xmlns:wp14="http://schemas.microsoft.com/office/word/2010/wordprocessingDrawing" xmlns:m="http://schemas.openxmlformats.org/officeDocument/2006/math" xmlns:mc="http://schemas.openxmlformats.org/markup-compatibility/2006" xmlns:wpc="http://schemas.microsoft.com/office/word/2010/wordprocessingCanvas" id="{DA3B82F8-7F36-4AE6-A785-76BCA479C67E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9" y="6996985"/>
            <a:ext cx="2161240" cy="77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74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 txBox="1">
            <a:spLocks noGrp="1"/>
          </p:cNvSpPr>
          <p:nvPr>
            <p:ph type="title"/>
          </p:nvPr>
        </p:nvSpPr>
        <p:spPr>
          <a:xfrm>
            <a:off x="450949" y="3106688"/>
            <a:ext cx="13674900" cy="1224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lvl="0" algn="ctr"/>
            <a:r>
              <a:rPr lang="en-US" sz="43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Logic Representation and Minimization Techniques </a:t>
            </a:r>
            <a:endParaRPr sz="43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36" name="Google Shape;3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2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38;p2" descr="A close up of a sign&#10;&#10;Description automatically generated"/>
          <p:cNvPicPr preferRelativeResize="0">
            <a:picLocks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94104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>
            <a:spLocks noGrp="1"/>
          </p:cNvSpPr>
          <p:nvPr>
            <p:ph type="title"/>
          </p:nvPr>
        </p:nvSpPr>
        <p:spPr>
          <a:xfrm>
            <a:off x="450949" y="230225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300" b="1" dirty="0" smtClean="0">
                <a:solidFill>
                  <a:srgbClr val="C00000"/>
                </a:solidFill>
                <a:latin typeface="Marcellus" charset="0"/>
              </a:rPr>
              <a:t>Contents</a:t>
            </a:r>
            <a:endParaRPr sz="4300" b="1" dirty="0">
              <a:solidFill>
                <a:srgbClr val="C00000"/>
              </a:solidFill>
              <a:latin typeface="Marcellus" charset="0"/>
            </a:endParaRPr>
          </a:p>
        </p:txBody>
      </p:sp>
      <p:pic>
        <p:nvPicPr>
          <p:cNvPr id="45" name="Google Shape;4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 txBox="1"/>
          <p:nvPr/>
        </p:nvSpPr>
        <p:spPr>
          <a:xfrm>
            <a:off x="1068950" y="977925"/>
            <a:ext cx="4795500" cy="34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1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1" i="0" u="none" strike="noStrike" cap="none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" name="Google Shape;50;p3"/>
          <p:cNvSpPr txBox="1"/>
          <p:nvPr/>
        </p:nvSpPr>
        <p:spPr>
          <a:xfrm>
            <a:off x="1528175" y="1096325"/>
            <a:ext cx="12115975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9144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Basic gates AND, OR, NOT</a:t>
            </a:r>
          </a:p>
          <a:p>
            <a:pPr marL="9144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Derived gates : NAND, NOR, XOR,</a:t>
            </a:r>
          </a:p>
          <a:p>
            <a:pPr marL="9144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Boolean Theorems</a:t>
            </a:r>
          </a:p>
          <a:p>
            <a:pPr marL="9144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Representation of Logic in Boolean Equation</a:t>
            </a:r>
          </a:p>
          <a:p>
            <a:pPr marL="9144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SOP and POS form</a:t>
            </a:r>
          </a:p>
          <a:p>
            <a:pPr marL="9144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Minimization of Boolean equation using Algebra </a:t>
            </a:r>
          </a:p>
          <a:p>
            <a:pPr marL="914400" marR="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 pitchFamily="34" charset="0"/>
              <a:buChar char="•"/>
            </a:pPr>
            <a:r>
              <a:rPr lang="en-US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Minimization using K Map</a:t>
            </a:r>
          </a:p>
          <a:p>
            <a:pPr marL="457200" lvl="1" algn="just">
              <a:buSzPts val="2900"/>
            </a:pPr>
            <a:endParaRPr lang="en-US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</a:pPr>
            <a:endParaRPr lang="en-US" sz="29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</a:pPr>
            <a:endParaRPr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9" name="Picture 8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Basic Gates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914400" y="1246637"/>
            <a:ext cx="12162773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328851"/>
              </p:ext>
            </p:extLst>
          </p:nvPr>
        </p:nvGraphicFramePr>
        <p:xfrm>
          <a:off x="1392457" y="1114816"/>
          <a:ext cx="10995784" cy="5945593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988772"/>
                <a:gridCol w="3933971"/>
                <a:gridCol w="5073041"/>
              </a:tblGrid>
              <a:tr h="528532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Fira Sans" charset="0"/>
                        </a:rPr>
                        <a:t>Gate Name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Fira Sans" charset="0"/>
                        </a:rPr>
                        <a:t>Symbol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Fira Sans" charset="0"/>
                        </a:rPr>
                        <a:t>Truth Table</a:t>
                      </a:r>
                    </a:p>
                  </a:txBody>
                  <a:tcPr/>
                </a:tc>
              </a:tr>
              <a:tr h="212698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AND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209184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OR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119822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NOT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79513"/>
              </p:ext>
            </p:extLst>
          </p:nvPr>
        </p:nvGraphicFramePr>
        <p:xfrm>
          <a:off x="7801965" y="1816276"/>
          <a:ext cx="4147866" cy="182880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429717"/>
                <a:gridCol w="1335527"/>
                <a:gridCol w="1382622"/>
              </a:tblGrid>
              <a:tr h="3406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A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B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Y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406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406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406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406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932642"/>
              </p:ext>
            </p:extLst>
          </p:nvPr>
        </p:nvGraphicFramePr>
        <p:xfrm>
          <a:off x="7816580" y="3804520"/>
          <a:ext cx="4147866" cy="182880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429717"/>
                <a:gridCol w="1335527"/>
                <a:gridCol w="1382622"/>
              </a:tblGrid>
              <a:tr h="3406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A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B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3406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3406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3406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3406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36867"/>
              </p:ext>
            </p:extLst>
          </p:nvPr>
        </p:nvGraphicFramePr>
        <p:xfrm>
          <a:off x="7866343" y="5942424"/>
          <a:ext cx="2329844" cy="111252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164922"/>
                <a:gridCol w="1164922"/>
              </a:tblGrid>
              <a:tr h="37084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A’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5374" y="1941534"/>
            <a:ext cx="3443137" cy="1615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19" r="41446" b="27838"/>
          <a:stretch/>
        </p:blipFill>
        <p:spPr bwMode="auto">
          <a:xfrm>
            <a:off x="3874003" y="4032997"/>
            <a:ext cx="2915104" cy="1650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11" r="36027" b="20019"/>
          <a:stretch/>
        </p:blipFill>
        <p:spPr bwMode="auto">
          <a:xfrm>
            <a:off x="3827175" y="5987441"/>
            <a:ext cx="2574099" cy="1103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14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8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Derived 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Gates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914400" y="1246637"/>
            <a:ext cx="12162773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endParaRPr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989761"/>
              </p:ext>
            </p:extLst>
          </p:nvPr>
        </p:nvGraphicFramePr>
        <p:xfrm>
          <a:off x="2081389" y="824044"/>
          <a:ext cx="10995784" cy="6516208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988772"/>
                <a:gridCol w="3933971"/>
                <a:gridCol w="5073041"/>
              </a:tblGrid>
              <a:tr h="528532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Fira Sans" charset="0"/>
                        </a:rPr>
                        <a:t>Gate Name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Fira Sans" charset="0"/>
                        </a:rPr>
                        <a:t>Symbol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Fira Sans" charset="0"/>
                        </a:rPr>
                        <a:t>Truth Table</a:t>
                      </a:r>
                    </a:p>
                  </a:txBody>
                  <a:tcPr/>
                </a:tc>
              </a:tr>
              <a:tr h="197934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NAND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209184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NOR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  <a:tr h="19164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Fira Sans" charset="0"/>
                        </a:rPr>
                        <a:t>XOR</a:t>
                      </a:r>
                      <a:endParaRPr lang="en-IN" sz="2400" dirty="0">
                        <a:latin typeface="Fira Sans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596687"/>
              </p:ext>
            </p:extLst>
          </p:nvPr>
        </p:nvGraphicFramePr>
        <p:xfrm>
          <a:off x="8580329" y="1441747"/>
          <a:ext cx="3544866" cy="182880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221871"/>
                <a:gridCol w="1141373"/>
                <a:gridCol w="1181622"/>
              </a:tblGrid>
              <a:tr h="35799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A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B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Y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5799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5799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5799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5799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260578"/>
              </p:ext>
            </p:extLst>
          </p:nvPr>
        </p:nvGraphicFramePr>
        <p:xfrm>
          <a:off x="8642959" y="3416385"/>
          <a:ext cx="3507288" cy="182880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229949"/>
                <a:gridCol w="1148920"/>
                <a:gridCol w="1128419"/>
              </a:tblGrid>
              <a:tr h="3438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A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B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3438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3438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3438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  <a:tr h="34385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cap="none" dirty="0" smtClean="0">
                          <a:solidFill>
                            <a:srgbClr val="000000"/>
                          </a:solidFill>
                          <a:latin typeface="Fira Sans" charset="0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lang="en-IN" sz="1800" b="1" i="0" u="none" strike="noStrike" cap="none" dirty="0">
                        <a:solidFill>
                          <a:srgbClr val="000000"/>
                        </a:solidFill>
                        <a:latin typeface="Fira Sans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87272"/>
              </p:ext>
            </p:extLst>
          </p:nvPr>
        </p:nvGraphicFramePr>
        <p:xfrm>
          <a:off x="8617908" y="5476640"/>
          <a:ext cx="3584531" cy="182880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1235542"/>
                <a:gridCol w="1154145"/>
                <a:gridCol w="1194844"/>
              </a:tblGrid>
              <a:tr h="29756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A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B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Y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29756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29756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29756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29756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1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Fira Sans" charset="0"/>
                        </a:rPr>
                        <a:t>0</a:t>
                      </a:r>
                      <a:endParaRPr lang="en-IN" sz="1800" b="1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702" y="1500188"/>
            <a:ext cx="185737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703" y="3942974"/>
            <a:ext cx="2254696" cy="1078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463" y="5912285"/>
            <a:ext cx="2839417" cy="118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15"/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09" y="6726686"/>
            <a:ext cx="2294217" cy="7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335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Boolean Algebra Theorems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866039" y="1246637"/>
            <a:ext cx="11211134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971550" lvl="0" indent="-514350" algn="just">
              <a:buSzPts val="2900"/>
              <a:buAutoNum type="arabicPeriod"/>
            </a:pP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Identity Laws</a:t>
            </a:r>
          </a:p>
          <a:p>
            <a:pPr marL="457200" lvl="0" algn="just">
              <a:buSzPts val="2900"/>
            </a:pPr>
            <a:r>
              <a:rPr lang="en-IN" sz="2900" b="1" dirty="0" smtClean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N" sz="29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A + 0 = A  </a:t>
            </a:r>
            <a:r>
              <a:rPr lang="en-IN" sz="2900" b="1" dirty="0" smtClean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              	 </a:t>
            </a:r>
            <a:r>
              <a:rPr lang="en-IN" sz="29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A · 1 = </a:t>
            </a:r>
            <a:r>
              <a:rPr lang="en-IN" sz="2900" b="1" dirty="0" smtClean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lang="en-IN" sz="2900" b="1" dirty="0">
              <a:solidFill>
                <a:srgbClr val="C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r>
              <a:rPr lang="en-IN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. Null/Annihilation </a:t>
            </a: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Laws</a:t>
            </a:r>
          </a:p>
          <a:p>
            <a:pPr marL="457200" lvl="0" algn="just">
              <a:buSzPts val="2900"/>
            </a:pPr>
            <a:r>
              <a:rPr lang="en-IN" sz="29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A + 1 = 1  	       	 A · 0 = 0</a:t>
            </a:r>
          </a:p>
          <a:p>
            <a:pPr marL="457200" lvl="0" algn="just">
              <a:buSzPts val="2900"/>
            </a:pP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r>
              <a:rPr lang="en-IN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. Idempotent </a:t>
            </a: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Laws</a:t>
            </a:r>
            <a:endParaRPr lang="en-IN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IN" sz="29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A + A = A		 A · A = A  </a:t>
            </a:r>
          </a:p>
          <a:p>
            <a:pPr marL="457200" lvl="0" algn="just">
              <a:buSzPts val="2900"/>
            </a:pP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4</a:t>
            </a:r>
            <a:r>
              <a:rPr lang="en-IN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. Complement </a:t>
            </a: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Laws</a:t>
            </a:r>
            <a:endParaRPr lang="en-IN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algn="just">
              <a:buSzPts val="2900"/>
            </a:pPr>
            <a:r>
              <a:rPr lang="en-IN" sz="29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A + A′ = 1 		 A · A′ = 0</a:t>
            </a:r>
          </a:p>
          <a:p>
            <a:pPr marL="457200" lvl="0" algn="just">
              <a:buSzPts val="2900"/>
            </a:pP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5</a:t>
            </a:r>
            <a:r>
              <a:rPr lang="en-IN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. Double Negation </a:t>
            </a: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Law</a:t>
            </a:r>
            <a:endParaRPr lang="en-IN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IN" sz="29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(A′)′ = A  </a:t>
            </a:r>
          </a:p>
          <a:p>
            <a:pPr marL="457200" lvl="0" algn="just">
              <a:buSzPts val="2900"/>
            </a:pP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6</a:t>
            </a:r>
            <a:r>
              <a:rPr lang="en-IN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. Commutative </a:t>
            </a: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Laws</a:t>
            </a:r>
            <a:endParaRPr lang="en-IN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algn="just">
              <a:buSzPts val="2900"/>
            </a:pPr>
            <a:r>
              <a:rPr lang="en-IN" sz="29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A + B = B + A 		 A · B = B · A </a:t>
            </a: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8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Boolean Algebra Theorems..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866039" y="1246637"/>
            <a:ext cx="11211134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7</a:t>
            </a:r>
            <a:r>
              <a:rPr lang="en-IN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. Associative </a:t>
            </a: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Laws</a:t>
            </a:r>
            <a:endParaRPr lang="en-IN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IN" sz="2900" b="1" dirty="0" smtClean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N" sz="29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(A + B) + C = A + (B + C) </a:t>
            </a:r>
            <a:r>
              <a:rPr lang="en-IN" sz="2900" b="1" dirty="0" smtClean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		 </a:t>
            </a:r>
            <a:r>
              <a:rPr lang="en-IN" sz="29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(A · B) · C = A</a:t>
            </a:r>
            <a:r>
              <a:rPr lang="en-IN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N" sz="29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· (B · C) </a:t>
            </a:r>
          </a:p>
          <a:p>
            <a:pPr marL="457200" lvl="0" algn="just">
              <a:buSzPts val="2900"/>
            </a:pPr>
            <a:r>
              <a:rPr lang="en-IN" sz="2900" b="1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8. Distributive Laws</a:t>
            </a:r>
          </a:p>
          <a:p>
            <a:pPr marL="457200" lvl="0" algn="just">
              <a:buSzPts val="2900"/>
            </a:pPr>
            <a:r>
              <a:rPr lang="en-IN" sz="29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A · (B + C) = A·B + A·C          A + (B · C) = (A + B) · (A + C)</a:t>
            </a:r>
          </a:p>
          <a:p>
            <a:pPr marL="457200" lvl="0" algn="just">
              <a:buSzPts val="2900"/>
            </a:pP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9</a:t>
            </a:r>
            <a:r>
              <a:rPr lang="en-IN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. Absorption </a:t>
            </a: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Laws</a:t>
            </a:r>
          </a:p>
          <a:p>
            <a:pPr marL="457200" lvl="0" algn="just">
              <a:buSzPts val="2900"/>
            </a:pPr>
            <a:r>
              <a:rPr lang="en-IN" sz="29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A + A·B = A  			A · (A + B) = A</a:t>
            </a:r>
          </a:p>
          <a:p>
            <a:pPr marL="457200" lvl="0" algn="just">
              <a:buSzPts val="2900"/>
            </a:pP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10</a:t>
            </a:r>
            <a:r>
              <a:rPr lang="en-IN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. </a:t>
            </a:r>
            <a:r>
              <a:rPr lang="en-IN" sz="2900" b="1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DeMorgan’s</a:t>
            </a:r>
            <a:r>
              <a:rPr lang="en-IN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Theorems</a:t>
            </a:r>
            <a:endParaRPr lang="en-IN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IN" sz="29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(A · B)′ = A′ + B′ 	 	(A + B)′ = A′ · B′</a:t>
            </a:r>
          </a:p>
          <a:p>
            <a:pPr marL="457200" lvl="0" algn="just">
              <a:buSzPts val="2900"/>
            </a:pP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11</a:t>
            </a:r>
            <a:r>
              <a:rPr lang="en-IN" sz="29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. Redundancy </a:t>
            </a:r>
            <a:r>
              <a:rPr lang="en-IN" sz="29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Laws</a:t>
            </a:r>
            <a:endParaRPr lang="en-IN" sz="29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algn="just">
              <a:buSzPts val="2900"/>
            </a:pPr>
            <a:r>
              <a:rPr lang="en-IN" sz="2900" b="1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A + A′·B = A + B 		 A · (A′ + B) = A·B</a:t>
            </a: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8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Simplification using Boolean Theorems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538620" y="1096325"/>
            <a:ext cx="7891396" cy="5805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Given an Boolean Expression check whether it is optimized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Y = AB+ AB’C+C’+ABC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Circuit requires </a:t>
            </a:r>
            <a:r>
              <a:rPr lang="en-US" sz="29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2 i/p AND 5 </a:t>
            </a:r>
            <a:r>
              <a:rPr lang="en-US" sz="2900" dirty="0" smtClean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no, NOT </a:t>
            </a:r>
            <a:r>
              <a:rPr lang="en-US" sz="29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2 </a:t>
            </a:r>
            <a:r>
              <a:rPr lang="en-US" sz="2900" dirty="0" smtClean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No,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dirty="0" smtClean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2 </a:t>
            </a:r>
            <a:r>
              <a:rPr lang="en-US" sz="29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i/p OR 3 No</a:t>
            </a:r>
          </a:p>
          <a:p>
            <a:pPr marL="457200" lvl="0" algn="just">
              <a:buSzPts val="2900"/>
            </a:pPr>
            <a:r>
              <a:rPr lang="en-US" sz="29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Y = </a:t>
            </a:r>
            <a:r>
              <a:rPr lang="en-US" sz="2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AB+ AB’C+C’+</a:t>
            </a:r>
            <a:r>
              <a:rPr lang="en-US" sz="29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ABC </a:t>
            </a:r>
            <a:r>
              <a:rPr lang="en-US" sz="2900" dirty="0" smtClean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+ABC </a:t>
            </a:r>
            <a:r>
              <a:rPr lang="en-US" sz="29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……A+A =A</a:t>
            </a:r>
          </a:p>
          <a:p>
            <a:pPr marL="457200" lvl="0" algn="just">
              <a:buSzPts val="2900"/>
            </a:pPr>
            <a:r>
              <a:rPr lang="en-US" sz="2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9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 = AB + ABC+ AB’C+C’+ABC...commutative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  = </a:t>
            </a:r>
            <a:r>
              <a:rPr lang="en-US" sz="2900" dirty="0" smtClean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AB ( 1+C) </a:t>
            </a:r>
            <a:r>
              <a:rPr lang="en-US" sz="29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+ AB’C+C’+ABC …. Distributive</a:t>
            </a:r>
          </a:p>
          <a:p>
            <a:pPr marL="457200" lvl="0" algn="just">
              <a:buSzPts val="2900"/>
            </a:pPr>
            <a:r>
              <a:rPr lang="en-US" sz="29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  = AB + AB’C+ABC+ </a:t>
            </a:r>
            <a:r>
              <a:rPr lang="en-US" sz="2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r>
              <a:rPr lang="en-US" sz="29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’…. 1+A = 1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9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 = AB+ </a:t>
            </a:r>
            <a:r>
              <a:rPr lang="en-US" sz="2900" dirty="0" smtClean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AC(B’+B)</a:t>
            </a:r>
            <a:r>
              <a:rPr lang="en-US" sz="2900" dirty="0" smtClean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+</a:t>
            </a:r>
            <a:r>
              <a:rPr lang="en-US" sz="29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C’ ….. Distributive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9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 = AB + </a:t>
            </a:r>
            <a:r>
              <a:rPr lang="en-US" sz="2900" dirty="0" smtClean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AC + C’</a:t>
            </a: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900" dirty="0" smtClean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 = AB + A+C’ = A(B+1) +C’ = A+C’</a:t>
            </a:r>
            <a:endParaRPr sz="2900" dirty="0">
              <a:solidFill>
                <a:srgbClr val="C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667956"/>
              </p:ext>
            </p:extLst>
          </p:nvPr>
        </p:nvGraphicFramePr>
        <p:xfrm>
          <a:off x="9169051" y="1364641"/>
          <a:ext cx="3649248" cy="3840480"/>
        </p:xfrm>
        <a:graphic>
          <a:graphicData uri="http://schemas.openxmlformats.org/drawingml/2006/table">
            <a:tbl>
              <a:tblPr firstRow="1" bandRow="1">
                <a:tableStyleId>{5ACC2D46-0EAF-4A5A-82B8-2BA14381F86C}</a:tableStyleId>
              </a:tblPr>
              <a:tblGrid>
                <a:gridCol w="912312"/>
                <a:gridCol w="912312"/>
                <a:gridCol w="912312"/>
                <a:gridCol w="91231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A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B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C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Y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15825" y="5436297"/>
            <a:ext cx="6776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Fira Sans" charset="0"/>
              </a:rPr>
              <a:t>Y =  A’B’C’+ A’BC’+</a:t>
            </a:r>
            <a:r>
              <a:rPr lang="en-IN" sz="2800" dirty="0" smtClean="0">
                <a:latin typeface="Fira Sans" charset="0"/>
              </a:rPr>
              <a:t>AB’C’+AB’C+ABC’+ABC</a:t>
            </a:r>
            <a:endParaRPr lang="en-US" sz="2800" dirty="0" smtClean="0">
              <a:latin typeface="Fira Sans" charset="0"/>
            </a:endParaRPr>
          </a:p>
        </p:txBody>
      </p:sp>
      <p:pic>
        <p:nvPicPr>
          <p:cNvPr id="10" name="Picture 9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8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Simplify 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977030" y="1246637"/>
            <a:ext cx="12100143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pt-BR" sz="3200" dirty="0">
                <a:latin typeface="Fira Sans" charset="0"/>
              </a:rPr>
              <a:t>F (A, B, C, D) = (A + </a:t>
            </a:r>
            <a:r>
              <a:rPr lang="pt-BR" sz="3200" dirty="0" smtClean="0">
                <a:latin typeface="Fira Sans" charset="0"/>
              </a:rPr>
              <a:t>B’).(</a:t>
            </a:r>
            <a:r>
              <a:rPr lang="pt-BR" sz="3200" dirty="0">
                <a:latin typeface="Fira Sans" charset="0"/>
              </a:rPr>
              <a:t>ACB + </a:t>
            </a:r>
            <a:r>
              <a:rPr lang="pt-BR" sz="3200" dirty="0" smtClean="0">
                <a:latin typeface="Fira Sans" charset="0"/>
              </a:rPr>
              <a:t>B’.[</a:t>
            </a:r>
            <a:r>
              <a:rPr lang="pt-BR" sz="3200" dirty="0">
                <a:latin typeface="Fira Sans" charset="0"/>
              </a:rPr>
              <a:t>C + A]) + </a:t>
            </a:r>
            <a:r>
              <a:rPr lang="pt-BR" sz="3200" dirty="0" smtClean="0">
                <a:latin typeface="Fira Sans" charset="0"/>
              </a:rPr>
              <a:t>ABC’.(A’B </a:t>
            </a:r>
            <a:r>
              <a:rPr lang="pt-BR" sz="3200" dirty="0">
                <a:latin typeface="Fira Sans" charset="0"/>
              </a:rPr>
              <a:t>+ A</a:t>
            </a:r>
            <a:r>
              <a:rPr lang="pt-BR" sz="3200" dirty="0" smtClean="0">
                <a:latin typeface="Fira Sans" charset="0"/>
              </a:rPr>
              <a:t>)</a:t>
            </a:r>
          </a:p>
          <a:p>
            <a:pPr marL="457200" lvl="0" algn="just">
              <a:buSzPts val="2900"/>
            </a:pPr>
            <a:r>
              <a:rPr lang="pt-BR" sz="2800" dirty="0" smtClean="0">
                <a:latin typeface="Fira Sans" charset="0"/>
              </a:rPr>
              <a:t>Identify how many inputs...D not required</a:t>
            </a:r>
          </a:p>
          <a:p>
            <a:pPr marL="457200" lvl="0" algn="just">
              <a:buSzPts val="2900"/>
            </a:pPr>
            <a:r>
              <a:rPr lang="pt-BR" sz="2800" dirty="0" smtClean="0">
                <a:latin typeface="Fira Sans" charset="0"/>
              </a:rPr>
              <a:t>Always maintain their sequence ( even if it does not matter )</a:t>
            </a:r>
          </a:p>
          <a:p>
            <a:pPr marL="457200" lvl="0" algn="just">
              <a:buSzPts val="2900"/>
            </a:pPr>
            <a:r>
              <a:rPr lang="pt-BR" sz="3200" dirty="0" smtClean="0">
                <a:latin typeface="Fira Sans" charset="0"/>
              </a:rPr>
              <a:t> </a:t>
            </a:r>
            <a:r>
              <a:rPr lang="pt-BR" sz="2800" dirty="0" smtClean="0">
                <a:latin typeface="Fira Sans" charset="0"/>
              </a:rPr>
              <a:t>F = (A+B’) . ( ABC+B’C+AB’) + ( AA’BBC’ + AABC’)</a:t>
            </a:r>
          </a:p>
          <a:p>
            <a:pPr marL="457200" algn="just">
              <a:buSzPts val="2900"/>
            </a:pPr>
            <a:r>
              <a:rPr lang="pt-BR" sz="2800" b="1" dirty="0" smtClean="0">
                <a:solidFill>
                  <a:schemeClr val="dk1"/>
                </a:solidFill>
                <a:latin typeface="Fira Sans" charset="0"/>
                <a:ea typeface="Fira Sans"/>
                <a:cs typeface="Fira Sans"/>
                <a:sym typeface="Fira Sans"/>
              </a:rPr>
              <a:t> = (AABC+AB’C+AAB’+ABB’C+B’B’C+AB’B’) + (</a:t>
            </a:r>
            <a:r>
              <a:rPr lang="pt-BR" sz="2800" dirty="0" smtClean="0">
                <a:latin typeface="Fira Sans" charset="0"/>
              </a:rPr>
              <a:t>AA’BBC’ + AABC’)</a:t>
            </a:r>
          </a:p>
          <a:p>
            <a:pPr marL="457200" algn="just">
              <a:buSzPts val="2900"/>
            </a:pPr>
            <a:r>
              <a:rPr lang="pt-BR" sz="2800" dirty="0">
                <a:latin typeface="Fira Sans" charset="0"/>
              </a:rPr>
              <a:t> </a:t>
            </a:r>
            <a:r>
              <a:rPr lang="pt-BR" sz="2800" dirty="0" smtClean="0">
                <a:latin typeface="Fira Sans" charset="0"/>
              </a:rPr>
              <a:t>= ABC+AB’C+AB’+0+B’C+AB’ +0+ABC’</a:t>
            </a:r>
          </a:p>
          <a:p>
            <a:pPr marL="457200" algn="just">
              <a:buSzPts val="2900"/>
            </a:pPr>
            <a:r>
              <a:rPr lang="pt-BR" sz="2800" dirty="0" smtClean="0">
                <a:latin typeface="Fira Sans" charset="0"/>
              </a:rPr>
              <a:t>= ABC+AB’(C+1)+B’C+AB’+ABC’</a:t>
            </a:r>
          </a:p>
          <a:p>
            <a:pPr marL="457200" algn="just">
              <a:buSzPts val="2900"/>
            </a:pPr>
            <a:r>
              <a:rPr lang="pt-BR" sz="2800" dirty="0" smtClean="0">
                <a:latin typeface="Fira Sans" charset="0"/>
              </a:rPr>
              <a:t>= AB(C+C’) +AB’ +B’C</a:t>
            </a:r>
          </a:p>
          <a:p>
            <a:pPr marL="457200" algn="just">
              <a:buSzPts val="2900"/>
            </a:pPr>
            <a:r>
              <a:rPr lang="pt-BR" sz="2800" dirty="0" smtClean="0">
                <a:latin typeface="Fira Sans" charset="0"/>
              </a:rPr>
              <a:t>= AB+ AB’+B’C</a:t>
            </a:r>
          </a:p>
          <a:p>
            <a:pPr marL="457200" algn="just">
              <a:buSzPts val="2900"/>
            </a:pPr>
            <a:r>
              <a:rPr lang="pt-BR" sz="2800" dirty="0" smtClean="0">
                <a:latin typeface="Fira Sans" charset="0"/>
              </a:rPr>
              <a:t>= A(B+B’) + B’C</a:t>
            </a:r>
          </a:p>
          <a:p>
            <a:pPr marL="457200" algn="just">
              <a:buSzPts val="2900"/>
            </a:pPr>
            <a:r>
              <a:rPr lang="pt-BR" sz="2800" dirty="0" smtClean="0">
                <a:latin typeface="Fira Sans" charset="0"/>
              </a:rPr>
              <a:t>=A+B’C</a:t>
            </a:r>
          </a:p>
          <a:p>
            <a:pPr marL="457200" lvl="0" algn="just">
              <a:buSzPts val="2900"/>
            </a:pPr>
            <a:endParaRPr sz="2900" b="1" dirty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8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Representation of Logic using Boolean Expression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240077" y="1246637"/>
            <a:ext cx="11837096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3200" dirty="0">
                <a:latin typeface="Fira Sans"/>
                <a:ea typeface="Fira Sans"/>
                <a:cs typeface="Fira Sans"/>
                <a:sym typeface="Fira Sans"/>
              </a:rPr>
              <a:t>Write a truth table for function which is one when the four digit number is prime number </a:t>
            </a:r>
            <a:endParaRPr lang="en-US" sz="3200" dirty="0" smtClean="0"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32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32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No of Inputs?</a:t>
            </a:r>
          </a:p>
          <a:p>
            <a:pPr marL="457200" lvl="0" algn="just">
              <a:buSzPts val="2900"/>
            </a:pPr>
            <a:r>
              <a:rPr lang="en-US" sz="32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Truth Table </a:t>
            </a:r>
          </a:p>
          <a:p>
            <a:pPr marL="457200" lvl="0" algn="just">
              <a:buSzPts val="2900"/>
            </a:pPr>
            <a:r>
              <a:rPr lang="en-US" sz="3200" b="1" dirty="0" err="1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Minterns</a:t>
            </a:r>
            <a:r>
              <a:rPr lang="en-US" sz="32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</a:p>
          <a:p>
            <a:pPr marL="457200" lvl="0" algn="just">
              <a:buSzPts val="2900"/>
            </a:pPr>
            <a:r>
              <a:rPr lang="en-US" sz="3200" b="1" dirty="0" err="1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Maxterms</a:t>
            </a:r>
            <a:endParaRPr lang="en-US" sz="32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32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Output expressed as a function of inputs</a:t>
            </a:r>
          </a:p>
          <a:p>
            <a:pPr marL="457200" lvl="0" algn="just">
              <a:buSzPts val="2900"/>
            </a:pPr>
            <a:r>
              <a:rPr lang="en-US" sz="32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= sum of minterms = sum of Products = SOP</a:t>
            </a:r>
          </a:p>
          <a:p>
            <a:pPr marL="457200" lvl="0" algn="just">
              <a:buSzPts val="2900"/>
            </a:pPr>
            <a:r>
              <a:rPr lang="en-US" sz="32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= Product of </a:t>
            </a:r>
            <a:r>
              <a:rPr lang="en-US" sz="3200" b="1" dirty="0" err="1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Maxterms</a:t>
            </a:r>
            <a:r>
              <a:rPr lang="en-US" sz="3200" b="1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=Product of Sums</a:t>
            </a: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18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 lvl="0" algn="r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Boolean Expression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8227492" y="1203687"/>
            <a:ext cx="5611660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lvl="0" algn="just">
              <a:lnSpc>
                <a:spcPct val="90000"/>
              </a:lnSpc>
            </a:pPr>
            <a:r>
              <a:rPr lang="en-US" sz="32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Prime  = 1 when input is </a:t>
            </a:r>
          </a:p>
          <a:p>
            <a:pPr lvl="0" algn="just">
              <a:lnSpc>
                <a:spcPct val="90000"/>
              </a:lnSpc>
            </a:pPr>
            <a:r>
              <a:rPr lang="en-US" sz="32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2,3,5,7,11,13   </a:t>
            </a:r>
          </a:p>
          <a:p>
            <a:pPr lvl="0" algn="just">
              <a:lnSpc>
                <a:spcPct val="90000"/>
              </a:lnSpc>
            </a:pPr>
            <a:endParaRPr lang="en-US" sz="3200" dirty="0"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342900" lvl="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Choose rows of truth table having output 1</a:t>
            </a:r>
          </a:p>
          <a:p>
            <a:pPr marL="342900" lvl="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Look at inputs in that row</a:t>
            </a:r>
          </a:p>
          <a:p>
            <a:pPr marL="342900" lvl="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Write an expression for the row as product ( AND )</a:t>
            </a:r>
          </a:p>
          <a:p>
            <a:pPr marL="342900" lvl="0" indent="-3429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If variable is having value zero write its complement, if it is having value 1 write the variable as it is</a:t>
            </a:r>
          </a:p>
          <a:p>
            <a:pPr marL="457200" lvl="0" algn="just">
              <a:buSzPts val="2900"/>
            </a:pPr>
            <a:endParaRPr lang="en-US" sz="32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8" name="Google Shape;130;p17"/>
          <p:cNvGraphicFramePr/>
          <p:nvPr>
            <p:extLst>
              <p:ext uri="{D42A27DB-BD31-4B8C-83A1-F6EECF244321}">
                <p14:modId xmlns:p14="http://schemas.microsoft.com/office/powerpoint/2010/main" val="1639219892"/>
              </p:ext>
            </p:extLst>
          </p:nvPr>
        </p:nvGraphicFramePr>
        <p:xfrm>
          <a:off x="4008331" y="563858"/>
          <a:ext cx="3457182" cy="67355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8838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8838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8838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8838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10365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59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latin typeface="Fira Sans" panose="020B0604020202020204" charset="0"/>
                        </a:rPr>
                        <a:t>A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latin typeface="Fira Sans" panose="020B0604020202020204" charset="0"/>
                        </a:rPr>
                        <a:t>B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latin typeface="Fira Sans" panose="020B0604020202020204" charset="0"/>
                        </a:rPr>
                        <a:t>C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latin typeface="Fira Sans" panose="020B0604020202020204" charset="0"/>
                        </a:rPr>
                        <a:t>D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Prime 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0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0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0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1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0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0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1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1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0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0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0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1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0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1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1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1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0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0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1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0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0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1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0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latin typeface="Fira Sans" panose="020B0604020202020204" charset="0"/>
                        </a:rPr>
                        <a:t>1</a:t>
                      </a:r>
                      <a:endParaRPr sz="1400" b="1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404562296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782727193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400" b="1" dirty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576159099"/>
                  </a:ext>
                </a:extLst>
              </a:tr>
              <a:tr h="3599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90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latin typeface="Fira Sans" panose="020B0604020202020204" charset="0"/>
                        </a:rPr>
                        <a:t>1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 smtClean="0">
                          <a:latin typeface="Fira Sans" panose="020B0604020202020204" charset="0"/>
                        </a:rPr>
                        <a:t>0</a:t>
                      </a:r>
                      <a:endParaRPr sz="1400" b="1" dirty="0">
                        <a:latin typeface="Fira Sans" panose="020B0604020202020204" charset="0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50729" y="1203687"/>
            <a:ext cx="340707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Fira Sans" charset="0"/>
              </a:rPr>
              <a:t>P = A’B’CD’+ A’B’CD+</a:t>
            </a:r>
          </a:p>
          <a:p>
            <a:r>
              <a:rPr lang="en-US" sz="2800" dirty="0" smtClean="0">
                <a:latin typeface="Fira Sans" charset="0"/>
              </a:rPr>
              <a:t>      A’BC’D + A’BCD+</a:t>
            </a:r>
          </a:p>
          <a:p>
            <a:r>
              <a:rPr lang="en-US" sz="2800" dirty="0" smtClean="0">
                <a:latin typeface="Fira Sans" charset="0"/>
              </a:rPr>
              <a:t>      AB’CD + ABC’D</a:t>
            </a:r>
          </a:p>
          <a:p>
            <a:r>
              <a:rPr lang="en-US" sz="2800" dirty="0" smtClean="0">
                <a:latin typeface="Fira Sans" charset="0"/>
              </a:rPr>
              <a:t>   = A’B’C+ A’BD +</a:t>
            </a:r>
          </a:p>
          <a:p>
            <a:r>
              <a:rPr lang="en-US" sz="2800" dirty="0">
                <a:latin typeface="Fira Sans" charset="0"/>
              </a:rPr>
              <a:t> </a:t>
            </a:r>
            <a:r>
              <a:rPr lang="en-US" sz="2800" dirty="0" smtClean="0">
                <a:latin typeface="Fira Sans" charset="0"/>
              </a:rPr>
              <a:t>    </a:t>
            </a:r>
            <a:r>
              <a:rPr lang="en-US" sz="2800" dirty="0">
                <a:latin typeface="Fira Sans" charset="0"/>
              </a:rPr>
              <a:t>AB’CD </a:t>
            </a:r>
            <a:r>
              <a:rPr lang="en-US" sz="2800">
                <a:latin typeface="Fira Sans" charset="0"/>
              </a:rPr>
              <a:t>+</a:t>
            </a:r>
            <a:r>
              <a:rPr lang="en-US" sz="2800" smtClean="0">
                <a:latin typeface="Fira Sans" charset="0"/>
              </a:rPr>
              <a:t>ABC’D</a:t>
            </a:r>
            <a:endParaRPr lang="en-US" sz="2800" dirty="0">
              <a:latin typeface="Fira Sans" charset="0"/>
            </a:endParaRPr>
          </a:p>
        </p:txBody>
      </p:sp>
      <p:pic>
        <p:nvPicPr>
          <p:cNvPr id="12" name="Picture 11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01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Representation of Logic in </a:t>
            </a:r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Fira Sans"/>
              </a:rPr>
              <a:t>SOP and POS 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Fira Sans"/>
              </a:rPr>
              <a:t>form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240077" y="1246637"/>
            <a:ext cx="11837096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 any Truth Table Output Values are either zero / one</a:t>
            </a: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C00000"/>
                </a:solidFill>
                <a:latin typeface="Fira Sans" charset="0"/>
              </a:rPr>
              <a:t>Minterms</a:t>
            </a:r>
            <a:r>
              <a:rPr lang="en-US" sz="3200" dirty="0" smtClean="0">
                <a:latin typeface="Fira Sans" charset="0"/>
              </a:rPr>
              <a:t> </a:t>
            </a:r>
            <a:r>
              <a:rPr lang="en-US" sz="3200" dirty="0">
                <a:latin typeface="Fira Sans" charset="0"/>
              </a:rPr>
              <a:t>are used to represent the </a:t>
            </a:r>
            <a:r>
              <a:rPr lang="en-US" sz="3200" b="1" dirty="0">
                <a:latin typeface="Fira Sans" charset="0"/>
              </a:rPr>
              <a:t>logic expression for </a:t>
            </a:r>
            <a:r>
              <a:rPr lang="en-US" sz="3200" b="1" dirty="0">
                <a:solidFill>
                  <a:srgbClr val="C00000"/>
                </a:solidFill>
                <a:latin typeface="Fira Sans" charset="0"/>
              </a:rPr>
              <a:t>output = 1</a:t>
            </a:r>
            <a:r>
              <a:rPr lang="en-US" sz="3200" dirty="0">
                <a:solidFill>
                  <a:srgbClr val="C00000"/>
                </a:solidFill>
                <a:latin typeface="Fira Sans" charset="0"/>
              </a:rPr>
              <a:t>.</a:t>
            </a:r>
          </a:p>
          <a:p>
            <a:pPr marL="914400" indent="-457200" algn="just">
              <a:buSzPts val="2900"/>
              <a:buFont typeface="Arial" pitchFamily="34" charset="0"/>
              <a:buChar char="•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3200" dirty="0">
                <a:latin typeface="Fira Sans" charset="0"/>
              </a:rPr>
              <a:t>A </a:t>
            </a:r>
            <a:r>
              <a:rPr lang="en-US" sz="3200" b="1" dirty="0">
                <a:solidFill>
                  <a:schemeClr val="tx1"/>
                </a:solidFill>
                <a:latin typeface="Fira Sans" charset="0"/>
              </a:rPr>
              <a:t>minterm</a:t>
            </a:r>
            <a:r>
              <a:rPr lang="en-US" sz="3200" dirty="0">
                <a:latin typeface="Fira Sans" charset="0"/>
              </a:rPr>
              <a:t> is a </a:t>
            </a:r>
            <a:r>
              <a:rPr lang="en-US" sz="3200" dirty="0">
                <a:solidFill>
                  <a:srgbClr val="C00000"/>
                </a:solidFill>
                <a:latin typeface="Fira Sans" charset="0"/>
              </a:rPr>
              <a:t>product (AND) </a:t>
            </a:r>
            <a:r>
              <a:rPr lang="en-US" sz="3200" dirty="0">
                <a:latin typeface="Fira Sans" charset="0"/>
              </a:rPr>
              <a:t>of all input variables in </a:t>
            </a:r>
            <a:r>
              <a:rPr lang="en-US" sz="3200" b="1" dirty="0">
                <a:latin typeface="Fira Sans" charset="0"/>
              </a:rPr>
              <a:t>either true or complemented form</a:t>
            </a:r>
            <a:r>
              <a:rPr lang="en-US" sz="3200" dirty="0">
                <a:latin typeface="Fira Sans" charset="0"/>
              </a:rPr>
              <a:t>, such that </a:t>
            </a:r>
            <a:r>
              <a:rPr lang="en-US" sz="3200" b="1" dirty="0">
                <a:latin typeface="Fira Sans" charset="0"/>
              </a:rPr>
              <a:t>only one combination results in 1</a:t>
            </a:r>
            <a:r>
              <a:rPr lang="en-US" sz="3200" dirty="0" smtClean="0">
                <a:latin typeface="Fira Sans" charset="0"/>
              </a:rPr>
              <a:t>.</a:t>
            </a:r>
          </a:p>
          <a:p>
            <a:pPr marL="914400" indent="-457200" algn="just">
              <a:buSzPts val="2900"/>
              <a:buFont typeface="Arial" pitchFamily="34" charset="0"/>
              <a:buChar char="•"/>
            </a:pPr>
            <a:r>
              <a:rPr lang="en-US" sz="3200" dirty="0" err="1">
                <a:solidFill>
                  <a:srgbClr val="C00000"/>
                </a:solidFill>
                <a:latin typeface="Fira Sans" charset="0"/>
              </a:rPr>
              <a:t>Maxterms</a:t>
            </a:r>
            <a:r>
              <a:rPr lang="en-US" sz="3200" dirty="0">
                <a:solidFill>
                  <a:srgbClr val="C00000"/>
                </a:solidFill>
                <a:latin typeface="Fira Sans" charset="0"/>
              </a:rPr>
              <a:t> </a:t>
            </a:r>
            <a:r>
              <a:rPr lang="en-US" sz="3200" dirty="0">
                <a:latin typeface="Fira Sans" charset="0"/>
              </a:rPr>
              <a:t>are used to represent the logic expression for </a:t>
            </a:r>
            <a:r>
              <a:rPr lang="en-US" sz="3200" dirty="0">
                <a:solidFill>
                  <a:srgbClr val="C00000"/>
                </a:solidFill>
                <a:latin typeface="Fira Sans" charset="0"/>
              </a:rPr>
              <a:t>output = </a:t>
            </a:r>
            <a:r>
              <a:rPr lang="en-US" sz="3200" dirty="0" smtClean="0">
                <a:solidFill>
                  <a:srgbClr val="C00000"/>
                </a:solidFill>
                <a:latin typeface="Fira Sans" charset="0"/>
              </a:rPr>
              <a:t>0.</a:t>
            </a:r>
          </a:p>
          <a:p>
            <a:pPr marL="914400" indent="-457200" algn="just">
              <a:buSzPts val="2900"/>
              <a:buFont typeface="Arial" pitchFamily="34" charset="0"/>
              <a:buChar char="•"/>
            </a:pPr>
            <a:r>
              <a:rPr lang="en-US" sz="3200" dirty="0" smtClean="0">
                <a:latin typeface="Fira Sans" charset="0"/>
              </a:rPr>
              <a:t>A </a:t>
            </a:r>
            <a:r>
              <a:rPr lang="en-US" sz="3200" b="1" dirty="0" err="1">
                <a:solidFill>
                  <a:schemeClr val="tx1"/>
                </a:solidFill>
                <a:latin typeface="Fira Sans" charset="0"/>
              </a:rPr>
              <a:t>maxterm</a:t>
            </a:r>
            <a:r>
              <a:rPr lang="en-US" sz="3200" dirty="0">
                <a:latin typeface="Fira Sans" charset="0"/>
              </a:rPr>
              <a:t> is a </a:t>
            </a:r>
            <a:r>
              <a:rPr lang="en-US" sz="3200" dirty="0">
                <a:solidFill>
                  <a:srgbClr val="C00000"/>
                </a:solidFill>
                <a:latin typeface="Fira Sans" charset="0"/>
              </a:rPr>
              <a:t>sum (OR) </a:t>
            </a:r>
            <a:r>
              <a:rPr lang="en-US" sz="3200" dirty="0">
                <a:latin typeface="Fira Sans" charset="0"/>
              </a:rPr>
              <a:t>of all input variables in either true or complemented form, such that only one combination results in 0.</a:t>
            </a: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endParaRPr lang="en-US" sz="32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32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49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Representation of Logic in </a:t>
            </a:r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Fira Sans"/>
              </a:rPr>
              <a:t>SOP and POS 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Fira Sans"/>
              </a:rPr>
              <a:t>form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240077" y="1246637"/>
            <a:ext cx="11837096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Any Truth </a:t>
            </a:r>
            <a:r>
              <a:rPr lang="en-US" sz="3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Table </a:t>
            </a: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can be represented as </a:t>
            </a:r>
          </a:p>
          <a:p>
            <a:pPr marL="914400" lvl="1" indent="-457200" algn="just">
              <a:buSzPts val="2900"/>
              <a:buFont typeface="Arial" pitchFamily="34" charset="0"/>
              <a:buChar char="•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Sum of Products ( Minterms)</a:t>
            </a:r>
          </a:p>
          <a:p>
            <a:pPr marL="914400" lvl="1" indent="-457200" algn="just">
              <a:buSzPts val="2900"/>
              <a:buFont typeface="Arial" pitchFamily="34" charset="0"/>
              <a:buChar char="•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Product of Sums( </a:t>
            </a:r>
            <a:r>
              <a:rPr lang="en-US" sz="3200" dirty="0" err="1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Maxterms</a:t>
            </a: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)</a:t>
            </a:r>
            <a:endParaRPr lang="en-US" sz="3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14400" lvl="1" indent="-457200" algn="just">
              <a:buSzPts val="2900"/>
              <a:buFont typeface="Arial" pitchFamily="34" charset="0"/>
              <a:buChar char="•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 = m2+m3+m5+ m7+ m11+m13 				( SOP)</a:t>
            </a:r>
          </a:p>
          <a:p>
            <a:pPr marL="914400" lvl="1" indent="-457200" algn="just">
              <a:buSzPts val="2900"/>
              <a:buFont typeface="Arial" pitchFamily="34" charset="0"/>
              <a:buChar char="•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 = M0. M1. M4. M6. M8. M9. M10. M12. M14. M15  	( POS)</a:t>
            </a:r>
          </a:p>
          <a:p>
            <a:pPr marL="914400" lvl="1" indent="-457200" algn="just">
              <a:buSzPts val="2900"/>
              <a:buFont typeface="Arial" pitchFamily="34" charset="0"/>
              <a:buChar char="•"/>
            </a:pPr>
            <a:endParaRPr lang="en-US" sz="3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14400" lvl="1" indent="-457200" algn="just">
              <a:buSzPts val="2900"/>
              <a:buFont typeface="Arial" pitchFamily="34" charset="0"/>
              <a:buChar char="•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Minterms are represented as Products </a:t>
            </a:r>
          </a:p>
          <a:p>
            <a:pPr marL="914400" lvl="1" indent="-457200" algn="just">
              <a:buSzPts val="2900"/>
              <a:buFont typeface="Arial" pitchFamily="34" charset="0"/>
              <a:buChar char="•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m2 = A’B’CD’, m3= A’B’CD m11 = AB’CD </a:t>
            </a:r>
            <a:r>
              <a:rPr lang="en-US" sz="3200" dirty="0" err="1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etc</a:t>
            </a:r>
            <a:endParaRPr lang="en-US" sz="32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14400" lvl="1" indent="-457200" algn="just">
              <a:buSzPts val="2900"/>
              <a:buFont typeface="Arial" pitchFamily="34" charset="0"/>
              <a:buChar char="•"/>
            </a:pPr>
            <a:r>
              <a:rPr lang="en-US" sz="3200" dirty="0" err="1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Maxterms</a:t>
            </a: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are represented as Sums</a:t>
            </a:r>
          </a:p>
          <a:p>
            <a:pPr marL="914400" lvl="1" indent="-457200" algn="just">
              <a:buSzPts val="2900"/>
              <a:buFont typeface="Arial" pitchFamily="34" charset="0"/>
              <a:buChar char="•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M0 = A+B+C+D, M1 = A+B+C+D’ , M6 = A+B’+C’+D</a:t>
            </a:r>
          </a:p>
          <a:p>
            <a:pPr marL="914400" lvl="1" indent="-457200" algn="just">
              <a:buSzPts val="2900"/>
              <a:buFont typeface="Arial" pitchFamily="34" charset="0"/>
              <a:buChar char="•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M12 = A’+B’+C+D  M15 = A’+B’+C’+D’   </a:t>
            </a:r>
            <a:r>
              <a:rPr lang="en-US" sz="3200" dirty="0" err="1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etc</a:t>
            </a:r>
            <a:endParaRPr lang="en-US" sz="32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14400" lvl="0" indent="-457200" algn="just">
              <a:buSzPts val="2900"/>
              <a:buFont typeface="Arial" pitchFamily="34" charset="0"/>
              <a:buChar char="•"/>
            </a:pPr>
            <a:endParaRPr lang="en-US" sz="3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3200" b="1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5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Representation of Logic in </a:t>
            </a:r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Fira Sans"/>
              </a:rPr>
              <a:t>SOP and POS 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Fira Sans"/>
              </a:rPr>
              <a:t>form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240077" y="1246637"/>
            <a:ext cx="11837096" cy="55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SOP form of </a:t>
            </a:r>
            <a:r>
              <a:rPr lang="en-US" sz="3200" dirty="0" err="1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boolean</a:t>
            </a: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expression can also be written as </a:t>
            </a:r>
          </a:p>
          <a:p>
            <a:pPr marL="457200" lvl="0" algn="just">
              <a:buSzPts val="2900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  = ∑ m(2,3,5,7,11,13)  …SOP</a:t>
            </a:r>
          </a:p>
          <a:p>
            <a:pPr marL="457200" lvl="0" algn="just">
              <a:buSzPts val="2900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POS form as </a:t>
            </a:r>
          </a:p>
          <a:p>
            <a:pPr marL="457200" lvl="0" algn="just">
              <a:buSzPts val="2900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 = </a:t>
            </a:r>
            <a:r>
              <a:rPr lang="el-GR" sz="40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π</a:t>
            </a:r>
            <a:r>
              <a:rPr lang="en-US" sz="40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M( 0,1,4,6,8,9,10,12,14,15) …POS</a:t>
            </a:r>
          </a:p>
          <a:p>
            <a:pPr marL="457200" lvl="0" algn="just">
              <a:buSzPts val="2900"/>
            </a:pPr>
            <a:endParaRPr lang="en-US" sz="3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Total terms ( rows of the truth table) are dependent on number of inputs </a:t>
            </a:r>
          </a:p>
          <a:p>
            <a:pPr marL="457200" lvl="0" algn="just">
              <a:buSzPts val="2900"/>
            </a:pPr>
            <a:r>
              <a:rPr lang="en-US" sz="32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For n inputs terms = 2**n</a:t>
            </a:r>
          </a:p>
          <a:p>
            <a:pPr marL="457200" lvl="0" algn="just">
              <a:buSzPts val="2900"/>
            </a:pPr>
            <a:endParaRPr lang="en-US" sz="3200" b="1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5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Representation of Logic in </a:t>
            </a:r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Fira Sans"/>
              </a:rPr>
              <a:t>SOP and POS 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Fira Sans"/>
              </a:rPr>
              <a:t>form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240077" y="1083798"/>
            <a:ext cx="11586575" cy="307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SOP form of </a:t>
            </a:r>
            <a:r>
              <a:rPr lang="en-US" sz="2800" dirty="0" err="1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boolean</a:t>
            </a: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expression can also be written as 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  = ∑ m(2,3,5,7,11,13)  …SOP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POS form as 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 = </a:t>
            </a:r>
            <a:r>
              <a:rPr lang="el-GR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π</a:t>
            </a: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M( 0,1,4,6,8,9,10,12,14,15) …POS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Total terms ( rows of the truth table) are dependent on number of inputs 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For n inputs terms = 2**n</a:t>
            </a: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208671"/>
              </p:ext>
            </p:extLst>
          </p:nvPr>
        </p:nvGraphicFramePr>
        <p:xfrm>
          <a:off x="2467627" y="4572000"/>
          <a:ext cx="9682620" cy="2293599"/>
        </p:xfrm>
        <a:graphic>
          <a:graphicData uri="http://schemas.openxmlformats.org/drawingml/2006/table">
            <a:tbl>
              <a:tblPr/>
              <a:tblGrid>
                <a:gridCol w="4841310"/>
                <a:gridCol w="4841310"/>
              </a:tblGrid>
              <a:tr h="480916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Fira Sans" charset="0"/>
                        </a:rPr>
                        <a:t>SOP (Sum of Products)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Fira Sans" charset="0"/>
                        </a:rPr>
                        <a:t>POS (Product of Sums)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0916">
                <a:tc>
                  <a:txBody>
                    <a:bodyPr/>
                    <a:lstStyle/>
                    <a:p>
                      <a:r>
                        <a:rPr lang="en-IN" sz="2400" dirty="0" err="1">
                          <a:latin typeface="Fira Sans" charset="0"/>
                        </a:rPr>
                        <a:t>Minterms</a:t>
                      </a:r>
                      <a:r>
                        <a:rPr lang="en-IN" sz="2400" dirty="0">
                          <a:latin typeface="Fira Sans" charset="0"/>
                        </a:rPr>
                        <a:t> (Output = 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 err="1">
                          <a:latin typeface="Fira Sans" charset="0"/>
                        </a:rPr>
                        <a:t>Maxterms</a:t>
                      </a:r>
                      <a:r>
                        <a:rPr lang="en-IN" sz="2400" dirty="0">
                          <a:latin typeface="Fira Sans" charset="0"/>
                        </a:rPr>
                        <a:t> (Output = 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80916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Fira Sans" charset="0"/>
                        </a:rPr>
                        <a:t>OR of ANDs (e.g., A·B + 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Fira Sans" charset="0"/>
                        </a:rPr>
                        <a:t>AND of ORs (e.g., (A + B)·(C + D))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5085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Fira Sans" charset="0"/>
                        </a:rPr>
                        <a:t>Logic implementation via AND-OR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Fira Sans" charset="0"/>
                        </a:rPr>
                        <a:t>Logic implementation via OR-AND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1762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Representation of Logic in </a:t>
            </a:r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Fira Sans"/>
              </a:rPr>
              <a:t>SOP and POS 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Fira Sans"/>
              </a:rPr>
              <a:t>form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240077" y="1083798"/>
            <a:ext cx="11586575" cy="422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Consider function Y( A,B,C,D)  = ∑ m(2,3,5,7,8,10,11,13)  …SOP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Y = A’B’CD’+A’B’CD +A’BC’D+A’BCD +AB’C’D’+AB’CD’+AB’CD+ABC’D</a:t>
            </a:r>
          </a:p>
          <a:p>
            <a:pPr marL="45720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 =</a:t>
            </a:r>
            <a:r>
              <a:rPr lang="en-US" sz="28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800" dirty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A’B’CD’+A’B’CD </a:t>
            </a:r>
            <a:r>
              <a:rPr lang="en-US" sz="28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+</a:t>
            </a:r>
            <a:r>
              <a:rPr lang="en-US" sz="2800" dirty="0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A’BC’D+A’BCD</a:t>
            </a:r>
            <a:r>
              <a:rPr lang="en-US" sz="28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+</a:t>
            </a:r>
            <a:r>
              <a:rPr lang="en-US" sz="2800" dirty="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AB’C’D’+AB’CD</a:t>
            </a:r>
            <a:r>
              <a:rPr lang="en-US" sz="28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’+AB’CD+ABC’D</a:t>
            </a:r>
          </a:p>
          <a:p>
            <a:pPr marL="45720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= </a:t>
            </a:r>
            <a:r>
              <a:rPr lang="en-US" sz="2800" dirty="0" smtClean="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A’B’C(D’+D ) </a:t>
            </a:r>
            <a:r>
              <a:rPr lang="en-US" sz="2800" dirty="0" smtClean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+ </a:t>
            </a:r>
            <a:r>
              <a:rPr lang="en-US" sz="2800" dirty="0" smtClean="0">
                <a:solidFill>
                  <a:srgbClr val="002060"/>
                </a:solidFill>
                <a:latin typeface="Fira Sans"/>
                <a:ea typeface="Fira Sans"/>
                <a:cs typeface="Fira Sans"/>
                <a:sym typeface="Fira Sans"/>
              </a:rPr>
              <a:t>A’BD ( C’+C) + </a:t>
            </a:r>
            <a:r>
              <a:rPr lang="en-US" sz="2800" dirty="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AB</a:t>
            </a:r>
            <a:r>
              <a:rPr lang="en-US" sz="2800" dirty="0" smtClean="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’ D’ (C’+C) +</a:t>
            </a:r>
            <a:r>
              <a:rPr lang="en-US" sz="28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AB’CD+ABC’D</a:t>
            </a:r>
          </a:p>
          <a:p>
            <a:pPr marL="457200" algn="just">
              <a:buSzPts val="2900"/>
            </a:pPr>
            <a:r>
              <a:rPr lang="en-US" sz="2800" dirty="0" smtClean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= </a:t>
            </a:r>
            <a:r>
              <a:rPr lang="en-US" sz="2800" u="sng" dirty="0" smtClean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A’B’C </a:t>
            </a:r>
            <a:r>
              <a:rPr lang="en-US" sz="2800" dirty="0" smtClean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+ A’BD+</a:t>
            </a:r>
            <a:r>
              <a:rPr lang="en-US" sz="2800" dirty="0" smtClean="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AB’D</a:t>
            </a:r>
            <a:r>
              <a:rPr lang="en-US" sz="2800" dirty="0" smtClean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+</a:t>
            </a:r>
            <a:r>
              <a:rPr lang="en-US" sz="2800" u="sng" dirty="0" smtClean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AB’CD</a:t>
            </a:r>
            <a:r>
              <a:rPr lang="en-US" sz="2800" dirty="0" smtClean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 + </a:t>
            </a:r>
            <a:r>
              <a:rPr lang="en-US" sz="2800" dirty="0" smtClean="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ABC’D</a:t>
            </a:r>
            <a:endParaRPr lang="en-US" sz="2800" dirty="0">
              <a:solidFill>
                <a:srgbClr val="00B0F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=B’C(A’+AD) +</a:t>
            </a:r>
            <a:r>
              <a:rPr lang="en-US" sz="2800" dirty="0" smtClean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A’BD +</a:t>
            </a:r>
            <a:r>
              <a:rPr lang="en-US" sz="2800" dirty="0" smtClean="0">
                <a:solidFill>
                  <a:srgbClr val="00B0F0"/>
                </a:solidFill>
                <a:latin typeface="Fira Sans"/>
                <a:ea typeface="Fira Sans"/>
                <a:cs typeface="Fira Sans"/>
                <a:sym typeface="Fira Sans"/>
              </a:rPr>
              <a:t>AD(B’+BC’) …………A’+AD = A’+D, B’+BC’ = B’+C’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= B’C(A’+D) + A’BD+ AD(B’+C’)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= A’B’C+B’CD+A’BD +AB’D+AC’D </a:t>
            </a:r>
            <a:endParaRPr lang="en-US" sz="2800" dirty="0">
              <a:solidFill>
                <a:schemeClr val="tx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78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Representation of Expression in Karnaugh Maps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240077" y="1083798"/>
            <a:ext cx="12375715" cy="422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Consider function Y( A,B,C)  = ∑ m(1,2,3,4,7,)  …SOP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Y = A’B’C+A’BC’+A’BC+AB’C’+ABC = A’C(B’+B)+A’B(C+C’)+BC(A’+A) +AB’C’</a:t>
            </a: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= A’C+A’B+BC+AB’C’</a:t>
            </a: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A’C+A’B+BC+AB’C’</a:t>
            </a: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  </a:t>
            </a: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810349"/>
              </p:ext>
            </p:extLst>
          </p:nvPr>
        </p:nvGraphicFramePr>
        <p:xfrm>
          <a:off x="4634630" y="2967972"/>
          <a:ext cx="6718125" cy="1280160"/>
        </p:xfrm>
        <a:graphic>
          <a:graphicData uri="http://schemas.openxmlformats.org/drawingml/2006/table">
            <a:tbl>
              <a:tblPr firstRow="1" bandRow="1">
                <a:effectLst/>
                <a:tableStyleId>{5ACC2D46-0EAF-4A5A-82B8-2BA14381F86C}</a:tableStyleId>
              </a:tblPr>
              <a:tblGrid>
                <a:gridCol w="1343625"/>
                <a:gridCol w="1343625"/>
                <a:gridCol w="1233397"/>
                <a:gridCol w="1453853"/>
                <a:gridCol w="134362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AB/C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/>
              <p14:cNvContentPartPr/>
              <p14:nvPr/>
            </p14:nvContentPartPr>
            <p14:xfrm>
              <a:off x="6210360" y="3177720"/>
              <a:ext cx="4755240" cy="141768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01000" y="3168360"/>
                <a:ext cx="4773960" cy="143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1309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Karnaugh Maps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240077" y="1083798"/>
            <a:ext cx="12375715" cy="422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Consider function Y( A,B,C,D)  = ∑ m(1,2,3,4,7,8,11,13,15)  …SOP</a:t>
            </a: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A’B’D + A’B’C + CD + ABD + A’BC’D’ + AB’C’D’</a:t>
            </a: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  </a:t>
            </a: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637254"/>
              </p:ext>
            </p:extLst>
          </p:nvPr>
        </p:nvGraphicFramePr>
        <p:xfrm>
          <a:off x="2029217" y="2028520"/>
          <a:ext cx="4910203" cy="2133600"/>
        </p:xfrm>
        <a:graphic>
          <a:graphicData uri="http://schemas.openxmlformats.org/drawingml/2006/table">
            <a:tbl>
              <a:tblPr firstRow="1" bandRow="1">
                <a:effectLst/>
                <a:tableStyleId>{5ACC2D46-0EAF-4A5A-82B8-2BA14381F86C}</a:tableStyleId>
              </a:tblPr>
              <a:tblGrid>
                <a:gridCol w="1052186"/>
                <a:gridCol w="911896"/>
                <a:gridCol w="901476"/>
                <a:gridCol w="1062604"/>
                <a:gridCol w="98204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AB/CD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/>
              <p14:cNvContentPartPr/>
              <p14:nvPr/>
            </p14:nvContentPartPr>
            <p14:xfrm>
              <a:off x="3269160" y="2453760"/>
              <a:ext cx="3558600" cy="1646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59800" y="2444400"/>
                <a:ext cx="3577320" cy="166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601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Karnaugh Maps Minimization Rules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764089" y="876822"/>
            <a:ext cx="13290114" cy="6413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Identify all </a:t>
            </a:r>
            <a:r>
              <a:rPr lang="en-US" sz="2600" dirty="0" err="1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minterns</a:t>
            </a: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in the given </a:t>
            </a:r>
            <a:r>
              <a:rPr lang="en-US" sz="2600" dirty="0" err="1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funtion</a:t>
            </a: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. ( or </a:t>
            </a:r>
            <a:r>
              <a:rPr lang="en-US" sz="2600" dirty="0" err="1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maxterms</a:t>
            </a: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)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Group adjacent minterms for SOP ( </a:t>
            </a:r>
            <a:r>
              <a:rPr lang="en-US" sz="2600" dirty="0" err="1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maxterms</a:t>
            </a: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for POS)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Groups having 1,2,4,8…</a:t>
            </a:r>
            <a:r>
              <a:rPr lang="en-US" sz="2600" dirty="0" err="1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upto</a:t>
            </a: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2**n for n variable K Map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K-maps </a:t>
            </a: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are cylindrical: the left and right edges are adjacent, as are the top and bottom</a:t>
            </a: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. This </a:t>
            </a: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allows wrap-around groupings.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A cell can be part of multiple groups if it helps make larger groups.</a:t>
            </a:r>
            <a:endParaRPr lang="en-US" sz="26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Make </a:t>
            </a: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Largest Possible Groups First</a:t>
            </a: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   </a:t>
            </a:r>
            <a:endParaRPr lang="en-US" sz="26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All minterms must be covered even if it is a group of 1 term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Make sure that no group is redundant ( redundant group is the one in which all minterms are part of some other group)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For </a:t>
            </a: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each group: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		Eliminate </a:t>
            </a: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the variables that change within the group.</a:t>
            </a:r>
          </a:p>
          <a:p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		Keep </a:t>
            </a:r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variables that are the same for all cells in the group</a:t>
            </a: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.</a:t>
            </a:r>
          </a:p>
          <a:p>
            <a:pPr marL="989013" indent="-538163">
              <a:buFont typeface="+mj-lt"/>
              <a:buAutoNum type="arabicPeriod" startAt="10"/>
            </a:pP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To represent each group consider a product with variable (for 1) and </a:t>
            </a:r>
          </a:p>
          <a:p>
            <a:pPr marL="450850"/>
            <a:r>
              <a:rPr lang="en-US" sz="2600" dirty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 </a:t>
            </a:r>
            <a:r>
              <a:rPr lang="en-US" sz="26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</a:rPr>
              <a:t>             its complement (for 0) for SOP </a:t>
            </a:r>
          </a:p>
          <a:p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</a:endParaRPr>
          </a:p>
          <a:p>
            <a:pPr marL="971550" lvl="0" indent="-514350" algn="just">
              <a:buSzPts val="2900"/>
              <a:buFont typeface="+mj-lt"/>
              <a:buAutoNum type="arabicPeriod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6"/>
            <a:ext cx="2294217" cy="713773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5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Karnaugh 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Maps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240077" y="1083798"/>
            <a:ext cx="12375715" cy="422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Consider function Y( A,B,C,D)  = ∑ m(0,1,2,3,4,6,7,8,11,13,15)  …SOP</a:t>
            </a: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A’B’ + A’D’ + CD + ABD + B’C’D’</a:t>
            </a: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  </a:t>
            </a: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845234"/>
              </p:ext>
            </p:extLst>
          </p:nvPr>
        </p:nvGraphicFramePr>
        <p:xfrm>
          <a:off x="2066795" y="1968674"/>
          <a:ext cx="4910203" cy="2133600"/>
        </p:xfrm>
        <a:graphic>
          <a:graphicData uri="http://schemas.openxmlformats.org/drawingml/2006/table">
            <a:tbl>
              <a:tblPr firstRow="1" bandRow="1">
                <a:effectLst/>
                <a:tableStyleId>{5ACC2D46-0EAF-4A5A-82B8-2BA14381F86C}</a:tableStyleId>
              </a:tblPr>
              <a:tblGrid>
                <a:gridCol w="1052186"/>
                <a:gridCol w="911896"/>
                <a:gridCol w="901476"/>
                <a:gridCol w="1062604"/>
                <a:gridCol w="982041"/>
              </a:tblGrid>
              <a:tr h="400972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AB/CD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/>
              <p14:cNvContentPartPr/>
              <p14:nvPr/>
            </p14:nvContentPartPr>
            <p14:xfrm>
              <a:off x="2476440" y="1843920"/>
              <a:ext cx="4839120" cy="262944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67080" y="1834560"/>
                <a:ext cx="4857840" cy="264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55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Karnaugh Maps with Don’t care terms: 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240077" y="1083798"/>
            <a:ext cx="12375715" cy="422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Consider function Y( A,B,C,D)  = ∑ </a:t>
            </a: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m(0,1,2,4,6,11,15</a:t>
            </a:r>
            <a:r>
              <a:rPr lang="en-US" sz="28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)  </a:t>
            </a: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+ d(3,9,13)…SOP</a:t>
            </a: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							Y = A’D’+A’B’C’+ACD …without 								considering don’t care terms </a:t>
            </a: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							</a:t>
            </a: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							Y = A’D’+A’B’+AD …with Don’t cares </a:t>
            </a: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833740"/>
              </p:ext>
            </p:extLst>
          </p:nvPr>
        </p:nvGraphicFramePr>
        <p:xfrm>
          <a:off x="1891429" y="1968674"/>
          <a:ext cx="4910203" cy="2133600"/>
        </p:xfrm>
        <a:graphic>
          <a:graphicData uri="http://schemas.openxmlformats.org/drawingml/2006/table">
            <a:tbl>
              <a:tblPr firstRow="1" bandRow="1">
                <a:effectLst/>
                <a:tableStyleId>{5ACC2D46-0EAF-4A5A-82B8-2BA14381F86C}</a:tableStyleId>
              </a:tblPr>
              <a:tblGrid>
                <a:gridCol w="1052186"/>
                <a:gridCol w="911896"/>
                <a:gridCol w="901476"/>
                <a:gridCol w="1062604"/>
                <a:gridCol w="98204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AB/CD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X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X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X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001799"/>
              </p:ext>
            </p:extLst>
          </p:nvPr>
        </p:nvGraphicFramePr>
        <p:xfrm>
          <a:off x="1918569" y="4463441"/>
          <a:ext cx="4910203" cy="2133600"/>
        </p:xfrm>
        <a:graphic>
          <a:graphicData uri="http://schemas.openxmlformats.org/drawingml/2006/table">
            <a:tbl>
              <a:tblPr firstRow="1" bandRow="1">
                <a:effectLst/>
                <a:tableStyleId>{5ACC2D46-0EAF-4A5A-82B8-2BA14381F86C}</a:tableStyleId>
              </a:tblPr>
              <a:tblGrid>
                <a:gridCol w="1052186"/>
                <a:gridCol w="911896"/>
                <a:gridCol w="901476"/>
                <a:gridCol w="1062604"/>
                <a:gridCol w="98204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AB/CD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X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X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solidFill>
                            <a:srgbClr val="C00000"/>
                          </a:solidFill>
                          <a:latin typeface="Fira Sans" charset="0"/>
                        </a:rPr>
                        <a:t>X</a:t>
                      </a:r>
                      <a:endParaRPr lang="en-IN" sz="2200" b="1" dirty="0">
                        <a:solidFill>
                          <a:srgbClr val="C00000"/>
                        </a:solidFill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/>
              <p14:cNvContentPartPr/>
              <p14:nvPr/>
            </p14:nvContentPartPr>
            <p14:xfrm>
              <a:off x="1135440" y="2301120"/>
              <a:ext cx="7475400" cy="45421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26080" y="2291760"/>
                <a:ext cx="7494120" cy="456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55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Karnaugh 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Maps (POS)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1240076" y="1083798"/>
            <a:ext cx="13390323" cy="422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Consider function Y( A,B,C,D)  = ∑ m(0,1,2,3,4,6,7,8,11,13,15)  …SOP</a:t>
            </a: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						= </a:t>
            </a:r>
            <a:r>
              <a:rPr lang="el-GR" sz="34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π</a:t>
            </a:r>
            <a:r>
              <a:rPr lang="en-US" sz="34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M(</a:t>
            </a: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5,9,10,12,14) …POS</a:t>
            </a: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						Y=(A+B’+C+D’).(A’+B+C+D’).(A’+B’+D).(A’+C’+D)</a:t>
            </a:r>
          </a:p>
          <a:p>
            <a:pPr marL="457200" lvl="0" algn="just">
              <a:buSzPts val="2900"/>
            </a:pPr>
            <a:r>
              <a:rPr lang="en-US" sz="34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						</a:t>
            </a: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A’B’ + A’D’ + CD + ABD + B’C’D’</a:t>
            </a: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endParaRPr lang="en-US" sz="2800" dirty="0" smtClean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algn="just">
              <a:buSzPts val="2900"/>
            </a:pPr>
            <a:r>
              <a:rPr lang="en-US" sz="28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800" dirty="0" smtClean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  </a:t>
            </a: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48168"/>
              </p:ext>
            </p:extLst>
          </p:nvPr>
        </p:nvGraphicFramePr>
        <p:xfrm>
          <a:off x="1841327" y="1968674"/>
          <a:ext cx="4910203" cy="2133600"/>
        </p:xfrm>
        <a:graphic>
          <a:graphicData uri="http://schemas.openxmlformats.org/drawingml/2006/table">
            <a:tbl>
              <a:tblPr firstRow="1" bandRow="1">
                <a:effectLst/>
                <a:tableStyleId>{5ACC2D46-0EAF-4A5A-82B8-2BA14381F86C}</a:tableStyleId>
              </a:tblPr>
              <a:tblGrid>
                <a:gridCol w="1052186"/>
                <a:gridCol w="911896"/>
                <a:gridCol w="901476"/>
                <a:gridCol w="1062604"/>
                <a:gridCol w="982041"/>
              </a:tblGrid>
              <a:tr h="400972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AB/CD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/>
              <p14:cNvContentPartPr/>
              <p14:nvPr/>
            </p14:nvContentPartPr>
            <p14:xfrm>
              <a:off x="4061520" y="2118240"/>
              <a:ext cx="4084560" cy="2240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52160" y="2108880"/>
                <a:ext cx="4103280" cy="225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2853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b06e3c580a_0_0"/>
          <p:cNvSpPr txBox="1">
            <a:spLocks noGrp="1"/>
          </p:cNvSpPr>
          <p:nvPr>
            <p:ph type="title"/>
          </p:nvPr>
        </p:nvSpPr>
        <p:spPr>
          <a:xfrm>
            <a:off x="481265" y="230233"/>
            <a:ext cx="13674900" cy="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54850" rIns="109700" bIns="54850" anchor="ctr" anchorCtr="0">
            <a:noAutofit/>
          </a:bodyPr>
          <a:lstStyle/>
          <a:p>
            <a:pPr marL="546100"/>
            <a:r>
              <a:rPr lang="en-US" sz="4400" b="1" dirty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Minimization using Karnaugh </a:t>
            </a:r>
            <a:r>
              <a:rPr lang="en-US" sz="4400" b="1" dirty="0" smtClean="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Maps</a:t>
            </a:r>
            <a:endParaRPr lang="en-US" sz="4400" b="1" dirty="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56" name="Google Shape;56;g2b06e3c580a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7056809" y="681041"/>
            <a:ext cx="463181" cy="1468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2b06e3c580a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5440383" y="2104962"/>
            <a:ext cx="211691" cy="11199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g2b06e3c580a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2994105" y="6732640"/>
            <a:ext cx="1162200" cy="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g2b06e3c580a_0_0"/>
          <p:cNvSpPr txBox="1"/>
          <p:nvPr/>
        </p:nvSpPr>
        <p:spPr>
          <a:xfrm>
            <a:off x="631586" y="1115410"/>
            <a:ext cx="7791190" cy="422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IN" sz="2800" dirty="0">
                <a:latin typeface="Fira Sans" charset="0"/>
              </a:rPr>
              <a:t>F(A,B,C,D) = </a:t>
            </a:r>
            <a:r>
              <a:rPr lang="el-GR" sz="2800" dirty="0">
                <a:latin typeface="Fira Sans" charset="0"/>
              </a:rPr>
              <a:t>Σ </a:t>
            </a:r>
            <a:r>
              <a:rPr lang="en-IN" sz="2800" dirty="0">
                <a:latin typeface="Fira Sans" charset="0"/>
              </a:rPr>
              <a:t>m(0, 2, 4, 5, 8, 10, 12, 14, 15</a:t>
            </a:r>
            <a:r>
              <a:rPr lang="en-IN" sz="2800" dirty="0" smtClean="0">
                <a:latin typeface="Fira Sans" charset="0"/>
              </a:rPr>
              <a:t>)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endParaRPr lang="en-IN" sz="2800" dirty="0" smtClean="0">
              <a:latin typeface="Fira Sans" charset="0"/>
            </a:endParaRP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IN" sz="2800" dirty="0">
                <a:latin typeface="Fira Sans" charset="0"/>
              </a:rPr>
              <a:t>F(A,B,C,D) = ∑m(0,1,4,5,10,11,13,14,15</a:t>
            </a:r>
            <a:r>
              <a:rPr lang="en-IN" sz="2800" dirty="0" smtClean="0">
                <a:latin typeface="Fira Sans" charset="0"/>
              </a:rPr>
              <a:t>)</a:t>
            </a:r>
          </a:p>
          <a:p>
            <a:pPr marL="971550" lvl="0" indent="-514350" algn="just">
              <a:buSzPts val="2900"/>
              <a:buFont typeface="+mj-lt"/>
              <a:buAutoNum type="arabicPeriod"/>
            </a:pPr>
            <a:endParaRPr lang="en-IN" sz="2800" dirty="0" smtClean="0">
              <a:latin typeface="Fira Sans" charset="0"/>
            </a:endParaRPr>
          </a:p>
          <a:p>
            <a:pPr marL="971550" indent="-514350" algn="just">
              <a:buSzPts val="2900"/>
              <a:buFont typeface="+mj-lt"/>
              <a:buAutoNum type="arabicPeriod"/>
            </a:pPr>
            <a:r>
              <a:rPr lang="en-IN" sz="2800" dirty="0">
                <a:latin typeface="Fira Sans" charset="0"/>
              </a:rPr>
              <a:t>F(A,B,C,D) = </a:t>
            </a:r>
            <a:r>
              <a:rPr lang="el-GR" sz="3200" dirty="0" smtClean="0">
                <a:latin typeface="Fira Sans" charset="0"/>
              </a:rPr>
              <a:t>π</a:t>
            </a:r>
            <a:r>
              <a:rPr lang="en-IN" sz="2800" dirty="0" smtClean="0">
                <a:latin typeface="Fira Sans" charset="0"/>
              </a:rPr>
              <a:t>M(0,1,4,5,10,11,13,14,15)</a:t>
            </a:r>
          </a:p>
          <a:p>
            <a:pPr marL="971550" indent="-514350" algn="just">
              <a:buSzPts val="2900"/>
              <a:buFont typeface="+mj-lt"/>
              <a:buAutoNum type="arabicPeriod"/>
            </a:pPr>
            <a:endParaRPr lang="en-IN" sz="2800" dirty="0">
              <a:latin typeface="Fira Sans" charset="0"/>
            </a:endParaRPr>
          </a:p>
          <a:p>
            <a:pPr marL="971550" lvl="0" indent="-514350" algn="just">
              <a:buSzPts val="2900"/>
              <a:buFont typeface="+mj-lt"/>
              <a:buAutoNum type="arabicPeriod"/>
            </a:pPr>
            <a:r>
              <a:rPr lang="en-IN" sz="2800" dirty="0">
                <a:latin typeface="Fira Sans" charset="0"/>
              </a:rPr>
              <a:t>F(A,B,C,D) = </a:t>
            </a:r>
            <a:r>
              <a:rPr lang="el-GR" sz="3200" dirty="0">
                <a:latin typeface="Fira Sans" charset="0"/>
              </a:rPr>
              <a:t>π</a:t>
            </a:r>
            <a:r>
              <a:rPr lang="el-GR" sz="2800" dirty="0">
                <a:latin typeface="Fira Sans" charset="0"/>
              </a:rPr>
              <a:t> </a:t>
            </a:r>
            <a:r>
              <a:rPr lang="en-US" sz="2800" dirty="0">
                <a:latin typeface="Fira Sans" charset="0"/>
              </a:rPr>
              <a:t>M</a:t>
            </a:r>
            <a:r>
              <a:rPr lang="en-IN" sz="2800" dirty="0" smtClean="0">
                <a:latin typeface="Fira Sans" charset="0"/>
              </a:rPr>
              <a:t>(0,1,6,7,9,11,12,13,15</a:t>
            </a:r>
            <a:r>
              <a:rPr lang="en-IN" sz="2800" dirty="0">
                <a:latin typeface="Fira Sans" charset="0"/>
              </a:rPr>
              <a:t>)</a:t>
            </a:r>
            <a:endParaRPr lang="en-IN" sz="2800" dirty="0" smtClean="0">
              <a:latin typeface="Fira Sans" charset="0"/>
            </a:endParaRPr>
          </a:p>
          <a:p>
            <a:pPr marL="971550" lvl="0" indent="-514350" algn="just">
              <a:buSzPts val="2900"/>
              <a:buFont typeface="+mj-lt"/>
              <a:buAutoNum type="arabicPeriod"/>
            </a:pPr>
            <a:endParaRPr lang="en-US" sz="2800" dirty="0" smtClean="0">
              <a:solidFill>
                <a:schemeClr val="dk1"/>
              </a:solidFill>
              <a:latin typeface="Fira Sans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8" name="Picture 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10" y="6726687"/>
            <a:ext cx="2294217" cy="713773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114405"/>
              </p:ext>
            </p:extLst>
          </p:nvPr>
        </p:nvGraphicFramePr>
        <p:xfrm>
          <a:off x="9029516" y="1215023"/>
          <a:ext cx="4910203" cy="2260950"/>
        </p:xfrm>
        <a:graphic>
          <a:graphicData uri="http://schemas.openxmlformats.org/drawingml/2006/table">
            <a:tbl>
              <a:tblPr firstRow="1" bandRow="1">
                <a:effectLst/>
                <a:tableStyleId>{5ACC2D46-0EAF-4A5A-82B8-2BA14381F86C}</a:tableStyleId>
              </a:tblPr>
              <a:tblGrid>
                <a:gridCol w="1052186"/>
                <a:gridCol w="911896"/>
                <a:gridCol w="901476"/>
                <a:gridCol w="1062604"/>
                <a:gridCol w="982041"/>
              </a:tblGrid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AB/CD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01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11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219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 smtClean="0">
                          <a:latin typeface="Fira Sans" charset="0"/>
                        </a:rPr>
                        <a:t>10</a:t>
                      </a:r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200" b="1" dirty="0">
                        <a:latin typeface="Fira Sans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Freeform 2"/>
          <p:cNvSpPr/>
          <p:nvPr/>
        </p:nvSpPr>
        <p:spPr>
          <a:xfrm>
            <a:off x="4897677" y="4020855"/>
            <a:ext cx="175364" cy="162838"/>
          </a:xfrm>
          <a:custGeom>
            <a:avLst/>
            <a:gdLst>
              <a:gd name="connsiteX0" fmla="*/ 175364 w 175364"/>
              <a:gd name="connsiteY0" fmla="*/ 0 h 162838"/>
              <a:gd name="connsiteX1" fmla="*/ 0 w 175364"/>
              <a:gd name="connsiteY1" fmla="*/ 162838 h 16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5364" h="162838">
                <a:moveTo>
                  <a:pt x="175364" y="0"/>
                </a:moveTo>
                <a:cubicBezTo>
                  <a:pt x="150312" y="34446"/>
                  <a:pt x="125260" y="68893"/>
                  <a:pt x="0" y="162838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06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21729</TotalTime>
  <Words>1603</Words>
  <Application>Microsoft Office PowerPoint</Application>
  <PresentationFormat>Custom</PresentationFormat>
  <Paragraphs>605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Fira Sans</vt:lpstr>
      <vt:lpstr>Calibri</vt:lpstr>
      <vt:lpstr>Marcellus</vt:lpstr>
      <vt:lpstr>Office Theme</vt:lpstr>
      <vt:lpstr>Digital Logic Design</vt:lpstr>
      <vt:lpstr>Logic Representation and Minimization Techniques </vt:lpstr>
      <vt:lpstr>Contents</vt:lpstr>
      <vt:lpstr>Basic Gates</vt:lpstr>
      <vt:lpstr>Derived Gates</vt:lpstr>
      <vt:lpstr>Boolean Algebra Theorems</vt:lpstr>
      <vt:lpstr>Boolean Algebra Theorems..</vt:lpstr>
      <vt:lpstr>Simplification using Boolean Theorems</vt:lpstr>
      <vt:lpstr>Simplify </vt:lpstr>
      <vt:lpstr>Representation of Logic using Boolean Expression</vt:lpstr>
      <vt:lpstr>Boolean Expression</vt:lpstr>
      <vt:lpstr>Representation of Logic in SOP and POS form</vt:lpstr>
      <vt:lpstr>Representation of Logic in SOP and POS form</vt:lpstr>
      <vt:lpstr>Representation of Logic in SOP and POS form</vt:lpstr>
      <vt:lpstr>Representation of Logic in SOP and POS form</vt:lpstr>
      <vt:lpstr>Representation of Logic in SOP and POS form</vt:lpstr>
      <vt:lpstr>Representation of Expression in Karnaugh Maps</vt:lpstr>
      <vt:lpstr>Minimization using Karnaugh Maps</vt:lpstr>
      <vt:lpstr>Karnaugh Maps Minimization Rules</vt:lpstr>
      <vt:lpstr>Minimization using Karnaugh Maps</vt:lpstr>
      <vt:lpstr>Karnaugh Maps with Don’t care terms: </vt:lpstr>
      <vt:lpstr>Minimization using Karnaugh Maps (POS)</vt:lpstr>
      <vt:lpstr>Minimization using Karnaugh Maps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Arati Phadke</dc:creator>
  <cp:lastModifiedBy>SNS</cp:lastModifiedBy>
  <cp:revision>78</cp:revision>
  <dcterms:modified xsi:type="dcterms:W3CDTF">2026-02-02T05:17:48Z</dcterms:modified>
</cp:coreProperties>
</file>