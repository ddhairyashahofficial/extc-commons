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82" r:id="rId15"/>
    <p:sldId id="283" r:id="rId16"/>
    <p:sldId id="284" r:id="rId17"/>
    <p:sldId id="285" r:id="rId18"/>
    <p:sldId id="286" r:id="rId19"/>
    <p:sldId id="287" r:id="rId20"/>
    <p:sldId id="268" r:id="rId21"/>
    <p:sldId id="269" r:id="rId22"/>
    <p:sldId id="270" r:id="rId23"/>
    <p:sldId id="271" r:id="rId24"/>
    <p:sldId id="272" r:id="rId25"/>
    <p:sldId id="273" r:id="rId26"/>
    <p:sldId id="274" r:id="rId27"/>
    <p:sldId id="275" r:id="rId28"/>
    <p:sldId id="276" r:id="rId29"/>
    <p:sldId id="277" r:id="rId30"/>
  </p:sldIdLst>
  <p:sldSz cx="9144000" cy="6858000" type="screen4x3"/>
  <p:notesSz cx="9144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6" d="100"/>
          <a:sy n="76" d="100"/>
        </p:scale>
        <p:origin x="-120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239418" y="2498217"/>
            <a:ext cx="6665163" cy="696594"/>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0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79575" y="1043939"/>
            <a:ext cx="8930189" cy="5030999"/>
          </a:xfrm>
          <a:prstGeom prst="rect">
            <a:avLst/>
          </a:prstGeom>
        </p:spPr>
      </p:pic>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76315D6-C1F5-401C-8E43-79A07ACE4F50}" type="datetimeFigureOut">
              <a:rPr lang="en-IN">
                <a:solidFill>
                  <a:prstClr val="black">
                    <a:tint val="75000"/>
                  </a:prstClr>
                </a:solidFill>
              </a:rPr>
              <a:pPr/>
              <a:t>28-11-2024</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3D68BE7A-6FCC-4F9F-BCDB-4EDF924CD79E}" type="slidenum">
              <a:rPr lang="en-IN">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294091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76315D6-C1F5-401C-8E43-79A07ACE4F50}" type="datetimeFigureOut">
              <a:rPr lang="en-IN">
                <a:solidFill>
                  <a:prstClr val="black">
                    <a:tint val="75000"/>
                  </a:prstClr>
                </a:solidFill>
              </a:rPr>
              <a:pPr/>
              <a:t>28-11-2024</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3D68BE7A-6FCC-4F9F-BCDB-4EDF924CD79E}" type="slidenum">
              <a:rPr lang="en-IN">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088583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76315D6-C1F5-401C-8E43-79A07ACE4F50}" type="datetimeFigureOut">
              <a:rPr lang="en-IN">
                <a:solidFill>
                  <a:prstClr val="black">
                    <a:tint val="75000"/>
                  </a:prstClr>
                </a:solidFill>
              </a:rPr>
              <a:pPr/>
              <a:t>28-11-2024</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3D68BE7A-6FCC-4F9F-BCDB-4EDF924CD79E}" type="slidenum">
              <a:rPr lang="en-IN">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082323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76315D6-C1F5-401C-8E43-79A07ACE4F50}" type="datetimeFigureOut">
              <a:rPr lang="en-IN">
                <a:solidFill>
                  <a:prstClr val="black">
                    <a:tint val="75000"/>
                  </a:prstClr>
                </a:solidFill>
              </a:rPr>
              <a:pPr/>
              <a:t>28-11-2024</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3D68BE7A-6FCC-4F9F-BCDB-4EDF924CD79E}" type="slidenum">
              <a:rPr lang="en-IN">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565841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76315D6-C1F5-401C-8E43-79A07ACE4F50}" type="datetimeFigureOut">
              <a:rPr lang="en-IN">
                <a:solidFill>
                  <a:prstClr val="black">
                    <a:tint val="75000"/>
                  </a:prstClr>
                </a:solidFill>
              </a:rPr>
              <a:pPr/>
              <a:t>28-11-2024</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p:cNvSpPr>
            <a:spLocks noGrp="1"/>
          </p:cNvSpPr>
          <p:nvPr>
            <p:ph type="sldNum" sz="quarter" idx="12"/>
          </p:nvPr>
        </p:nvSpPr>
        <p:spPr/>
        <p:txBody>
          <a:bodyPr/>
          <a:lstStyle/>
          <a:p>
            <a:fld id="{3D68BE7A-6FCC-4F9F-BCDB-4EDF924CD79E}" type="slidenum">
              <a:rPr lang="en-IN">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205673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76315D6-C1F5-401C-8E43-79A07ACE4F50}" type="datetimeFigureOut">
              <a:rPr lang="en-IN">
                <a:solidFill>
                  <a:prstClr val="black">
                    <a:tint val="75000"/>
                  </a:prstClr>
                </a:solidFill>
              </a:rPr>
              <a:pPr/>
              <a:t>28-11-2024</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p:cNvSpPr>
            <a:spLocks noGrp="1"/>
          </p:cNvSpPr>
          <p:nvPr>
            <p:ph type="sldNum" sz="quarter" idx="12"/>
          </p:nvPr>
        </p:nvSpPr>
        <p:spPr/>
        <p:txBody>
          <a:bodyPr/>
          <a:lstStyle/>
          <a:p>
            <a:fld id="{3D68BE7A-6FCC-4F9F-BCDB-4EDF924CD79E}" type="slidenum">
              <a:rPr lang="en-IN">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7621691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6315D6-C1F5-401C-8E43-79A07ACE4F50}" type="datetimeFigureOut">
              <a:rPr lang="en-IN">
                <a:solidFill>
                  <a:prstClr val="black">
                    <a:tint val="75000"/>
                  </a:prstClr>
                </a:solidFill>
              </a:rPr>
              <a:pPr/>
              <a:t>28-11-2024</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3D68BE7A-6FCC-4F9F-BCDB-4EDF924CD79E}" type="slidenum">
              <a:rPr lang="en-IN">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3542579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6315D6-C1F5-401C-8E43-79A07ACE4F50}" type="datetimeFigureOut">
              <a:rPr lang="en-IN">
                <a:solidFill>
                  <a:prstClr val="black">
                    <a:tint val="75000"/>
                  </a:prstClr>
                </a:solidFill>
              </a:rPr>
              <a:pPr/>
              <a:t>28-11-2024</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3D68BE7A-6FCC-4F9F-BCDB-4EDF924CD79E}" type="slidenum">
              <a:rPr lang="en-IN">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2523838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6315D6-C1F5-401C-8E43-79A07ACE4F50}" type="datetimeFigureOut">
              <a:rPr lang="en-IN">
                <a:solidFill>
                  <a:prstClr val="black">
                    <a:tint val="75000"/>
                  </a:prstClr>
                </a:solidFill>
              </a:rPr>
              <a:pPr/>
              <a:t>28-11-2024</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3D68BE7A-6FCC-4F9F-BCDB-4EDF924CD79E}" type="slidenum">
              <a:rPr lang="en-IN">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0632550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76315D6-C1F5-401C-8E43-79A07ACE4F50}" type="datetimeFigureOut">
              <a:rPr lang="en-IN">
                <a:solidFill>
                  <a:prstClr val="black">
                    <a:tint val="75000"/>
                  </a:prstClr>
                </a:solidFill>
              </a:rPr>
              <a:pPr/>
              <a:t>28-11-2024</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3D68BE7A-6FCC-4F9F-BCDB-4EDF924CD79E}" type="slidenum">
              <a:rPr lang="en-IN">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5460777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76315D6-C1F5-401C-8E43-79A07ACE4F50}" type="datetimeFigureOut">
              <a:rPr lang="en-IN">
                <a:solidFill>
                  <a:prstClr val="black">
                    <a:tint val="75000"/>
                  </a:prstClr>
                </a:solidFill>
              </a:rPr>
              <a:pPr/>
              <a:t>28-11-2024</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3D68BE7A-6FCC-4F9F-BCDB-4EDF924CD79E}" type="slidenum">
              <a:rPr lang="en-IN">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3292257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48868" y="154940"/>
            <a:ext cx="7846263" cy="767841"/>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383540" y="1761489"/>
            <a:ext cx="8074025" cy="4233545"/>
          </a:xfrm>
          <a:prstGeom prst="rect">
            <a:avLst/>
          </a:prstGeom>
        </p:spPr>
        <p:txBody>
          <a:bodyPr wrap="square" lIns="0" tIns="0" rIns="0" bIns="0">
            <a:spAutoFit/>
          </a:bodyPr>
          <a:lstStyle>
            <a:lvl1pPr>
              <a:defRPr sz="20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11/28/2024</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176315D6-C1F5-401C-8E43-79A07ACE4F50}" type="datetimeFigureOut">
              <a:rPr lang="en-IN" kern="1200">
                <a:solidFill>
                  <a:prstClr val="black">
                    <a:tint val="75000"/>
                  </a:prstClr>
                </a:solidFill>
                <a:latin typeface="Calibri"/>
                <a:ea typeface="+mn-ea"/>
                <a:cs typeface="+mn-cs"/>
              </a:rPr>
              <a:pPr rtl="0"/>
              <a:t>28-11-2024</a:t>
            </a:fld>
            <a:endParaRPr lang="en-IN" kern="1200">
              <a:solidFill>
                <a:prstClr val="black">
                  <a:tint val="75000"/>
                </a:prstClr>
              </a:solidFill>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en-IN" kern="1200">
              <a:solidFill>
                <a:prstClr val="black">
                  <a:tint val="75000"/>
                </a:prstClr>
              </a:solidFill>
              <a:latin typeface="Calibri"/>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3D68BE7A-6FCC-4F9F-BCDB-4EDF924CD79E}" type="slidenum">
              <a:rPr lang="en-IN" kern="1200">
                <a:solidFill>
                  <a:prstClr val="black">
                    <a:tint val="75000"/>
                  </a:prstClr>
                </a:solidFill>
                <a:latin typeface="Calibri"/>
                <a:ea typeface="+mn-ea"/>
                <a:cs typeface="+mn-cs"/>
              </a:rPr>
              <a:pPr rtl="0"/>
              <a:t>‹#›</a:t>
            </a:fld>
            <a:endParaRPr lang="en-IN"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272782351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z="4400" spc="-25" dirty="0"/>
              <a:t>E-</a:t>
            </a:r>
            <a:r>
              <a:rPr sz="4400" dirty="0"/>
              <a:t>waste</a:t>
            </a:r>
            <a:r>
              <a:rPr sz="4400" spc="-85" dirty="0"/>
              <a:t> </a:t>
            </a:r>
            <a:r>
              <a:rPr sz="4400" dirty="0"/>
              <a:t>&amp;</a:t>
            </a:r>
            <a:r>
              <a:rPr sz="4400" spc="-55" dirty="0"/>
              <a:t> </a:t>
            </a:r>
            <a:r>
              <a:rPr sz="4400" dirty="0"/>
              <a:t>it’s</a:t>
            </a:r>
            <a:r>
              <a:rPr sz="4400" spc="-55" dirty="0"/>
              <a:t> </a:t>
            </a:r>
            <a:r>
              <a:rPr sz="4400" spc="-10" dirty="0"/>
              <a:t>Management</a:t>
            </a:r>
            <a:endParaRPr sz="4400"/>
          </a:p>
        </p:txBody>
      </p:sp>
      <p:sp>
        <p:nvSpPr>
          <p:cNvPr id="3" name="object 3"/>
          <p:cNvSpPr txBox="1"/>
          <p:nvPr/>
        </p:nvSpPr>
        <p:spPr>
          <a:xfrm>
            <a:off x="3067050" y="3894201"/>
            <a:ext cx="3867150" cy="1010533"/>
          </a:xfrm>
          <a:prstGeom prst="rect">
            <a:avLst/>
          </a:prstGeom>
        </p:spPr>
        <p:txBody>
          <a:bodyPr vert="horz" wrap="square" lIns="0" tIns="12700" rIns="0" bIns="0" rtlCol="0">
            <a:spAutoFit/>
          </a:bodyPr>
          <a:lstStyle/>
          <a:p>
            <a:pPr marL="12700">
              <a:lnSpc>
                <a:spcPct val="100000"/>
              </a:lnSpc>
              <a:spcBef>
                <a:spcPts val="100"/>
              </a:spcBef>
            </a:pPr>
            <a:r>
              <a:rPr sz="3200" spc="-90" dirty="0">
                <a:solidFill>
                  <a:srgbClr val="888888"/>
                </a:solidFill>
                <a:latin typeface="Calibri"/>
                <a:cs typeface="Calibri"/>
              </a:rPr>
              <a:t>Dr.</a:t>
            </a:r>
            <a:r>
              <a:rPr sz="3200" spc="-95" dirty="0">
                <a:solidFill>
                  <a:srgbClr val="888888"/>
                </a:solidFill>
                <a:latin typeface="Calibri"/>
                <a:cs typeface="Calibri"/>
              </a:rPr>
              <a:t> </a:t>
            </a:r>
            <a:r>
              <a:rPr sz="3200" dirty="0" err="1">
                <a:solidFill>
                  <a:srgbClr val="888888"/>
                </a:solidFill>
                <a:latin typeface="Calibri"/>
                <a:cs typeface="Calibri"/>
              </a:rPr>
              <a:t>Jitendra</a:t>
            </a:r>
            <a:r>
              <a:rPr sz="3200" spc="-125" dirty="0">
                <a:solidFill>
                  <a:srgbClr val="888888"/>
                </a:solidFill>
                <a:latin typeface="Calibri"/>
                <a:cs typeface="Calibri"/>
              </a:rPr>
              <a:t> </a:t>
            </a:r>
            <a:r>
              <a:rPr sz="3200" spc="-20" dirty="0" err="1" smtClean="0">
                <a:solidFill>
                  <a:srgbClr val="888888"/>
                </a:solidFill>
                <a:latin typeface="Calibri"/>
                <a:cs typeface="Calibri"/>
              </a:rPr>
              <a:t>Satam</a:t>
            </a:r>
            <a:endParaRPr lang="en-US" sz="3200" spc="-20" dirty="0" smtClean="0">
              <a:solidFill>
                <a:srgbClr val="888888"/>
              </a:solidFill>
              <a:latin typeface="Calibri"/>
              <a:cs typeface="Calibri"/>
            </a:endParaRPr>
          </a:p>
          <a:p>
            <a:pPr marL="12700">
              <a:lnSpc>
                <a:spcPct val="100000"/>
              </a:lnSpc>
              <a:spcBef>
                <a:spcPts val="100"/>
              </a:spcBef>
            </a:pPr>
            <a:r>
              <a:rPr lang="en-US" sz="3200" spc="-20" dirty="0" smtClean="0">
                <a:solidFill>
                  <a:srgbClr val="888888"/>
                </a:solidFill>
                <a:latin typeface="Calibri"/>
                <a:cs typeface="Calibri"/>
              </a:rPr>
              <a:t>Dr. </a:t>
            </a:r>
            <a:r>
              <a:rPr lang="en-US" sz="3200" spc="-20" dirty="0" err="1" smtClean="0">
                <a:solidFill>
                  <a:srgbClr val="888888"/>
                </a:solidFill>
                <a:latin typeface="Calibri"/>
                <a:cs typeface="Calibri"/>
              </a:rPr>
              <a:t>Deepali</a:t>
            </a:r>
            <a:r>
              <a:rPr lang="en-US" sz="3200" spc="-20" dirty="0" smtClean="0">
                <a:solidFill>
                  <a:srgbClr val="888888"/>
                </a:solidFill>
                <a:latin typeface="Calibri"/>
                <a:cs typeface="Calibri"/>
              </a:rPr>
              <a:t> </a:t>
            </a:r>
            <a:r>
              <a:rPr lang="en-US" sz="3200" spc="-20" dirty="0" err="1" smtClean="0">
                <a:solidFill>
                  <a:srgbClr val="888888"/>
                </a:solidFill>
                <a:latin typeface="Calibri"/>
                <a:cs typeface="Calibri"/>
              </a:rPr>
              <a:t>Kanekar</a:t>
            </a:r>
            <a:endParaRPr sz="32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213230"/>
            <a:ext cx="8078470" cy="4652645"/>
          </a:xfrm>
          <a:prstGeom prst="rect">
            <a:avLst/>
          </a:prstGeom>
        </p:spPr>
        <p:txBody>
          <a:bodyPr vert="horz" wrap="square" lIns="0" tIns="12065" rIns="0" bIns="0" rtlCol="0">
            <a:spAutoFit/>
          </a:bodyPr>
          <a:lstStyle/>
          <a:p>
            <a:pPr marL="355600" marR="5080" indent="-342900" algn="just">
              <a:lnSpc>
                <a:spcPct val="100000"/>
              </a:lnSpc>
              <a:spcBef>
                <a:spcPts val="95"/>
              </a:spcBef>
              <a:buFont typeface="Arial MT"/>
              <a:buChar char="•"/>
              <a:tabLst>
                <a:tab pos="355600" algn="l"/>
              </a:tabLst>
            </a:pPr>
            <a:r>
              <a:rPr sz="2200" b="1" spc="-10" dirty="0">
                <a:solidFill>
                  <a:srgbClr val="C00000"/>
                </a:solidFill>
                <a:latin typeface="Times New Roman"/>
                <a:cs typeface="Times New Roman"/>
              </a:rPr>
              <a:t>‘E-</a:t>
            </a:r>
            <a:r>
              <a:rPr sz="2200" b="1" dirty="0">
                <a:solidFill>
                  <a:srgbClr val="C00000"/>
                </a:solidFill>
                <a:latin typeface="Times New Roman"/>
                <a:cs typeface="Times New Roman"/>
              </a:rPr>
              <a:t>Waste’</a:t>
            </a:r>
            <a:r>
              <a:rPr sz="2200" b="1" spc="55" dirty="0">
                <a:solidFill>
                  <a:srgbClr val="C00000"/>
                </a:solidFill>
                <a:latin typeface="Times New Roman"/>
                <a:cs typeface="Times New Roman"/>
              </a:rPr>
              <a:t> </a:t>
            </a:r>
            <a:r>
              <a:rPr sz="2200" b="1" dirty="0">
                <a:solidFill>
                  <a:srgbClr val="C00000"/>
                </a:solidFill>
                <a:latin typeface="Times New Roman"/>
                <a:cs typeface="Times New Roman"/>
              </a:rPr>
              <a:t>is</a:t>
            </a:r>
            <a:r>
              <a:rPr sz="2200" b="1" spc="215" dirty="0">
                <a:solidFill>
                  <a:srgbClr val="C00000"/>
                </a:solidFill>
                <a:latin typeface="Times New Roman"/>
                <a:cs typeface="Times New Roman"/>
              </a:rPr>
              <a:t> </a:t>
            </a:r>
            <a:r>
              <a:rPr sz="2200" b="1" dirty="0">
                <a:solidFill>
                  <a:srgbClr val="C00000"/>
                </a:solidFill>
                <a:latin typeface="Times New Roman"/>
                <a:cs typeface="Times New Roman"/>
              </a:rPr>
              <a:t>a</a:t>
            </a:r>
            <a:r>
              <a:rPr sz="2200" b="1" spc="215" dirty="0">
                <a:solidFill>
                  <a:srgbClr val="C00000"/>
                </a:solidFill>
                <a:latin typeface="Times New Roman"/>
                <a:cs typeface="Times New Roman"/>
              </a:rPr>
              <a:t> </a:t>
            </a:r>
            <a:r>
              <a:rPr sz="2200" b="1" dirty="0">
                <a:solidFill>
                  <a:srgbClr val="C00000"/>
                </a:solidFill>
                <a:latin typeface="Times New Roman"/>
                <a:cs typeface="Times New Roman"/>
              </a:rPr>
              <a:t>term</a:t>
            </a:r>
            <a:r>
              <a:rPr sz="2200" b="1" spc="210" dirty="0">
                <a:solidFill>
                  <a:srgbClr val="C00000"/>
                </a:solidFill>
                <a:latin typeface="Times New Roman"/>
                <a:cs typeface="Times New Roman"/>
              </a:rPr>
              <a:t> </a:t>
            </a:r>
            <a:r>
              <a:rPr sz="2200" b="1" dirty="0">
                <a:solidFill>
                  <a:srgbClr val="C00000"/>
                </a:solidFill>
                <a:latin typeface="Times New Roman"/>
                <a:cs typeface="Times New Roman"/>
              </a:rPr>
              <a:t>generally</a:t>
            </a:r>
            <a:r>
              <a:rPr sz="2200" b="1" spc="220" dirty="0">
                <a:solidFill>
                  <a:srgbClr val="C00000"/>
                </a:solidFill>
                <a:latin typeface="Times New Roman"/>
                <a:cs typeface="Times New Roman"/>
              </a:rPr>
              <a:t> </a:t>
            </a:r>
            <a:r>
              <a:rPr sz="2200" b="1" dirty="0">
                <a:solidFill>
                  <a:srgbClr val="C00000"/>
                </a:solidFill>
                <a:latin typeface="Times New Roman"/>
                <a:cs typeface="Times New Roman"/>
              </a:rPr>
              <a:t>used</a:t>
            </a:r>
            <a:r>
              <a:rPr sz="2200" b="1" spc="210" dirty="0">
                <a:solidFill>
                  <a:srgbClr val="C00000"/>
                </a:solidFill>
                <a:latin typeface="Times New Roman"/>
                <a:cs typeface="Times New Roman"/>
              </a:rPr>
              <a:t> </a:t>
            </a:r>
            <a:r>
              <a:rPr sz="2200" b="1" dirty="0">
                <a:solidFill>
                  <a:srgbClr val="C00000"/>
                </a:solidFill>
                <a:latin typeface="Times New Roman"/>
                <a:cs typeface="Times New Roman"/>
              </a:rPr>
              <a:t>for</a:t>
            </a:r>
            <a:r>
              <a:rPr sz="2200" b="1" spc="180" dirty="0">
                <a:solidFill>
                  <a:srgbClr val="C00000"/>
                </a:solidFill>
                <a:latin typeface="Times New Roman"/>
                <a:cs typeface="Times New Roman"/>
              </a:rPr>
              <a:t> </a:t>
            </a:r>
            <a:r>
              <a:rPr sz="2200" b="1" dirty="0">
                <a:solidFill>
                  <a:srgbClr val="C00000"/>
                </a:solidFill>
                <a:latin typeface="Times New Roman"/>
                <a:cs typeface="Times New Roman"/>
              </a:rPr>
              <a:t>electrical</a:t>
            </a:r>
            <a:r>
              <a:rPr sz="2200" b="1" spc="229" dirty="0">
                <a:solidFill>
                  <a:srgbClr val="C00000"/>
                </a:solidFill>
                <a:latin typeface="Times New Roman"/>
                <a:cs typeface="Times New Roman"/>
              </a:rPr>
              <a:t> </a:t>
            </a:r>
            <a:r>
              <a:rPr sz="2200" b="1" dirty="0">
                <a:solidFill>
                  <a:srgbClr val="C00000"/>
                </a:solidFill>
                <a:latin typeface="Times New Roman"/>
                <a:cs typeface="Times New Roman"/>
              </a:rPr>
              <a:t>and</a:t>
            </a:r>
            <a:r>
              <a:rPr sz="2200" b="1" spc="210" dirty="0">
                <a:solidFill>
                  <a:srgbClr val="C00000"/>
                </a:solidFill>
                <a:latin typeface="Times New Roman"/>
                <a:cs typeface="Times New Roman"/>
              </a:rPr>
              <a:t> </a:t>
            </a:r>
            <a:r>
              <a:rPr sz="2200" b="1" spc="-10" dirty="0">
                <a:solidFill>
                  <a:srgbClr val="C00000"/>
                </a:solidFill>
                <a:latin typeface="Times New Roman"/>
                <a:cs typeface="Times New Roman"/>
              </a:rPr>
              <a:t>electronic </a:t>
            </a:r>
            <a:r>
              <a:rPr sz="2200" b="1" dirty="0">
                <a:solidFill>
                  <a:srgbClr val="C00000"/>
                </a:solidFill>
                <a:latin typeface="Times New Roman"/>
                <a:cs typeface="Times New Roman"/>
              </a:rPr>
              <a:t>appliances,</a:t>
            </a:r>
            <a:r>
              <a:rPr sz="2200" b="1" spc="-5" dirty="0">
                <a:solidFill>
                  <a:srgbClr val="C00000"/>
                </a:solidFill>
                <a:latin typeface="Times New Roman"/>
                <a:cs typeface="Times New Roman"/>
              </a:rPr>
              <a:t> </a:t>
            </a:r>
            <a:r>
              <a:rPr sz="2200" b="1" dirty="0">
                <a:solidFill>
                  <a:srgbClr val="C00000"/>
                </a:solidFill>
                <a:latin typeface="Times New Roman"/>
                <a:cs typeface="Times New Roman"/>
              </a:rPr>
              <a:t>gadgets,</a:t>
            </a:r>
            <a:r>
              <a:rPr sz="2200" b="1" spc="-5" dirty="0">
                <a:solidFill>
                  <a:srgbClr val="C00000"/>
                </a:solidFill>
                <a:latin typeface="Times New Roman"/>
                <a:cs typeface="Times New Roman"/>
              </a:rPr>
              <a:t> </a:t>
            </a:r>
            <a:r>
              <a:rPr sz="2200" b="1" dirty="0">
                <a:solidFill>
                  <a:srgbClr val="C00000"/>
                </a:solidFill>
                <a:latin typeface="Times New Roman"/>
                <a:cs typeface="Times New Roman"/>
              </a:rPr>
              <a:t>devices</a:t>
            </a:r>
            <a:r>
              <a:rPr sz="2200" b="1" spc="-15" dirty="0">
                <a:solidFill>
                  <a:srgbClr val="C00000"/>
                </a:solidFill>
                <a:latin typeface="Times New Roman"/>
                <a:cs typeface="Times New Roman"/>
              </a:rPr>
              <a:t> </a:t>
            </a:r>
            <a:r>
              <a:rPr sz="2200" b="1" dirty="0">
                <a:solidFill>
                  <a:srgbClr val="C00000"/>
                </a:solidFill>
                <a:latin typeface="Times New Roman"/>
                <a:cs typeface="Times New Roman"/>
              </a:rPr>
              <a:t>which</a:t>
            </a:r>
            <a:r>
              <a:rPr sz="2200" b="1" spc="-5" dirty="0">
                <a:solidFill>
                  <a:srgbClr val="C00000"/>
                </a:solidFill>
                <a:latin typeface="Times New Roman"/>
                <a:cs typeface="Times New Roman"/>
              </a:rPr>
              <a:t> </a:t>
            </a:r>
            <a:r>
              <a:rPr sz="2200" b="1" dirty="0">
                <a:solidFill>
                  <a:srgbClr val="C00000"/>
                </a:solidFill>
                <a:latin typeface="Times New Roman"/>
                <a:cs typeface="Times New Roman"/>
              </a:rPr>
              <a:t>are</a:t>
            </a:r>
            <a:r>
              <a:rPr sz="2200" b="1" spc="-5" dirty="0">
                <a:solidFill>
                  <a:srgbClr val="C00000"/>
                </a:solidFill>
                <a:latin typeface="Times New Roman"/>
                <a:cs typeface="Times New Roman"/>
              </a:rPr>
              <a:t> </a:t>
            </a:r>
            <a:r>
              <a:rPr sz="2200" b="1" dirty="0">
                <a:solidFill>
                  <a:srgbClr val="C00000"/>
                </a:solidFill>
                <a:latin typeface="Times New Roman"/>
                <a:cs typeface="Times New Roman"/>
              </a:rPr>
              <a:t>near</a:t>
            </a:r>
            <a:r>
              <a:rPr sz="2200" b="1" spc="-40" dirty="0">
                <a:solidFill>
                  <a:srgbClr val="C00000"/>
                </a:solidFill>
                <a:latin typeface="Times New Roman"/>
                <a:cs typeface="Times New Roman"/>
              </a:rPr>
              <a:t> </a:t>
            </a:r>
            <a:r>
              <a:rPr sz="2200" b="1" dirty="0">
                <a:solidFill>
                  <a:srgbClr val="C00000"/>
                </a:solidFill>
                <a:latin typeface="Times New Roman"/>
                <a:cs typeface="Times New Roman"/>
              </a:rPr>
              <a:t>or</a:t>
            </a:r>
            <a:r>
              <a:rPr sz="2200" b="1" spc="-55" dirty="0">
                <a:solidFill>
                  <a:srgbClr val="C00000"/>
                </a:solidFill>
                <a:latin typeface="Times New Roman"/>
                <a:cs typeface="Times New Roman"/>
              </a:rPr>
              <a:t> </a:t>
            </a:r>
            <a:r>
              <a:rPr sz="2200" b="1" dirty="0">
                <a:solidFill>
                  <a:srgbClr val="C00000"/>
                </a:solidFill>
                <a:latin typeface="Times New Roman"/>
                <a:cs typeface="Times New Roman"/>
              </a:rPr>
              <a:t>at</a:t>
            </a:r>
            <a:r>
              <a:rPr sz="2200" b="1" spc="-5" dirty="0">
                <a:solidFill>
                  <a:srgbClr val="C00000"/>
                </a:solidFill>
                <a:latin typeface="Times New Roman"/>
                <a:cs typeface="Times New Roman"/>
              </a:rPr>
              <a:t> </a:t>
            </a:r>
            <a:r>
              <a:rPr sz="2200" b="1" dirty="0">
                <a:solidFill>
                  <a:srgbClr val="C00000"/>
                </a:solidFill>
                <a:latin typeface="Times New Roman"/>
                <a:cs typeface="Times New Roman"/>
              </a:rPr>
              <a:t>the</a:t>
            </a:r>
            <a:r>
              <a:rPr sz="2200" b="1" spc="-10" dirty="0">
                <a:solidFill>
                  <a:srgbClr val="C00000"/>
                </a:solidFill>
                <a:latin typeface="Times New Roman"/>
                <a:cs typeface="Times New Roman"/>
              </a:rPr>
              <a:t> </a:t>
            </a:r>
            <a:r>
              <a:rPr sz="2200" b="1" dirty="0">
                <a:solidFill>
                  <a:srgbClr val="C00000"/>
                </a:solidFill>
                <a:latin typeface="Times New Roman"/>
                <a:cs typeface="Times New Roman"/>
              </a:rPr>
              <a:t>end</a:t>
            </a:r>
            <a:r>
              <a:rPr sz="2200" b="1" spc="-5" dirty="0">
                <a:solidFill>
                  <a:srgbClr val="C00000"/>
                </a:solidFill>
                <a:latin typeface="Times New Roman"/>
                <a:cs typeface="Times New Roman"/>
              </a:rPr>
              <a:t> </a:t>
            </a:r>
            <a:r>
              <a:rPr sz="2200" b="1" dirty="0">
                <a:solidFill>
                  <a:srgbClr val="C00000"/>
                </a:solidFill>
                <a:latin typeface="Times New Roman"/>
                <a:cs typeface="Times New Roman"/>
              </a:rPr>
              <a:t>of</a:t>
            </a:r>
            <a:r>
              <a:rPr sz="2200" b="1" spc="-10" dirty="0">
                <a:solidFill>
                  <a:srgbClr val="C00000"/>
                </a:solidFill>
                <a:latin typeface="Times New Roman"/>
                <a:cs typeface="Times New Roman"/>
              </a:rPr>
              <a:t> their </a:t>
            </a:r>
            <a:r>
              <a:rPr sz="2200" b="1" dirty="0">
                <a:solidFill>
                  <a:srgbClr val="C00000"/>
                </a:solidFill>
                <a:latin typeface="Times New Roman"/>
                <a:cs typeface="Times New Roman"/>
              </a:rPr>
              <a:t>useful</a:t>
            </a:r>
            <a:r>
              <a:rPr sz="2200" b="1" spc="-45" dirty="0">
                <a:solidFill>
                  <a:srgbClr val="C00000"/>
                </a:solidFill>
                <a:latin typeface="Times New Roman"/>
                <a:cs typeface="Times New Roman"/>
              </a:rPr>
              <a:t> </a:t>
            </a:r>
            <a:r>
              <a:rPr sz="2200" b="1" spc="-10" dirty="0">
                <a:solidFill>
                  <a:srgbClr val="C00000"/>
                </a:solidFill>
                <a:latin typeface="Times New Roman"/>
                <a:cs typeface="Times New Roman"/>
              </a:rPr>
              <a:t>life.</a:t>
            </a:r>
            <a:endParaRPr sz="2200">
              <a:latin typeface="Times New Roman"/>
              <a:cs typeface="Times New Roman"/>
            </a:endParaRPr>
          </a:p>
          <a:p>
            <a:pPr marL="355600" marR="13335" indent="-342900" algn="just">
              <a:lnSpc>
                <a:spcPct val="100000"/>
              </a:lnSpc>
              <a:spcBef>
                <a:spcPts val="530"/>
              </a:spcBef>
              <a:buFont typeface="Arial MT"/>
              <a:buChar char="•"/>
              <a:tabLst>
                <a:tab pos="355600" algn="l"/>
              </a:tabLst>
            </a:pPr>
            <a:r>
              <a:rPr sz="2200" spc="-20" dirty="0">
                <a:latin typeface="Times New Roman"/>
                <a:cs typeface="Times New Roman"/>
              </a:rPr>
              <a:t>E-</a:t>
            </a:r>
            <a:r>
              <a:rPr sz="2200" dirty="0">
                <a:latin typeface="Times New Roman"/>
                <a:cs typeface="Times New Roman"/>
              </a:rPr>
              <a:t>waste</a:t>
            </a:r>
            <a:r>
              <a:rPr sz="2200" spc="265" dirty="0">
                <a:latin typeface="Times New Roman"/>
                <a:cs typeface="Times New Roman"/>
              </a:rPr>
              <a:t> </a:t>
            </a:r>
            <a:r>
              <a:rPr sz="2200" dirty="0">
                <a:latin typeface="Times New Roman"/>
                <a:cs typeface="Times New Roman"/>
              </a:rPr>
              <a:t>comprises</a:t>
            </a:r>
            <a:r>
              <a:rPr sz="2200" spc="270" dirty="0">
                <a:latin typeface="Times New Roman"/>
                <a:cs typeface="Times New Roman"/>
              </a:rPr>
              <a:t> </a:t>
            </a:r>
            <a:r>
              <a:rPr sz="2200" dirty="0">
                <a:latin typeface="Times New Roman"/>
                <a:cs typeface="Times New Roman"/>
              </a:rPr>
              <a:t>of</a:t>
            </a:r>
            <a:r>
              <a:rPr sz="2200" spc="270" dirty="0">
                <a:latin typeface="Times New Roman"/>
                <a:cs typeface="Times New Roman"/>
              </a:rPr>
              <a:t> </a:t>
            </a:r>
            <a:r>
              <a:rPr sz="2200" dirty="0">
                <a:latin typeface="Times New Roman"/>
                <a:cs typeface="Times New Roman"/>
              </a:rPr>
              <a:t>both</a:t>
            </a:r>
            <a:r>
              <a:rPr sz="2200" spc="280" dirty="0">
                <a:latin typeface="Times New Roman"/>
                <a:cs typeface="Times New Roman"/>
              </a:rPr>
              <a:t> </a:t>
            </a:r>
            <a:r>
              <a:rPr sz="2200" dirty="0">
                <a:latin typeface="Times New Roman"/>
                <a:cs typeface="Times New Roman"/>
              </a:rPr>
              <a:t>hazardous</a:t>
            </a:r>
            <a:r>
              <a:rPr sz="2200" spc="270" dirty="0">
                <a:latin typeface="Times New Roman"/>
                <a:cs typeface="Times New Roman"/>
              </a:rPr>
              <a:t> </a:t>
            </a:r>
            <a:r>
              <a:rPr sz="2200" dirty="0">
                <a:latin typeface="Times New Roman"/>
                <a:cs typeface="Times New Roman"/>
              </a:rPr>
              <a:t>and</a:t>
            </a:r>
            <a:r>
              <a:rPr sz="2200" spc="275" dirty="0">
                <a:latin typeface="Times New Roman"/>
                <a:cs typeface="Times New Roman"/>
              </a:rPr>
              <a:t> </a:t>
            </a:r>
            <a:r>
              <a:rPr sz="2200" spc="-10" dirty="0">
                <a:latin typeface="Times New Roman"/>
                <a:cs typeface="Times New Roman"/>
              </a:rPr>
              <a:t>non-</a:t>
            </a:r>
            <a:r>
              <a:rPr sz="2200" dirty="0">
                <a:latin typeface="Times New Roman"/>
                <a:cs typeface="Times New Roman"/>
              </a:rPr>
              <a:t>hazardous</a:t>
            </a:r>
            <a:r>
              <a:rPr sz="2200" spc="275" dirty="0">
                <a:latin typeface="Times New Roman"/>
                <a:cs typeface="Times New Roman"/>
              </a:rPr>
              <a:t> </a:t>
            </a:r>
            <a:r>
              <a:rPr sz="2200" spc="-10" dirty="0">
                <a:latin typeface="Times New Roman"/>
                <a:cs typeface="Times New Roman"/>
              </a:rPr>
              <a:t>elements </a:t>
            </a:r>
            <a:r>
              <a:rPr sz="2200" dirty="0">
                <a:latin typeface="Times New Roman"/>
                <a:cs typeface="Times New Roman"/>
              </a:rPr>
              <a:t>as</a:t>
            </a:r>
            <a:r>
              <a:rPr sz="2200" spc="-25" dirty="0">
                <a:latin typeface="Times New Roman"/>
                <a:cs typeface="Times New Roman"/>
              </a:rPr>
              <a:t> </a:t>
            </a:r>
            <a:r>
              <a:rPr sz="2200" dirty="0">
                <a:latin typeface="Times New Roman"/>
                <a:cs typeface="Times New Roman"/>
              </a:rPr>
              <a:t>their</a:t>
            </a:r>
            <a:r>
              <a:rPr sz="2200" spc="-20" dirty="0">
                <a:latin typeface="Times New Roman"/>
                <a:cs typeface="Times New Roman"/>
              </a:rPr>
              <a:t> </a:t>
            </a:r>
            <a:r>
              <a:rPr sz="2200" spc="-10" dirty="0">
                <a:latin typeface="Times New Roman"/>
                <a:cs typeface="Times New Roman"/>
              </a:rPr>
              <a:t>components.</a:t>
            </a:r>
            <a:endParaRPr sz="2200">
              <a:latin typeface="Times New Roman"/>
              <a:cs typeface="Times New Roman"/>
            </a:endParaRPr>
          </a:p>
          <a:p>
            <a:pPr marL="355600" marR="10795" indent="-342900" algn="just">
              <a:lnSpc>
                <a:spcPct val="100000"/>
              </a:lnSpc>
              <a:spcBef>
                <a:spcPts val="530"/>
              </a:spcBef>
              <a:buFont typeface="Arial MT"/>
              <a:buChar char="•"/>
              <a:tabLst>
                <a:tab pos="355600" algn="l"/>
              </a:tabLst>
            </a:pPr>
            <a:r>
              <a:rPr sz="2200" spc="-20" dirty="0">
                <a:latin typeface="Times New Roman"/>
                <a:cs typeface="Times New Roman"/>
              </a:rPr>
              <a:t>E-</a:t>
            </a:r>
            <a:r>
              <a:rPr sz="2200" dirty="0">
                <a:latin typeface="Times New Roman"/>
                <a:cs typeface="Times New Roman"/>
              </a:rPr>
              <a:t>waste</a:t>
            </a:r>
            <a:r>
              <a:rPr sz="2200" spc="35" dirty="0">
                <a:latin typeface="Times New Roman"/>
                <a:cs typeface="Times New Roman"/>
              </a:rPr>
              <a:t>  </a:t>
            </a:r>
            <a:r>
              <a:rPr sz="2200" dirty="0">
                <a:latin typeface="Times New Roman"/>
                <a:cs typeface="Times New Roman"/>
              </a:rPr>
              <a:t>includes</a:t>
            </a:r>
            <a:r>
              <a:rPr sz="2200" spc="40" dirty="0">
                <a:latin typeface="Times New Roman"/>
                <a:cs typeface="Times New Roman"/>
              </a:rPr>
              <a:t>  </a:t>
            </a:r>
            <a:r>
              <a:rPr sz="2200" dirty="0">
                <a:latin typeface="Times New Roman"/>
                <a:cs typeface="Times New Roman"/>
              </a:rPr>
              <a:t>many</a:t>
            </a:r>
            <a:r>
              <a:rPr sz="2200" spc="45" dirty="0">
                <a:latin typeface="Times New Roman"/>
                <a:cs typeface="Times New Roman"/>
              </a:rPr>
              <a:t>  </a:t>
            </a:r>
            <a:r>
              <a:rPr sz="2200" dirty="0">
                <a:latin typeface="Times New Roman"/>
                <a:cs typeface="Times New Roman"/>
              </a:rPr>
              <a:t>components;</a:t>
            </a:r>
            <a:r>
              <a:rPr sz="2200" spc="30" dirty="0">
                <a:latin typeface="Times New Roman"/>
                <a:cs typeface="Times New Roman"/>
              </a:rPr>
              <a:t>  </a:t>
            </a:r>
            <a:r>
              <a:rPr sz="2200" dirty="0">
                <a:latin typeface="Times New Roman"/>
                <a:cs typeface="Times New Roman"/>
              </a:rPr>
              <a:t>some</a:t>
            </a:r>
            <a:r>
              <a:rPr sz="2200" spc="35" dirty="0">
                <a:latin typeface="Times New Roman"/>
                <a:cs typeface="Times New Roman"/>
              </a:rPr>
              <a:t>  </a:t>
            </a:r>
            <a:r>
              <a:rPr sz="2200" dirty="0">
                <a:latin typeface="Times New Roman"/>
                <a:cs typeface="Times New Roman"/>
              </a:rPr>
              <a:t>of</a:t>
            </a:r>
            <a:r>
              <a:rPr sz="2200" spc="35" dirty="0">
                <a:latin typeface="Times New Roman"/>
                <a:cs typeface="Times New Roman"/>
              </a:rPr>
              <a:t>  </a:t>
            </a:r>
            <a:r>
              <a:rPr sz="2200" dirty="0">
                <a:latin typeface="Times New Roman"/>
                <a:cs typeface="Times New Roman"/>
              </a:rPr>
              <a:t>these</a:t>
            </a:r>
            <a:r>
              <a:rPr sz="2200" spc="35" dirty="0">
                <a:latin typeface="Times New Roman"/>
                <a:cs typeface="Times New Roman"/>
              </a:rPr>
              <a:t>  </a:t>
            </a:r>
            <a:r>
              <a:rPr sz="2200" spc="-10" dirty="0">
                <a:latin typeface="Times New Roman"/>
                <a:cs typeface="Times New Roman"/>
              </a:rPr>
              <a:t>components </a:t>
            </a:r>
            <a:r>
              <a:rPr sz="2200" dirty="0">
                <a:latin typeface="Times New Roman"/>
                <a:cs typeface="Times New Roman"/>
              </a:rPr>
              <a:t>contain</a:t>
            </a:r>
            <a:r>
              <a:rPr sz="2200" spc="25" dirty="0">
                <a:latin typeface="Times New Roman"/>
                <a:cs typeface="Times New Roman"/>
              </a:rPr>
              <a:t>  </a:t>
            </a:r>
            <a:r>
              <a:rPr sz="2200" dirty="0">
                <a:latin typeface="Times New Roman"/>
                <a:cs typeface="Times New Roman"/>
              </a:rPr>
              <a:t>toxic</a:t>
            </a:r>
            <a:r>
              <a:rPr sz="2200" spc="20" dirty="0">
                <a:latin typeface="Times New Roman"/>
                <a:cs typeface="Times New Roman"/>
              </a:rPr>
              <a:t>  </a:t>
            </a:r>
            <a:r>
              <a:rPr sz="2200" dirty="0">
                <a:latin typeface="Times New Roman"/>
                <a:cs typeface="Times New Roman"/>
              </a:rPr>
              <a:t>substances</a:t>
            </a:r>
            <a:r>
              <a:rPr sz="2200" spc="20" dirty="0">
                <a:latin typeface="Times New Roman"/>
                <a:cs typeface="Times New Roman"/>
              </a:rPr>
              <a:t>  </a:t>
            </a:r>
            <a:r>
              <a:rPr sz="2200" dirty="0">
                <a:latin typeface="Times New Roman"/>
                <a:cs typeface="Times New Roman"/>
              </a:rPr>
              <a:t>that</a:t>
            </a:r>
            <a:r>
              <a:rPr sz="2200" spc="25" dirty="0">
                <a:latin typeface="Times New Roman"/>
                <a:cs typeface="Times New Roman"/>
              </a:rPr>
              <a:t>  </a:t>
            </a:r>
            <a:r>
              <a:rPr sz="2200" dirty="0">
                <a:latin typeface="Times New Roman"/>
                <a:cs typeface="Times New Roman"/>
              </a:rPr>
              <a:t>can</a:t>
            </a:r>
            <a:r>
              <a:rPr sz="2200" spc="25" dirty="0">
                <a:latin typeface="Times New Roman"/>
                <a:cs typeface="Times New Roman"/>
              </a:rPr>
              <a:t>  </a:t>
            </a:r>
            <a:r>
              <a:rPr sz="2200" dirty="0">
                <a:latin typeface="Times New Roman"/>
                <a:cs typeface="Times New Roman"/>
              </a:rPr>
              <a:t>have</a:t>
            </a:r>
            <a:r>
              <a:rPr sz="2200" spc="25" dirty="0">
                <a:latin typeface="Times New Roman"/>
                <a:cs typeface="Times New Roman"/>
              </a:rPr>
              <a:t>  </a:t>
            </a:r>
            <a:r>
              <a:rPr sz="2200" dirty="0">
                <a:latin typeface="Times New Roman"/>
                <a:cs typeface="Times New Roman"/>
              </a:rPr>
              <a:t>an</a:t>
            </a:r>
            <a:r>
              <a:rPr sz="2200" spc="20" dirty="0">
                <a:latin typeface="Times New Roman"/>
                <a:cs typeface="Times New Roman"/>
              </a:rPr>
              <a:t>  </a:t>
            </a:r>
            <a:r>
              <a:rPr sz="2200" dirty="0">
                <a:latin typeface="Times New Roman"/>
                <a:cs typeface="Times New Roman"/>
              </a:rPr>
              <a:t>adverse</a:t>
            </a:r>
            <a:r>
              <a:rPr sz="2200" spc="30" dirty="0">
                <a:latin typeface="Times New Roman"/>
                <a:cs typeface="Times New Roman"/>
              </a:rPr>
              <a:t>  </a:t>
            </a:r>
            <a:r>
              <a:rPr sz="2200" dirty="0">
                <a:latin typeface="Times New Roman"/>
                <a:cs typeface="Times New Roman"/>
              </a:rPr>
              <a:t>influence</a:t>
            </a:r>
            <a:r>
              <a:rPr sz="2200" spc="25" dirty="0">
                <a:latin typeface="Times New Roman"/>
                <a:cs typeface="Times New Roman"/>
              </a:rPr>
              <a:t>  </a:t>
            </a:r>
            <a:r>
              <a:rPr sz="2200" spc="-25" dirty="0">
                <a:latin typeface="Times New Roman"/>
                <a:cs typeface="Times New Roman"/>
              </a:rPr>
              <a:t>on </a:t>
            </a:r>
            <a:r>
              <a:rPr sz="2200" dirty="0">
                <a:latin typeface="Times New Roman"/>
                <a:cs typeface="Times New Roman"/>
              </a:rPr>
              <a:t>human</a:t>
            </a:r>
            <a:r>
              <a:rPr sz="2200" spc="-50" dirty="0">
                <a:latin typeface="Times New Roman"/>
                <a:cs typeface="Times New Roman"/>
              </a:rPr>
              <a:t> </a:t>
            </a:r>
            <a:r>
              <a:rPr sz="2200" dirty="0">
                <a:latin typeface="Times New Roman"/>
                <a:cs typeface="Times New Roman"/>
              </a:rPr>
              <a:t>health</a:t>
            </a:r>
            <a:r>
              <a:rPr sz="2200" spc="-45" dirty="0">
                <a:latin typeface="Times New Roman"/>
                <a:cs typeface="Times New Roman"/>
              </a:rPr>
              <a:t> </a:t>
            </a:r>
            <a:r>
              <a:rPr sz="2200" dirty="0">
                <a:latin typeface="Times New Roman"/>
                <a:cs typeface="Times New Roman"/>
              </a:rPr>
              <a:t>and</a:t>
            </a:r>
            <a:r>
              <a:rPr sz="2200" spc="-55" dirty="0">
                <a:latin typeface="Times New Roman"/>
                <a:cs typeface="Times New Roman"/>
              </a:rPr>
              <a:t> </a:t>
            </a:r>
            <a:r>
              <a:rPr sz="2200" dirty="0">
                <a:latin typeface="Times New Roman"/>
                <a:cs typeface="Times New Roman"/>
              </a:rPr>
              <a:t>the</a:t>
            </a:r>
            <a:r>
              <a:rPr sz="2200" spc="-50" dirty="0">
                <a:latin typeface="Times New Roman"/>
                <a:cs typeface="Times New Roman"/>
              </a:rPr>
              <a:t> </a:t>
            </a:r>
            <a:r>
              <a:rPr sz="2200" dirty="0">
                <a:latin typeface="Times New Roman"/>
                <a:cs typeface="Times New Roman"/>
              </a:rPr>
              <a:t>environment</a:t>
            </a:r>
            <a:r>
              <a:rPr sz="2200" spc="-35" dirty="0">
                <a:latin typeface="Times New Roman"/>
                <a:cs typeface="Times New Roman"/>
              </a:rPr>
              <a:t> </a:t>
            </a:r>
            <a:r>
              <a:rPr sz="2200" dirty="0">
                <a:latin typeface="Times New Roman"/>
                <a:cs typeface="Times New Roman"/>
              </a:rPr>
              <a:t>if</a:t>
            </a:r>
            <a:r>
              <a:rPr sz="2200" spc="-50" dirty="0">
                <a:latin typeface="Times New Roman"/>
                <a:cs typeface="Times New Roman"/>
              </a:rPr>
              <a:t> </a:t>
            </a:r>
            <a:r>
              <a:rPr sz="2200" dirty="0">
                <a:latin typeface="Times New Roman"/>
                <a:cs typeface="Times New Roman"/>
              </a:rPr>
              <a:t>not</a:t>
            </a:r>
            <a:r>
              <a:rPr sz="2200" spc="-60" dirty="0">
                <a:latin typeface="Times New Roman"/>
                <a:cs typeface="Times New Roman"/>
              </a:rPr>
              <a:t> </a:t>
            </a:r>
            <a:r>
              <a:rPr sz="2200" dirty="0">
                <a:latin typeface="Times New Roman"/>
                <a:cs typeface="Times New Roman"/>
              </a:rPr>
              <a:t>handled</a:t>
            </a:r>
            <a:r>
              <a:rPr sz="2200" spc="-65" dirty="0">
                <a:latin typeface="Times New Roman"/>
                <a:cs typeface="Times New Roman"/>
              </a:rPr>
              <a:t> </a:t>
            </a:r>
            <a:r>
              <a:rPr sz="2200" spc="-10" dirty="0">
                <a:latin typeface="Times New Roman"/>
                <a:cs typeface="Times New Roman"/>
              </a:rPr>
              <a:t>appropriately.</a:t>
            </a:r>
            <a:endParaRPr sz="2200">
              <a:latin typeface="Times New Roman"/>
              <a:cs typeface="Times New Roman"/>
            </a:endParaRPr>
          </a:p>
          <a:p>
            <a:pPr marL="355600" marR="10160" indent="-342900" algn="just">
              <a:lnSpc>
                <a:spcPct val="100000"/>
              </a:lnSpc>
              <a:spcBef>
                <a:spcPts val="530"/>
              </a:spcBef>
              <a:buFont typeface="Arial MT"/>
              <a:buChar char="•"/>
              <a:tabLst>
                <a:tab pos="355600" algn="l"/>
              </a:tabLst>
            </a:pPr>
            <a:r>
              <a:rPr sz="2200" dirty="0">
                <a:latin typeface="Times New Roman"/>
                <a:cs typeface="Times New Roman"/>
              </a:rPr>
              <a:t>Electronic</a:t>
            </a:r>
            <a:r>
              <a:rPr sz="2200" spc="235" dirty="0">
                <a:latin typeface="Times New Roman"/>
                <a:cs typeface="Times New Roman"/>
              </a:rPr>
              <a:t> </a:t>
            </a:r>
            <a:r>
              <a:rPr sz="2200" dirty="0">
                <a:latin typeface="Times New Roman"/>
                <a:cs typeface="Times New Roman"/>
              </a:rPr>
              <a:t>waste</a:t>
            </a:r>
            <a:r>
              <a:rPr sz="2200" spc="225" dirty="0">
                <a:latin typeface="Times New Roman"/>
                <a:cs typeface="Times New Roman"/>
              </a:rPr>
              <a:t> </a:t>
            </a:r>
            <a:r>
              <a:rPr sz="2200" dirty="0">
                <a:latin typeface="Times New Roman"/>
                <a:cs typeface="Times New Roman"/>
              </a:rPr>
              <a:t>or</a:t>
            </a:r>
            <a:r>
              <a:rPr sz="2200" spc="229" dirty="0">
                <a:latin typeface="Times New Roman"/>
                <a:cs typeface="Times New Roman"/>
              </a:rPr>
              <a:t> </a:t>
            </a:r>
            <a:r>
              <a:rPr sz="2200" spc="-10" dirty="0">
                <a:latin typeface="Times New Roman"/>
                <a:cs typeface="Times New Roman"/>
              </a:rPr>
              <a:t>E-</a:t>
            </a:r>
            <a:r>
              <a:rPr sz="2200" dirty="0">
                <a:latin typeface="Times New Roman"/>
                <a:cs typeface="Times New Roman"/>
              </a:rPr>
              <a:t>waste</a:t>
            </a:r>
            <a:r>
              <a:rPr sz="2200" spc="229" dirty="0">
                <a:latin typeface="Times New Roman"/>
                <a:cs typeface="Times New Roman"/>
              </a:rPr>
              <a:t> </a:t>
            </a:r>
            <a:r>
              <a:rPr sz="2200" dirty="0">
                <a:latin typeface="Times New Roman"/>
                <a:cs typeface="Times New Roman"/>
              </a:rPr>
              <a:t>is</a:t>
            </a:r>
            <a:r>
              <a:rPr sz="2200" spc="225" dirty="0">
                <a:latin typeface="Times New Roman"/>
                <a:cs typeface="Times New Roman"/>
              </a:rPr>
              <a:t> </a:t>
            </a:r>
            <a:r>
              <a:rPr sz="2200" dirty="0">
                <a:latin typeface="Times New Roman"/>
                <a:cs typeface="Times New Roman"/>
              </a:rPr>
              <a:t>one</a:t>
            </a:r>
            <a:r>
              <a:rPr sz="2200" spc="225" dirty="0">
                <a:latin typeface="Times New Roman"/>
                <a:cs typeface="Times New Roman"/>
              </a:rPr>
              <a:t> </a:t>
            </a:r>
            <a:r>
              <a:rPr sz="2200" dirty="0">
                <a:latin typeface="Times New Roman"/>
                <a:cs typeface="Times New Roman"/>
              </a:rPr>
              <a:t>of</a:t>
            </a:r>
            <a:r>
              <a:rPr sz="2200" spc="229" dirty="0">
                <a:latin typeface="Times New Roman"/>
                <a:cs typeface="Times New Roman"/>
              </a:rPr>
              <a:t> </a:t>
            </a:r>
            <a:r>
              <a:rPr sz="2200" dirty="0">
                <a:latin typeface="Times New Roman"/>
                <a:cs typeface="Times New Roman"/>
              </a:rPr>
              <a:t>the</a:t>
            </a:r>
            <a:r>
              <a:rPr sz="2200" spc="229" dirty="0">
                <a:latin typeface="Times New Roman"/>
                <a:cs typeface="Times New Roman"/>
              </a:rPr>
              <a:t> </a:t>
            </a:r>
            <a:r>
              <a:rPr sz="2200" dirty="0">
                <a:latin typeface="Times New Roman"/>
                <a:cs typeface="Times New Roman"/>
              </a:rPr>
              <a:t>fast</a:t>
            </a:r>
            <a:r>
              <a:rPr sz="2200" spc="225" dirty="0">
                <a:latin typeface="Times New Roman"/>
                <a:cs typeface="Times New Roman"/>
              </a:rPr>
              <a:t> </a:t>
            </a:r>
            <a:r>
              <a:rPr sz="2200" dirty="0">
                <a:latin typeface="Times New Roman"/>
                <a:cs typeface="Times New Roman"/>
              </a:rPr>
              <a:t>rising</a:t>
            </a:r>
            <a:r>
              <a:rPr sz="2200" spc="235" dirty="0">
                <a:latin typeface="Times New Roman"/>
                <a:cs typeface="Times New Roman"/>
              </a:rPr>
              <a:t> </a:t>
            </a:r>
            <a:r>
              <a:rPr sz="2200" dirty="0">
                <a:latin typeface="Times New Roman"/>
                <a:cs typeface="Times New Roman"/>
              </a:rPr>
              <a:t>difficulties</a:t>
            </a:r>
            <a:r>
              <a:rPr sz="2200" spc="229" dirty="0">
                <a:latin typeface="Times New Roman"/>
                <a:cs typeface="Times New Roman"/>
              </a:rPr>
              <a:t> </a:t>
            </a:r>
            <a:r>
              <a:rPr sz="2200" spc="-25" dirty="0">
                <a:latin typeface="Times New Roman"/>
                <a:cs typeface="Times New Roman"/>
              </a:rPr>
              <a:t>of </a:t>
            </a:r>
            <a:r>
              <a:rPr sz="2200" dirty="0">
                <a:latin typeface="Times New Roman"/>
                <a:cs typeface="Times New Roman"/>
              </a:rPr>
              <a:t>the</a:t>
            </a:r>
            <a:r>
              <a:rPr sz="2200" spc="-30" dirty="0">
                <a:latin typeface="Times New Roman"/>
                <a:cs typeface="Times New Roman"/>
              </a:rPr>
              <a:t> </a:t>
            </a:r>
            <a:r>
              <a:rPr sz="2200" spc="-10" dirty="0">
                <a:latin typeface="Times New Roman"/>
                <a:cs typeface="Times New Roman"/>
              </a:rPr>
              <a:t>world.</a:t>
            </a:r>
            <a:endParaRPr sz="2200">
              <a:latin typeface="Times New Roman"/>
              <a:cs typeface="Times New Roman"/>
            </a:endParaRPr>
          </a:p>
          <a:p>
            <a:pPr marL="355600" marR="10795" indent="-342900" algn="just">
              <a:lnSpc>
                <a:spcPct val="100000"/>
              </a:lnSpc>
              <a:spcBef>
                <a:spcPts val="525"/>
              </a:spcBef>
              <a:buFont typeface="Arial MT"/>
              <a:buChar char="•"/>
              <a:tabLst>
                <a:tab pos="355600" algn="l"/>
              </a:tabLst>
            </a:pPr>
            <a:r>
              <a:rPr sz="2200" dirty="0">
                <a:latin typeface="Times New Roman"/>
                <a:cs typeface="Times New Roman"/>
              </a:rPr>
              <a:t>Worldwide,</a:t>
            </a:r>
            <a:r>
              <a:rPr sz="2200" spc="150" dirty="0">
                <a:latin typeface="Times New Roman"/>
                <a:cs typeface="Times New Roman"/>
              </a:rPr>
              <a:t> </a:t>
            </a:r>
            <a:r>
              <a:rPr sz="2200" dirty="0">
                <a:latin typeface="Times New Roman"/>
                <a:cs typeface="Times New Roman"/>
              </a:rPr>
              <a:t>the</a:t>
            </a:r>
            <a:r>
              <a:rPr sz="2200" spc="150" dirty="0">
                <a:latin typeface="Times New Roman"/>
                <a:cs typeface="Times New Roman"/>
              </a:rPr>
              <a:t> </a:t>
            </a:r>
            <a:r>
              <a:rPr sz="2200" spc="-20" dirty="0">
                <a:latin typeface="Times New Roman"/>
                <a:cs typeface="Times New Roman"/>
              </a:rPr>
              <a:t>E-</a:t>
            </a:r>
            <a:r>
              <a:rPr sz="2200" dirty="0">
                <a:latin typeface="Times New Roman"/>
                <a:cs typeface="Times New Roman"/>
              </a:rPr>
              <a:t>waste</a:t>
            </a:r>
            <a:r>
              <a:rPr sz="2200" spc="150" dirty="0">
                <a:latin typeface="Times New Roman"/>
                <a:cs typeface="Times New Roman"/>
              </a:rPr>
              <a:t> </a:t>
            </a:r>
            <a:r>
              <a:rPr sz="2200" dirty="0">
                <a:latin typeface="Times New Roman"/>
                <a:cs typeface="Times New Roman"/>
              </a:rPr>
              <a:t>production</a:t>
            </a:r>
            <a:r>
              <a:rPr sz="2200" spc="160" dirty="0">
                <a:latin typeface="Times New Roman"/>
                <a:cs typeface="Times New Roman"/>
              </a:rPr>
              <a:t> </a:t>
            </a:r>
            <a:r>
              <a:rPr sz="2200" dirty="0">
                <a:latin typeface="Times New Roman"/>
                <a:cs typeface="Times New Roman"/>
              </a:rPr>
              <a:t>is</a:t>
            </a:r>
            <a:r>
              <a:rPr sz="2200" spc="130" dirty="0">
                <a:latin typeface="Times New Roman"/>
                <a:cs typeface="Times New Roman"/>
              </a:rPr>
              <a:t> </a:t>
            </a:r>
            <a:r>
              <a:rPr sz="2200" dirty="0">
                <a:latin typeface="Times New Roman"/>
                <a:cs typeface="Times New Roman"/>
              </a:rPr>
              <a:t>estimated</a:t>
            </a:r>
            <a:r>
              <a:rPr sz="2200" spc="155" dirty="0">
                <a:latin typeface="Times New Roman"/>
                <a:cs typeface="Times New Roman"/>
              </a:rPr>
              <a:t> </a:t>
            </a:r>
            <a:r>
              <a:rPr sz="2200" dirty="0">
                <a:latin typeface="Times New Roman"/>
                <a:cs typeface="Times New Roman"/>
              </a:rPr>
              <a:t>at</a:t>
            </a:r>
            <a:r>
              <a:rPr sz="2200" spc="155" dirty="0">
                <a:latin typeface="Times New Roman"/>
                <a:cs typeface="Times New Roman"/>
              </a:rPr>
              <a:t> </a:t>
            </a:r>
            <a:r>
              <a:rPr sz="2200" b="1" dirty="0">
                <a:solidFill>
                  <a:srgbClr val="C00000"/>
                </a:solidFill>
                <a:latin typeface="Times New Roman"/>
                <a:cs typeface="Times New Roman"/>
              </a:rPr>
              <a:t>50</a:t>
            </a:r>
            <a:r>
              <a:rPr sz="2200" b="1" spc="155" dirty="0">
                <a:solidFill>
                  <a:srgbClr val="C00000"/>
                </a:solidFill>
                <a:latin typeface="Times New Roman"/>
                <a:cs typeface="Times New Roman"/>
              </a:rPr>
              <a:t> </a:t>
            </a:r>
            <a:r>
              <a:rPr sz="2200" b="1" dirty="0">
                <a:solidFill>
                  <a:srgbClr val="C00000"/>
                </a:solidFill>
                <a:latin typeface="Times New Roman"/>
                <a:cs typeface="Times New Roman"/>
              </a:rPr>
              <a:t>million</a:t>
            </a:r>
            <a:r>
              <a:rPr sz="2200" b="1" spc="155" dirty="0">
                <a:solidFill>
                  <a:srgbClr val="C00000"/>
                </a:solidFill>
                <a:latin typeface="Times New Roman"/>
                <a:cs typeface="Times New Roman"/>
              </a:rPr>
              <a:t> </a:t>
            </a:r>
            <a:r>
              <a:rPr sz="2200" b="1" spc="-20" dirty="0">
                <a:solidFill>
                  <a:srgbClr val="C00000"/>
                </a:solidFill>
                <a:latin typeface="Times New Roman"/>
                <a:cs typeface="Times New Roman"/>
              </a:rPr>
              <a:t>tons </a:t>
            </a:r>
            <a:r>
              <a:rPr sz="2200" dirty="0">
                <a:latin typeface="Times New Roman"/>
                <a:cs typeface="Times New Roman"/>
              </a:rPr>
              <a:t>per</a:t>
            </a:r>
            <a:r>
              <a:rPr sz="2200" spc="270" dirty="0">
                <a:latin typeface="Times New Roman"/>
                <a:cs typeface="Times New Roman"/>
              </a:rPr>
              <a:t> </a:t>
            </a:r>
            <a:r>
              <a:rPr sz="2200" dirty="0">
                <a:latin typeface="Times New Roman"/>
                <a:cs typeface="Times New Roman"/>
              </a:rPr>
              <a:t>annum.</a:t>
            </a:r>
            <a:r>
              <a:rPr sz="2200" spc="285" dirty="0">
                <a:latin typeface="Times New Roman"/>
                <a:cs typeface="Times New Roman"/>
              </a:rPr>
              <a:t> </a:t>
            </a:r>
            <a:r>
              <a:rPr sz="2200" dirty="0">
                <a:latin typeface="Times New Roman"/>
                <a:cs typeface="Times New Roman"/>
              </a:rPr>
              <a:t>The</a:t>
            </a:r>
            <a:r>
              <a:rPr sz="2200" spc="275" dirty="0">
                <a:latin typeface="Times New Roman"/>
                <a:cs typeface="Times New Roman"/>
              </a:rPr>
              <a:t> </a:t>
            </a:r>
            <a:r>
              <a:rPr sz="2200" dirty="0">
                <a:latin typeface="Times New Roman"/>
                <a:cs typeface="Times New Roman"/>
              </a:rPr>
              <a:t>rising</a:t>
            </a:r>
            <a:r>
              <a:rPr sz="2200" spc="280" dirty="0">
                <a:latin typeface="Times New Roman"/>
                <a:cs typeface="Times New Roman"/>
              </a:rPr>
              <a:t> </a:t>
            </a:r>
            <a:r>
              <a:rPr sz="2200" dirty="0">
                <a:latin typeface="Times New Roman"/>
                <a:cs typeface="Times New Roman"/>
              </a:rPr>
              <a:t>amount</a:t>
            </a:r>
            <a:r>
              <a:rPr sz="2200" spc="280" dirty="0">
                <a:latin typeface="Times New Roman"/>
                <a:cs typeface="Times New Roman"/>
              </a:rPr>
              <a:t> </a:t>
            </a:r>
            <a:r>
              <a:rPr sz="2200" dirty="0">
                <a:latin typeface="Times New Roman"/>
                <a:cs typeface="Times New Roman"/>
              </a:rPr>
              <a:t>of</a:t>
            </a:r>
            <a:r>
              <a:rPr sz="2200" spc="270" dirty="0">
                <a:latin typeface="Times New Roman"/>
                <a:cs typeface="Times New Roman"/>
              </a:rPr>
              <a:t> </a:t>
            </a:r>
            <a:r>
              <a:rPr sz="2200" dirty="0">
                <a:latin typeface="Times New Roman"/>
                <a:cs typeface="Times New Roman"/>
              </a:rPr>
              <a:t>electronic</a:t>
            </a:r>
            <a:r>
              <a:rPr sz="2200" spc="275" dirty="0">
                <a:latin typeface="Times New Roman"/>
                <a:cs typeface="Times New Roman"/>
              </a:rPr>
              <a:t> </a:t>
            </a:r>
            <a:r>
              <a:rPr sz="2200" dirty="0">
                <a:latin typeface="Times New Roman"/>
                <a:cs typeface="Times New Roman"/>
              </a:rPr>
              <a:t>waste</a:t>
            </a:r>
            <a:r>
              <a:rPr sz="2200" spc="275" dirty="0">
                <a:latin typeface="Times New Roman"/>
                <a:cs typeface="Times New Roman"/>
              </a:rPr>
              <a:t> </a:t>
            </a:r>
            <a:r>
              <a:rPr sz="2200" dirty="0">
                <a:latin typeface="Times New Roman"/>
                <a:cs typeface="Times New Roman"/>
              </a:rPr>
              <a:t>from</a:t>
            </a:r>
            <a:r>
              <a:rPr sz="2200" spc="270" dirty="0">
                <a:latin typeface="Times New Roman"/>
                <a:cs typeface="Times New Roman"/>
              </a:rPr>
              <a:t> </a:t>
            </a:r>
            <a:r>
              <a:rPr sz="2200" spc="-10" dirty="0">
                <a:latin typeface="Times New Roman"/>
                <a:cs typeface="Times New Roman"/>
              </a:rPr>
              <a:t>electronic </a:t>
            </a:r>
            <a:r>
              <a:rPr sz="2200" dirty="0">
                <a:latin typeface="Times New Roman"/>
                <a:cs typeface="Times New Roman"/>
              </a:rPr>
              <a:t>industries</a:t>
            </a:r>
            <a:r>
              <a:rPr sz="2200" spc="-55" dirty="0">
                <a:latin typeface="Times New Roman"/>
                <a:cs typeface="Times New Roman"/>
              </a:rPr>
              <a:t> </a:t>
            </a:r>
            <a:r>
              <a:rPr sz="2200" dirty="0">
                <a:latin typeface="Times New Roman"/>
                <a:cs typeface="Times New Roman"/>
              </a:rPr>
              <a:t>is</a:t>
            </a:r>
            <a:r>
              <a:rPr sz="2200" spc="-55" dirty="0">
                <a:latin typeface="Times New Roman"/>
                <a:cs typeface="Times New Roman"/>
              </a:rPr>
              <a:t> </a:t>
            </a:r>
            <a:r>
              <a:rPr sz="2200" dirty="0">
                <a:latin typeface="Times New Roman"/>
                <a:cs typeface="Times New Roman"/>
              </a:rPr>
              <a:t>going</a:t>
            </a:r>
            <a:r>
              <a:rPr sz="2200" spc="-50" dirty="0">
                <a:latin typeface="Times New Roman"/>
                <a:cs typeface="Times New Roman"/>
              </a:rPr>
              <a:t> </a:t>
            </a:r>
            <a:r>
              <a:rPr sz="2200" dirty="0">
                <a:latin typeface="Times New Roman"/>
                <a:cs typeface="Times New Roman"/>
              </a:rPr>
              <a:t>to</a:t>
            </a:r>
            <a:r>
              <a:rPr sz="2200" spc="-55" dirty="0">
                <a:latin typeface="Times New Roman"/>
                <a:cs typeface="Times New Roman"/>
              </a:rPr>
              <a:t> </a:t>
            </a:r>
            <a:r>
              <a:rPr sz="2200" dirty="0">
                <a:latin typeface="Times New Roman"/>
                <a:cs typeface="Times New Roman"/>
              </a:rPr>
              <a:t>reach</a:t>
            </a:r>
            <a:r>
              <a:rPr sz="2200" spc="-30" dirty="0">
                <a:latin typeface="Times New Roman"/>
                <a:cs typeface="Times New Roman"/>
              </a:rPr>
              <a:t> </a:t>
            </a:r>
            <a:r>
              <a:rPr sz="2200" dirty="0">
                <a:latin typeface="Times New Roman"/>
                <a:cs typeface="Times New Roman"/>
              </a:rPr>
              <a:t>calamitous</a:t>
            </a:r>
            <a:r>
              <a:rPr sz="2200" spc="-35" dirty="0">
                <a:latin typeface="Times New Roman"/>
                <a:cs typeface="Times New Roman"/>
              </a:rPr>
              <a:t> </a:t>
            </a:r>
            <a:r>
              <a:rPr sz="2200" spc="-10" dirty="0">
                <a:latin typeface="Times New Roman"/>
                <a:cs typeface="Times New Roman"/>
              </a:rPr>
              <a:t>proportions.</a:t>
            </a:r>
            <a:endParaRPr sz="2200">
              <a:latin typeface="Times New Roman"/>
              <a:cs typeface="Times New Roman"/>
            </a:endParaRPr>
          </a:p>
        </p:txBody>
      </p:sp>
      <p:sp>
        <p:nvSpPr>
          <p:cNvPr id="3" name="object 3"/>
          <p:cNvSpPr txBox="1">
            <a:spLocks noGrp="1"/>
          </p:cNvSpPr>
          <p:nvPr>
            <p:ph type="title"/>
          </p:nvPr>
        </p:nvSpPr>
        <p:spPr>
          <a:prstGeom prst="rect">
            <a:avLst/>
          </a:prstGeom>
        </p:spPr>
        <p:txBody>
          <a:bodyPr vert="horz" wrap="square" lIns="0" tIns="220852" rIns="0" bIns="0" rtlCol="0">
            <a:spAutoFit/>
          </a:bodyPr>
          <a:lstStyle/>
          <a:p>
            <a:pPr marL="2141855">
              <a:lnSpc>
                <a:spcPct val="100000"/>
              </a:lnSpc>
              <a:spcBef>
                <a:spcPts val="105"/>
              </a:spcBef>
            </a:pPr>
            <a:r>
              <a:rPr dirty="0"/>
              <a:t>What</a:t>
            </a:r>
            <a:r>
              <a:rPr spc="-20" dirty="0"/>
              <a:t> </a:t>
            </a:r>
            <a:r>
              <a:rPr dirty="0"/>
              <a:t>is an </a:t>
            </a:r>
            <a:r>
              <a:rPr spc="-25" dirty="0"/>
              <a:t>E-</a:t>
            </a:r>
            <a:r>
              <a:rPr spc="-10" dirty="0"/>
              <a:t>waste?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54939" y="801370"/>
            <a:ext cx="8760460" cy="5026025"/>
          </a:xfrm>
          <a:prstGeom prst="rect">
            <a:avLst/>
          </a:prstGeom>
        </p:spPr>
        <p:txBody>
          <a:bodyPr vert="horz" wrap="square" lIns="0" tIns="74295" rIns="0" bIns="0" rtlCol="0">
            <a:spAutoFit/>
          </a:bodyPr>
          <a:lstStyle/>
          <a:p>
            <a:pPr marL="352425" marR="5715" indent="-339725" algn="just">
              <a:lnSpc>
                <a:spcPct val="80000"/>
              </a:lnSpc>
              <a:spcBef>
                <a:spcPts val="585"/>
              </a:spcBef>
              <a:buFont typeface="Arial MT"/>
              <a:buChar char="•"/>
              <a:tabLst>
                <a:tab pos="355600" algn="l"/>
              </a:tabLst>
            </a:pPr>
            <a:r>
              <a:rPr sz="2000" dirty="0">
                <a:latin typeface="Times New Roman"/>
                <a:cs typeface="Times New Roman"/>
              </a:rPr>
              <a:t>Used</a:t>
            </a:r>
            <a:r>
              <a:rPr sz="2000" spc="385" dirty="0">
                <a:latin typeface="Times New Roman"/>
                <a:cs typeface="Times New Roman"/>
              </a:rPr>
              <a:t> </a:t>
            </a:r>
            <a:r>
              <a:rPr sz="2000" dirty="0">
                <a:latin typeface="Times New Roman"/>
                <a:cs typeface="Times New Roman"/>
              </a:rPr>
              <a:t>electronics</a:t>
            </a:r>
            <a:r>
              <a:rPr sz="2000" spc="385" dirty="0">
                <a:latin typeface="Times New Roman"/>
                <a:cs typeface="Times New Roman"/>
              </a:rPr>
              <a:t> </a:t>
            </a:r>
            <a:r>
              <a:rPr sz="2000" dirty="0">
                <a:latin typeface="Times New Roman"/>
                <a:cs typeface="Times New Roman"/>
              </a:rPr>
              <a:t>like</a:t>
            </a:r>
            <a:r>
              <a:rPr sz="2000" spc="385" dirty="0">
                <a:latin typeface="Times New Roman"/>
                <a:cs typeface="Times New Roman"/>
              </a:rPr>
              <a:t> </a:t>
            </a:r>
            <a:r>
              <a:rPr sz="2000" dirty="0">
                <a:latin typeface="Times New Roman"/>
                <a:cs typeface="Times New Roman"/>
              </a:rPr>
              <a:t>rejected</a:t>
            </a:r>
            <a:r>
              <a:rPr sz="2000" spc="400" dirty="0">
                <a:latin typeface="Times New Roman"/>
                <a:cs typeface="Times New Roman"/>
              </a:rPr>
              <a:t> </a:t>
            </a:r>
            <a:r>
              <a:rPr sz="2000" dirty="0">
                <a:latin typeface="Times New Roman"/>
                <a:cs typeface="Times New Roman"/>
              </a:rPr>
              <a:t>computers,</a:t>
            </a:r>
            <a:r>
              <a:rPr sz="2000" spc="385" dirty="0">
                <a:latin typeface="Times New Roman"/>
                <a:cs typeface="Times New Roman"/>
              </a:rPr>
              <a:t> </a:t>
            </a:r>
            <a:r>
              <a:rPr sz="2000" dirty="0">
                <a:latin typeface="Times New Roman"/>
                <a:cs typeface="Times New Roman"/>
              </a:rPr>
              <a:t>office</a:t>
            </a:r>
            <a:r>
              <a:rPr sz="2000" spc="390" dirty="0">
                <a:latin typeface="Times New Roman"/>
                <a:cs typeface="Times New Roman"/>
              </a:rPr>
              <a:t> </a:t>
            </a:r>
            <a:r>
              <a:rPr sz="2000" dirty="0">
                <a:latin typeface="Times New Roman"/>
                <a:cs typeface="Times New Roman"/>
              </a:rPr>
              <a:t>electronic</a:t>
            </a:r>
            <a:r>
              <a:rPr sz="2000" spc="380" dirty="0">
                <a:latin typeface="Times New Roman"/>
                <a:cs typeface="Times New Roman"/>
              </a:rPr>
              <a:t> </a:t>
            </a:r>
            <a:r>
              <a:rPr sz="2000" dirty="0">
                <a:latin typeface="Times New Roman"/>
                <a:cs typeface="Times New Roman"/>
              </a:rPr>
              <a:t>tools,</a:t>
            </a:r>
            <a:r>
              <a:rPr sz="2000" spc="400" dirty="0">
                <a:latin typeface="Times New Roman"/>
                <a:cs typeface="Times New Roman"/>
              </a:rPr>
              <a:t> </a:t>
            </a:r>
            <a:r>
              <a:rPr sz="2000" spc="-10" dirty="0">
                <a:latin typeface="Times New Roman"/>
                <a:cs typeface="Times New Roman"/>
              </a:rPr>
              <a:t>entertainment 	</a:t>
            </a:r>
            <a:r>
              <a:rPr sz="2000" dirty="0">
                <a:latin typeface="Times New Roman"/>
                <a:cs typeface="Times New Roman"/>
              </a:rPr>
              <a:t>device</a:t>
            </a:r>
            <a:r>
              <a:rPr sz="2000" spc="-30" dirty="0">
                <a:latin typeface="Times New Roman"/>
                <a:cs typeface="Times New Roman"/>
              </a:rPr>
              <a:t> </a:t>
            </a:r>
            <a:r>
              <a:rPr sz="2000" dirty="0">
                <a:latin typeface="Times New Roman"/>
                <a:cs typeface="Times New Roman"/>
              </a:rPr>
              <a:t>electronics,</a:t>
            </a:r>
            <a:r>
              <a:rPr sz="2000" spc="-25" dirty="0">
                <a:latin typeface="Times New Roman"/>
                <a:cs typeface="Times New Roman"/>
              </a:rPr>
              <a:t> </a:t>
            </a:r>
            <a:r>
              <a:rPr sz="2000" dirty="0">
                <a:latin typeface="Times New Roman"/>
                <a:cs typeface="Times New Roman"/>
              </a:rPr>
              <a:t>cell</a:t>
            </a:r>
            <a:r>
              <a:rPr sz="2000" spc="-40" dirty="0">
                <a:latin typeface="Times New Roman"/>
                <a:cs typeface="Times New Roman"/>
              </a:rPr>
              <a:t> </a:t>
            </a:r>
            <a:r>
              <a:rPr sz="2000" dirty="0">
                <a:latin typeface="Times New Roman"/>
                <a:cs typeface="Times New Roman"/>
              </a:rPr>
              <a:t>phones,</a:t>
            </a:r>
            <a:r>
              <a:rPr sz="2000" spc="-20" dirty="0">
                <a:latin typeface="Times New Roman"/>
                <a:cs typeface="Times New Roman"/>
              </a:rPr>
              <a:t> </a:t>
            </a:r>
            <a:r>
              <a:rPr sz="2000" dirty="0">
                <a:latin typeface="Times New Roman"/>
                <a:cs typeface="Times New Roman"/>
              </a:rPr>
              <a:t>television</a:t>
            </a:r>
            <a:r>
              <a:rPr sz="2000" spc="-30" dirty="0">
                <a:latin typeface="Times New Roman"/>
                <a:cs typeface="Times New Roman"/>
              </a:rPr>
              <a:t> </a:t>
            </a:r>
            <a:r>
              <a:rPr sz="2000" dirty="0">
                <a:latin typeface="Times New Roman"/>
                <a:cs typeface="Times New Roman"/>
              </a:rPr>
              <a:t>sets</a:t>
            </a:r>
            <a:r>
              <a:rPr sz="2000" spc="-35" dirty="0">
                <a:latin typeface="Times New Roman"/>
                <a:cs typeface="Times New Roman"/>
              </a:rPr>
              <a:t> </a:t>
            </a:r>
            <a:r>
              <a:rPr sz="2000" dirty="0">
                <a:latin typeface="Times New Roman"/>
                <a:cs typeface="Times New Roman"/>
              </a:rPr>
              <a:t>and</a:t>
            </a:r>
            <a:r>
              <a:rPr sz="2000" spc="-30" dirty="0">
                <a:latin typeface="Times New Roman"/>
                <a:cs typeface="Times New Roman"/>
              </a:rPr>
              <a:t> </a:t>
            </a:r>
            <a:r>
              <a:rPr sz="2000" dirty="0">
                <a:latin typeface="Times New Roman"/>
                <a:cs typeface="Times New Roman"/>
              </a:rPr>
              <a:t>refrigerators,</a:t>
            </a:r>
            <a:r>
              <a:rPr sz="2000" spc="-25" dirty="0">
                <a:latin typeface="Times New Roman"/>
                <a:cs typeface="Times New Roman"/>
              </a:rPr>
              <a:t> </a:t>
            </a:r>
            <a:r>
              <a:rPr sz="2000" dirty="0">
                <a:latin typeface="Times New Roman"/>
                <a:cs typeface="Times New Roman"/>
              </a:rPr>
              <a:t>which</a:t>
            </a:r>
            <a:r>
              <a:rPr sz="2000" spc="-20" dirty="0">
                <a:latin typeface="Times New Roman"/>
                <a:cs typeface="Times New Roman"/>
              </a:rPr>
              <a:t> </a:t>
            </a:r>
            <a:r>
              <a:rPr sz="2000" dirty="0">
                <a:latin typeface="Times New Roman"/>
                <a:cs typeface="Times New Roman"/>
              </a:rPr>
              <a:t>are</a:t>
            </a:r>
            <a:r>
              <a:rPr sz="2000" spc="-30" dirty="0">
                <a:latin typeface="Times New Roman"/>
                <a:cs typeface="Times New Roman"/>
              </a:rPr>
              <a:t> </a:t>
            </a:r>
            <a:r>
              <a:rPr sz="2000" spc="-10" dirty="0">
                <a:latin typeface="Times New Roman"/>
                <a:cs typeface="Times New Roman"/>
              </a:rPr>
              <a:t>planned 	</a:t>
            </a:r>
            <a:r>
              <a:rPr sz="2000" dirty="0">
                <a:latin typeface="Times New Roman"/>
                <a:cs typeface="Times New Roman"/>
              </a:rPr>
              <a:t>for</a:t>
            </a:r>
            <a:r>
              <a:rPr sz="2000" spc="-30" dirty="0">
                <a:latin typeface="Times New Roman"/>
                <a:cs typeface="Times New Roman"/>
              </a:rPr>
              <a:t> </a:t>
            </a:r>
            <a:r>
              <a:rPr sz="2000" dirty="0">
                <a:latin typeface="Times New Roman"/>
                <a:cs typeface="Times New Roman"/>
              </a:rPr>
              <a:t>reuse,</a:t>
            </a:r>
            <a:r>
              <a:rPr sz="2000" spc="-20" dirty="0">
                <a:latin typeface="Times New Roman"/>
                <a:cs typeface="Times New Roman"/>
              </a:rPr>
              <a:t> </a:t>
            </a:r>
            <a:r>
              <a:rPr sz="2000" dirty="0">
                <a:latin typeface="Times New Roman"/>
                <a:cs typeface="Times New Roman"/>
              </a:rPr>
              <a:t>resale,</a:t>
            </a:r>
            <a:r>
              <a:rPr sz="2000" spc="-25" dirty="0">
                <a:latin typeface="Times New Roman"/>
                <a:cs typeface="Times New Roman"/>
              </a:rPr>
              <a:t> </a:t>
            </a:r>
            <a:r>
              <a:rPr sz="2000" dirty="0">
                <a:latin typeface="Times New Roman"/>
                <a:cs typeface="Times New Roman"/>
              </a:rPr>
              <a:t>recycling</a:t>
            </a:r>
            <a:r>
              <a:rPr sz="2000" spc="-25" dirty="0">
                <a:latin typeface="Times New Roman"/>
                <a:cs typeface="Times New Roman"/>
              </a:rPr>
              <a:t> </a:t>
            </a:r>
            <a:r>
              <a:rPr sz="2000" dirty="0">
                <a:latin typeface="Times New Roman"/>
                <a:cs typeface="Times New Roman"/>
              </a:rPr>
              <a:t>or</a:t>
            </a:r>
            <a:r>
              <a:rPr sz="2000" spc="-20" dirty="0">
                <a:latin typeface="Times New Roman"/>
                <a:cs typeface="Times New Roman"/>
              </a:rPr>
              <a:t> </a:t>
            </a:r>
            <a:r>
              <a:rPr sz="2000" dirty="0">
                <a:latin typeface="Times New Roman"/>
                <a:cs typeface="Times New Roman"/>
              </a:rPr>
              <a:t>dumping</a:t>
            </a:r>
            <a:r>
              <a:rPr sz="2000" spc="-15" dirty="0">
                <a:latin typeface="Times New Roman"/>
                <a:cs typeface="Times New Roman"/>
              </a:rPr>
              <a:t> </a:t>
            </a:r>
            <a:r>
              <a:rPr sz="2000" dirty="0">
                <a:latin typeface="Times New Roman"/>
                <a:cs typeface="Times New Roman"/>
              </a:rPr>
              <a:t>are</a:t>
            </a:r>
            <a:r>
              <a:rPr sz="2000" spc="-20" dirty="0">
                <a:latin typeface="Times New Roman"/>
                <a:cs typeface="Times New Roman"/>
              </a:rPr>
              <a:t> </a:t>
            </a:r>
            <a:r>
              <a:rPr sz="2000" dirty="0">
                <a:latin typeface="Times New Roman"/>
                <a:cs typeface="Times New Roman"/>
              </a:rPr>
              <a:t>also</a:t>
            </a:r>
            <a:r>
              <a:rPr sz="2000" spc="-10" dirty="0">
                <a:latin typeface="Times New Roman"/>
                <a:cs typeface="Times New Roman"/>
              </a:rPr>
              <a:t> </a:t>
            </a:r>
            <a:r>
              <a:rPr sz="2000" dirty="0">
                <a:latin typeface="Times New Roman"/>
                <a:cs typeface="Times New Roman"/>
              </a:rPr>
              <a:t>considered</a:t>
            </a:r>
            <a:r>
              <a:rPr sz="2000" spc="-40" dirty="0">
                <a:latin typeface="Times New Roman"/>
                <a:cs typeface="Times New Roman"/>
              </a:rPr>
              <a:t> </a:t>
            </a:r>
            <a:r>
              <a:rPr sz="2000" dirty="0">
                <a:latin typeface="Times New Roman"/>
                <a:cs typeface="Times New Roman"/>
              </a:rPr>
              <a:t>as</a:t>
            </a:r>
            <a:r>
              <a:rPr sz="2000" spc="-15" dirty="0">
                <a:latin typeface="Times New Roman"/>
                <a:cs typeface="Times New Roman"/>
              </a:rPr>
              <a:t> </a:t>
            </a:r>
            <a:r>
              <a:rPr sz="2000" spc="-10" dirty="0">
                <a:latin typeface="Times New Roman"/>
                <a:cs typeface="Times New Roman"/>
              </a:rPr>
              <a:t>E-waste.</a:t>
            </a:r>
            <a:endParaRPr sz="2000">
              <a:latin typeface="Times New Roman"/>
              <a:cs typeface="Times New Roman"/>
            </a:endParaRPr>
          </a:p>
          <a:p>
            <a:pPr marL="352425" marR="5080" indent="-339725" algn="just">
              <a:lnSpc>
                <a:spcPct val="80000"/>
              </a:lnSpc>
              <a:spcBef>
                <a:spcPts val="480"/>
              </a:spcBef>
              <a:buFont typeface="Arial MT"/>
              <a:buChar char="•"/>
              <a:tabLst>
                <a:tab pos="355600" algn="l"/>
              </a:tabLst>
            </a:pPr>
            <a:r>
              <a:rPr sz="2000" dirty="0">
                <a:latin typeface="Times New Roman"/>
                <a:cs typeface="Times New Roman"/>
              </a:rPr>
              <a:t>The</a:t>
            </a:r>
            <a:r>
              <a:rPr sz="2000" spc="20" dirty="0">
                <a:latin typeface="Times New Roman"/>
                <a:cs typeface="Times New Roman"/>
              </a:rPr>
              <a:t> </a:t>
            </a:r>
            <a:r>
              <a:rPr sz="2000" dirty="0">
                <a:latin typeface="Times New Roman"/>
                <a:cs typeface="Times New Roman"/>
              </a:rPr>
              <a:t>term</a:t>
            </a:r>
            <a:r>
              <a:rPr sz="2000" spc="5" dirty="0">
                <a:latin typeface="Times New Roman"/>
                <a:cs typeface="Times New Roman"/>
              </a:rPr>
              <a:t> </a:t>
            </a:r>
            <a:r>
              <a:rPr sz="2000" dirty="0">
                <a:latin typeface="Times New Roman"/>
                <a:cs typeface="Times New Roman"/>
              </a:rPr>
              <a:t>waste</a:t>
            </a:r>
            <a:r>
              <a:rPr sz="2000" spc="20" dirty="0">
                <a:latin typeface="Times New Roman"/>
                <a:cs typeface="Times New Roman"/>
              </a:rPr>
              <a:t> </a:t>
            </a:r>
            <a:r>
              <a:rPr sz="2000" dirty="0">
                <a:latin typeface="Times New Roman"/>
                <a:cs typeface="Times New Roman"/>
              </a:rPr>
              <a:t>is</a:t>
            </a:r>
            <a:r>
              <a:rPr sz="2000" spc="20" dirty="0">
                <a:latin typeface="Times New Roman"/>
                <a:cs typeface="Times New Roman"/>
              </a:rPr>
              <a:t> </a:t>
            </a:r>
            <a:r>
              <a:rPr sz="2000" dirty="0">
                <a:latin typeface="Times New Roman"/>
                <a:cs typeface="Times New Roman"/>
              </a:rPr>
              <a:t>held</a:t>
            </a:r>
            <a:r>
              <a:rPr sz="2000" spc="10" dirty="0">
                <a:latin typeface="Times New Roman"/>
                <a:cs typeface="Times New Roman"/>
              </a:rPr>
              <a:t> </a:t>
            </a:r>
            <a:r>
              <a:rPr sz="2000" dirty="0">
                <a:latin typeface="Times New Roman"/>
                <a:cs typeface="Times New Roman"/>
              </a:rPr>
              <a:t>in</a:t>
            </a:r>
            <a:r>
              <a:rPr sz="2000" spc="20" dirty="0">
                <a:latin typeface="Times New Roman"/>
                <a:cs typeface="Times New Roman"/>
              </a:rPr>
              <a:t> </a:t>
            </a:r>
            <a:r>
              <a:rPr sz="2000" dirty="0">
                <a:latin typeface="Times New Roman"/>
                <a:cs typeface="Times New Roman"/>
              </a:rPr>
              <a:t>reserve</a:t>
            </a:r>
            <a:r>
              <a:rPr sz="2000" spc="30" dirty="0">
                <a:latin typeface="Times New Roman"/>
                <a:cs typeface="Times New Roman"/>
              </a:rPr>
              <a:t> </a:t>
            </a:r>
            <a:r>
              <a:rPr sz="2000" dirty="0">
                <a:latin typeface="Times New Roman"/>
                <a:cs typeface="Times New Roman"/>
              </a:rPr>
              <a:t>for</a:t>
            </a:r>
            <a:r>
              <a:rPr sz="2000" spc="5" dirty="0">
                <a:latin typeface="Times New Roman"/>
                <a:cs typeface="Times New Roman"/>
              </a:rPr>
              <a:t> </a:t>
            </a:r>
            <a:r>
              <a:rPr sz="2000" dirty="0">
                <a:latin typeface="Times New Roman"/>
                <a:cs typeface="Times New Roman"/>
              </a:rPr>
              <a:t>residue</a:t>
            </a:r>
            <a:r>
              <a:rPr sz="2000" spc="20" dirty="0">
                <a:latin typeface="Times New Roman"/>
                <a:cs typeface="Times New Roman"/>
              </a:rPr>
              <a:t> </a:t>
            </a:r>
            <a:r>
              <a:rPr sz="2000" dirty="0">
                <a:latin typeface="Times New Roman"/>
                <a:cs typeface="Times New Roman"/>
              </a:rPr>
              <a:t>or</a:t>
            </a:r>
            <a:r>
              <a:rPr sz="2000" spc="30" dirty="0">
                <a:latin typeface="Times New Roman"/>
                <a:cs typeface="Times New Roman"/>
              </a:rPr>
              <a:t> </a:t>
            </a:r>
            <a:r>
              <a:rPr sz="2000" dirty="0">
                <a:latin typeface="Times New Roman"/>
                <a:cs typeface="Times New Roman"/>
              </a:rPr>
              <a:t>material</a:t>
            </a:r>
            <a:r>
              <a:rPr sz="2000" spc="15" dirty="0">
                <a:latin typeface="Times New Roman"/>
                <a:cs typeface="Times New Roman"/>
              </a:rPr>
              <a:t> </a:t>
            </a:r>
            <a:r>
              <a:rPr sz="2000" dirty="0">
                <a:latin typeface="Times New Roman"/>
                <a:cs typeface="Times New Roman"/>
              </a:rPr>
              <a:t>which</a:t>
            </a:r>
            <a:r>
              <a:rPr sz="2000" spc="20" dirty="0">
                <a:latin typeface="Times New Roman"/>
                <a:cs typeface="Times New Roman"/>
              </a:rPr>
              <a:t> </a:t>
            </a:r>
            <a:r>
              <a:rPr sz="2000" dirty="0">
                <a:latin typeface="Times New Roman"/>
                <a:cs typeface="Times New Roman"/>
              </a:rPr>
              <a:t>is</a:t>
            </a:r>
            <a:r>
              <a:rPr sz="2000" spc="10" dirty="0">
                <a:latin typeface="Times New Roman"/>
                <a:cs typeface="Times New Roman"/>
              </a:rPr>
              <a:t> </a:t>
            </a:r>
            <a:r>
              <a:rPr sz="2000" dirty="0">
                <a:latin typeface="Times New Roman"/>
                <a:cs typeface="Times New Roman"/>
              </a:rPr>
              <a:t>discarded</a:t>
            </a:r>
            <a:r>
              <a:rPr sz="2000" spc="30" dirty="0">
                <a:latin typeface="Times New Roman"/>
                <a:cs typeface="Times New Roman"/>
              </a:rPr>
              <a:t> </a:t>
            </a:r>
            <a:r>
              <a:rPr sz="2000" dirty="0">
                <a:latin typeface="Times New Roman"/>
                <a:cs typeface="Times New Roman"/>
              </a:rPr>
              <a:t>by</a:t>
            </a:r>
            <a:r>
              <a:rPr sz="2000" spc="15" dirty="0">
                <a:latin typeface="Times New Roman"/>
                <a:cs typeface="Times New Roman"/>
              </a:rPr>
              <a:t> </a:t>
            </a:r>
            <a:r>
              <a:rPr sz="2000" spc="-25" dirty="0">
                <a:latin typeface="Times New Roman"/>
                <a:cs typeface="Times New Roman"/>
              </a:rPr>
              <a:t>the 	</a:t>
            </a:r>
            <a:r>
              <a:rPr sz="2000" dirty="0">
                <a:latin typeface="Times New Roman"/>
                <a:cs typeface="Times New Roman"/>
              </a:rPr>
              <a:t>consumer</a:t>
            </a:r>
            <a:r>
              <a:rPr sz="2000" spc="190" dirty="0">
                <a:latin typeface="Times New Roman"/>
                <a:cs typeface="Times New Roman"/>
              </a:rPr>
              <a:t>  </a:t>
            </a:r>
            <a:r>
              <a:rPr sz="2000" dirty="0">
                <a:latin typeface="Times New Roman"/>
                <a:cs typeface="Times New Roman"/>
              </a:rPr>
              <a:t>rather</a:t>
            </a:r>
            <a:r>
              <a:rPr sz="2000" spc="204" dirty="0">
                <a:latin typeface="Times New Roman"/>
                <a:cs typeface="Times New Roman"/>
              </a:rPr>
              <a:t>  </a:t>
            </a:r>
            <a:r>
              <a:rPr sz="2000" dirty="0">
                <a:latin typeface="Times New Roman"/>
                <a:cs typeface="Times New Roman"/>
              </a:rPr>
              <a:t>than</a:t>
            </a:r>
            <a:r>
              <a:rPr sz="2000" spc="200" dirty="0">
                <a:latin typeface="Times New Roman"/>
                <a:cs typeface="Times New Roman"/>
              </a:rPr>
              <a:t>  </a:t>
            </a:r>
            <a:r>
              <a:rPr sz="2000" dirty="0">
                <a:latin typeface="Times New Roman"/>
                <a:cs typeface="Times New Roman"/>
              </a:rPr>
              <a:t>reused,</a:t>
            </a:r>
            <a:r>
              <a:rPr sz="2000" spc="204" dirty="0">
                <a:latin typeface="Times New Roman"/>
                <a:cs typeface="Times New Roman"/>
              </a:rPr>
              <a:t>  </a:t>
            </a:r>
            <a:r>
              <a:rPr sz="2000" dirty="0">
                <a:latin typeface="Times New Roman"/>
                <a:cs typeface="Times New Roman"/>
              </a:rPr>
              <a:t>including</a:t>
            </a:r>
            <a:r>
              <a:rPr sz="2000" spc="195" dirty="0">
                <a:latin typeface="Times New Roman"/>
                <a:cs typeface="Times New Roman"/>
              </a:rPr>
              <a:t>  </a:t>
            </a:r>
            <a:r>
              <a:rPr sz="2000" dirty="0">
                <a:latin typeface="Times New Roman"/>
                <a:cs typeface="Times New Roman"/>
              </a:rPr>
              <a:t>residue</a:t>
            </a:r>
            <a:r>
              <a:rPr sz="2000" spc="195" dirty="0">
                <a:latin typeface="Times New Roman"/>
                <a:cs typeface="Times New Roman"/>
              </a:rPr>
              <a:t>  </a:t>
            </a:r>
            <a:r>
              <a:rPr sz="2000" dirty="0">
                <a:latin typeface="Times New Roman"/>
                <a:cs typeface="Times New Roman"/>
              </a:rPr>
              <a:t>from</a:t>
            </a:r>
            <a:r>
              <a:rPr sz="2000" spc="190" dirty="0">
                <a:latin typeface="Times New Roman"/>
                <a:cs typeface="Times New Roman"/>
              </a:rPr>
              <a:t>  </a:t>
            </a:r>
            <a:r>
              <a:rPr sz="2000" dirty="0">
                <a:latin typeface="Times New Roman"/>
                <a:cs typeface="Times New Roman"/>
              </a:rPr>
              <a:t>reuse</a:t>
            </a:r>
            <a:r>
              <a:rPr sz="2000" spc="200" dirty="0">
                <a:latin typeface="Times New Roman"/>
                <a:cs typeface="Times New Roman"/>
              </a:rPr>
              <a:t>  </a:t>
            </a:r>
            <a:r>
              <a:rPr sz="2000" dirty="0">
                <a:latin typeface="Times New Roman"/>
                <a:cs typeface="Times New Roman"/>
              </a:rPr>
              <a:t>and</a:t>
            </a:r>
            <a:r>
              <a:rPr sz="2000" spc="204" dirty="0">
                <a:latin typeface="Times New Roman"/>
                <a:cs typeface="Times New Roman"/>
              </a:rPr>
              <a:t>  </a:t>
            </a:r>
            <a:r>
              <a:rPr sz="2000" spc="-10" dirty="0">
                <a:latin typeface="Times New Roman"/>
                <a:cs typeface="Times New Roman"/>
              </a:rPr>
              <a:t>recycling 	</a:t>
            </a:r>
            <a:r>
              <a:rPr sz="2000" dirty="0">
                <a:latin typeface="Times New Roman"/>
                <a:cs typeface="Times New Roman"/>
              </a:rPr>
              <a:t>processes.</a:t>
            </a:r>
            <a:r>
              <a:rPr sz="2000" spc="280" dirty="0">
                <a:latin typeface="Times New Roman"/>
                <a:cs typeface="Times New Roman"/>
              </a:rPr>
              <a:t> </a:t>
            </a:r>
            <a:r>
              <a:rPr sz="2000" spc="-20" dirty="0">
                <a:latin typeface="Times New Roman"/>
                <a:cs typeface="Times New Roman"/>
              </a:rPr>
              <a:t>E-</a:t>
            </a:r>
            <a:r>
              <a:rPr sz="2000" dirty="0">
                <a:latin typeface="Times New Roman"/>
                <a:cs typeface="Times New Roman"/>
              </a:rPr>
              <a:t>waste</a:t>
            </a:r>
            <a:r>
              <a:rPr sz="2000" spc="270" dirty="0">
                <a:latin typeface="Times New Roman"/>
                <a:cs typeface="Times New Roman"/>
              </a:rPr>
              <a:t> </a:t>
            </a:r>
            <a:r>
              <a:rPr sz="2000" dirty="0">
                <a:latin typeface="Times New Roman"/>
                <a:cs typeface="Times New Roman"/>
              </a:rPr>
              <a:t>is</a:t>
            </a:r>
            <a:r>
              <a:rPr sz="2000" spc="270" dirty="0">
                <a:latin typeface="Times New Roman"/>
                <a:cs typeface="Times New Roman"/>
              </a:rPr>
              <a:t> </a:t>
            </a:r>
            <a:r>
              <a:rPr sz="2000" dirty="0">
                <a:latin typeface="Times New Roman"/>
                <a:cs typeface="Times New Roman"/>
              </a:rPr>
              <a:t>produced</a:t>
            </a:r>
            <a:r>
              <a:rPr sz="2000" spc="280" dirty="0">
                <a:latin typeface="Times New Roman"/>
                <a:cs typeface="Times New Roman"/>
              </a:rPr>
              <a:t> </a:t>
            </a:r>
            <a:r>
              <a:rPr sz="2000" dirty="0">
                <a:latin typeface="Times New Roman"/>
                <a:cs typeface="Times New Roman"/>
              </a:rPr>
              <a:t>when</a:t>
            </a:r>
            <a:r>
              <a:rPr sz="2000" spc="285" dirty="0">
                <a:latin typeface="Times New Roman"/>
                <a:cs typeface="Times New Roman"/>
              </a:rPr>
              <a:t> </a:t>
            </a:r>
            <a:r>
              <a:rPr sz="2000" dirty="0">
                <a:latin typeface="Times New Roman"/>
                <a:cs typeface="Times New Roman"/>
              </a:rPr>
              <a:t>an</a:t>
            </a:r>
            <a:r>
              <a:rPr sz="2000" spc="270" dirty="0">
                <a:latin typeface="Times New Roman"/>
                <a:cs typeface="Times New Roman"/>
              </a:rPr>
              <a:t> </a:t>
            </a:r>
            <a:r>
              <a:rPr sz="2000" dirty="0">
                <a:latin typeface="Times New Roman"/>
                <a:cs typeface="Times New Roman"/>
              </a:rPr>
              <a:t>electronic</a:t>
            </a:r>
            <a:r>
              <a:rPr sz="2000" spc="265" dirty="0">
                <a:latin typeface="Times New Roman"/>
                <a:cs typeface="Times New Roman"/>
              </a:rPr>
              <a:t> </a:t>
            </a:r>
            <a:r>
              <a:rPr sz="2000" dirty="0">
                <a:latin typeface="Times New Roman"/>
                <a:cs typeface="Times New Roman"/>
              </a:rPr>
              <a:t>product</a:t>
            </a:r>
            <a:r>
              <a:rPr sz="2000" spc="280" dirty="0">
                <a:latin typeface="Times New Roman"/>
                <a:cs typeface="Times New Roman"/>
              </a:rPr>
              <a:t> </a:t>
            </a:r>
            <a:r>
              <a:rPr sz="2000" dirty="0">
                <a:latin typeface="Times New Roman"/>
                <a:cs typeface="Times New Roman"/>
              </a:rPr>
              <a:t>is</a:t>
            </a:r>
            <a:r>
              <a:rPr sz="2000" spc="265" dirty="0">
                <a:latin typeface="Times New Roman"/>
                <a:cs typeface="Times New Roman"/>
              </a:rPr>
              <a:t> </a:t>
            </a:r>
            <a:r>
              <a:rPr sz="2000" dirty="0">
                <a:latin typeface="Times New Roman"/>
                <a:cs typeface="Times New Roman"/>
              </a:rPr>
              <a:t>rejected</a:t>
            </a:r>
            <a:r>
              <a:rPr sz="2000" spc="290" dirty="0">
                <a:latin typeface="Times New Roman"/>
                <a:cs typeface="Times New Roman"/>
              </a:rPr>
              <a:t> </a:t>
            </a:r>
            <a:r>
              <a:rPr sz="2000" dirty="0">
                <a:latin typeface="Times New Roman"/>
                <a:cs typeface="Times New Roman"/>
              </a:rPr>
              <a:t>after</a:t>
            </a:r>
            <a:r>
              <a:rPr sz="2000" spc="270" dirty="0">
                <a:latin typeface="Times New Roman"/>
                <a:cs typeface="Times New Roman"/>
              </a:rPr>
              <a:t> </a:t>
            </a:r>
            <a:r>
              <a:rPr sz="2000" spc="-25" dirty="0">
                <a:latin typeface="Times New Roman"/>
                <a:cs typeface="Times New Roman"/>
              </a:rPr>
              <a:t>the 	</a:t>
            </a:r>
            <a:r>
              <a:rPr sz="2000" dirty="0">
                <a:latin typeface="Times New Roman"/>
                <a:cs typeface="Times New Roman"/>
              </a:rPr>
              <a:t>end</a:t>
            </a:r>
            <a:r>
              <a:rPr sz="2000" spc="-15"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its</a:t>
            </a:r>
            <a:r>
              <a:rPr sz="2000" spc="-10" dirty="0">
                <a:latin typeface="Times New Roman"/>
                <a:cs typeface="Times New Roman"/>
              </a:rPr>
              <a:t> </a:t>
            </a:r>
            <a:r>
              <a:rPr sz="2000" dirty="0">
                <a:latin typeface="Times New Roman"/>
                <a:cs typeface="Times New Roman"/>
              </a:rPr>
              <a:t>useful</a:t>
            </a:r>
            <a:r>
              <a:rPr sz="2000" spc="-35" dirty="0">
                <a:latin typeface="Times New Roman"/>
                <a:cs typeface="Times New Roman"/>
              </a:rPr>
              <a:t> </a:t>
            </a:r>
            <a:r>
              <a:rPr sz="2000" spc="-20" dirty="0">
                <a:latin typeface="Times New Roman"/>
                <a:cs typeface="Times New Roman"/>
              </a:rPr>
              <a:t>life.</a:t>
            </a:r>
            <a:endParaRPr sz="2000">
              <a:latin typeface="Times New Roman"/>
              <a:cs typeface="Times New Roman"/>
            </a:endParaRPr>
          </a:p>
          <a:p>
            <a:pPr marL="352425" marR="5715" indent="-339725" algn="just">
              <a:lnSpc>
                <a:spcPct val="80000"/>
              </a:lnSpc>
              <a:spcBef>
                <a:spcPts val="480"/>
              </a:spcBef>
              <a:buFont typeface="Arial MT"/>
              <a:buChar char="•"/>
              <a:tabLst>
                <a:tab pos="355600" algn="l"/>
              </a:tabLst>
            </a:pPr>
            <a:r>
              <a:rPr sz="2000" spc="-10" dirty="0">
                <a:latin typeface="Times New Roman"/>
                <a:cs typeface="Times New Roman"/>
              </a:rPr>
              <a:t>E-</a:t>
            </a:r>
            <a:r>
              <a:rPr sz="2000" dirty="0">
                <a:latin typeface="Times New Roman"/>
                <a:cs typeface="Times New Roman"/>
              </a:rPr>
              <a:t>waste</a:t>
            </a:r>
            <a:r>
              <a:rPr sz="2000" spc="210" dirty="0">
                <a:latin typeface="Times New Roman"/>
                <a:cs typeface="Times New Roman"/>
              </a:rPr>
              <a:t> </a:t>
            </a:r>
            <a:r>
              <a:rPr sz="2000" dirty="0">
                <a:latin typeface="Times New Roman"/>
                <a:cs typeface="Times New Roman"/>
              </a:rPr>
              <a:t>is</a:t>
            </a:r>
            <a:r>
              <a:rPr sz="2000" spc="210" dirty="0">
                <a:latin typeface="Times New Roman"/>
                <a:cs typeface="Times New Roman"/>
              </a:rPr>
              <a:t> </a:t>
            </a:r>
            <a:r>
              <a:rPr sz="2000" dirty="0">
                <a:latin typeface="Times New Roman"/>
                <a:cs typeface="Times New Roman"/>
              </a:rPr>
              <a:t>not</a:t>
            </a:r>
            <a:r>
              <a:rPr sz="2000" spc="204" dirty="0">
                <a:latin typeface="Times New Roman"/>
                <a:cs typeface="Times New Roman"/>
              </a:rPr>
              <a:t> </a:t>
            </a:r>
            <a:r>
              <a:rPr sz="2000" dirty="0">
                <a:latin typeface="Times New Roman"/>
                <a:cs typeface="Times New Roman"/>
              </a:rPr>
              <a:t>just</a:t>
            </a:r>
            <a:r>
              <a:rPr sz="2000" spc="204" dirty="0">
                <a:latin typeface="Times New Roman"/>
                <a:cs typeface="Times New Roman"/>
              </a:rPr>
              <a:t> </a:t>
            </a:r>
            <a:r>
              <a:rPr sz="2000" dirty="0">
                <a:latin typeface="Times New Roman"/>
                <a:cs typeface="Times New Roman"/>
              </a:rPr>
              <a:t>a</a:t>
            </a:r>
            <a:r>
              <a:rPr sz="2000" spc="215" dirty="0">
                <a:latin typeface="Times New Roman"/>
                <a:cs typeface="Times New Roman"/>
              </a:rPr>
              <a:t> </a:t>
            </a:r>
            <a:r>
              <a:rPr sz="2000" dirty="0">
                <a:latin typeface="Times New Roman"/>
                <a:cs typeface="Times New Roman"/>
              </a:rPr>
              <a:t>waste</a:t>
            </a:r>
            <a:r>
              <a:rPr sz="2000" spc="210" dirty="0">
                <a:latin typeface="Times New Roman"/>
                <a:cs typeface="Times New Roman"/>
              </a:rPr>
              <a:t> </a:t>
            </a:r>
            <a:r>
              <a:rPr sz="2000" dirty="0">
                <a:latin typeface="Times New Roman"/>
                <a:cs typeface="Times New Roman"/>
              </a:rPr>
              <a:t>but</a:t>
            </a:r>
            <a:r>
              <a:rPr sz="2000" spc="215" dirty="0">
                <a:latin typeface="Times New Roman"/>
                <a:cs typeface="Times New Roman"/>
              </a:rPr>
              <a:t> </a:t>
            </a:r>
            <a:r>
              <a:rPr sz="2000" dirty="0">
                <a:latin typeface="Times New Roman"/>
                <a:cs typeface="Times New Roman"/>
              </a:rPr>
              <a:t>also</a:t>
            </a:r>
            <a:r>
              <a:rPr sz="2000" spc="225" dirty="0">
                <a:latin typeface="Times New Roman"/>
                <a:cs typeface="Times New Roman"/>
              </a:rPr>
              <a:t> </a:t>
            </a:r>
            <a:r>
              <a:rPr sz="2000" dirty="0">
                <a:latin typeface="Times New Roman"/>
                <a:cs typeface="Times New Roman"/>
              </a:rPr>
              <a:t>it</a:t>
            </a:r>
            <a:r>
              <a:rPr sz="2000" spc="210" dirty="0">
                <a:latin typeface="Times New Roman"/>
                <a:cs typeface="Times New Roman"/>
              </a:rPr>
              <a:t> </a:t>
            </a:r>
            <a:r>
              <a:rPr sz="2000" dirty="0">
                <a:latin typeface="Times New Roman"/>
                <a:cs typeface="Times New Roman"/>
              </a:rPr>
              <a:t>contains</a:t>
            </a:r>
            <a:r>
              <a:rPr sz="2000" spc="215" dirty="0">
                <a:latin typeface="Times New Roman"/>
                <a:cs typeface="Times New Roman"/>
              </a:rPr>
              <a:t> </a:t>
            </a:r>
            <a:r>
              <a:rPr sz="2000" dirty="0">
                <a:latin typeface="Times New Roman"/>
                <a:cs typeface="Times New Roman"/>
              </a:rPr>
              <a:t>some</a:t>
            </a:r>
            <a:r>
              <a:rPr sz="2000" spc="220" dirty="0">
                <a:latin typeface="Times New Roman"/>
                <a:cs typeface="Times New Roman"/>
              </a:rPr>
              <a:t> </a:t>
            </a:r>
            <a:r>
              <a:rPr sz="2000" dirty="0">
                <a:latin typeface="Times New Roman"/>
                <a:cs typeface="Times New Roman"/>
              </a:rPr>
              <a:t>very</a:t>
            </a:r>
            <a:r>
              <a:rPr sz="2000" spc="215" dirty="0">
                <a:latin typeface="Times New Roman"/>
                <a:cs typeface="Times New Roman"/>
              </a:rPr>
              <a:t> </a:t>
            </a:r>
            <a:r>
              <a:rPr sz="2000" dirty="0">
                <a:latin typeface="Times New Roman"/>
                <a:cs typeface="Times New Roman"/>
              </a:rPr>
              <a:t>poisonous</a:t>
            </a:r>
            <a:r>
              <a:rPr sz="2000" spc="220" dirty="0">
                <a:latin typeface="Times New Roman"/>
                <a:cs typeface="Times New Roman"/>
              </a:rPr>
              <a:t> </a:t>
            </a:r>
            <a:r>
              <a:rPr sz="2000" spc="-10" dirty="0">
                <a:latin typeface="Times New Roman"/>
                <a:cs typeface="Times New Roman"/>
              </a:rPr>
              <a:t>substances 	</a:t>
            </a:r>
            <a:r>
              <a:rPr sz="2000" dirty="0">
                <a:latin typeface="Times New Roman"/>
                <a:cs typeface="Times New Roman"/>
              </a:rPr>
              <a:t>such</a:t>
            </a:r>
            <a:r>
              <a:rPr sz="2000" spc="240" dirty="0">
                <a:latin typeface="Times New Roman"/>
                <a:cs typeface="Times New Roman"/>
              </a:rPr>
              <a:t> </a:t>
            </a:r>
            <a:r>
              <a:rPr sz="2000" dirty="0">
                <a:latin typeface="Times New Roman"/>
                <a:cs typeface="Times New Roman"/>
              </a:rPr>
              <a:t>as</a:t>
            </a:r>
            <a:r>
              <a:rPr sz="2000" spc="245" dirty="0">
                <a:latin typeface="Times New Roman"/>
                <a:cs typeface="Times New Roman"/>
              </a:rPr>
              <a:t> </a:t>
            </a:r>
            <a:r>
              <a:rPr sz="2000" dirty="0">
                <a:latin typeface="Times New Roman"/>
                <a:cs typeface="Times New Roman"/>
              </a:rPr>
              <a:t>mercury,</a:t>
            </a:r>
            <a:r>
              <a:rPr sz="2000" spc="245" dirty="0">
                <a:latin typeface="Times New Roman"/>
                <a:cs typeface="Times New Roman"/>
              </a:rPr>
              <a:t> </a:t>
            </a:r>
            <a:r>
              <a:rPr sz="2000" dirty="0">
                <a:latin typeface="Times New Roman"/>
                <a:cs typeface="Times New Roman"/>
              </a:rPr>
              <a:t>lead,</a:t>
            </a:r>
            <a:r>
              <a:rPr sz="2000" spc="240" dirty="0">
                <a:latin typeface="Times New Roman"/>
                <a:cs typeface="Times New Roman"/>
              </a:rPr>
              <a:t> </a:t>
            </a:r>
            <a:r>
              <a:rPr sz="2000" dirty="0">
                <a:latin typeface="Times New Roman"/>
                <a:cs typeface="Times New Roman"/>
              </a:rPr>
              <a:t>cadmium,</a:t>
            </a:r>
            <a:r>
              <a:rPr sz="2000" spc="245" dirty="0">
                <a:latin typeface="Times New Roman"/>
                <a:cs typeface="Times New Roman"/>
              </a:rPr>
              <a:t> </a:t>
            </a:r>
            <a:r>
              <a:rPr sz="2000" dirty="0">
                <a:latin typeface="Times New Roman"/>
                <a:cs typeface="Times New Roman"/>
              </a:rPr>
              <a:t>arsenic</a:t>
            </a:r>
            <a:r>
              <a:rPr sz="2000" spc="240" dirty="0">
                <a:latin typeface="Times New Roman"/>
                <a:cs typeface="Times New Roman"/>
              </a:rPr>
              <a:t> </a:t>
            </a:r>
            <a:r>
              <a:rPr sz="2000" dirty="0">
                <a:latin typeface="Times New Roman"/>
                <a:cs typeface="Times New Roman"/>
              </a:rPr>
              <a:t>etc.</a:t>
            </a:r>
            <a:r>
              <a:rPr sz="2000" spc="250" dirty="0">
                <a:latin typeface="Times New Roman"/>
                <a:cs typeface="Times New Roman"/>
              </a:rPr>
              <a:t> </a:t>
            </a:r>
            <a:r>
              <a:rPr sz="2000" dirty="0">
                <a:latin typeface="Times New Roman"/>
                <a:cs typeface="Times New Roman"/>
              </a:rPr>
              <a:t>These</a:t>
            </a:r>
            <a:r>
              <a:rPr sz="2000" spc="240" dirty="0">
                <a:latin typeface="Times New Roman"/>
                <a:cs typeface="Times New Roman"/>
              </a:rPr>
              <a:t> </a:t>
            </a:r>
            <a:r>
              <a:rPr sz="2000" dirty="0">
                <a:latin typeface="Times New Roman"/>
                <a:cs typeface="Times New Roman"/>
              </a:rPr>
              <a:t>lethal</a:t>
            </a:r>
            <a:r>
              <a:rPr sz="2000" spc="225" dirty="0">
                <a:latin typeface="Times New Roman"/>
                <a:cs typeface="Times New Roman"/>
              </a:rPr>
              <a:t> </a:t>
            </a:r>
            <a:r>
              <a:rPr sz="2000" dirty="0">
                <a:latin typeface="Times New Roman"/>
                <a:cs typeface="Times New Roman"/>
              </a:rPr>
              <a:t>substances</a:t>
            </a:r>
            <a:r>
              <a:rPr sz="2000" spc="245" dirty="0">
                <a:latin typeface="Times New Roman"/>
                <a:cs typeface="Times New Roman"/>
              </a:rPr>
              <a:t> </a:t>
            </a:r>
            <a:r>
              <a:rPr sz="2000" dirty="0">
                <a:latin typeface="Times New Roman"/>
                <a:cs typeface="Times New Roman"/>
              </a:rPr>
              <a:t>can</a:t>
            </a:r>
            <a:r>
              <a:rPr sz="2000" spc="250" dirty="0">
                <a:latin typeface="Times New Roman"/>
                <a:cs typeface="Times New Roman"/>
              </a:rPr>
              <a:t> </a:t>
            </a:r>
            <a:r>
              <a:rPr sz="2000" spc="-10" dirty="0">
                <a:latin typeface="Times New Roman"/>
                <a:cs typeface="Times New Roman"/>
              </a:rPr>
              <a:t>cause 	</a:t>
            </a:r>
            <a:r>
              <a:rPr sz="2000" dirty="0">
                <a:latin typeface="Times New Roman"/>
                <a:cs typeface="Times New Roman"/>
              </a:rPr>
              <a:t>cancer,</a:t>
            </a:r>
            <a:r>
              <a:rPr sz="2000" spc="100" dirty="0">
                <a:latin typeface="Times New Roman"/>
                <a:cs typeface="Times New Roman"/>
              </a:rPr>
              <a:t> </a:t>
            </a:r>
            <a:r>
              <a:rPr sz="2000" dirty="0">
                <a:latin typeface="Times New Roman"/>
                <a:cs typeface="Times New Roman"/>
              </a:rPr>
              <a:t>reproductive</a:t>
            </a:r>
            <a:r>
              <a:rPr sz="2000" spc="110" dirty="0">
                <a:latin typeface="Times New Roman"/>
                <a:cs typeface="Times New Roman"/>
              </a:rPr>
              <a:t> </a:t>
            </a:r>
            <a:r>
              <a:rPr sz="2000" dirty="0">
                <a:latin typeface="Times New Roman"/>
                <a:cs typeface="Times New Roman"/>
              </a:rPr>
              <a:t>ailments</a:t>
            </a:r>
            <a:r>
              <a:rPr sz="2000" spc="95" dirty="0">
                <a:latin typeface="Times New Roman"/>
                <a:cs typeface="Times New Roman"/>
              </a:rPr>
              <a:t> </a:t>
            </a:r>
            <a:r>
              <a:rPr sz="2000" dirty="0">
                <a:latin typeface="Times New Roman"/>
                <a:cs typeface="Times New Roman"/>
              </a:rPr>
              <a:t>and</a:t>
            </a:r>
            <a:r>
              <a:rPr sz="2000" spc="100" dirty="0">
                <a:latin typeface="Times New Roman"/>
                <a:cs typeface="Times New Roman"/>
              </a:rPr>
              <a:t> </a:t>
            </a:r>
            <a:r>
              <a:rPr sz="2000" dirty="0">
                <a:latin typeface="Times New Roman"/>
                <a:cs typeface="Times New Roman"/>
              </a:rPr>
              <a:t>many</a:t>
            </a:r>
            <a:r>
              <a:rPr sz="2000" spc="105" dirty="0">
                <a:latin typeface="Times New Roman"/>
                <a:cs typeface="Times New Roman"/>
              </a:rPr>
              <a:t> </a:t>
            </a:r>
            <a:r>
              <a:rPr sz="2000" dirty="0">
                <a:latin typeface="Times New Roman"/>
                <a:cs typeface="Times New Roman"/>
              </a:rPr>
              <a:t>other</a:t>
            </a:r>
            <a:r>
              <a:rPr sz="2000" spc="100" dirty="0">
                <a:latin typeface="Times New Roman"/>
                <a:cs typeface="Times New Roman"/>
              </a:rPr>
              <a:t> </a:t>
            </a:r>
            <a:r>
              <a:rPr sz="2000" dirty="0">
                <a:latin typeface="Times New Roman"/>
                <a:cs typeface="Times New Roman"/>
              </a:rPr>
              <a:t>health</a:t>
            </a:r>
            <a:r>
              <a:rPr sz="2000" spc="80" dirty="0">
                <a:latin typeface="Times New Roman"/>
                <a:cs typeface="Times New Roman"/>
              </a:rPr>
              <a:t> </a:t>
            </a:r>
            <a:r>
              <a:rPr sz="2000" dirty="0">
                <a:latin typeface="Times New Roman"/>
                <a:cs typeface="Times New Roman"/>
              </a:rPr>
              <a:t>hazards,</a:t>
            </a:r>
            <a:r>
              <a:rPr sz="2000" spc="95" dirty="0">
                <a:latin typeface="Times New Roman"/>
                <a:cs typeface="Times New Roman"/>
              </a:rPr>
              <a:t> </a:t>
            </a:r>
            <a:r>
              <a:rPr sz="2000" dirty="0">
                <a:latin typeface="Times New Roman"/>
                <a:cs typeface="Times New Roman"/>
              </a:rPr>
              <a:t>if</a:t>
            </a:r>
            <a:r>
              <a:rPr sz="2000" spc="100" dirty="0">
                <a:latin typeface="Times New Roman"/>
                <a:cs typeface="Times New Roman"/>
              </a:rPr>
              <a:t> </a:t>
            </a:r>
            <a:r>
              <a:rPr sz="2000" dirty="0">
                <a:latin typeface="Times New Roman"/>
                <a:cs typeface="Times New Roman"/>
              </a:rPr>
              <a:t>not</a:t>
            </a:r>
            <a:r>
              <a:rPr sz="2000" spc="90" dirty="0">
                <a:latin typeface="Times New Roman"/>
                <a:cs typeface="Times New Roman"/>
              </a:rPr>
              <a:t> </a:t>
            </a:r>
            <a:r>
              <a:rPr sz="2000" spc="-10" dirty="0">
                <a:latin typeface="Times New Roman"/>
                <a:cs typeface="Times New Roman"/>
              </a:rPr>
              <a:t>appropriately 	managed.</a:t>
            </a:r>
            <a:endParaRPr sz="2000">
              <a:latin typeface="Times New Roman"/>
              <a:cs typeface="Times New Roman"/>
            </a:endParaRPr>
          </a:p>
          <a:p>
            <a:pPr marL="351790" indent="-339090" algn="just">
              <a:lnSpc>
                <a:spcPts val="2160"/>
              </a:lnSpc>
              <a:buFont typeface="Arial MT"/>
              <a:buChar char="•"/>
              <a:tabLst>
                <a:tab pos="351790" algn="l"/>
              </a:tabLst>
            </a:pPr>
            <a:r>
              <a:rPr sz="2000" dirty="0">
                <a:solidFill>
                  <a:srgbClr val="C00000"/>
                </a:solidFill>
                <a:latin typeface="Times New Roman"/>
                <a:cs typeface="Times New Roman"/>
              </a:rPr>
              <a:t>Informal</a:t>
            </a:r>
            <a:r>
              <a:rPr sz="2000" spc="-25" dirty="0">
                <a:solidFill>
                  <a:srgbClr val="C00000"/>
                </a:solidFill>
                <a:latin typeface="Times New Roman"/>
                <a:cs typeface="Times New Roman"/>
              </a:rPr>
              <a:t> </a:t>
            </a:r>
            <a:r>
              <a:rPr sz="2000" dirty="0">
                <a:solidFill>
                  <a:srgbClr val="C00000"/>
                </a:solidFill>
                <a:latin typeface="Times New Roman"/>
                <a:cs typeface="Times New Roman"/>
              </a:rPr>
              <a:t>handling</a:t>
            </a:r>
            <a:r>
              <a:rPr sz="2000" spc="-10" dirty="0">
                <a:solidFill>
                  <a:srgbClr val="C00000"/>
                </a:solidFill>
                <a:latin typeface="Times New Roman"/>
                <a:cs typeface="Times New Roman"/>
              </a:rPr>
              <a:t> </a:t>
            </a:r>
            <a:r>
              <a:rPr sz="2000" dirty="0">
                <a:solidFill>
                  <a:srgbClr val="C00000"/>
                </a:solidFill>
                <a:latin typeface="Times New Roman"/>
                <a:cs typeface="Times New Roman"/>
              </a:rPr>
              <a:t>of</a:t>
            </a:r>
            <a:r>
              <a:rPr sz="2000" spc="-15" dirty="0">
                <a:solidFill>
                  <a:srgbClr val="C00000"/>
                </a:solidFill>
                <a:latin typeface="Times New Roman"/>
                <a:cs typeface="Times New Roman"/>
              </a:rPr>
              <a:t> </a:t>
            </a:r>
            <a:r>
              <a:rPr sz="2000" spc="-10" dirty="0">
                <a:solidFill>
                  <a:srgbClr val="C00000"/>
                </a:solidFill>
                <a:latin typeface="Times New Roman"/>
                <a:cs typeface="Times New Roman"/>
              </a:rPr>
              <a:t>E-</a:t>
            </a:r>
            <a:r>
              <a:rPr sz="2000" dirty="0">
                <a:solidFill>
                  <a:srgbClr val="C00000"/>
                </a:solidFill>
                <a:latin typeface="Times New Roman"/>
                <a:cs typeface="Times New Roman"/>
              </a:rPr>
              <a:t>waste</a:t>
            </a:r>
            <a:r>
              <a:rPr sz="2000" spc="-30" dirty="0">
                <a:solidFill>
                  <a:srgbClr val="C00000"/>
                </a:solidFill>
                <a:latin typeface="Times New Roman"/>
                <a:cs typeface="Times New Roman"/>
              </a:rPr>
              <a:t> </a:t>
            </a:r>
            <a:r>
              <a:rPr sz="2000" dirty="0">
                <a:solidFill>
                  <a:srgbClr val="C00000"/>
                </a:solidFill>
                <a:latin typeface="Times New Roman"/>
                <a:cs typeface="Times New Roman"/>
              </a:rPr>
              <a:t>in</a:t>
            </a:r>
            <a:r>
              <a:rPr sz="2000" spc="-25" dirty="0">
                <a:solidFill>
                  <a:srgbClr val="C00000"/>
                </a:solidFill>
                <a:latin typeface="Times New Roman"/>
                <a:cs typeface="Times New Roman"/>
              </a:rPr>
              <a:t> </a:t>
            </a:r>
            <a:r>
              <a:rPr sz="2000" dirty="0">
                <a:solidFill>
                  <a:srgbClr val="C00000"/>
                </a:solidFill>
                <a:latin typeface="Times New Roman"/>
                <a:cs typeface="Times New Roman"/>
              </a:rPr>
              <a:t>developing</a:t>
            </a:r>
            <a:r>
              <a:rPr sz="2000" spc="-30" dirty="0">
                <a:solidFill>
                  <a:srgbClr val="C00000"/>
                </a:solidFill>
                <a:latin typeface="Times New Roman"/>
                <a:cs typeface="Times New Roman"/>
              </a:rPr>
              <a:t> </a:t>
            </a:r>
            <a:r>
              <a:rPr sz="2000" dirty="0">
                <a:solidFill>
                  <a:srgbClr val="C00000"/>
                </a:solidFill>
                <a:latin typeface="Times New Roman"/>
                <a:cs typeface="Times New Roman"/>
              </a:rPr>
              <a:t>countries</a:t>
            </a:r>
            <a:r>
              <a:rPr sz="2000" spc="-15" dirty="0">
                <a:solidFill>
                  <a:srgbClr val="C00000"/>
                </a:solidFill>
                <a:latin typeface="Times New Roman"/>
                <a:cs typeface="Times New Roman"/>
              </a:rPr>
              <a:t> </a:t>
            </a:r>
            <a:r>
              <a:rPr sz="2000" dirty="0">
                <a:solidFill>
                  <a:srgbClr val="C00000"/>
                </a:solidFill>
                <a:latin typeface="Times New Roman"/>
                <a:cs typeface="Times New Roman"/>
              </a:rPr>
              <a:t>can</a:t>
            </a:r>
            <a:r>
              <a:rPr sz="2000" spc="-15" dirty="0">
                <a:solidFill>
                  <a:srgbClr val="C00000"/>
                </a:solidFill>
                <a:latin typeface="Times New Roman"/>
                <a:cs typeface="Times New Roman"/>
              </a:rPr>
              <a:t> </a:t>
            </a:r>
            <a:r>
              <a:rPr sz="2000" dirty="0">
                <a:solidFill>
                  <a:srgbClr val="C00000"/>
                </a:solidFill>
                <a:latin typeface="Times New Roman"/>
                <a:cs typeface="Times New Roman"/>
              </a:rPr>
              <a:t>cause</a:t>
            </a:r>
            <a:r>
              <a:rPr sz="2000" spc="-20" dirty="0">
                <a:solidFill>
                  <a:srgbClr val="C00000"/>
                </a:solidFill>
                <a:latin typeface="Times New Roman"/>
                <a:cs typeface="Times New Roman"/>
              </a:rPr>
              <a:t> </a:t>
            </a:r>
            <a:r>
              <a:rPr sz="2000" dirty="0">
                <a:solidFill>
                  <a:srgbClr val="C00000"/>
                </a:solidFill>
                <a:latin typeface="Times New Roman"/>
                <a:cs typeface="Times New Roman"/>
              </a:rPr>
              <a:t>adverse</a:t>
            </a:r>
            <a:r>
              <a:rPr sz="2000" spc="-15" dirty="0">
                <a:solidFill>
                  <a:srgbClr val="C00000"/>
                </a:solidFill>
                <a:latin typeface="Times New Roman"/>
                <a:cs typeface="Times New Roman"/>
              </a:rPr>
              <a:t> </a:t>
            </a:r>
            <a:r>
              <a:rPr sz="2000" dirty="0">
                <a:solidFill>
                  <a:srgbClr val="C00000"/>
                </a:solidFill>
                <a:latin typeface="Times New Roman"/>
                <a:cs typeface="Times New Roman"/>
              </a:rPr>
              <a:t>effects</a:t>
            </a:r>
            <a:r>
              <a:rPr sz="2000" spc="-30" dirty="0">
                <a:solidFill>
                  <a:srgbClr val="C00000"/>
                </a:solidFill>
                <a:latin typeface="Times New Roman"/>
                <a:cs typeface="Times New Roman"/>
              </a:rPr>
              <a:t> </a:t>
            </a:r>
            <a:r>
              <a:rPr sz="2000" spc="-25" dirty="0">
                <a:solidFill>
                  <a:srgbClr val="C00000"/>
                </a:solidFill>
                <a:latin typeface="Times New Roman"/>
                <a:cs typeface="Times New Roman"/>
              </a:rPr>
              <a:t>on</a:t>
            </a:r>
            <a:endParaRPr sz="2000">
              <a:latin typeface="Times New Roman"/>
              <a:cs typeface="Times New Roman"/>
            </a:endParaRPr>
          </a:p>
          <a:p>
            <a:pPr marL="355600" algn="just">
              <a:lnSpc>
                <a:spcPts val="2160"/>
              </a:lnSpc>
            </a:pPr>
            <a:r>
              <a:rPr sz="2000" dirty="0">
                <a:solidFill>
                  <a:srgbClr val="C00000"/>
                </a:solidFill>
                <a:latin typeface="Times New Roman"/>
                <a:cs typeface="Times New Roman"/>
              </a:rPr>
              <a:t>human</a:t>
            </a:r>
            <a:r>
              <a:rPr sz="2000" spc="-20" dirty="0">
                <a:solidFill>
                  <a:srgbClr val="C00000"/>
                </a:solidFill>
                <a:latin typeface="Times New Roman"/>
                <a:cs typeface="Times New Roman"/>
              </a:rPr>
              <a:t> </a:t>
            </a:r>
            <a:r>
              <a:rPr sz="2000" dirty="0">
                <a:solidFill>
                  <a:srgbClr val="C00000"/>
                </a:solidFill>
                <a:latin typeface="Times New Roman"/>
                <a:cs typeface="Times New Roman"/>
              </a:rPr>
              <a:t>wellbeing</a:t>
            </a:r>
            <a:r>
              <a:rPr sz="2000" spc="-35" dirty="0">
                <a:solidFill>
                  <a:srgbClr val="C00000"/>
                </a:solidFill>
                <a:latin typeface="Times New Roman"/>
                <a:cs typeface="Times New Roman"/>
              </a:rPr>
              <a:t> </a:t>
            </a:r>
            <a:r>
              <a:rPr sz="2000" dirty="0">
                <a:solidFill>
                  <a:srgbClr val="C00000"/>
                </a:solidFill>
                <a:latin typeface="Times New Roman"/>
                <a:cs typeface="Times New Roman"/>
              </a:rPr>
              <a:t>and</a:t>
            </a:r>
            <a:r>
              <a:rPr sz="2000" spc="-15" dirty="0">
                <a:solidFill>
                  <a:srgbClr val="C00000"/>
                </a:solidFill>
                <a:latin typeface="Times New Roman"/>
                <a:cs typeface="Times New Roman"/>
              </a:rPr>
              <a:t> </a:t>
            </a:r>
            <a:r>
              <a:rPr sz="2000" spc="-10" dirty="0">
                <a:solidFill>
                  <a:srgbClr val="C00000"/>
                </a:solidFill>
                <a:latin typeface="Times New Roman"/>
                <a:cs typeface="Times New Roman"/>
              </a:rPr>
              <a:t>environment.</a:t>
            </a:r>
            <a:endParaRPr sz="2000">
              <a:latin typeface="Times New Roman"/>
              <a:cs typeface="Times New Roman"/>
            </a:endParaRPr>
          </a:p>
          <a:p>
            <a:pPr marL="352425" marR="8255" indent="-339725" algn="just">
              <a:lnSpc>
                <a:spcPct val="80000"/>
              </a:lnSpc>
              <a:spcBef>
                <a:spcPts val="480"/>
              </a:spcBef>
              <a:buFont typeface="Arial MT"/>
              <a:buChar char="•"/>
              <a:tabLst>
                <a:tab pos="355600" algn="l"/>
              </a:tabLst>
            </a:pPr>
            <a:r>
              <a:rPr sz="2000" dirty="0">
                <a:solidFill>
                  <a:srgbClr val="C00000"/>
                </a:solidFill>
                <a:latin typeface="Times New Roman"/>
                <a:cs typeface="Times New Roman"/>
              </a:rPr>
              <a:t>The</a:t>
            </a:r>
            <a:r>
              <a:rPr sz="2000" spc="150" dirty="0">
                <a:solidFill>
                  <a:srgbClr val="C00000"/>
                </a:solidFill>
                <a:latin typeface="Times New Roman"/>
                <a:cs typeface="Times New Roman"/>
              </a:rPr>
              <a:t> </a:t>
            </a:r>
            <a:r>
              <a:rPr sz="2000" dirty="0">
                <a:solidFill>
                  <a:srgbClr val="C00000"/>
                </a:solidFill>
                <a:latin typeface="Times New Roman"/>
                <a:cs typeface="Times New Roman"/>
              </a:rPr>
              <a:t>rapid</a:t>
            </a:r>
            <a:r>
              <a:rPr sz="2000" spc="150" dirty="0">
                <a:solidFill>
                  <a:srgbClr val="C00000"/>
                </a:solidFill>
                <a:latin typeface="Times New Roman"/>
                <a:cs typeface="Times New Roman"/>
              </a:rPr>
              <a:t> </a:t>
            </a:r>
            <a:r>
              <a:rPr sz="2000" dirty="0">
                <a:solidFill>
                  <a:srgbClr val="C00000"/>
                </a:solidFill>
                <a:latin typeface="Times New Roman"/>
                <a:cs typeface="Times New Roman"/>
              </a:rPr>
              <a:t>growth</a:t>
            </a:r>
            <a:r>
              <a:rPr sz="2000" spc="145" dirty="0">
                <a:solidFill>
                  <a:srgbClr val="C00000"/>
                </a:solidFill>
                <a:latin typeface="Times New Roman"/>
                <a:cs typeface="Times New Roman"/>
              </a:rPr>
              <a:t> </a:t>
            </a:r>
            <a:r>
              <a:rPr sz="2000" dirty="0">
                <a:solidFill>
                  <a:srgbClr val="C00000"/>
                </a:solidFill>
                <a:latin typeface="Times New Roman"/>
                <a:cs typeface="Times New Roman"/>
              </a:rPr>
              <a:t>of</a:t>
            </a:r>
            <a:r>
              <a:rPr sz="2000" spc="155" dirty="0">
                <a:solidFill>
                  <a:srgbClr val="C00000"/>
                </a:solidFill>
                <a:latin typeface="Times New Roman"/>
                <a:cs typeface="Times New Roman"/>
              </a:rPr>
              <a:t> </a:t>
            </a:r>
            <a:r>
              <a:rPr sz="2000" dirty="0">
                <a:solidFill>
                  <a:srgbClr val="C00000"/>
                </a:solidFill>
                <a:latin typeface="Times New Roman"/>
                <a:cs typeface="Times New Roman"/>
              </a:rPr>
              <a:t>technology</a:t>
            </a:r>
            <a:r>
              <a:rPr sz="2000" spc="150" dirty="0">
                <a:solidFill>
                  <a:srgbClr val="C00000"/>
                </a:solidFill>
                <a:latin typeface="Times New Roman"/>
                <a:cs typeface="Times New Roman"/>
              </a:rPr>
              <a:t> </a:t>
            </a:r>
            <a:r>
              <a:rPr sz="2000" dirty="0">
                <a:solidFill>
                  <a:srgbClr val="C00000"/>
                </a:solidFill>
                <a:latin typeface="Times New Roman"/>
                <a:cs typeface="Times New Roman"/>
              </a:rPr>
              <a:t>leads</a:t>
            </a:r>
            <a:r>
              <a:rPr sz="2000" spc="155" dirty="0">
                <a:solidFill>
                  <a:srgbClr val="C00000"/>
                </a:solidFill>
                <a:latin typeface="Times New Roman"/>
                <a:cs typeface="Times New Roman"/>
              </a:rPr>
              <a:t> </a:t>
            </a:r>
            <a:r>
              <a:rPr sz="2000" dirty="0">
                <a:solidFill>
                  <a:srgbClr val="C00000"/>
                </a:solidFill>
                <a:latin typeface="Times New Roman"/>
                <a:cs typeface="Times New Roman"/>
              </a:rPr>
              <a:t>to</a:t>
            </a:r>
            <a:r>
              <a:rPr sz="2000" spc="155" dirty="0">
                <a:solidFill>
                  <a:srgbClr val="C00000"/>
                </a:solidFill>
                <a:latin typeface="Times New Roman"/>
                <a:cs typeface="Times New Roman"/>
              </a:rPr>
              <a:t> </a:t>
            </a:r>
            <a:r>
              <a:rPr sz="2000" dirty="0">
                <a:solidFill>
                  <a:srgbClr val="C00000"/>
                </a:solidFill>
                <a:latin typeface="Times New Roman"/>
                <a:cs typeface="Times New Roman"/>
              </a:rPr>
              <a:t>a</a:t>
            </a:r>
            <a:r>
              <a:rPr sz="2000" spc="135" dirty="0">
                <a:solidFill>
                  <a:srgbClr val="C00000"/>
                </a:solidFill>
                <a:latin typeface="Times New Roman"/>
                <a:cs typeface="Times New Roman"/>
              </a:rPr>
              <a:t> </a:t>
            </a:r>
            <a:r>
              <a:rPr sz="2000" dirty="0">
                <a:solidFill>
                  <a:srgbClr val="C00000"/>
                </a:solidFill>
                <a:latin typeface="Times New Roman"/>
                <a:cs typeface="Times New Roman"/>
              </a:rPr>
              <a:t>very</a:t>
            </a:r>
            <a:r>
              <a:rPr sz="2000" spc="150" dirty="0">
                <a:solidFill>
                  <a:srgbClr val="C00000"/>
                </a:solidFill>
                <a:latin typeface="Times New Roman"/>
                <a:cs typeface="Times New Roman"/>
              </a:rPr>
              <a:t> </a:t>
            </a:r>
            <a:r>
              <a:rPr sz="2000" dirty="0">
                <a:solidFill>
                  <a:srgbClr val="C00000"/>
                </a:solidFill>
                <a:latin typeface="Times New Roman"/>
                <a:cs typeface="Times New Roman"/>
              </a:rPr>
              <a:t>large</a:t>
            </a:r>
            <a:r>
              <a:rPr sz="2000" spc="155" dirty="0">
                <a:solidFill>
                  <a:srgbClr val="C00000"/>
                </a:solidFill>
                <a:latin typeface="Times New Roman"/>
                <a:cs typeface="Times New Roman"/>
              </a:rPr>
              <a:t> </a:t>
            </a:r>
            <a:r>
              <a:rPr sz="2000" dirty="0">
                <a:solidFill>
                  <a:srgbClr val="C00000"/>
                </a:solidFill>
                <a:latin typeface="Times New Roman"/>
                <a:cs typeface="Times New Roman"/>
              </a:rPr>
              <a:t>amount</a:t>
            </a:r>
            <a:r>
              <a:rPr sz="2000" spc="140" dirty="0">
                <a:solidFill>
                  <a:srgbClr val="C00000"/>
                </a:solidFill>
                <a:latin typeface="Times New Roman"/>
                <a:cs typeface="Times New Roman"/>
              </a:rPr>
              <a:t> </a:t>
            </a:r>
            <a:r>
              <a:rPr sz="2000" dirty="0">
                <a:solidFill>
                  <a:srgbClr val="C00000"/>
                </a:solidFill>
                <a:latin typeface="Times New Roman"/>
                <a:cs typeface="Times New Roman"/>
              </a:rPr>
              <a:t>of</a:t>
            </a:r>
            <a:r>
              <a:rPr sz="2000" spc="155" dirty="0">
                <a:solidFill>
                  <a:srgbClr val="C00000"/>
                </a:solidFill>
                <a:latin typeface="Times New Roman"/>
                <a:cs typeface="Times New Roman"/>
              </a:rPr>
              <a:t> </a:t>
            </a:r>
            <a:r>
              <a:rPr sz="2000" spc="-10" dirty="0">
                <a:solidFill>
                  <a:srgbClr val="C00000"/>
                </a:solidFill>
                <a:latin typeface="Times New Roman"/>
                <a:cs typeface="Times New Roman"/>
              </a:rPr>
              <a:t>E-</a:t>
            </a:r>
            <a:r>
              <a:rPr sz="2000" dirty="0">
                <a:solidFill>
                  <a:srgbClr val="C00000"/>
                </a:solidFill>
                <a:latin typeface="Times New Roman"/>
                <a:cs typeface="Times New Roman"/>
              </a:rPr>
              <a:t>waste</a:t>
            </a:r>
            <a:r>
              <a:rPr sz="2000" spc="145" dirty="0">
                <a:solidFill>
                  <a:srgbClr val="C00000"/>
                </a:solidFill>
                <a:latin typeface="Times New Roman"/>
                <a:cs typeface="Times New Roman"/>
              </a:rPr>
              <a:t> </a:t>
            </a:r>
            <a:r>
              <a:rPr sz="2000" spc="-10" dirty="0">
                <a:solidFill>
                  <a:srgbClr val="C00000"/>
                </a:solidFill>
                <a:latin typeface="Times New Roman"/>
                <a:cs typeface="Times New Roman"/>
              </a:rPr>
              <a:t>created 	</a:t>
            </a:r>
            <a:r>
              <a:rPr sz="2000" dirty="0">
                <a:solidFill>
                  <a:srgbClr val="C00000"/>
                </a:solidFill>
                <a:latin typeface="Times New Roman"/>
                <a:cs typeface="Times New Roman"/>
              </a:rPr>
              <a:t>every</a:t>
            </a:r>
            <a:r>
              <a:rPr sz="2000" spc="-20" dirty="0">
                <a:solidFill>
                  <a:srgbClr val="C00000"/>
                </a:solidFill>
                <a:latin typeface="Times New Roman"/>
                <a:cs typeface="Times New Roman"/>
              </a:rPr>
              <a:t> </a:t>
            </a:r>
            <a:r>
              <a:rPr sz="2000" spc="-10" dirty="0">
                <a:solidFill>
                  <a:srgbClr val="C00000"/>
                </a:solidFill>
                <a:latin typeface="Times New Roman"/>
                <a:cs typeface="Times New Roman"/>
              </a:rPr>
              <a:t>minute.</a:t>
            </a:r>
            <a:endParaRPr sz="2000">
              <a:latin typeface="Times New Roman"/>
              <a:cs typeface="Times New Roman"/>
            </a:endParaRPr>
          </a:p>
          <a:p>
            <a:pPr marL="352425" marR="5080" indent="-339725" algn="just">
              <a:lnSpc>
                <a:spcPct val="80000"/>
              </a:lnSpc>
              <a:spcBef>
                <a:spcPts val="480"/>
              </a:spcBef>
              <a:buFont typeface="Arial MT"/>
              <a:buChar char="•"/>
              <a:tabLst>
                <a:tab pos="355600" algn="l"/>
              </a:tabLst>
            </a:pPr>
            <a:r>
              <a:rPr sz="2000" dirty="0">
                <a:solidFill>
                  <a:srgbClr val="C00000"/>
                </a:solidFill>
                <a:latin typeface="Times New Roman"/>
                <a:cs typeface="Times New Roman"/>
              </a:rPr>
              <a:t>Reuse</a:t>
            </a:r>
            <a:r>
              <a:rPr sz="2000" spc="-10" dirty="0">
                <a:solidFill>
                  <a:srgbClr val="C00000"/>
                </a:solidFill>
                <a:latin typeface="Times New Roman"/>
                <a:cs typeface="Times New Roman"/>
              </a:rPr>
              <a:t> </a:t>
            </a:r>
            <a:r>
              <a:rPr sz="2000" dirty="0">
                <a:solidFill>
                  <a:srgbClr val="C00000"/>
                </a:solidFill>
                <a:latin typeface="Times New Roman"/>
                <a:cs typeface="Times New Roman"/>
              </a:rPr>
              <a:t>and disposal</a:t>
            </a:r>
            <a:r>
              <a:rPr sz="2000" spc="-20" dirty="0">
                <a:solidFill>
                  <a:srgbClr val="C00000"/>
                </a:solidFill>
                <a:latin typeface="Times New Roman"/>
                <a:cs typeface="Times New Roman"/>
              </a:rPr>
              <a:t> </a:t>
            </a:r>
            <a:r>
              <a:rPr sz="2000" dirty="0">
                <a:solidFill>
                  <a:srgbClr val="C00000"/>
                </a:solidFill>
                <a:latin typeface="Times New Roman"/>
                <a:cs typeface="Times New Roman"/>
              </a:rPr>
              <a:t>of</a:t>
            </a:r>
            <a:r>
              <a:rPr sz="2000" spc="5" dirty="0">
                <a:solidFill>
                  <a:srgbClr val="C00000"/>
                </a:solidFill>
                <a:latin typeface="Times New Roman"/>
                <a:cs typeface="Times New Roman"/>
              </a:rPr>
              <a:t> </a:t>
            </a:r>
            <a:r>
              <a:rPr sz="2000" spc="-10" dirty="0">
                <a:solidFill>
                  <a:srgbClr val="C00000"/>
                </a:solidFill>
                <a:latin typeface="Times New Roman"/>
                <a:cs typeface="Times New Roman"/>
              </a:rPr>
              <a:t>e-</a:t>
            </a:r>
            <a:r>
              <a:rPr sz="2000" dirty="0">
                <a:solidFill>
                  <a:srgbClr val="C00000"/>
                </a:solidFill>
                <a:latin typeface="Times New Roman"/>
                <a:cs typeface="Times New Roman"/>
              </a:rPr>
              <a:t>waste</a:t>
            </a:r>
            <a:r>
              <a:rPr sz="2000" spc="-15" dirty="0">
                <a:solidFill>
                  <a:srgbClr val="C00000"/>
                </a:solidFill>
                <a:latin typeface="Times New Roman"/>
                <a:cs typeface="Times New Roman"/>
              </a:rPr>
              <a:t> </a:t>
            </a:r>
            <a:r>
              <a:rPr sz="2000" dirty="0">
                <a:solidFill>
                  <a:srgbClr val="C00000"/>
                </a:solidFill>
                <a:latin typeface="Times New Roman"/>
                <a:cs typeface="Times New Roman"/>
              </a:rPr>
              <a:t>may</a:t>
            </a:r>
            <a:r>
              <a:rPr sz="2000" spc="-10" dirty="0">
                <a:solidFill>
                  <a:srgbClr val="C00000"/>
                </a:solidFill>
                <a:latin typeface="Times New Roman"/>
                <a:cs typeface="Times New Roman"/>
              </a:rPr>
              <a:t> </a:t>
            </a:r>
            <a:r>
              <a:rPr sz="2000" dirty="0">
                <a:solidFill>
                  <a:srgbClr val="C00000"/>
                </a:solidFill>
                <a:latin typeface="Times New Roman"/>
                <a:cs typeface="Times New Roman"/>
              </a:rPr>
              <a:t>include</a:t>
            </a:r>
            <a:r>
              <a:rPr sz="2000" spc="-10" dirty="0">
                <a:solidFill>
                  <a:srgbClr val="C00000"/>
                </a:solidFill>
                <a:latin typeface="Times New Roman"/>
                <a:cs typeface="Times New Roman"/>
              </a:rPr>
              <a:t> </a:t>
            </a:r>
            <a:r>
              <a:rPr sz="2000" dirty="0">
                <a:solidFill>
                  <a:srgbClr val="C00000"/>
                </a:solidFill>
                <a:latin typeface="Times New Roman"/>
                <a:cs typeface="Times New Roman"/>
              </a:rPr>
              <a:t>substantial</a:t>
            </a:r>
            <a:r>
              <a:rPr sz="2000" spc="-20" dirty="0">
                <a:solidFill>
                  <a:srgbClr val="C00000"/>
                </a:solidFill>
                <a:latin typeface="Times New Roman"/>
                <a:cs typeface="Times New Roman"/>
              </a:rPr>
              <a:t> </a:t>
            </a:r>
            <a:r>
              <a:rPr sz="2000" dirty="0">
                <a:solidFill>
                  <a:srgbClr val="C00000"/>
                </a:solidFill>
                <a:latin typeface="Times New Roman"/>
                <a:cs typeface="Times New Roman"/>
              </a:rPr>
              <a:t>danger to</a:t>
            </a:r>
            <a:r>
              <a:rPr sz="2000" spc="-5" dirty="0">
                <a:solidFill>
                  <a:srgbClr val="C00000"/>
                </a:solidFill>
                <a:latin typeface="Times New Roman"/>
                <a:cs typeface="Times New Roman"/>
              </a:rPr>
              <a:t> </a:t>
            </a:r>
            <a:r>
              <a:rPr sz="2000" dirty="0">
                <a:solidFill>
                  <a:srgbClr val="C00000"/>
                </a:solidFill>
                <a:latin typeface="Times New Roman"/>
                <a:cs typeface="Times New Roman"/>
              </a:rPr>
              <a:t>health</a:t>
            </a:r>
            <a:r>
              <a:rPr sz="2000" spc="10" dirty="0">
                <a:solidFill>
                  <a:srgbClr val="C00000"/>
                </a:solidFill>
                <a:latin typeface="Times New Roman"/>
                <a:cs typeface="Times New Roman"/>
              </a:rPr>
              <a:t> </a:t>
            </a:r>
            <a:r>
              <a:rPr sz="2000" dirty="0">
                <a:solidFill>
                  <a:srgbClr val="C00000"/>
                </a:solidFill>
                <a:latin typeface="Times New Roman"/>
                <a:cs typeface="Times New Roman"/>
              </a:rPr>
              <a:t>of</a:t>
            </a:r>
            <a:r>
              <a:rPr sz="2000" spc="-5" dirty="0">
                <a:solidFill>
                  <a:srgbClr val="C00000"/>
                </a:solidFill>
                <a:latin typeface="Times New Roman"/>
                <a:cs typeface="Times New Roman"/>
              </a:rPr>
              <a:t> </a:t>
            </a:r>
            <a:r>
              <a:rPr sz="2000" spc="-10" dirty="0">
                <a:solidFill>
                  <a:srgbClr val="C00000"/>
                </a:solidFill>
                <a:latin typeface="Times New Roman"/>
                <a:cs typeface="Times New Roman"/>
              </a:rPr>
              <a:t>workers 	</a:t>
            </a:r>
            <a:r>
              <a:rPr sz="2000" dirty="0">
                <a:solidFill>
                  <a:srgbClr val="C00000"/>
                </a:solidFill>
                <a:latin typeface="Times New Roman"/>
                <a:cs typeface="Times New Roman"/>
              </a:rPr>
              <a:t>and</a:t>
            </a:r>
            <a:r>
              <a:rPr sz="2000" spc="100" dirty="0">
                <a:solidFill>
                  <a:srgbClr val="C00000"/>
                </a:solidFill>
                <a:latin typeface="Times New Roman"/>
                <a:cs typeface="Times New Roman"/>
              </a:rPr>
              <a:t> </a:t>
            </a:r>
            <a:r>
              <a:rPr sz="2000" dirty="0">
                <a:solidFill>
                  <a:srgbClr val="C00000"/>
                </a:solidFill>
                <a:latin typeface="Times New Roman"/>
                <a:cs typeface="Times New Roman"/>
              </a:rPr>
              <a:t>communities</a:t>
            </a:r>
            <a:r>
              <a:rPr sz="2000" spc="105" dirty="0">
                <a:solidFill>
                  <a:srgbClr val="C00000"/>
                </a:solidFill>
                <a:latin typeface="Times New Roman"/>
                <a:cs typeface="Times New Roman"/>
              </a:rPr>
              <a:t> </a:t>
            </a:r>
            <a:r>
              <a:rPr sz="2000" dirty="0">
                <a:solidFill>
                  <a:srgbClr val="C00000"/>
                </a:solidFill>
                <a:latin typeface="Times New Roman"/>
                <a:cs typeface="Times New Roman"/>
              </a:rPr>
              <a:t>and</a:t>
            </a:r>
            <a:r>
              <a:rPr sz="2000" spc="105" dirty="0">
                <a:solidFill>
                  <a:srgbClr val="C00000"/>
                </a:solidFill>
                <a:latin typeface="Times New Roman"/>
                <a:cs typeface="Times New Roman"/>
              </a:rPr>
              <a:t> </a:t>
            </a:r>
            <a:r>
              <a:rPr sz="2000" dirty="0">
                <a:solidFill>
                  <a:srgbClr val="C00000"/>
                </a:solidFill>
                <a:latin typeface="Times New Roman"/>
                <a:cs typeface="Times New Roman"/>
              </a:rPr>
              <a:t>excessive</a:t>
            </a:r>
            <a:r>
              <a:rPr sz="2000" spc="105" dirty="0">
                <a:solidFill>
                  <a:srgbClr val="C00000"/>
                </a:solidFill>
                <a:latin typeface="Times New Roman"/>
                <a:cs typeface="Times New Roman"/>
              </a:rPr>
              <a:t> </a:t>
            </a:r>
            <a:r>
              <a:rPr sz="2000" dirty="0">
                <a:solidFill>
                  <a:srgbClr val="C00000"/>
                </a:solidFill>
                <a:latin typeface="Times New Roman"/>
                <a:cs typeface="Times New Roman"/>
              </a:rPr>
              <a:t>attention</a:t>
            </a:r>
            <a:r>
              <a:rPr sz="2000" spc="110" dirty="0">
                <a:solidFill>
                  <a:srgbClr val="C00000"/>
                </a:solidFill>
                <a:latin typeface="Times New Roman"/>
                <a:cs typeface="Times New Roman"/>
              </a:rPr>
              <a:t> </a:t>
            </a:r>
            <a:r>
              <a:rPr sz="2000" dirty="0">
                <a:solidFill>
                  <a:srgbClr val="C00000"/>
                </a:solidFill>
                <a:latin typeface="Times New Roman"/>
                <a:cs typeface="Times New Roman"/>
              </a:rPr>
              <a:t>must</a:t>
            </a:r>
            <a:r>
              <a:rPr sz="2000" spc="85" dirty="0">
                <a:solidFill>
                  <a:srgbClr val="C00000"/>
                </a:solidFill>
                <a:latin typeface="Times New Roman"/>
                <a:cs typeface="Times New Roman"/>
              </a:rPr>
              <a:t> </a:t>
            </a:r>
            <a:r>
              <a:rPr sz="2000" dirty="0">
                <a:solidFill>
                  <a:srgbClr val="C00000"/>
                </a:solidFill>
                <a:latin typeface="Times New Roman"/>
                <a:cs typeface="Times New Roman"/>
              </a:rPr>
              <a:t>be</a:t>
            </a:r>
            <a:r>
              <a:rPr sz="2000" spc="95" dirty="0">
                <a:solidFill>
                  <a:srgbClr val="C00000"/>
                </a:solidFill>
                <a:latin typeface="Times New Roman"/>
                <a:cs typeface="Times New Roman"/>
              </a:rPr>
              <a:t> </a:t>
            </a:r>
            <a:r>
              <a:rPr sz="2000" dirty="0">
                <a:solidFill>
                  <a:srgbClr val="C00000"/>
                </a:solidFill>
                <a:latin typeface="Times New Roman"/>
                <a:cs typeface="Times New Roman"/>
              </a:rPr>
              <a:t>taken</a:t>
            </a:r>
            <a:r>
              <a:rPr sz="2000" spc="105" dirty="0">
                <a:solidFill>
                  <a:srgbClr val="C00000"/>
                </a:solidFill>
                <a:latin typeface="Times New Roman"/>
                <a:cs typeface="Times New Roman"/>
              </a:rPr>
              <a:t> </a:t>
            </a:r>
            <a:r>
              <a:rPr sz="2000" dirty="0">
                <a:solidFill>
                  <a:srgbClr val="C00000"/>
                </a:solidFill>
                <a:latin typeface="Times New Roman"/>
                <a:cs typeface="Times New Roman"/>
              </a:rPr>
              <a:t>to</a:t>
            </a:r>
            <a:r>
              <a:rPr sz="2000" spc="90" dirty="0">
                <a:solidFill>
                  <a:srgbClr val="C00000"/>
                </a:solidFill>
                <a:latin typeface="Times New Roman"/>
                <a:cs typeface="Times New Roman"/>
              </a:rPr>
              <a:t> </a:t>
            </a:r>
            <a:r>
              <a:rPr sz="2000" dirty="0">
                <a:solidFill>
                  <a:srgbClr val="C00000"/>
                </a:solidFill>
                <a:latin typeface="Times New Roman"/>
                <a:cs typeface="Times New Roman"/>
              </a:rPr>
              <a:t>avoid</a:t>
            </a:r>
            <a:r>
              <a:rPr sz="2000" spc="105" dirty="0">
                <a:solidFill>
                  <a:srgbClr val="C00000"/>
                </a:solidFill>
                <a:latin typeface="Times New Roman"/>
                <a:cs typeface="Times New Roman"/>
              </a:rPr>
              <a:t> </a:t>
            </a:r>
            <a:r>
              <a:rPr sz="2000" dirty="0">
                <a:solidFill>
                  <a:srgbClr val="C00000"/>
                </a:solidFill>
                <a:latin typeface="Times New Roman"/>
                <a:cs typeface="Times New Roman"/>
              </a:rPr>
              <a:t>insecure</a:t>
            </a:r>
            <a:r>
              <a:rPr sz="2000" spc="100" dirty="0">
                <a:solidFill>
                  <a:srgbClr val="C00000"/>
                </a:solidFill>
                <a:latin typeface="Times New Roman"/>
                <a:cs typeface="Times New Roman"/>
              </a:rPr>
              <a:t> </a:t>
            </a:r>
            <a:r>
              <a:rPr sz="2000" spc="-10" dirty="0">
                <a:solidFill>
                  <a:srgbClr val="C00000"/>
                </a:solidFill>
                <a:latin typeface="Times New Roman"/>
                <a:cs typeface="Times New Roman"/>
              </a:rPr>
              <a:t>contact 	</a:t>
            </a:r>
            <a:r>
              <a:rPr sz="2000" dirty="0">
                <a:solidFill>
                  <a:srgbClr val="C00000"/>
                </a:solidFill>
                <a:latin typeface="Times New Roman"/>
                <a:cs typeface="Times New Roman"/>
              </a:rPr>
              <a:t>in</a:t>
            </a:r>
            <a:r>
              <a:rPr sz="2000" spc="114" dirty="0">
                <a:solidFill>
                  <a:srgbClr val="C00000"/>
                </a:solidFill>
                <a:latin typeface="Times New Roman"/>
                <a:cs typeface="Times New Roman"/>
              </a:rPr>
              <a:t> </a:t>
            </a:r>
            <a:r>
              <a:rPr sz="2000" dirty="0">
                <a:solidFill>
                  <a:srgbClr val="C00000"/>
                </a:solidFill>
                <a:latin typeface="Times New Roman"/>
                <a:cs typeface="Times New Roman"/>
              </a:rPr>
              <a:t>recycling</a:t>
            </a:r>
            <a:r>
              <a:rPr sz="2000" spc="120" dirty="0">
                <a:solidFill>
                  <a:srgbClr val="C00000"/>
                </a:solidFill>
                <a:latin typeface="Times New Roman"/>
                <a:cs typeface="Times New Roman"/>
              </a:rPr>
              <a:t> </a:t>
            </a:r>
            <a:r>
              <a:rPr sz="2000" dirty="0">
                <a:solidFill>
                  <a:srgbClr val="C00000"/>
                </a:solidFill>
                <a:latin typeface="Times New Roman"/>
                <a:cs typeface="Times New Roman"/>
              </a:rPr>
              <a:t>operations</a:t>
            </a:r>
            <a:r>
              <a:rPr sz="2000" spc="135" dirty="0">
                <a:solidFill>
                  <a:srgbClr val="C00000"/>
                </a:solidFill>
                <a:latin typeface="Times New Roman"/>
                <a:cs typeface="Times New Roman"/>
              </a:rPr>
              <a:t> </a:t>
            </a:r>
            <a:r>
              <a:rPr sz="2000" dirty="0">
                <a:solidFill>
                  <a:srgbClr val="C00000"/>
                </a:solidFill>
                <a:latin typeface="Times New Roman"/>
                <a:cs typeface="Times New Roman"/>
              </a:rPr>
              <a:t>and</a:t>
            </a:r>
            <a:r>
              <a:rPr sz="2000" spc="120" dirty="0">
                <a:solidFill>
                  <a:srgbClr val="C00000"/>
                </a:solidFill>
                <a:latin typeface="Times New Roman"/>
                <a:cs typeface="Times New Roman"/>
              </a:rPr>
              <a:t> </a:t>
            </a:r>
            <a:r>
              <a:rPr sz="2000" dirty="0">
                <a:solidFill>
                  <a:srgbClr val="C00000"/>
                </a:solidFill>
                <a:latin typeface="Times New Roman"/>
                <a:cs typeface="Times New Roman"/>
              </a:rPr>
              <a:t>leaking</a:t>
            </a:r>
            <a:r>
              <a:rPr sz="2000" spc="125" dirty="0">
                <a:solidFill>
                  <a:srgbClr val="C00000"/>
                </a:solidFill>
                <a:latin typeface="Times New Roman"/>
                <a:cs typeface="Times New Roman"/>
              </a:rPr>
              <a:t> </a:t>
            </a:r>
            <a:r>
              <a:rPr sz="2000" dirty="0">
                <a:solidFill>
                  <a:srgbClr val="C00000"/>
                </a:solidFill>
                <a:latin typeface="Times New Roman"/>
                <a:cs typeface="Times New Roman"/>
              </a:rPr>
              <a:t>of</a:t>
            </a:r>
            <a:r>
              <a:rPr sz="2000" spc="125" dirty="0">
                <a:solidFill>
                  <a:srgbClr val="C00000"/>
                </a:solidFill>
                <a:latin typeface="Times New Roman"/>
                <a:cs typeface="Times New Roman"/>
              </a:rPr>
              <a:t> </a:t>
            </a:r>
            <a:r>
              <a:rPr sz="2000" dirty="0">
                <a:solidFill>
                  <a:srgbClr val="C00000"/>
                </a:solidFill>
                <a:latin typeface="Times New Roman"/>
                <a:cs typeface="Times New Roman"/>
              </a:rPr>
              <a:t>things</a:t>
            </a:r>
            <a:r>
              <a:rPr sz="2000" spc="105" dirty="0">
                <a:solidFill>
                  <a:srgbClr val="C00000"/>
                </a:solidFill>
                <a:latin typeface="Times New Roman"/>
                <a:cs typeface="Times New Roman"/>
              </a:rPr>
              <a:t> </a:t>
            </a:r>
            <a:r>
              <a:rPr sz="2000" dirty="0">
                <a:solidFill>
                  <a:srgbClr val="C00000"/>
                </a:solidFill>
                <a:latin typeface="Times New Roman"/>
                <a:cs typeface="Times New Roman"/>
              </a:rPr>
              <a:t>such</a:t>
            </a:r>
            <a:r>
              <a:rPr sz="2000" spc="130" dirty="0">
                <a:solidFill>
                  <a:srgbClr val="C00000"/>
                </a:solidFill>
                <a:latin typeface="Times New Roman"/>
                <a:cs typeface="Times New Roman"/>
              </a:rPr>
              <a:t> </a:t>
            </a:r>
            <a:r>
              <a:rPr sz="2000" dirty="0">
                <a:solidFill>
                  <a:srgbClr val="C00000"/>
                </a:solidFill>
                <a:latin typeface="Times New Roman"/>
                <a:cs typeface="Times New Roman"/>
              </a:rPr>
              <a:t>as</a:t>
            </a:r>
            <a:r>
              <a:rPr sz="2000" spc="110" dirty="0">
                <a:solidFill>
                  <a:srgbClr val="C00000"/>
                </a:solidFill>
                <a:latin typeface="Times New Roman"/>
                <a:cs typeface="Times New Roman"/>
              </a:rPr>
              <a:t> </a:t>
            </a:r>
            <a:r>
              <a:rPr sz="2000" dirty="0">
                <a:solidFill>
                  <a:srgbClr val="C00000"/>
                </a:solidFill>
                <a:latin typeface="Times New Roman"/>
                <a:cs typeface="Times New Roman"/>
              </a:rPr>
              <a:t>heavy</a:t>
            </a:r>
            <a:r>
              <a:rPr sz="2000" spc="110" dirty="0">
                <a:solidFill>
                  <a:srgbClr val="C00000"/>
                </a:solidFill>
                <a:latin typeface="Times New Roman"/>
                <a:cs typeface="Times New Roman"/>
              </a:rPr>
              <a:t> </a:t>
            </a:r>
            <a:r>
              <a:rPr sz="2000" dirty="0">
                <a:solidFill>
                  <a:srgbClr val="C00000"/>
                </a:solidFill>
                <a:latin typeface="Times New Roman"/>
                <a:cs typeface="Times New Roman"/>
              </a:rPr>
              <a:t>metals</a:t>
            </a:r>
            <a:r>
              <a:rPr sz="2000" spc="120" dirty="0">
                <a:solidFill>
                  <a:srgbClr val="C00000"/>
                </a:solidFill>
                <a:latin typeface="Times New Roman"/>
                <a:cs typeface="Times New Roman"/>
              </a:rPr>
              <a:t> </a:t>
            </a:r>
            <a:r>
              <a:rPr sz="2000" dirty="0">
                <a:solidFill>
                  <a:srgbClr val="C00000"/>
                </a:solidFill>
                <a:latin typeface="Times New Roman"/>
                <a:cs typeface="Times New Roman"/>
              </a:rPr>
              <a:t>from</a:t>
            </a:r>
            <a:r>
              <a:rPr sz="2000" spc="100" dirty="0">
                <a:solidFill>
                  <a:srgbClr val="C00000"/>
                </a:solidFill>
                <a:latin typeface="Times New Roman"/>
                <a:cs typeface="Times New Roman"/>
              </a:rPr>
              <a:t> </a:t>
            </a:r>
            <a:r>
              <a:rPr sz="2000" spc="-10" dirty="0">
                <a:solidFill>
                  <a:srgbClr val="C00000"/>
                </a:solidFill>
                <a:latin typeface="Times New Roman"/>
                <a:cs typeface="Times New Roman"/>
              </a:rPr>
              <a:t>landfills 	</a:t>
            </a:r>
            <a:r>
              <a:rPr sz="2000" dirty="0">
                <a:solidFill>
                  <a:srgbClr val="C00000"/>
                </a:solidFill>
                <a:latin typeface="Times New Roman"/>
                <a:cs typeface="Times New Roman"/>
              </a:rPr>
              <a:t>and</a:t>
            </a:r>
            <a:r>
              <a:rPr sz="2000" spc="-10" dirty="0">
                <a:solidFill>
                  <a:srgbClr val="C00000"/>
                </a:solidFill>
                <a:latin typeface="Times New Roman"/>
                <a:cs typeface="Times New Roman"/>
              </a:rPr>
              <a:t> </a:t>
            </a:r>
            <a:r>
              <a:rPr sz="2000" dirty="0">
                <a:solidFill>
                  <a:srgbClr val="C00000"/>
                </a:solidFill>
                <a:latin typeface="Times New Roman"/>
                <a:cs typeface="Times New Roman"/>
              </a:rPr>
              <a:t>incinerator</a:t>
            </a:r>
            <a:r>
              <a:rPr sz="2000" spc="-35" dirty="0">
                <a:solidFill>
                  <a:srgbClr val="C00000"/>
                </a:solidFill>
                <a:latin typeface="Times New Roman"/>
                <a:cs typeface="Times New Roman"/>
              </a:rPr>
              <a:t> </a:t>
            </a:r>
            <a:r>
              <a:rPr sz="2000" spc="-10" dirty="0">
                <a:solidFill>
                  <a:srgbClr val="C00000"/>
                </a:solidFill>
                <a:latin typeface="Times New Roman"/>
                <a:cs typeface="Times New Roman"/>
              </a:rPr>
              <a:t>remains.</a:t>
            </a:r>
            <a:endParaRPr sz="200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838200"/>
            <a:ext cx="9101070" cy="509823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20720" y="154940"/>
            <a:ext cx="3702050" cy="574040"/>
          </a:xfrm>
          <a:prstGeom prst="rect">
            <a:avLst/>
          </a:prstGeom>
        </p:spPr>
        <p:txBody>
          <a:bodyPr vert="horz" wrap="square" lIns="0" tIns="12700" rIns="0" bIns="0" rtlCol="0">
            <a:spAutoFit/>
          </a:bodyPr>
          <a:lstStyle/>
          <a:p>
            <a:pPr marL="12700">
              <a:lnSpc>
                <a:spcPct val="100000"/>
              </a:lnSpc>
              <a:spcBef>
                <a:spcPts val="100"/>
              </a:spcBef>
            </a:pPr>
            <a:r>
              <a:rPr sz="3600" dirty="0"/>
              <a:t>Sources</a:t>
            </a:r>
            <a:r>
              <a:rPr sz="3600" spc="-65" dirty="0"/>
              <a:t> </a:t>
            </a:r>
            <a:r>
              <a:rPr sz="3600" dirty="0"/>
              <a:t>of</a:t>
            </a:r>
            <a:r>
              <a:rPr sz="3600" spc="-65" dirty="0"/>
              <a:t> </a:t>
            </a:r>
            <a:r>
              <a:rPr sz="3600" spc="-10" dirty="0"/>
              <a:t>E-waste</a:t>
            </a:r>
            <a:endParaRPr sz="3600"/>
          </a:p>
        </p:txBody>
      </p:sp>
      <p:sp>
        <p:nvSpPr>
          <p:cNvPr id="3" name="object 3"/>
          <p:cNvSpPr txBox="1"/>
          <p:nvPr/>
        </p:nvSpPr>
        <p:spPr>
          <a:xfrm>
            <a:off x="231140" y="862330"/>
            <a:ext cx="8683625" cy="5452745"/>
          </a:xfrm>
          <a:prstGeom prst="rect">
            <a:avLst/>
          </a:prstGeom>
        </p:spPr>
        <p:txBody>
          <a:bodyPr vert="horz" wrap="square" lIns="0" tIns="13335" rIns="0" bIns="0" rtlCol="0">
            <a:spAutoFit/>
          </a:bodyPr>
          <a:lstStyle/>
          <a:p>
            <a:pPr marL="352425" marR="5080" indent="-339725" algn="just">
              <a:lnSpc>
                <a:spcPct val="100000"/>
              </a:lnSpc>
              <a:spcBef>
                <a:spcPts val="105"/>
              </a:spcBef>
              <a:buFont typeface="Arial MT"/>
              <a:buChar char="•"/>
              <a:tabLst>
                <a:tab pos="355600" algn="l"/>
              </a:tabLst>
            </a:pPr>
            <a:r>
              <a:rPr sz="2000" dirty="0">
                <a:latin typeface="Times New Roman"/>
                <a:cs typeface="Times New Roman"/>
              </a:rPr>
              <a:t>Actually</a:t>
            </a:r>
            <a:r>
              <a:rPr sz="2000" spc="195" dirty="0">
                <a:latin typeface="Times New Roman"/>
                <a:cs typeface="Times New Roman"/>
              </a:rPr>
              <a:t> </a:t>
            </a:r>
            <a:r>
              <a:rPr sz="2000" dirty="0">
                <a:latin typeface="Times New Roman"/>
                <a:cs typeface="Times New Roman"/>
              </a:rPr>
              <a:t>all</a:t>
            </a:r>
            <a:r>
              <a:rPr sz="2000" spc="185" dirty="0">
                <a:latin typeface="Times New Roman"/>
                <a:cs typeface="Times New Roman"/>
              </a:rPr>
              <a:t> </a:t>
            </a:r>
            <a:r>
              <a:rPr sz="2000" dirty="0">
                <a:latin typeface="Times New Roman"/>
                <a:cs typeface="Times New Roman"/>
              </a:rPr>
              <a:t>humans</a:t>
            </a:r>
            <a:r>
              <a:rPr sz="2000" spc="204" dirty="0">
                <a:latin typeface="Times New Roman"/>
                <a:cs typeface="Times New Roman"/>
              </a:rPr>
              <a:t> </a:t>
            </a:r>
            <a:r>
              <a:rPr sz="2000" dirty="0">
                <a:latin typeface="Times New Roman"/>
                <a:cs typeface="Times New Roman"/>
              </a:rPr>
              <a:t>are</a:t>
            </a:r>
            <a:r>
              <a:rPr sz="2000" spc="210" dirty="0">
                <a:latin typeface="Times New Roman"/>
                <a:cs typeface="Times New Roman"/>
              </a:rPr>
              <a:t> </a:t>
            </a:r>
            <a:r>
              <a:rPr sz="2000" dirty="0">
                <a:latin typeface="Times New Roman"/>
                <a:cs typeface="Times New Roman"/>
              </a:rPr>
              <a:t>the</a:t>
            </a:r>
            <a:r>
              <a:rPr sz="2000" spc="195" dirty="0">
                <a:latin typeface="Times New Roman"/>
                <a:cs typeface="Times New Roman"/>
              </a:rPr>
              <a:t> </a:t>
            </a:r>
            <a:r>
              <a:rPr sz="2000" dirty="0">
                <a:latin typeface="Times New Roman"/>
                <a:cs typeface="Times New Roman"/>
              </a:rPr>
              <a:t>source</a:t>
            </a:r>
            <a:r>
              <a:rPr sz="2000" spc="195" dirty="0">
                <a:latin typeface="Times New Roman"/>
                <a:cs typeface="Times New Roman"/>
              </a:rPr>
              <a:t> </a:t>
            </a:r>
            <a:r>
              <a:rPr sz="2000" dirty="0">
                <a:latin typeface="Times New Roman"/>
                <a:cs typeface="Times New Roman"/>
              </a:rPr>
              <a:t>of</a:t>
            </a:r>
            <a:r>
              <a:rPr sz="2000" spc="190" dirty="0">
                <a:latin typeface="Times New Roman"/>
                <a:cs typeface="Times New Roman"/>
              </a:rPr>
              <a:t> </a:t>
            </a:r>
            <a:r>
              <a:rPr sz="2000" spc="-20" dirty="0">
                <a:latin typeface="Times New Roman"/>
                <a:cs typeface="Times New Roman"/>
              </a:rPr>
              <a:t>E-</a:t>
            </a:r>
            <a:r>
              <a:rPr sz="2000" dirty="0">
                <a:latin typeface="Times New Roman"/>
                <a:cs typeface="Times New Roman"/>
              </a:rPr>
              <a:t>waste.</a:t>
            </a:r>
            <a:r>
              <a:rPr sz="2000" spc="210" dirty="0">
                <a:latin typeface="Times New Roman"/>
                <a:cs typeface="Times New Roman"/>
              </a:rPr>
              <a:t> </a:t>
            </a:r>
            <a:r>
              <a:rPr sz="2000" dirty="0">
                <a:latin typeface="Times New Roman"/>
                <a:cs typeface="Times New Roman"/>
              </a:rPr>
              <a:t>Technology</a:t>
            </a:r>
            <a:r>
              <a:rPr sz="2000" spc="195" dirty="0">
                <a:latin typeface="Times New Roman"/>
                <a:cs typeface="Times New Roman"/>
              </a:rPr>
              <a:t> </a:t>
            </a:r>
            <a:r>
              <a:rPr sz="2000" dirty="0">
                <a:latin typeface="Times New Roman"/>
                <a:cs typeface="Times New Roman"/>
              </a:rPr>
              <a:t>has</a:t>
            </a:r>
            <a:r>
              <a:rPr sz="2000" spc="195" dirty="0">
                <a:latin typeface="Times New Roman"/>
                <a:cs typeface="Times New Roman"/>
              </a:rPr>
              <a:t> </a:t>
            </a:r>
            <a:r>
              <a:rPr sz="2000" dirty="0">
                <a:latin typeface="Times New Roman"/>
                <a:cs typeface="Times New Roman"/>
              </a:rPr>
              <a:t>become</a:t>
            </a:r>
            <a:r>
              <a:rPr sz="2000" spc="200" dirty="0">
                <a:latin typeface="Times New Roman"/>
                <a:cs typeface="Times New Roman"/>
              </a:rPr>
              <a:t> </a:t>
            </a:r>
            <a:r>
              <a:rPr sz="2000" dirty="0">
                <a:latin typeface="Times New Roman"/>
                <a:cs typeface="Times New Roman"/>
              </a:rPr>
              <a:t>a</a:t>
            </a:r>
            <a:r>
              <a:rPr sz="2000" spc="204" dirty="0">
                <a:latin typeface="Times New Roman"/>
                <a:cs typeface="Times New Roman"/>
              </a:rPr>
              <a:t> </a:t>
            </a:r>
            <a:r>
              <a:rPr sz="2000" spc="-20" dirty="0">
                <a:latin typeface="Times New Roman"/>
                <a:cs typeface="Times New Roman"/>
              </a:rPr>
              <a:t>need 	</a:t>
            </a:r>
            <a:r>
              <a:rPr sz="2000" dirty="0">
                <a:latin typeface="Times New Roman"/>
                <a:cs typeface="Times New Roman"/>
              </a:rPr>
              <a:t>now</a:t>
            </a:r>
            <a:r>
              <a:rPr sz="2000" spc="30" dirty="0">
                <a:latin typeface="Times New Roman"/>
                <a:cs typeface="Times New Roman"/>
              </a:rPr>
              <a:t> </a:t>
            </a:r>
            <a:r>
              <a:rPr sz="2000" dirty="0">
                <a:latin typeface="Times New Roman"/>
                <a:cs typeface="Times New Roman"/>
              </a:rPr>
              <a:t>due</a:t>
            </a:r>
            <a:r>
              <a:rPr sz="2000" spc="20" dirty="0">
                <a:latin typeface="Times New Roman"/>
                <a:cs typeface="Times New Roman"/>
              </a:rPr>
              <a:t> </a:t>
            </a:r>
            <a:r>
              <a:rPr sz="2000" dirty="0">
                <a:latin typeface="Times New Roman"/>
                <a:cs typeface="Times New Roman"/>
              </a:rPr>
              <a:t>to</a:t>
            </a:r>
            <a:r>
              <a:rPr sz="2000" spc="30" dirty="0">
                <a:latin typeface="Times New Roman"/>
                <a:cs typeface="Times New Roman"/>
              </a:rPr>
              <a:t> </a:t>
            </a:r>
            <a:r>
              <a:rPr sz="2000" dirty="0">
                <a:latin typeface="Times New Roman"/>
                <a:cs typeface="Times New Roman"/>
              </a:rPr>
              <a:t>constant</a:t>
            </a:r>
            <a:r>
              <a:rPr sz="2000" spc="40" dirty="0">
                <a:latin typeface="Times New Roman"/>
                <a:cs typeface="Times New Roman"/>
              </a:rPr>
              <a:t> </a:t>
            </a:r>
            <a:r>
              <a:rPr sz="2000" dirty="0">
                <a:latin typeface="Times New Roman"/>
                <a:cs typeface="Times New Roman"/>
              </a:rPr>
              <a:t>modernizing</a:t>
            </a:r>
            <a:r>
              <a:rPr sz="2000" spc="35" dirty="0">
                <a:latin typeface="Times New Roman"/>
                <a:cs typeface="Times New Roman"/>
              </a:rPr>
              <a:t> </a:t>
            </a:r>
            <a:r>
              <a:rPr sz="2000" dirty="0">
                <a:latin typeface="Times New Roman"/>
                <a:cs typeface="Times New Roman"/>
              </a:rPr>
              <a:t>of</a:t>
            </a:r>
            <a:r>
              <a:rPr sz="2000" spc="25" dirty="0">
                <a:latin typeface="Times New Roman"/>
                <a:cs typeface="Times New Roman"/>
              </a:rPr>
              <a:t> </a:t>
            </a:r>
            <a:r>
              <a:rPr sz="2000" dirty="0">
                <a:latin typeface="Times New Roman"/>
                <a:cs typeface="Times New Roman"/>
              </a:rPr>
              <a:t>technology</a:t>
            </a:r>
            <a:r>
              <a:rPr sz="2000" spc="20" dirty="0">
                <a:latin typeface="Times New Roman"/>
                <a:cs typeface="Times New Roman"/>
              </a:rPr>
              <a:t> </a:t>
            </a:r>
            <a:r>
              <a:rPr sz="2000" dirty="0">
                <a:latin typeface="Times New Roman"/>
                <a:cs typeface="Times New Roman"/>
              </a:rPr>
              <a:t>with</a:t>
            </a:r>
            <a:r>
              <a:rPr sz="2000" spc="40" dirty="0">
                <a:latin typeface="Times New Roman"/>
                <a:cs typeface="Times New Roman"/>
              </a:rPr>
              <a:t> </a:t>
            </a:r>
            <a:r>
              <a:rPr sz="2000" dirty="0">
                <a:latin typeface="Times New Roman"/>
                <a:cs typeface="Times New Roman"/>
              </a:rPr>
              <a:t>a</a:t>
            </a:r>
            <a:r>
              <a:rPr sz="2000" spc="20" dirty="0">
                <a:latin typeface="Times New Roman"/>
                <a:cs typeface="Times New Roman"/>
              </a:rPr>
              <a:t> </a:t>
            </a:r>
            <a:r>
              <a:rPr sz="2000" dirty="0">
                <a:latin typeface="Times New Roman"/>
                <a:cs typeface="Times New Roman"/>
              </a:rPr>
              <a:t>very</a:t>
            </a:r>
            <a:r>
              <a:rPr sz="2000" spc="35" dirty="0">
                <a:latin typeface="Times New Roman"/>
                <a:cs typeface="Times New Roman"/>
              </a:rPr>
              <a:t> </a:t>
            </a:r>
            <a:r>
              <a:rPr sz="2000" dirty="0">
                <a:latin typeface="Times New Roman"/>
                <a:cs typeface="Times New Roman"/>
              </a:rPr>
              <a:t>fast</a:t>
            </a:r>
            <a:r>
              <a:rPr sz="2000" spc="25" dirty="0">
                <a:latin typeface="Times New Roman"/>
                <a:cs typeface="Times New Roman"/>
              </a:rPr>
              <a:t> </a:t>
            </a:r>
            <a:r>
              <a:rPr sz="2000" dirty="0">
                <a:latin typeface="Times New Roman"/>
                <a:cs typeface="Times New Roman"/>
              </a:rPr>
              <a:t>speed</a:t>
            </a:r>
            <a:r>
              <a:rPr sz="2000" spc="40" dirty="0">
                <a:latin typeface="Times New Roman"/>
                <a:cs typeface="Times New Roman"/>
              </a:rPr>
              <a:t> </a:t>
            </a:r>
            <a:r>
              <a:rPr sz="2000" dirty="0">
                <a:latin typeface="Times New Roman"/>
                <a:cs typeface="Times New Roman"/>
              </a:rPr>
              <a:t>and</a:t>
            </a:r>
            <a:r>
              <a:rPr sz="2000" spc="25" dirty="0">
                <a:latin typeface="Times New Roman"/>
                <a:cs typeface="Times New Roman"/>
              </a:rPr>
              <a:t> </a:t>
            </a:r>
            <a:r>
              <a:rPr sz="2000" dirty="0">
                <a:latin typeface="Times New Roman"/>
                <a:cs typeface="Times New Roman"/>
              </a:rPr>
              <a:t>for</a:t>
            </a:r>
            <a:r>
              <a:rPr sz="2000" spc="30" dirty="0">
                <a:latin typeface="Times New Roman"/>
                <a:cs typeface="Times New Roman"/>
              </a:rPr>
              <a:t> </a:t>
            </a:r>
            <a:r>
              <a:rPr sz="2000" spc="-25" dirty="0">
                <a:latin typeface="Times New Roman"/>
                <a:cs typeface="Times New Roman"/>
              </a:rPr>
              <a:t>all 	</a:t>
            </a:r>
            <a:r>
              <a:rPr sz="2000" dirty="0">
                <a:latin typeface="Times New Roman"/>
                <a:cs typeface="Times New Roman"/>
              </a:rPr>
              <a:t>of</a:t>
            </a:r>
            <a:r>
              <a:rPr sz="2000" spc="220" dirty="0">
                <a:latin typeface="Times New Roman"/>
                <a:cs typeface="Times New Roman"/>
              </a:rPr>
              <a:t> </a:t>
            </a:r>
            <a:r>
              <a:rPr sz="2000" dirty="0">
                <a:latin typeface="Times New Roman"/>
                <a:cs typeface="Times New Roman"/>
              </a:rPr>
              <a:t>us</a:t>
            </a:r>
            <a:r>
              <a:rPr sz="2000" spc="229" dirty="0">
                <a:latin typeface="Times New Roman"/>
                <a:cs typeface="Times New Roman"/>
              </a:rPr>
              <a:t> </a:t>
            </a:r>
            <a:r>
              <a:rPr sz="2000" dirty="0">
                <a:latin typeface="Times New Roman"/>
                <a:cs typeface="Times New Roman"/>
              </a:rPr>
              <a:t>to</a:t>
            </a:r>
            <a:r>
              <a:rPr sz="2000" spc="235" dirty="0">
                <a:latin typeface="Times New Roman"/>
                <a:cs typeface="Times New Roman"/>
              </a:rPr>
              <a:t> </a:t>
            </a:r>
            <a:r>
              <a:rPr sz="2000" dirty="0">
                <a:latin typeface="Times New Roman"/>
                <a:cs typeface="Times New Roman"/>
              </a:rPr>
              <a:t>keep</a:t>
            </a:r>
            <a:r>
              <a:rPr sz="2000" spc="235" dirty="0">
                <a:latin typeface="Times New Roman"/>
                <a:cs typeface="Times New Roman"/>
              </a:rPr>
              <a:t> </a:t>
            </a:r>
            <a:r>
              <a:rPr sz="2000" dirty="0">
                <a:latin typeface="Times New Roman"/>
                <a:cs typeface="Times New Roman"/>
              </a:rPr>
              <a:t>up</a:t>
            </a:r>
            <a:r>
              <a:rPr sz="2000" spc="235" dirty="0">
                <a:latin typeface="Times New Roman"/>
                <a:cs typeface="Times New Roman"/>
              </a:rPr>
              <a:t> </a:t>
            </a:r>
            <a:r>
              <a:rPr sz="2000" dirty="0">
                <a:latin typeface="Times New Roman"/>
                <a:cs typeface="Times New Roman"/>
              </a:rPr>
              <a:t>with</a:t>
            </a:r>
            <a:r>
              <a:rPr sz="2000" spc="240" dirty="0">
                <a:latin typeface="Times New Roman"/>
                <a:cs typeface="Times New Roman"/>
              </a:rPr>
              <a:t> </a:t>
            </a:r>
            <a:r>
              <a:rPr sz="2000" dirty="0">
                <a:latin typeface="Times New Roman"/>
                <a:cs typeface="Times New Roman"/>
              </a:rPr>
              <a:t>this</a:t>
            </a:r>
            <a:r>
              <a:rPr sz="2000" spc="229" dirty="0">
                <a:latin typeface="Times New Roman"/>
                <a:cs typeface="Times New Roman"/>
              </a:rPr>
              <a:t> </a:t>
            </a:r>
            <a:r>
              <a:rPr sz="2000" dirty="0">
                <a:latin typeface="Times New Roman"/>
                <a:cs typeface="Times New Roman"/>
              </a:rPr>
              <a:t>quick</a:t>
            </a:r>
            <a:r>
              <a:rPr sz="2000" spc="245" dirty="0">
                <a:latin typeface="Times New Roman"/>
                <a:cs typeface="Times New Roman"/>
              </a:rPr>
              <a:t> </a:t>
            </a:r>
            <a:r>
              <a:rPr sz="2000" dirty="0">
                <a:latin typeface="Times New Roman"/>
                <a:cs typeface="Times New Roman"/>
              </a:rPr>
              <a:t>change</a:t>
            </a:r>
            <a:r>
              <a:rPr sz="2000" spc="235" dirty="0">
                <a:latin typeface="Times New Roman"/>
                <a:cs typeface="Times New Roman"/>
              </a:rPr>
              <a:t> </a:t>
            </a:r>
            <a:r>
              <a:rPr sz="2000" dirty="0">
                <a:latin typeface="Times New Roman"/>
                <a:cs typeface="Times New Roman"/>
              </a:rPr>
              <a:t>we</a:t>
            </a:r>
            <a:r>
              <a:rPr sz="2000" spc="240" dirty="0">
                <a:latin typeface="Times New Roman"/>
                <a:cs typeface="Times New Roman"/>
              </a:rPr>
              <a:t> </a:t>
            </a:r>
            <a:r>
              <a:rPr sz="2000" dirty="0">
                <a:latin typeface="Times New Roman"/>
                <a:cs typeface="Times New Roman"/>
              </a:rPr>
              <a:t>have</a:t>
            </a:r>
            <a:r>
              <a:rPr sz="2000" spc="229" dirty="0">
                <a:latin typeface="Times New Roman"/>
                <a:cs typeface="Times New Roman"/>
              </a:rPr>
              <a:t> </a:t>
            </a:r>
            <a:r>
              <a:rPr sz="2000" dirty="0">
                <a:latin typeface="Times New Roman"/>
                <a:cs typeface="Times New Roman"/>
              </a:rPr>
              <a:t>to</a:t>
            </a:r>
            <a:r>
              <a:rPr sz="2000" spc="240" dirty="0">
                <a:latin typeface="Times New Roman"/>
                <a:cs typeface="Times New Roman"/>
              </a:rPr>
              <a:t> </a:t>
            </a:r>
            <a:r>
              <a:rPr sz="2000" dirty="0">
                <a:latin typeface="Times New Roman"/>
                <a:cs typeface="Times New Roman"/>
              </a:rPr>
              <a:t>keep</a:t>
            </a:r>
            <a:r>
              <a:rPr sz="2000" spc="235" dirty="0">
                <a:latin typeface="Times New Roman"/>
                <a:cs typeface="Times New Roman"/>
              </a:rPr>
              <a:t> </a:t>
            </a:r>
            <a:r>
              <a:rPr sz="2000" dirty="0">
                <a:latin typeface="Times New Roman"/>
                <a:cs typeface="Times New Roman"/>
              </a:rPr>
              <a:t>throwing</a:t>
            </a:r>
            <a:r>
              <a:rPr sz="2000" spc="235" dirty="0">
                <a:latin typeface="Times New Roman"/>
                <a:cs typeface="Times New Roman"/>
              </a:rPr>
              <a:t> </a:t>
            </a:r>
            <a:r>
              <a:rPr sz="2000" dirty="0">
                <a:latin typeface="Times New Roman"/>
                <a:cs typeface="Times New Roman"/>
              </a:rPr>
              <a:t>out</a:t>
            </a:r>
            <a:r>
              <a:rPr sz="2000" spc="225" dirty="0">
                <a:latin typeface="Times New Roman"/>
                <a:cs typeface="Times New Roman"/>
              </a:rPr>
              <a:t> </a:t>
            </a:r>
            <a:r>
              <a:rPr sz="2000" dirty="0">
                <a:latin typeface="Times New Roman"/>
                <a:cs typeface="Times New Roman"/>
              </a:rPr>
              <a:t>the</a:t>
            </a:r>
            <a:r>
              <a:rPr sz="2000" spc="225" dirty="0">
                <a:latin typeface="Times New Roman"/>
                <a:cs typeface="Times New Roman"/>
              </a:rPr>
              <a:t> </a:t>
            </a:r>
            <a:r>
              <a:rPr sz="2000" spc="-25" dirty="0">
                <a:latin typeface="Times New Roman"/>
                <a:cs typeface="Times New Roman"/>
              </a:rPr>
              <a:t>old 	</a:t>
            </a:r>
            <a:r>
              <a:rPr sz="2000" dirty="0">
                <a:latin typeface="Times New Roman"/>
                <a:cs typeface="Times New Roman"/>
              </a:rPr>
              <a:t>electronic</a:t>
            </a:r>
            <a:r>
              <a:rPr sz="2000" spc="-45" dirty="0">
                <a:latin typeface="Times New Roman"/>
                <a:cs typeface="Times New Roman"/>
              </a:rPr>
              <a:t> </a:t>
            </a:r>
            <a:r>
              <a:rPr sz="2000" dirty="0">
                <a:latin typeface="Times New Roman"/>
                <a:cs typeface="Times New Roman"/>
              </a:rPr>
              <a:t>products</a:t>
            </a:r>
            <a:r>
              <a:rPr sz="2000" spc="-45" dirty="0">
                <a:latin typeface="Times New Roman"/>
                <a:cs typeface="Times New Roman"/>
              </a:rPr>
              <a:t> </a:t>
            </a:r>
            <a:r>
              <a:rPr sz="2000" dirty="0">
                <a:latin typeface="Times New Roman"/>
                <a:cs typeface="Times New Roman"/>
              </a:rPr>
              <a:t>and</a:t>
            </a:r>
            <a:r>
              <a:rPr sz="2000" spc="-5" dirty="0">
                <a:latin typeface="Times New Roman"/>
                <a:cs typeface="Times New Roman"/>
              </a:rPr>
              <a:t> </a:t>
            </a:r>
            <a:r>
              <a:rPr sz="2000" dirty="0">
                <a:latin typeface="Times New Roman"/>
                <a:cs typeface="Times New Roman"/>
              </a:rPr>
              <a:t>purchasing</a:t>
            </a:r>
            <a:r>
              <a:rPr sz="2000" spc="-30" dirty="0">
                <a:latin typeface="Times New Roman"/>
                <a:cs typeface="Times New Roman"/>
              </a:rPr>
              <a:t> </a:t>
            </a:r>
            <a:r>
              <a:rPr sz="2000" dirty="0">
                <a:latin typeface="Times New Roman"/>
                <a:cs typeface="Times New Roman"/>
              </a:rPr>
              <a:t>new</a:t>
            </a:r>
            <a:r>
              <a:rPr sz="2000" spc="-15" dirty="0">
                <a:latin typeface="Times New Roman"/>
                <a:cs typeface="Times New Roman"/>
              </a:rPr>
              <a:t> </a:t>
            </a:r>
            <a:r>
              <a:rPr sz="2000" spc="-10" dirty="0">
                <a:latin typeface="Times New Roman"/>
                <a:cs typeface="Times New Roman"/>
              </a:rPr>
              <a:t>products.</a:t>
            </a:r>
            <a:endParaRPr sz="2000">
              <a:latin typeface="Times New Roman"/>
              <a:cs typeface="Times New Roman"/>
            </a:endParaRPr>
          </a:p>
          <a:p>
            <a:pPr marL="351790" marR="5715" indent="-339090" algn="just">
              <a:lnSpc>
                <a:spcPct val="100000"/>
              </a:lnSpc>
              <a:spcBef>
                <a:spcPts val="480"/>
              </a:spcBef>
              <a:buFont typeface="Arial MT"/>
              <a:buChar char="•"/>
              <a:tabLst>
                <a:tab pos="355600" algn="l"/>
              </a:tabLst>
            </a:pPr>
            <a:r>
              <a:rPr sz="2000" dirty="0">
                <a:latin typeface="Times New Roman"/>
                <a:cs typeface="Times New Roman"/>
              </a:rPr>
              <a:t>In</a:t>
            </a:r>
            <a:r>
              <a:rPr sz="2000" spc="135" dirty="0">
                <a:latin typeface="Times New Roman"/>
                <a:cs typeface="Times New Roman"/>
              </a:rPr>
              <a:t> </a:t>
            </a:r>
            <a:r>
              <a:rPr sz="2000" dirty="0">
                <a:latin typeface="Times New Roman"/>
                <a:cs typeface="Times New Roman"/>
              </a:rPr>
              <a:t>today’s</a:t>
            </a:r>
            <a:r>
              <a:rPr sz="2000" spc="135" dirty="0">
                <a:latin typeface="Times New Roman"/>
                <a:cs typeface="Times New Roman"/>
              </a:rPr>
              <a:t> </a:t>
            </a:r>
            <a:r>
              <a:rPr sz="2000" dirty="0">
                <a:latin typeface="Times New Roman"/>
                <a:cs typeface="Times New Roman"/>
              </a:rPr>
              <a:t>society</a:t>
            </a:r>
            <a:r>
              <a:rPr sz="2000" spc="135" dirty="0">
                <a:latin typeface="Times New Roman"/>
                <a:cs typeface="Times New Roman"/>
              </a:rPr>
              <a:t> </a:t>
            </a:r>
            <a:r>
              <a:rPr sz="2000" dirty="0">
                <a:latin typeface="Times New Roman"/>
                <a:cs typeface="Times New Roman"/>
              </a:rPr>
              <a:t>it</a:t>
            </a:r>
            <a:r>
              <a:rPr sz="2000" spc="140" dirty="0">
                <a:latin typeface="Times New Roman"/>
                <a:cs typeface="Times New Roman"/>
              </a:rPr>
              <a:t> </a:t>
            </a:r>
            <a:r>
              <a:rPr sz="2000" dirty="0">
                <a:latin typeface="Times New Roman"/>
                <a:cs typeface="Times New Roman"/>
              </a:rPr>
              <a:t>is</a:t>
            </a:r>
            <a:r>
              <a:rPr sz="2000" spc="145" dirty="0">
                <a:latin typeface="Times New Roman"/>
                <a:cs typeface="Times New Roman"/>
              </a:rPr>
              <a:t> </a:t>
            </a:r>
            <a:r>
              <a:rPr sz="2000" dirty="0">
                <a:latin typeface="Times New Roman"/>
                <a:cs typeface="Times New Roman"/>
              </a:rPr>
              <a:t>necessary</a:t>
            </a:r>
            <a:r>
              <a:rPr sz="2000" spc="145" dirty="0">
                <a:latin typeface="Times New Roman"/>
                <a:cs typeface="Times New Roman"/>
              </a:rPr>
              <a:t> </a:t>
            </a:r>
            <a:r>
              <a:rPr sz="2000" dirty="0">
                <a:latin typeface="Times New Roman"/>
                <a:cs typeface="Times New Roman"/>
              </a:rPr>
              <a:t>to</a:t>
            </a:r>
            <a:r>
              <a:rPr sz="2000" spc="140" dirty="0">
                <a:latin typeface="Times New Roman"/>
                <a:cs typeface="Times New Roman"/>
              </a:rPr>
              <a:t> </a:t>
            </a:r>
            <a:r>
              <a:rPr sz="2000" dirty="0">
                <a:latin typeface="Times New Roman"/>
                <a:cs typeface="Times New Roman"/>
              </a:rPr>
              <a:t>have</a:t>
            </a:r>
            <a:r>
              <a:rPr sz="2000" spc="145" dirty="0">
                <a:latin typeface="Times New Roman"/>
                <a:cs typeface="Times New Roman"/>
              </a:rPr>
              <a:t> </a:t>
            </a:r>
            <a:r>
              <a:rPr sz="2000" dirty="0">
                <a:latin typeface="Times New Roman"/>
                <a:cs typeface="Times New Roman"/>
              </a:rPr>
              <a:t>a</a:t>
            </a:r>
            <a:r>
              <a:rPr sz="2000" spc="140" dirty="0">
                <a:latin typeface="Times New Roman"/>
                <a:cs typeface="Times New Roman"/>
              </a:rPr>
              <a:t> </a:t>
            </a:r>
            <a:r>
              <a:rPr sz="2000" dirty="0">
                <a:latin typeface="Times New Roman"/>
                <a:cs typeface="Times New Roman"/>
              </a:rPr>
              <a:t>laptop</a:t>
            </a:r>
            <a:r>
              <a:rPr sz="2000" spc="160" dirty="0">
                <a:latin typeface="Times New Roman"/>
                <a:cs typeface="Times New Roman"/>
              </a:rPr>
              <a:t> </a:t>
            </a:r>
            <a:r>
              <a:rPr sz="2000" dirty="0">
                <a:latin typeface="Times New Roman"/>
                <a:cs typeface="Times New Roman"/>
              </a:rPr>
              <a:t>and</a:t>
            </a:r>
            <a:r>
              <a:rPr sz="2000" spc="150" dirty="0">
                <a:latin typeface="Times New Roman"/>
                <a:cs typeface="Times New Roman"/>
              </a:rPr>
              <a:t> </a:t>
            </a:r>
            <a:r>
              <a:rPr sz="2000" dirty="0">
                <a:latin typeface="Times New Roman"/>
                <a:cs typeface="Times New Roman"/>
              </a:rPr>
              <a:t>phone,</a:t>
            </a:r>
            <a:r>
              <a:rPr sz="2000" spc="150" dirty="0">
                <a:latin typeface="Times New Roman"/>
                <a:cs typeface="Times New Roman"/>
              </a:rPr>
              <a:t> </a:t>
            </a:r>
            <a:r>
              <a:rPr sz="2000" dirty="0">
                <a:latin typeface="Times New Roman"/>
                <a:cs typeface="Times New Roman"/>
              </a:rPr>
              <a:t>this</a:t>
            </a:r>
            <a:r>
              <a:rPr sz="2000" spc="135" dirty="0">
                <a:latin typeface="Times New Roman"/>
                <a:cs typeface="Times New Roman"/>
              </a:rPr>
              <a:t> </a:t>
            </a:r>
            <a:r>
              <a:rPr sz="2000" dirty="0">
                <a:latin typeface="Times New Roman"/>
                <a:cs typeface="Times New Roman"/>
              </a:rPr>
              <a:t>leads</a:t>
            </a:r>
            <a:r>
              <a:rPr sz="2000" spc="145" dirty="0">
                <a:latin typeface="Times New Roman"/>
                <a:cs typeface="Times New Roman"/>
              </a:rPr>
              <a:t> </a:t>
            </a:r>
            <a:r>
              <a:rPr sz="2000" dirty="0">
                <a:latin typeface="Times New Roman"/>
                <a:cs typeface="Times New Roman"/>
              </a:rPr>
              <a:t>to</a:t>
            </a:r>
            <a:r>
              <a:rPr sz="2000" spc="155" dirty="0">
                <a:latin typeface="Times New Roman"/>
                <a:cs typeface="Times New Roman"/>
              </a:rPr>
              <a:t> </a:t>
            </a:r>
            <a:r>
              <a:rPr sz="2000" spc="-10" dirty="0">
                <a:latin typeface="Times New Roman"/>
                <a:cs typeface="Times New Roman"/>
              </a:rPr>
              <a:t>rapid 	</a:t>
            </a:r>
            <a:r>
              <a:rPr sz="2000" dirty="0">
                <a:latin typeface="Times New Roman"/>
                <a:cs typeface="Times New Roman"/>
              </a:rPr>
              <a:t>growth</a:t>
            </a:r>
            <a:r>
              <a:rPr sz="2000" spc="195" dirty="0">
                <a:latin typeface="Times New Roman"/>
                <a:cs typeface="Times New Roman"/>
              </a:rPr>
              <a:t> </a:t>
            </a:r>
            <a:r>
              <a:rPr sz="2000" dirty="0">
                <a:latin typeface="Times New Roman"/>
                <a:cs typeface="Times New Roman"/>
              </a:rPr>
              <a:t>of</a:t>
            </a:r>
            <a:r>
              <a:rPr sz="2000" spc="200" dirty="0">
                <a:latin typeface="Times New Roman"/>
                <a:cs typeface="Times New Roman"/>
              </a:rPr>
              <a:t> </a:t>
            </a:r>
            <a:r>
              <a:rPr sz="2000" spc="-20" dirty="0">
                <a:latin typeface="Times New Roman"/>
                <a:cs typeface="Times New Roman"/>
              </a:rPr>
              <a:t>E-</a:t>
            </a:r>
            <a:r>
              <a:rPr sz="2000" dirty="0">
                <a:latin typeface="Times New Roman"/>
                <a:cs typeface="Times New Roman"/>
              </a:rPr>
              <a:t>waste.</a:t>
            </a:r>
            <a:r>
              <a:rPr sz="2000" spc="204" dirty="0">
                <a:latin typeface="Times New Roman"/>
                <a:cs typeface="Times New Roman"/>
              </a:rPr>
              <a:t> </a:t>
            </a:r>
            <a:r>
              <a:rPr sz="2000" dirty="0">
                <a:latin typeface="Times New Roman"/>
                <a:cs typeface="Times New Roman"/>
              </a:rPr>
              <a:t>Laptops</a:t>
            </a:r>
            <a:r>
              <a:rPr sz="2000" spc="190" dirty="0">
                <a:latin typeface="Times New Roman"/>
                <a:cs typeface="Times New Roman"/>
              </a:rPr>
              <a:t> </a:t>
            </a:r>
            <a:r>
              <a:rPr sz="2000" dirty="0">
                <a:latin typeface="Times New Roman"/>
                <a:cs typeface="Times New Roman"/>
              </a:rPr>
              <a:t>and</a:t>
            </a:r>
            <a:r>
              <a:rPr sz="2000" spc="200" dirty="0">
                <a:latin typeface="Times New Roman"/>
                <a:cs typeface="Times New Roman"/>
              </a:rPr>
              <a:t> </a:t>
            </a:r>
            <a:r>
              <a:rPr sz="2000" dirty="0">
                <a:latin typeface="Times New Roman"/>
                <a:cs typeface="Times New Roman"/>
              </a:rPr>
              <a:t>phones</a:t>
            </a:r>
            <a:r>
              <a:rPr sz="2000" spc="200" dirty="0">
                <a:latin typeface="Times New Roman"/>
                <a:cs typeface="Times New Roman"/>
              </a:rPr>
              <a:t> </a:t>
            </a:r>
            <a:r>
              <a:rPr sz="2000" dirty="0">
                <a:latin typeface="Times New Roman"/>
                <a:cs typeface="Times New Roman"/>
              </a:rPr>
              <a:t>allow</a:t>
            </a:r>
            <a:r>
              <a:rPr sz="2000" spc="204" dirty="0">
                <a:latin typeface="Times New Roman"/>
                <a:cs typeface="Times New Roman"/>
              </a:rPr>
              <a:t> </a:t>
            </a:r>
            <a:r>
              <a:rPr sz="2000" dirty="0">
                <a:latin typeface="Times New Roman"/>
                <a:cs typeface="Times New Roman"/>
              </a:rPr>
              <a:t>people</a:t>
            </a:r>
            <a:r>
              <a:rPr sz="2000" spc="185" dirty="0">
                <a:latin typeface="Times New Roman"/>
                <a:cs typeface="Times New Roman"/>
              </a:rPr>
              <a:t> </a:t>
            </a:r>
            <a:r>
              <a:rPr sz="2000" dirty="0">
                <a:latin typeface="Times New Roman"/>
                <a:cs typeface="Times New Roman"/>
              </a:rPr>
              <a:t>to</a:t>
            </a:r>
            <a:r>
              <a:rPr sz="2000" spc="190" dirty="0">
                <a:latin typeface="Times New Roman"/>
                <a:cs typeface="Times New Roman"/>
              </a:rPr>
              <a:t> </a:t>
            </a:r>
            <a:r>
              <a:rPr sz="2000" dirty="0">
                <a:latin typeface="Times New Roman"/>
                <a:cs typeface="Times New Roman"/>
              </a:rPr>
              <a:t>connect</a:t>
            </a:r>
            <a:r>
              <a:rPr sz="2000" spc="190" dirty="0">
                <a:latin typeface="Times New Roman"/>
                <a:cs typeface="Times New Roman"/>
              </a:rPr>
              <a:t> </a:t>
            </a:r>
            <a:r>
              <a:rPr sz="2000" dirty="0">
                <a:latin typeface="Times New Roman"/>
                <a:cs typeface="Times New Roman"/>
              </a:rPr>
              <a:t>with</a:t>
            </a:r>
            <a:r>
              <a:rPr sz="2000" spc="204" dirty="0">
                <a:latin typeface="Times New Roman"/>
                <a:cs typeface="Times New Roman"/>
              </a:rPr>
              <a:t> </a:t>
            </a:r>
            <a:r>
              <a:rPr sz="2000" dirty="0">
                <a:latin typeface="Times New Roman"/>
                <a:cs typeface="Times New Roman"/>
              </a:rPr>
              <a:t>the</a:t>
            </a:r>
            <a:r>
              <a:rPr sz="2000" spc="195" dirty="0">
                <a:latin typeface="Times New Roman"/>
                <a:cs typeface="Times New Roman"/>
              </a:rPr>
              <a:t> </a:t>
            </a:r>
            <a:r>
              <a:rPr sz="2000" spc="-10" dirty="0">
                <a:latin typeface="Times New Roman"/>
                <a:cs typeface="Times New Roman"/>
              </a:rPr>
              <a:t>other 	</a:t>
            </a:r>
            <a:r>
              <a:rPr sz="2000" dirty="0">
                <a:latin typeface="Times New Roman"/>
                <a:cs typeface="Times New Roman"/>
              </a:rPr>
              <a:t>parts</a:t>
            </a:r>
            <a:r>
              <a:rPr sz="2000" spc="50" dirty="0">
                <a:latin typeface="Times New Roman"/>
                <a:cs typeface="Times New Roman"/>
              </a:rPr>
              <a:t> </a:t>
            </a:r>
            <a:r>
              <a:rPr sz="2000" dirty="0">
                <a:latin typeface="Times New Roman"/>
                <a:cs typeface="Times New Roman"/>
              </a:rPr>
              <a:t>of</a:t>
            </a:r>
            <a:r>
              <a:rPr sz="2000" spc="55" dirty="0">
                <a:latin typeface="Times New Roman"/>
                <a:cs typeface="Times New Roman"/>
              </a:rPr>
              <a:t> </a:t>
            </a:r>
            <a:r>
              <a:rPr sz="2000" dirty="0">
                <a:latin typeface="Times New Roman"/>
                <a:cs typeface="Times New Roman"/>
              </a:rPr>
              <a:t>the</a:t>
            </a:r>
            <a:r>
              <a:rPr sz="2000" spc="60" dirty="0">
                <a:latin typeface="Times New Roman"/>
                <a:cs typeface="Times New Roman"/>
              </a:rPr>
              <a:t> </a:t>
            </a:r>
            <a:r>
              <a:rPr sz="2000" dirty="0">
                <a:latin typeface="Times New Roman"/>
                <a:cs typeface="Times New Roman"/>
              </a:rPr>
              <a:t>world</a:t>
            </a:r>
            <a:r>
              <a:rPr sz="2000" spc="70" dirty="0">
                <a:latin typeface="Times New Roman"/>
                <a:cs typeface="Times New Roman"/>
              </a:rPr>
              <a:t> </a:t>
            </a:r>
            <a:r>
              <a:rPr sz="2000" dirty="0">
                <a:latin typeface="Times New Roman"/>
                <a:cs typeface="Times New Roman"/>
              </a:rPr>
              <a:t>as</a:t>
            </a:r>
            <a:r>
              <a:rPr sz="2000" spc="60" dirty="0">
                <a:latin typeface="Times New Roman"/>
                <a:cs typeface="Times New Roman"/>
              </a:rPr>
              <a:t> </a:t>
            </a:r>
            <a:r>
              <a:rPr sz="2000" dirty="0">
                <a:latin typeface="Times New Roman"/>
                <a:cs typeface="Times New Roman"/>
              </a:rPr>
              <a:t>well</a:t>
            </a:r>
            <a:r>
              <a:rPr sz="2000" spc="55" dirty="0">
                <a:latin typeface="Times New Roman"/>
                <a:cs typeface="Times New Roman"/>
              </a:rPr>
              <a:t> </a:t>
            </a:r>
            <a:r>
              <a:rPr sz="2000" dirty="0">
                <a:latin typeface="Times New Roman"/>
                <a:cs typeface="Times New Roman"/>
              </a:rPr>
              <a:t>as</a:t>
            </a:r>
            <a:r>
              <a:rPr sz="2000" spc="60" dirty="0">
                <a:latin typeface="Times New Roman"/>
                <a:cs typeface="Times New Roman"/>
              </a:rPr>
              <a:t> </a:t>
            </a:r>
            <a:r>
              <a:rPr sz="2000" dirty="0">
                <a:latin typeface="Times New Roman"/>
                <a:cs typeface="Times New Roman"/>
              </a:rPr>
              <a:t>to</a:t>
            </a:r>
            <a:r>
              <a:rPr sz="2000" spc="70" dirty="0">
                <a:latin typeface="Times New Roman"/>
                <a:cs typeface="Times New Roman"/>
              </a:rPr>
              <a:t> </a:t>
            </a:r>
            <a:r>
              <a:rPr sz="2000" dirty="0">
                <a:latin typeface="Times New Roman"/>
                <a:cs typeface="Times New Roman"/>
              </a:rPr>
              <a:t>extend</a:t>
            </a:r>
            <a:r>
              <a:rPr sz="2000" spc="60" dirty="0">
                <a:latin typeface="Times New Roman"/>
                <a:cs typeface="Times New Roman"/>
              </a:rPr>
              <a:t> </a:t>
            </a:r>
            <a:r>
              <a:rPr sz="2000" dirty="0">
                <a:latin typeface="Times New Roman"/>
                <a:cs typeface="Times New Roman"/>
              </a:rPr>
              <a:t>the</a:t>
            </a:r>
            <a:r>
              <a:rPr sz="2000" spc="55" dirty="0">
                <a:latin typeface="Times New Roman"/>
                <a:cs typeface="Times New Roman"/>
              </a:rPr>
              <a:t> </a:t>
            </a:r>
            <a:r>
              <a:rPr sz="2000" dirty="0">
                <a:latin typeface="Times New Roman"/>
                <a:cs typeface="Times New Roman"/>
              </a:rPr>
              <a:t>knowledge.</a:t>
            </a:r>
            <a:r>
              <a:rPr sz="2000" spc="55" dirty="0">
                <a:latin typeface="Times New Roman"/>
                <a:cs typeface="Times New Roman"/>
              </a:rPr>
              <a:t> </a:t>
            </a:r>
            <a:r>
              <a:rPr sz="2000" dirty="0">
                <a:latin typeface="Times New Roman"/>
                <a:cs typeface="Times New Roman"/>
              </a:rPr>
              <a:t>Printers,</a:t>
            </a:r>
            <a:r>
              <a:rPr sz="2000" spc="50" dirty="0">
                <a:latin typeface="Times New Roman"/>
                <a:cs typeface="Times New Roman"/>
              </a:rPr>
              <a:t> </a:t>
            </a:r>
            <a:r>
              <a:rPr sz="2000" dirty="0">
                <a:latin typeface="Times New Roman"/>
                <a:cs typeface="Times New Roman"/>
              </a:rPr>
              <a:t>photocopiers</a:t>
            </a:r>
            <a:r>
              <a:rPr sz="2000" spc="60" dirty="0">
                <a:latin typeface="Times New Roman"/>
                <a:cs typeface="Times New Roman"/>
              </a:rPr>
              <a:t> </a:t>
            </a:r>
            <a:r>
              <a:rPr sz="2000" spc="-25" dirty="0">
                <a:latin typeface="Times New Roman"/>
                <a:cs typeface="Times New Roman"/>
              </a:rPr>
              <a:t>and 	</a:t>
            </a:r>
            <a:r>
              <a:rPr sz="2000" dirty="0">
                <a:latin typeface="Times New Roman"/>
                <a:cs typeface="Times New Roman"/>
              </a:rPr>
              <a:t>home</a:t>
            </a:r>
            <a:r>
              <a:rPr sz="2000" spc="250" dirty="0">
                <a:latin typeface="Times New Roman"/>
                <a:cs typeface="Times New Roman"/>
              </a:rPr>
              <a:t> </a:t>
            </a:r>
            <a:r>
              <a:rPr sz="2000" dirty="0">
                <a:latin typeface="Times New Roman"/>
                <a:cs typeface="Times New Roman"/>
              </a:rPr>
              <a:t>equipment</a:t>
            </a:r>
            <a:r>
              <a:rPr sz="2000" spc="245" dirty="0">
                <a:latin typeface="Times New Roman"/>
                <a:cs typeface="Times New Roman"/>
              </a:rPr>
              <a:t> </a:t>
            </a:r>
            <a:r>
              <a:rPr sz="2000" dirty="0">
                <a:latin typeface="Times New Roman"/>
                <a:cs typeface="Times New Roman"/>
              </a:rPr>
              <a:t>are</a:t>
            </a:r>
            <a:r>
              <a:rPr sz="2000" spc="245" dirty="0">
                <a:latin typeface="Times New Roman"/>
                <a:cs typeface="Times New Roman"/>
              </a:rPr>
              <a:t> </a:t>
            </a:r>
            <a:r>
              <a:rPr sz="2000" dirty="0">
                <a:latin typeface="Times New Roman"/>
                <a:cs typeface="Times New Roman"/>
              </a:rPr>
              <a:t>there</a:t>
            </a:r>
            <a:r>
              <a:rPr sz="2000" spc="250" dirty="0">
                <a:latin typeface="Times New Roman"/>
                <a:cs typeface="Times New Roman"/>
              </a:rPr>
              <a:t> </a:t>
            </a:r>
            <a:r>
              <a:rPr sz="2000" dirty="0">
                <a:latin typeface="Times New Roman"/>
                <a:cs typeface="Times New Roman"/>
              </a:rPr>
              <a:t>to</a:t>
            </a:r>
            <a:r>
              <a:rPr sz="2000" spc="240" dirty="0">
                <a:latin typeface="Times New Roman"/>
                <a:cs typeface="Times New Roman"/>
              </a:rPr>
              <a:t> </a:t>
            </a:r>
            <a:r>
              <a:rPr sz="2000" dirty="0">
                <a:latin typeface="Times New Roman"/>
                <a:cs typeface="Times New Roman"/>
              </a:rPr>
              <a:t>make</a:t>
            </a:r>
            <a:r>
              <a:rPr sz="2000" spc="250" dirty="0">
                <a:latin typeface="Times New Roman"/>
                <a:cs typeface="Times New Roman"/>
              </a:rPr>
              <a:t> </a:t>
            </a:r>
            <a:r>
              <a:rPr sz="2000" dirty="0">
                <a:latin typeface="Times New Roman"/>
                <a:cs typeface="Times New Roman"/>
              </a:rPr>
              <a:t>our</a:t>
            </a:r>
            <a:r>
              <a:rPr sz="2000" spc="235" dirty="0">
                <a:latin typeface="Times New Roman"/>
                <a:cs typeface="Times New Roman"/>
              </a:rPr>
              <a:t> </a:t>
            </a:r>
            <a:r>
              <a:rPr sz="2000" dirty="0">
                <a:latin typeface="Times New Roman"/>
                <a:cs typeface="Times New Roman"/>
              </a:rPr>
              <a:t>life</a:t>
            </a:r>
            <a:r>
              <a:rPr sz="2000" spc="240" dirty="0">
                <a:latin typeface="Times New Roman"/>
                <a:cs typeface="Times New Roman"/>
              </a:rPr>
              <a:t> </a:t>
            </a:r>
            <a:r>
              <a:rPr sz="2000" dirty="0">
                <a:latin typeface="Times New Roman"/>
                <a:cs typeface="Times New Roman"/>
              </a:rPr>
              <a:t>easier</a:t>
            </a:r>
            <a:r>
              <a:rPr sz="2000" spc="245" dirty="0">
                <a:latin typeface="Times New Roman"/>
                <a:cs typeface="Times New Roman"/>
              </a:rPr>
              <a:t> </a:t>
            </a:r>
            <a:r>
              <a:rPr sz="2000" dirty="0">
                <a:latin typeface="Times New Roman"/>
                <a:cs typeface="Times New Roman"/>
              </a:rPr>
              <a:t>at</a:t>
            </a:r>
            <a:r>
              <a:rPr sz="2000" spc="225" dirty="0">
                <a:latin typeface="Times New Roman"/>
                <a:cs typeface="Times New Roman"/>
              </a:rPr>
              <a:t> </a:t>
            </a:r>
            <a:r>
              <a:rPr sz="2000" dirty="0">
                <a:latin typeface="Times New Roman"/>
                <a:cs typeface="Times New Roman"/>
              </a:rPr>
              <a:t>the</a:t>
            </a:r>
            <a:r>
              <a:rPr sz="2000" spc="229" dirty="0">
                <a:latin typeface="Times New Roman"/>
                <a:cs typeface="Times New Roman"/>
              </a:rPr>
              <a:t> </a:t>
            </a:r>
            <a:r>
              <a:rPr sz="2000" dirty="0">
                <a:latin typeface="Times New Roman"/>
                <a:cs typeface="Times New Roman"/>
              </a:rPr>
              <a:t>work</a:t>
            </a:r>
            <a:r>
              <a:rPr sz="2000" spc="245" dirty="0">
                <a:latin typeface="Times New Roman"/>
                <a:cs typeface="Times New Roman"/>
              </a:rPr>
              <a:t> </a:t>
            </a:r>
            <a:r>
              <a:rPr sz="2000" dirty="0">
                <a:latin typeface="Times New Roman"/>
                <a:cs typeface="Times New Roman"/>
              </a:rPr>
              <a:t>place</a:t>
            </a:r>
            <a:r>
              <a:rPr sz="2000" spc="240" dirty="0">
                <a:latin typeface="Times New Roman"/>
                <a:cs typeface="Times New Roman"/>
              </a:rPr>
              <a:t> </a:t>
            </a:r>
            <a:r>
              <a:rPr sz="2000" dirty="0">
                <a:latin typeface="Times New Roman"/>
                <a:cs typeface="Times New Roman"/>
              </a:rPr>
              <a:t>as</a:t>
            </a:r>
            <a:r>
              <a:rPr sz="2000" spc="235" dirty="0">
                <a:latin typeface="Times New Roman"/>
                <a:cs typeface="Times New Roman"/>
              </a:rPr>
              <a:t> </a:t>
            </a:r>
            <a:r>
              <a:rPr sz="2000" dirty="0">
                <a:latin typeface="Times New Roman"/>
                <a:cs typeface="Times New Roman"/>
              </a:rPr>
              <a:t>well</a:t>
            </a:r>
            <a:r>
              <a:rPr sz="2000" spc="235" dirty="0">
                <a:latin typeface="Times New Roman"/>
                <a:cs typeface="Times New Roman"/>
              </a:rPr>
              <a:t> </a:t>
            </a:r>
            <a:r>
              <a:rPr sz="2000" spc="-25" dirty="0">
                <a:latin typeface="Times New Roman"/>
                <a:cs typeface="Times New Roman"/>
              </a:rPr>
              <a:t>as 	</a:t>
            </a:r>
            <a:r>
              <a:rPr sz="2000" spc="-10" dirty="0">
                <a:latin typeface="Times New Roman"/>
                <a:cs typeface="Times New Roman"/>
              </a:rPr>
              <a:t>home.</a:t>
            </a:r>
            <a:endParaRPr sz="2000">
              <a:latin typeface="Times New Roman"/>
              <a:cs typeface="Times New Roman"/>
            </a:endParaRPr>
          </a:p>
          <a:p>
            <a:pPr marL="351790" marR="5715" indent="-339090" algn="just">
              <a:lnSpc>
                <a:spcPct val="100000"/>
              </a:lnSpc>
              <a:spcBef>
                <a:spcPts val="480"/>
              </a:spcBef>
              <a:buFont typeface="Arial MT"/>
              <a:buChar char="•"/>
              <a:tabLst>
                <a:tab pos="355600" algn="l"/>
              </a:tabLst>
            </a:pPr>
            <a:r>
              <a:rPr sz="2000" dirty="0">
                <a:latin typeface="Times New Roman"/>
                <a:cs typeface="Times New Roman"/>
              </a:rPr>
              <a:t>Some</a:t>
            </a:r>
            <a:r>
              <a:rPr sz="2000" spc="-15" dirty="0">
                <a:latin typeface="Times New Roman"/>
                <a:cs typeface="Times New Roman"/>
              </a:rPr>
              <a:t> </a:t>
            </a:r>
            <a:r>
              <a:rPr sz="2000" dirty="0">
                <a:latin typeface="Times New Roman"/>
                <a:cs typeface="Times New Roman"/>
              </a:rPr>
              <a:t>of</a:t>
            </a:r>
            <a:r>
              <a:rPr sz="2000" spc="-25"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products</a:t>
            </a:r>
            <a:r>
              <a:rPr sz="2000" spc="-15" dirty="0">
                <a:latin typeface="Times New Roman"/>
                <a:cs typeface="Times New Roman"/>
              </a:rPr>
              <a:t> </a:t>
            </a:r>
            <a:r>
              <a:rPr sz="2000" dirty="0">
                <a:latin typeface="Times New Roman"/>
                <a:cs typeface="Times New Roman"/>
              </a:rPr>
              <a:t>like</a:t>
            </a:r>
            <a:r>
              <a:rPr sz="2000" spc="-10" dirty="0">
                <a:latin typeface="Times New Roman"/>
                <a:cs typeface="Times New Roman"/>
              </a:rPr>
              <a:t> </a:t>
            </a:r>
            <a:r>
              <a:rPr sz="2000" dirty="0">
                <a:latin typeface="Times New Roman"/>
                <a:cs typeface="Times New Roman"/>
              </a:rPr>
              <a:t>refrigerators;</a:t>
            </a:r>
            <a:r>
              <a:rPr sz="2000" spc="-15" dirty="0">
                <a:latin typeface="Times New Roman"/>
                <a:cs typeface="Times New Roman"/>
              </a:rPr>
              <a:t> </a:t>
            </a:r>
            <a:r>
              <a:rPr sz="2000" dirty="0">
                <a:latin typeface="Times New Roman"/>
                <a:cs typeface="Times New Roman"/>
              </a:rPr>
              <a:t>televisions</a:t>
            </a:r>
            <a:r>
              <a:rPr sz="2000" spc="-15" dirty="0">
                <a:latin typeface="Times New Roman"/>
                <a:cs typeface="Times New Roman"/>
              </a:rPr>
              <a:t> </a:t>
            </a:r>
            <a:r>
              <a:rPr sz="2000" dirty="0">
                <a:latin typeface="Times New Roman"/>
                <a:cs typeface="Times New Roman"/>
              </a:rPr>
              <a:t>were</a:t>
            </a:r>
            <a:r>
              <a:rPr sz="2000" spc="-10" dirty="0">
                <a:latin typeface="Times New Roman"/>
                <a:cs typeface="Times New Roman"/>
              </a:rPr>
              <a:t> </a:t>
            </a:r>
            <a:r>
              <a:rPr sz="2000" dirty="0">
                <a:latin typeface="Times New Roman"/>
                <a:cs typeface="Times New Roman"/>
              </a:rPr>
              <a:t>once</a:t>
            </a:r>
            <a:r>
              <a:rPr sz="2000" spc="-20" dirty="0">
                <a:latin typeface="Times New Roman"/>
                <a:cs typeface="Times New Roman"/>
              </a:rPr>
              <a:t> </a:t>
            </a:r>
            <a:r>
              <a:rPr sz="2000" dirty="0">
                <a:latin typeface="Times New Roman"/>
                <a:cs typeface="Times New Roman"/>
              </a:rPr>
              <a:t>a</a:t>
            </a:r>
            <a:r>
              <a:rPr sz="2000" spc="-20" dirty="0">
                <a:latin typeface="Times New Roman"/>
                <a:cs typeface="Times New Roman"/>
              </a:rPr>
              <a:t> </a:t>
            </a:r>
            <a:r>
              <a:rPr sz="2000" dirty="0">
                <a:latin typeface="Times New Roman"/>
                <a:cs typeface="Times New Roman"/>
              </a:rPr>
              <a:t>lifetime</a:t>
            </a:r>
            <a:r>
              <a:rPr sz="2000" spc="-10" dirty="0">
                <a:latin typeface="Times New Roman"/>
                <a:cs typeface="Times New Roman"/>
              </a:rPr>
              <a:t> purchase. 	</a:t>
            </a:r>
            <a:r>
              <a:rPr sz="2000" dirty="0">
                <a:latin typeface="Times New Roman"/>
                <a:cs typeface="Times New Roman"/>
              </a:rPr>
              <a:t>Purchase</a:t>
            </a:r>
            <a:r>
              <a:rPr sz="2000" spc="254" dirty="0">
                <a:latin typeface="Times New Roman"/>
                <a:cs typeface="Times New Roman"/>
              </a:rPr>
              <a:t> </a:t>
            </a:r>
            <a:r>
              <a:rPr sz="2000" dirty="0">
                <a:latin typeface="Times New Roman"/>
                <a:cs typeface="Times New Roman"/>
              </a:rPr>
              <a:t>a</a:t>
            </a:r>
            <a:r>
              <a:rPr sz="2000" spc="250" dirty="0">
                <a:latin typeface="Times New Roman"/>
                <a:cs typeface="Times New Roman"/>
              </a:rPr>
              <a:t> </a:t>
            </a:r>
            <a:r>
              <a:rPr sz="2000" dirty="0">
                <a:latin typeface="Times New Roman"/>
                <a:cs typeface="Times New Roman"/>
              </a:rPr>
              <a:t>new</a:t>
            </a:r>
            <a:r>
              <a:rPr sz="2000" spc="270" dirty="0">
                <a:latin typeface="Times New Roman"/>
                <a:cs typeface="Times New Roman"/>
              </a:rPr>
              <a:t> </a:t>
            </a:r>
            <a:r>
              <a:rPr sz="2000" dirty="0">
                <a:latin typeface="Times New Roman"/>
                <a:cs typeface="Times New Roman"/>
              </a:rPr>
              <a:t>one</a:t>
            </a:r>
            <a:r>
              <a:rPr sz="2000" spc="250" dirty="0">
                <a:latin typeface="Times New Roman"/>
                <a:cs typeface="Times New Roman"/>
              </a:rPr>
              <a:t> </a:t>
            </a:r>
            <a:r>
              <a:rPr sz="2000" dirty="0">
                <a:latin typeface="Times New Roman"/>
                <a:cs typeface="Times New Roman"/>
              </a:rPr>
              <a:t>rather</a:t>
            </a:r>
            <a:r>
              <a:rPr sz="2000" spc="265" dirty="0">
                <a:latin typeface="Times New Roman"/>
                <a:cs typeface="Times New Roman"/>
              </a:rPr>
              <a:t> </a:t>
            </a:r>
            <a:r>
              <a:rPr sz="2000" dirty="0">
                <a:latin typeface="Times New Roman"/>
                <a:cs typeface="Times New Roman"/>
              </a:rPr>
              <a:t>than</a:t>
            </a:r>
            <a:r>
              <a:rPr sz="2000" spc="260" dirty="0">
                <a:latin typeface="Times New Roman"/>
                <a:cs typeface="Times New Roman"/>
              </a:rPr>
              <a:t> </a:t>
            </a:r>
            <a:r>
              <a:rPr sz="2000" dirty="0">
                <a:latin typeface="Times New Roman"/>
                <a:cs typeface="Times New Roman"/>
              </a:rPr>
              <a:t>repairing</a:t>
            </a:r>
            <a:r>
              <a:rPr sz="2000" spc="250" dirty="0">
                <a:latin typeface="Times New Roman"/>
                <a:cs typeface="Times New Roman"/>
              </a:rPr>
              <a:t> </a:t>
            </a:r>
            <a:r>
              <a:rPr sz="2000" dirty="0">
                <a:latin typeface="Times New Roman"/>
                <a:cs typeface="Times New Roman"/>
              </a:rPr>
              <a:t>or</a:t>
            </a:r>
            <a:r>
              <a:rPr sz="2000" spc="254" dirty="0">
                <a:latin typeface="Times New Roman"/>
                <a:cs typeface="Times New Roman"/>
              </a:rPr>
              <a:t> </a:t>
            </a:r>
            <a:r>
              <a:rPr sz="2000" dirty="0">
                <a:latin typeface="Times New Roman"/>
                <a:cs typeface="Times New Roman"/>
              </a:rPr>
              <a:t>upgrading</a:t>
            </a:r>
            <a:r>
              <a:rPr sz="2000" spc="250" dirty="0">
                <a:latin typeface="Times New Roman"/>
                <a:cs typeface="Times New Roman"/>
              </a:rPr>
              <a:t> </a:t>
            </a:r>
            <a:r>
              <a:rPr sz="2000" dirty="0">
                <a:latin typeface="Times New Roman"/>
                <a:cs typeface="Times New Roman"/>
              </a:rPr>
              <a:t>old</a:t>
            </a:r>
            <a:r>
              <a:rPr sz="2000" spc="265" dirty="0">
                <a:latin typeface="Times New Roman"/>
                <a:cs typeface="Times New Roman"/>
              </a:rPr>
              <a:t> </a:t>
            </a:r>
            <a:r>
              <a:rPr sz="2000" dirty="0">
                <a:latin typeface="Times New Roman"/>
                <a:cs typeface="Times New Roman"/>
              </a:rPr>
              <a:t>one</a:t>
            </a:r>
            <a:r>
              <a:rPr sz="2000" spc="250" dirty="0">
                <a:latin typeface="Times New Roman"/>
                <a:cs typeface="Times New Roman"/>
              </a:rPr>
              <a:t> </a:t>
            </a:r>
            <a:r>
              <a:rPr sz="2000" dirty="0">
                <a:latin typeface="Times New Roman"/>
                <a:cs typeface="Times New Roman"/>
              </a:rPr>
              <a:t>which</a:t>
            </a:r>
            <a:r>
              <a:rPr sz="2000" spc="254" dirty="0">
                <a:latin typeface="Times New Roman"/>
                <a:cs typeface="Times New Roman"/>
              </a:rPr>
              <a:t> </a:t>
            </a:r>
            <a:r>
              <a:rPr sz="2000" dirty="0">
                <a:latin typeface="Times New Roman"/>
                <a:cs typeface="Times New Roman"/>
              </a:rPr>
              <a:t>leads</a:t>
            </a:r>
            <a:r>
              <a:rPr sz="2000" spc="265" dirty="0">
                <a:latin typeface="Times New Roman"/>
                <a:cs typeface="Times New Roman"/>
              </a:rPr>
              <a:t> </a:t>
            </a:r>
            <a:r>
              <a:rPr sz="2000" spc="-25" dirty="0">
                <a:latin typeface="Times New Roman"/>
                <a:cs typeface="Times New Roman"/>
              </a:rPr>
              <a:t>to 	</a:t>
            </a:r>
            <a:r>
              <a:rPr sz="2000" dirty="0">
                <a:latin typeface="Times New Roman"/>
                <a:cs typeface="Times New Roman"/>
              </a:rPr>
              <a:t>‘replace-</a:t>
            </a:r>
            <a:r>
              <a:rPr sz="2000" spc="-20" dirty="0">
                <a:latin typeface="Times New Roman"/>
                <a:cs typeface="Times New Roman"/>
              </a:rPr>
              <a:t>rather-</a:t>
            </a:r>
            <a:r>
              <a:rPr sz="2000" spc="-10" dirty="0">
                <a:latin typeface="Times New Roman"/>
                <a:cs typeface="Times New Roman"/>
              </a:rPr>
              <a:t>than-</a:t>
            </a:r>
            <a:r>
              <a:rPr sz="2000" dirty="0">
                <a:latin typeface="Times New Roman"/>
                <a:cs typeface="Times New Roman"/>
              </a:rPr>
              <a:t>repair’</a:t>
            </a:r>
            <a:r>
              <a:rPr sz="2000" spc="-70" dirty="0">
                <a:latin typeface="Times New Roman"/>
                <a:cs typeface="Times New Roman"/>
              </a:rPr>
              <a:t> </a:t>
            </a:r>
            <a:r>
              <a:rPr sz="2000" spc="-10" dirty="0">
                <a:latin typeface="Times New Roman"/>
                <a:cs typeface="Times New Roman"/>
              </a:rPr>
              <a:t>attitude.</a:t>
            </a:r>
            <a:endParaRPr sz="2000">
              <a:latin typeface="Times New Roman"/>
              <a:cs typeface="Times New Roman"/>
            </a:endParaRPr>
          </a:p>
          <a:p>
            <a:pPr marL="352425" marR="5080" indent="-339725" algn="just">
              <a:lnSpc>
                <a:spcPct val="100000"/>
              </a:lnSpc>
              <a:spcBef>
                <a:spcPts val="480"/>
              </a:spcBef>
              <a:buFont typeface="Arial MT"/>
              <a:buChar char="•"/>
              <a:tabLst>
                <a:tab pos="355600" algn="l"/>
              </a:tabLst>
            </a:pPr>
            <a:r>
              <a:rPr sz="2000" dirty="0">
                <a:latin typeface="Times New Roman"/>
                <a:cs typeface="Times New Roman"/>
              </a:rPr>
              <a:t>The</a:t>
            </a:r>
            <a:r>
              <a:rPr sz="2000" spc="5" dirty="0">
                <a:latin typeface="Times New Roman"/>
                <a:cs typeface="Times New Roman"/>
              </a:rPr>
              <a:t>  </a:t>
            </a:r>
            <a:r>
              <a:rPr sz="2000" dirty="0">
                <a:latin typeface="Times New Roman"/>
                <a:cs typeface="Times New Roman"/>
              </a:rPr>
              <a:t>accessibility</a:t>
            </a:r>
            <a:r>
              <a:rPr sz="2000" spc="5" dirty="0">
                <a:latin typeface="Times New Roman"/>
                <a:cs typeface="Times New Roman"/>
              </a:rPr>
              <a:t>  </a:t>
            </a:r>
            <a:r>
              <a:rPr sz="2000" dirty="0">
                <a:latin typeface="Times New Roman"/>
                <a:cs typeface="Times New Roman"/>
              </a:rPr>
              <a:t>of</a:t>
            </a:r>
            <a:r>
              <a:rPr sz="2000" spc="5" dirty="0">
                <a:latin typeface="Times New Roman"/>
                <a:cs typeface="Times New Roman"/>
              </a:rPr>
              <a:t>  </a:t>
            </a:r>
            <a:r>
              <a:rPr sz="2000" dirty="0">
                <a:latin typeface="Times New Roman"/>
                <a:cs typeface="Times New Roman"/>
              </a:rPr>
              <a:t>the  latest</a:t>
            </a:r>
            <a:r>
              <a:rPr sz="2000" spc="5" dirty="0">
                <a:latin typeface="Times New Roman"/>
                <a:cs typeface="Times New Roman"/>
              </a:rPr>
              <a:t>  </a:t>
            </a:r>
            <a:r>
              <a:rPr sz="2000" dirty="0">
                <a:latin typeface="Times New Roman"/>
                <a:cs typeface="Times New Roman"/>
              </a:rPr>
              <a:t>technology</a:t>
            </a:r>
            <a:r>
              <a:rPr sz="2000" spc="495" dirty="0">
                <a:latin typeface="Times New Roman"/>
                <a:cs typeface="Times New Roman"/>
              </a:rPr>
              <a:t> </a:t>
            </a:r>
            <a:r>
              <a:rPr sz="2000" dirty="0">
                <a:latin typeface="Times New Roman"/>
                <a:cs typeface="Times New Roman"/>
              </a:rPr>
              <a:t>plays</a:t>
            </a:r>
            <a:r>
              <a:rPr sz="2000" spc="5" dirty="0">
                <a:latin typeface="Times New Roman"/>
                <a:cs typeface="Times New Roman"/>
              </a:rPr>
              <a:t>  </a:t>
            </a:r>
            <a:r>
              <a:rPr sz="2000" dirty="0">
                <a:latin typeface="Times New Roman"/>
                <a:cs typeface="Times New Roman"/>
              </a:rPr>
              <a:t>a</a:t>
            </a:r>
            <a:r>
              <a:rPr sz="2000" spc="495" dirty="0">
                <a:latin typeface="Times New Roman"/>
                <a:cs typeface="Times New Roman"/>
              </a:rPr>
              <a:t> </a:t>
            </a:r>
            <a:r>
              <a:rPr sz="2000" dirty="0">
                <a:latin typeface="Times New Roman"/>
                <a:cs typeface="Times New Roman"/>
              </a:rPr>
              <a:t>big</a:t>
            </a:r>
            <a:r>
              <a:rPr sz="2000" spc="10" dirty="0">
                <a:latin typeface="Times New Roman"/>
                <a:cs typeface="Times New Roman"/>
              </a:rPr>
              <a:t>  </a:t>
            </a:r>
            <a:r>
              <a:rPr sz="2000" dirty="0">
                <a:latin typeface="Times New Roman"/>
                <a:cs typeface="Times New Roman"/>
              </a:rPr>
              <a:t>part</a:t>
            </a:r>
            <a:r>
              <a:rPr sz="2000" spc="5" dirty="0">
                <a:latin typeface="Times New Roman"/>
                <a:cs typeface="Times New Roman"/>
              </a:rPr>
              <a:t>  </a:t>
            </a:r>
            <a:r>
              <a:rPr sz="2000" dirty="0">
                <a:latin typeface="Times New Roman"/>
                <a:cs typeface="Times New Roman"/>
              </a:rPr>
              <a:t>in</a:t>
            </a:r>
            <a:r>
              <a:rPr sz="2000" spc="10" dirty="0">
                <a:latin typeface="Times New Roman"/>
                <a:cs typeface="Times New Roman"/>
              </a:rPr>
              <a:t>  </a:t>
            </a:r>
            <a:r>
              <a:rPr sz="2000" dirty="0">
                <a:latin typeface="Times New Roman"/>
                <a:cs typeface="Times New Roman"/>
              </a:rPr>
              <a:t>increasing</a:t>
            </a:r>
            <a:r>
              <a:rPr sz="2000" spc="5" dirty="0">
                <a:latin typeface="Times New Roman"/>
                <a:cs typeface="Times New Roman"/>
              </a:rPr>
              <a:t>  </a:t>
            </a:r>
            <a:r>
              <a:rPr sz="2000" spc="-25" dirty="0">
                <a:latin typeface="Times New Roman"/>
                <a:cs typeface="Times New Roman"/>
              </a:rPr>
              <a:t>the 	</a:t>
            </a:r>
            <a:r>
              <a:rPr sz="2000" dirty="0">
                <a:latin typeface="Times New Roman"/>
                <a:cs typeface="Times New Roman"/>
              </a:rPr>
              <a:t>amount</a:t>
            </a:r>
            <a:r>
              <a:rPr sz="2000" spc="70" dirty="0">
                <a:latin typeface="Times New Roman"/>
                <a:cs typeface="Times New Roman"/>
              </a:rPr>
              <a:t> </a:t>
            </a:r>
            <a:r>
              <a:rPr sz="2000" dirty="0">
                <a:latin typeface="Times New Roman"/>
                <a:cs typeface="Times New Roman"/>
              </a:rPr>
              <a:t>of</a:t>
            </a:r>
            <a:r>
              <a:rPr sz="2000" spc="85" dirty="0">
                <a:latin typeface="Times New Roman"/>
                <a:cs typeface="Times New Roman"/>
              </a:rPr>
              <a:t> </a:t>
            </a:r>
            <a:r>
              <a:rPr sz="2000" dirty="0">
                <a:latin typeface="Times New Roman"/>
                <a:cs typeface="Times New Roman"/>
              </a:rPr>
              <a:t>electronic</a:t>
            </a:r>
            <a:r>
              <a:rPr sz="2000" spc="80" dirty="0">
                <a:latin typeface="Times New Roman"/>
                <a:cs typeface="Times New Roman"/>
              </a:rPr>
              <a:t> </a:t>
            </a:r>
            <a:r>
              <a:rPr sz="2000" dirty="0">
                <a:latin typeface="Times New Roman"/>
                <a:cs typeface="Times New Roman"/>
              </a:rPr>
              <a:t>waste.</a:t>
            </a:r>
            <a:r>
              <a:rPr sz="2000" spc="85" dirty="0">
                <a:latin typeface="Times New Roman"/>
                <a:cs typeface="Times New Roman"/>
              </a:rPr>
              <a:t> </a:t>
            </a:r>
            <a:r>
              <a:rPr sz="2000" dirty="0">
                <a:latin typeface="Times New Roman"/>
                <a:cs typeface="Times New Roman"/>
              </a:rPr>
              <a:t>People</a:t>
            </a:r>
            <a:r>
              <a:rPr sz="2000" spc="80" dirty="0">
                <a:latin typeface="Times New Roman"/>
                <a:cs typeface="Times New Roman"/>
              </a:rPr>
              <a:t> </a:t>
            </a:r>
            <a:r>
              <a:rPr sz="2000" dirty="0">
                <a:latin typeface="Times New Roman"/>
                <a:cs typeface="Times New Roman"/>
              </a:rPr>
              <a:t>are</a:t>
            </a:r>
            <a:r>
              <a:rPr sz="2000" spc="65" dirty="0">
                <a:latin typeface="Times New Roman"/>
                <a:cs typeface="Times New Roman"/>
              </a:rPr>
              <a:t> </a:t>
            </a:r>
            <a:r>
              <a:rPr sz="2000" dirty="0">
                <a:latin typeface="Times New Roman"/>
                <a:cs typeface="Times New Roman"/>
              </a:rPr>
              <a:t>always</a:t>
            </a:r>
            <a:r>
              <a:rPr sz="2000" spc="80" dirty="0">
                <a:latin typeface="Times New Roman"/>
                <a:cs typeface="Times New Roman"/>
              </a:rPr>
              <a:t> </a:t>
            </a:r>
            <a:r>
              <a:rPr sz="2000" dirty="0">
                <a:latin typeface="Times New Roman"/>
                <a:cs typeface="Times New Roman"/>
              </a:rPr>
              <a:t>keen</a:t>
            </a:r>
            <a:r>
              <a:rPr sz="2000" spc="85" dirty="0">
                <a:latin typeface="Times New Roman"/>
                <a:cs typeface="Times New Roman"/>
              </a:rPr>
              <a:t> </a:t>
            </a:r>
            <a:r>
              <a:rPr sz="2000" dirty="0">
                <a:latin typeface="Times New Roman"/>
                <a:cs typeface="Times New Roman"/>
              </a:rPr>
              <a:t>to</a:t>
            </a:r>
            <a:r>
              <a:rPr sz="2000" spc="75" dirty="0">
                <a:latin typeface="Times New Roman"/>
                <a:cs typeface="Times New Roman"/>
              </a:rPr>
              <a:t> </a:t>
            </a:r>
            <a:r>
              <a:rPr sz="2000" dirty="0">
                <a:latin typeface="Times New Roman"/>
                <a:cs typeface="Times New Roman"/>
              </a:rPr>
              <a:t>buy</a:t>
            </a:r>
            <a:r>
              <a:rPr sz="2000" spc="75" dirty="0">
                <a:latin typeface="Times New Roman"/>
                <a:cs typeface="Times New Roman"/>
              </a:rPr>
              <a:t> </a:t>
            </a:r>
            <a:r>
              <a:rPr sz="2000" dirty="0">
                <a:latin typeface="Times New Roman"/>
                <a:cs typeface="Times New Roman"/>
              </a:rPr>
              <a:t>what</a:t>
            </a:r>
            <a:r>
              <a:rPr sz="2000" spc="75" dirty="0">
                <a:latin typeface="Times New Roman"/>
                <a:cs typeface="Times New Roman"/>
              </a:rPr>
              <a:t> </a:t>
            </a:r>
            <a:r>
              <a:rPr sz="2000" dirty="0">
                <a:latin typeface="Times New Roman"/>
                <a:cs typeface="Times New Roman"/>
              </a:rPr>
              <a:t>is</a:t>
            </a:r>
            <a:r>
              <a:rPr sz="2000" spc="85" dirty="0">
                <a:latin typeface="Times New Roman"/>
                <a:cs typeface="Times New Roman"/>
              </a:rPr>
              <a:t> </a:t>
            </a:r>
            <a:r>
              <a:rPr sz="2000" dirty="0">
                <a:latin typeface="Times New Roman"/>
                <a:cs typeface="Times New Roman"/>
              </a:rPr>
              <a:t>latest</a:t>
            </a:r>
            <a:r>
              <a:rPr sz="2000" spc="65" dirty="0">
                <a:latin typeface="Times New Roman"/>
                <a:cs typeface="Times New Roman"/>
              </a:rPr>
              <a:t> </a:t>
            </a:r>
            <a:r>
              <a:rPr sz="2000" dirty="0">
                <a:latin typeface="Times New Roman"/>
                <a:cs typeface="Times New Roman"/>
              </a:rPr>
              <a:t>and</a:t>
            </a:r>
            <a:r>
              <a:rPr sz="2000" spc="75" dirty="0">
                <a:latin typeface="Times New Roman"/>
                <a:cs typeface="Times New Roman"/>
              </a:rPr>
              <a:t> </a:t>
            </a:r>
            <a:r>
              <a:rPr sz="2000" spc="-25" dirty="0">
                <a:latin typeface="Times New Roman"/>
                <a:cs typeface="Times New Roman"/>
              </a:rPr>
              <a:t>the 	</a:t>
            </a:r>
            <a:r>
              <a:rPr sz="2000" dirty="0">
                <a:latin typeface="Times New Roman"/>
                <a:cs typeface="Times New Roman"/>
              </a:rPr>
              <a:t>best</a:t>
            </a:r>
            <a:r>
              <a:rPr sz="2000" spc="-30" dirty="0">
                <a:latin typeface="Times New Roman"/>
                <a:cs typeface="Times New Roman"/>
              </a:rPr>
              <a:t> </a:t>
            </a:r>
            <a:r>
              <a:rPr sz="2000" dirty="0">
                <a:latin typeface="Times New Roman"/>
                <a:cs typeface="Times New Roman"/>
              </a:rPr>
              <a:t>in</a:t>
            </a:r>
            <a:r>
              <a:rPr sz="2000" spc="-1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spc="-10" dirty="0">
                <a:latin typeface="Times New Roman"/>
                <a:cs typeface="Times New Roman"/>
              </a:rPr>
              <a:t>market.</a:t>
            </a:r>
            <a:endParaRPr sz="2000">
              <a:latin typeface="Times New Roman"/>
              <a:cs typeface="Times New Roman"/>
            </a:endParaRPr>
          </a:p>
          <a:p>
            <a:pPr marL="352425" marR="5080" indent="-339725" algn="just">
              <a:lnSpc>
                <a:spcPct val="100000"/>
              </a:lnSpc>
              <a:spcBef>
                <a:spcPts val="484"/>
              </a:spcBef>
              <a:buFont typeface="Arial MT"/>
              <a:buChar char="•"/>
              <a:tabLst>
                <a:tab pos="355600" algn="l"/>
              </a:tabLst>
            </a:pPr>
            <a:r>
              <a:rPr sz="2000" dirty="0">
                <a:latin typeface="Times New Roman"/>
                <a:cs typeface="Times New Roman"/>
              </a:rPr>
              <a:t>Hence</a:t>
            </a:r>
            <a:r>
              <a:rPr sz="2000" spc="150" dirty="0">
                <a:latin typeface="Times New Roman"/>
                <a:cs typeface="Times New Roman"/>
              </a:rPr>
              <a:t> </a:t>
            </a:r>
            <a:r>
              <a:rPr sz="2000" dirty="0">
                <a:latin typeface="Times New Roman"/>
                <a:cs typeface="Times New Roman"/>
              </a:rPr>
              <a:t>as</a:t>
            </a:r>
            <a:r>
              <a:rPr sz="2000" spc="155" dirty="0">
                <a:latin typeface="Times New Roman"/>
                <a:cs typeface="Times New Roman"/>
              </a:rPr>
              <a:t> </a:t>
            </a:r>
            <a:r>
              <a:rPr sz="2000" dirty="0">
                <a:latin typeface="Times New Roman"/>
                <a:cs typeface="Times New Roman"/>
              </a:rPr>
              <a:t>the</a:t>
            </a:r>
            <a:r>
              <a:rPr sz="2000" spc="145" dirty="0">
                <a:latin typeface="Times New Roman"/>
                <a:cs typeface="Times New Roman"/>
              </a:rPr>
              <a:t> </a:t>
            </a:r>
            <a:r>
              <a:rPr sz="2000" dirty="0">
                <a:latin typeface="Times New Roman"/>
                <a:cs typeface="Times New Roman"/>
              </a:rPr>
              <a:t>demand</a:t>
            </a:r>
            <a:r>
              <a:rPr sz="2000" spc="165" dirty="0">
                <a:latin typeface="Times New Roman"/>
                <a:cs typeface="Times New Roman"/>
              </a:rPr>
              <a:t> </a:t>
            </a:r>
            <a:r>
              <a:rPr sz="2000" dirty="0">
                <a:latin typeface="Times New Roman"/>
                <a:cs typeface="Times New Roman"/>
              </a:rPr>
              <a:t>grows</a:t>
            </a:r>
            <a:r>
              <a:rPr sz="2000" spc="150" dirty="0">
                <a:latin typeface="Times New Roman"/>
                <a:cs typeface="Times New Roman"/>
              </a:rPr>
              <a:t> </a:t>
            </a:r>
            <a:r>
              <a:rPr sz="2000" dirty="0">
                <a:latin typeface="Times New Roman"/>
                <a:cs typeface="Times New Roman"/>
              </a:rPr>
              <a:t>the</a:t>
            </a:r>
            <a:r>
              <a:rPr sz="2000" spc="160" dirty="0">
                <a:latin typeface="Times New Roman"/>
                <a:cs typeface="Times New Roman"/>
              </a:rPr>
              <a:t> </a:t>
            </a:r>
            <a:r>
              <a:rPr sz="2000" dirty="0">
                <a:latin typeface="Times New Roman"/>
                <a:cs typeface="Times New Roman"/>
              </a:rPr>
              <a:t>production</a:t>
            </a:r>
            <a:r>
              <a:rPr sz="2000" spc="145" dirty="0">
                <a:latin typeface="Times New Roman"/>
                <a:cs typeface="Times New Roman"/>
              </a:rPr>
              <a:t> </a:t>
            </a:r>
            <a:r>
              <a:rPr sz="2000" dirty="0">
                <a:latin typeface="Times New Roman"/>
                <a:cs typeface="Times New Roman"/>
              </a:rPr>
              <a:t>also</a:t>
            </a:r>
            <a:r>
              <a:rPr sz="2000" spc="145" dirty="0">
                <a:latin typeface="Times New Roman"/>
                <a:cs typeface="Times New Roman"/>
              </a:rPr>
              <a:t> </a:t>
            </a:r>
            <a:r>
              <a:rPr sz="2000" dirty="0">
                <a:latin typeface="Times New Roman"/>
                <a:cs typeface="Times New Roman"/>
              </a:rPr>
              <a:t>grow</a:t>
            </a:r>
            <a:r>
              <a:rPr sz="2000" spc="160" dirty="0">
                <a:latin typeface="Times New Roman"/>
                <a:cs typeface="Times New Roman"/>
              </a:rPr>
              <a:t> </a:t>
            </a:r>
            <a:r>
              <a:rPr sz="2000" dirty="0">
                <a:latin typeface="Times New Roman"/>
                <a:cs typeface="Times New Roman"/>
              </a:rPr>
              <a:t>which</a:t>
            </a:r>
            <a:r>
              <a:rPr sz="2000" spc="155" dirty="0">
                <a:latin typeface="Times New Roman"/>
                <a:cs typeface="Times New Roman"/>
              </a:rPr>
              <a:t> </a:t>
            </a:r>
            <a:r>
              <a:rPr sz="2000" dirty="0">
                <a:latin typeface="Times New Roman"/>
                <a:cs typeface="Times New Roman"/>
              </a:rPr>
              <a:t>leads</a:t>
            </a:r>
            <a:r>
              <a:rPr sz="2000" spc="165" dirty="0">
                <a:latin typeface="Times New Roman"/>
                <a:cs typeface="Times New Roman"/>
              </a:rPr>
              <a:t> </a:t>
            </a:r>
            <a:r>
              <a:rPr sz="2000" dirty="0">
                <a:latin typeface="Times New Roman"/>
                <a:cs typeface="Times New Roman"/>
              </a:rPr>
              <a:t>to</a:t>
            </a:r>
            <a:r>
              <a:rPr sz="2000" spc="155" dirty="0">
                <a:latin typeface="Times New Roman"/>
                <a:cs typeface="Times New Roman"/>
              </a:rPr>
              <a:t> </a:t>
            </a:r>
            <a:r>
              <a:rPr sz="2000" dirty="0">
                <a:latin typeface="Times New Roman"/>
                <a:cs typeface="Times New Roman"/>
              </a:rPr>
              <a:t>produce</a:t>
            </a:r>
            <a:r>
              <a:rPr sz="2000" spc="160" dirty="0">
                <a:latin typeface="Times New Roman"/>
                <a:cs typeface="Times New Roman"/>
              </a:rPr>
              <a:t> </a:t>
            </a:r>
            <a:r>
              <a:rPr sz="2000" spc="-50" dirty="0">
                <a:latin typeface="Times New Roman"/>
                <a:cs typeface="Times New Roman"/>
              </a:rPr>
              <a:t>a 	</a:t>
            </a:r>
            <a:r>
              <a:rPr sz="2000" dirty="0">
                <a:latin typeface="Times New Roman"/>
                <a:cs typeface="Times New Roman"/>
              </a:rPr>
              <a:t>lot</a:t>
            </a:r>
            <a:r>
              <a:rPr sz="2000" spc="-15" dirty="0">
                <a:latin typeface="Times New Roman"/>
                <a:cs typeface="Times New Roman"/>
              </a:rPr>
              <a:t> </a:t>
            </a:r>
            <a:r>
              <a:rPr sz="2000" dirty="0">
                <a:latin typeface="Times New Roman"/>
                <a:cs typeface="Times New Roman"/>
              </a:rPr>
              <a:t>of</a:t>
            </a:r>
            <a:r>
              <a:rPr sz="2000" spc="-10" dirty="0">
                <a:latin typeface="Times New Roman"/>
                <a:cs typeface="Times New Roman"/>
              </a:rPr>
              <a:t> </a:t>
            </a:r>
            <a:r>
              <a:rPr sz="2000" dirty="0">
                <a:latin typeface="Times New Roman"/>
                <a:cs typeface="Times New Roman"/>
              </a:rPr>
              <a:t>electronic</a:t>
            </a:r>
            <a:r>
              <a:rPr sz="2000" spc="-30" dirty="0">
                <a:latin typeface="Times New Roman"/>
                <a:cs typeface="Times New Roman"/>
              </a:rPr>
              <a:t> </a:t>
            </a:r>
            <a:r>
              <a:rPr sz="2000" dirty="0">
                <a:latin typeface="Times New Roman"/>
                <a:cs typeface="Times New Roman"/>
              </a:rPr>
              <a:t>goods</a:t>
            </a:r>
            <a:r>
              <a:rPr sz="2000" spc="-40" dirty="0">
                <a:latin typeface="Times New Roman"/>
                <a:cs typeface="Times New Roman"/>
              </a:rPr>
              <a:t> </a:t>
            </a:r>
            <a:r>
              <a:rPr sz="2000" dirty="0">
                <a:latin typeface="Times New Roman"/>
                <a:cs typeface="Times New Roman"/>
              </a:rPr>
              <a:t>and</a:t>
            </a:r>
            <a:r>
              <a:rPr sz="2000" spc="5" dirty="0">
                <a:latin typeface="Times New Roman"/>
                <a:cs typeface="Times New Roman"/>
              </a:rPr>
              <a:t> </a:t>
            </a:r>
            <a:r>
              <a:rPr sz="2000" dirty="0">
                <a:latin typeface="Times New Roman"/>
                <a:cs typeface="Times New Roman"/>
              </a:rPr>
              <a:t>hence</a:t>
            </a:r>
            <a:r>
              <a:rPr sz="2000" spc="-20" dirty="0">
                <a:latin typeface="Times New Roman"/>
                <a:cs typeface="Times New Roman"/>
              </a:rPr>
              <a:t> </a:t>
            </a:r>
            <a:r>
              <a:rPr sz="2000" dirty="0">
                <a:latin typeface="Times New Roman"/>
                <a:cs typeface="Times New Roman"/>
              </a:rPr>
              <a:t>the</a:t>
            </a:r>
            <a:r>
              <a:rPr sz="2000" spc="-10" dirty="0">
                <a:latin typeface="Times New Roman"/>
                <a:cs typeface="Times New Roman"/>
              </a:rPr>
              <a:t> E-waste.</a:t>
            </a:r>
            <a:endParaRPr sz="200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0" rIns="0" bIns="0" rtlCol="0">
            <a:spAutoFit/>
          </a:bodyPr>
          <a:lstStyle/>
          <a:p>
            <a:pPr marL="1598295">
              <a:lnSpc>
                <a:spcPct val="100000"/>
              </a:lnSpc>
              <a:spcBef>
                <a:spcPts val="100"/>
              </a:spcBef>
            </a:pPr>
            <a:r>
              <a:rPr sz="3600" dirty="0"/>
              <a:t>Composition</a:t>
            </a:r>
            <a:r>
              <a:rPr sz="3600" spc="-65" dirty="0"/>
              <a:t> </a:t>
            </a:r>
            <a:r>
              <a:rPr sz="3600" dirty="0"/>
              <a:t>of</a:t>
            </a:r>
            <a:r>
              <a:rPr sz="3600" spc="-45" dirty="0"/>
              <a:t> </a:t>
            </a:r>
            <a:r>
              <a:rPr sz="3600" spc="-10" dirty="0"/>
              <a:t>E-waste</a:t>
            </a:r>
            <a:endParaRPr sz="3600"/>
          </a:p>
        </p:txBody>
      </p:sp>
      <p:sp>
        <p:nvSpPr>
          <p:cNvPr id="3" name="object 3"/>
          <p:cNvSpPr txBox="1"/>
          <p:nvPr/>
        </p:nvSpPr>
        <p:spPr>
          <a:xfrm>
            <a:off x="307340" y="1023873"/>
            <a:ext cx="8530590" cy="3848100"/>
          </a:xfrm>
          <a:prstGeom prst="rect">
            <a:avLst/>
          </a:prstGeom>
        </p:spPr>
        <p:txBody>
          <a:bodyPr vert="horz" wrap="square" lIns="0" tIns="76835" rIns="0" bIns="0" rtlCol="0">
            <a:spAutoFit/>
          </a:bodyPr>
          <a:lstStyle/>
          <a:p>
            <a:pPr marL="355600" marR="5080" indent="-342900" algn="just">
              <a:lnSpc>
                <a:spcPts val="2110"/>
              </a:lnSpc>
              <a:spcBef>
                <a:spcPts val="605"/>
              </a:spcBef>
              <a:buFont typeface="Arial MT"/>
              <a:buChar char="•"/>
              <a:tabLst>
                <a:tab pos="355600" algn="l"/>
              </a:tabLst>
            </a:pPr>
            <a:r>
              <a:rPr sz="2200" spc="-20" dirty="0">
                <a:latin typeface="Times New Roman"/>
                <a:cs typeface="Times New Roman"/>
              </a:rPr>
              <a:t>E-</a:t>
            </a:r>
            <a:r>
              <a:rPr sz="2200" dirty="0">
                <a:latin typeface="Times New Roman"/>
                <a:cs typeface="Times New Roman"/>
              </a:rPr>
              <a:t>waste</a:t>
            </a:r>
            <a:r>
              <a:rPr sz="2200" spc="60" dirty="0">
                <a:latin typeface="Times New Roman"/>
                <a:cs typeface="Times New Roman"/>
              </a:rPr>
              <a:t>  </a:t>
            </a:r>
            <a:r>
              <a:rPr sz="2200" dirty="0">
                <a:latin typeface="Times New Roman"/>
                <a:cs typeface="Times New Roman"/>
              </a:rPr>
              <a:t>contains</a:t>
            </a:r>
            <a:r>
              <a:rPr sz="2200" spc="65" dirty="0">
                <a:latin typeface="Times New Roman"/>
                <a:cs typeface="Times New Roman"/>
              </a:rPr>
              <a:t>  </a:t>
            </a:r>
            <a:r>
              <a:rPr sz="2200" dirty="0">
                <a:latin typeface="Times New Roman"/>
                <a:cs typeface="Times New Roman"/>
              </a:rPr>
              <a:t>all</a:t>
            </a:r>
            <a:r>
              <a:rPr sz="2200" spc="70" dirty="0">
                <a:latin typeface="Times New Roman"/>
                <a:cs typeface="Times New Roman"/>
              </a:rPr>
              <a:t>  </a:t>
            </a:r>
            <a:r>
              <a:rPr sz="2200" dirty="0">
                <a:latin typeface="Times New Roman"/>
                <a:cs typeface="Times New Roman"/>
              </a:rPr>
              <a:t>waste</a:t>
            </a:r>
            <a:r>
              <a:rPr sz="2200" spc="60" dirty="0">
                <a:latin typeface="Times New Roman"/>
                <a:cs typeface="Times New Roman"/>
              </a:rPr>
              <a:t>  </a:t>
            </a:r>
            <a:r>
              <a:rPr sz="2200" dirty="0">
                <a:latin typeface="Times New Roman"/>
                <a:cs typeface="Times New Roman"/>
              </a:rPr>
              <a:t>from</a:t>
            </a:r>
            <a:r>
              <a:rPr sz="2200" spc="60" dirty="0">
                <a:latin typeface="Times New Roman"/>
                <a:cs typeface="Times New Roman"/>
              </a:rPr>
              <a:t>  </a:t>
            </a:r>
            <a:r>
              <a:rPr sz="2200" dirty="0">
                <a:latin typeface="Times New Roman"/>
                <a:cs typeface="Times New Roman"/>
              </a:rPr>
              <a:t>electronic</a:t>
            </a:r>
            <a:r>
              <a:rPr sz="2200" spc="65" dirty="0">
                <a:latin typeface="Times New Roman"/>
                <a:cs typeface="Times New Roman"/>
              </a:rPr>
              <a:t>  </a:t>
            </a:r>
            <a:r>
              <a:rPr sz="2200" dirty="0">
                <a:latin typeface="Times New Roman"/>
                <a:cs typeface="Times New Roman"/>
              </a:rPr>
              <a:t>and</a:t>
            </a:r>
            <a:r>
              <a:rPr sz="2200" spc="70" dirty="0">
                <a:latin typeface="Times New Roman"/>
                <a:cs typeface="Times New Roman"/>
              </a:rPr>
              <a:t>  </a:t>
            </a:r>
            <a:r>
              <a:rPr sz="2200" dirty="0">
                <a:latin typeface="Times New Roman"/>
                <a:cs typeface="Times New Roman"/>
              </a:rPr>
              <a:t>electrical</a:t>
            </a:r>
            <a:r>
              <a:rPr sz="2200" spc="75" dirty="0">
                <a:latin typeface="Times New Roman"/>
                <a:cs typeface="Times New Roman"/>
              </a:rPr>
              <a:t>  </a:t>
            </a:r>
            <a:r>
              <a:rPr sz="2200" spc="-10" dirty="0">
                <a:latin typeface="Times New Roman"/>
                <a:cs typeface="Times New Roman"/>
              </a:rPr>
              <a:t>machines </a:t>
            </a:r>
            <a:r>
              <a:rPr sz="2200" dirty="0">
                <a:latin typeface="Times New Roman"/>
                <a:cs typeface="Times New Roman"/>
              </a:rPr>
              <a:t>which</a:t>
            </a:r>
            <a:r>
              <a:rPr sz="2200" spc="75" dirty="0">
                <a:latin typeface="Times New Roman"/>
                <a:cs typeface="Times New Roman"/>
              </a:rPr>
              <a:t> </a:t>
            </a:r>
            <a:r>
              <a:rPr sz="2200" dirty="0">
                <a:latin typeface="Times New Roman"/>
                <a:cs typeface="Times New Roman"/>
              </a:rPr>
              <a:t>have</a:t>
            </a:r>
            <a:r>
              <a:rPr sz="2200" spc="55" dirty="0">
                <a:latin typeface="Times New Roman"/>
                <a:cs typeface="Times New Roman"/>
              </a:rPr>
              <a:t> </a:t>
            </a:r>
            <a:r>
              <a:rPr sz="2200" dirty="0">
                <a:latin typeface="Times New Roman"/>
                <a:cs typeface="Times New Roman"/>
              </a:rPr>
              <a:t>gotten</a:t>
            </a:r>
            <a:r>
              <a:rPr sz="2200" spc="75" dirty="0">
                <a:latin typeface="Times New Roman"/>
                <a:cs typeface="Times New Roman"/>
              </a:rPr>
              <a:t> </a:t>
            </a:r>
            <a:r>
              <a:rPr sz="2200" dirty="0">
                <a:latin typeface="Times New Roman"/>
                <a:cs typeface="Times New Roman"/>
              </a:rPr>
              <a:t>end</a:t>
            </a:r>
            <a:r>
              <a:rPr sz="2200" spc="70" dirty="0">
                <a:latin typeface="Times New Roman"/>
                <a:cs typeface="Times New Roman"/>
              </a:rPr>
              <a:t> </a:t>
            </a:r>
            <a:r>
              <a:rPr sz="2200" dirty="0">
                <a:latin typeface="Times New Roman"/>
                <a:cs typeface="Times New Roman"/>
              </a:rPr>
              <a:t>of</a:t>
            </a:r>
            <a:r>
              <a:rPr sz="2200" spc="70" dirty="0">
                <a:latin typeface="Times New Roman"/>
                <a:cs typeface="Times New Roman"/>
              </a:rPr>
              <a:t> </a:t>
            </a:r>
            <a:r>
              <a:rPr sz="2200" dirty="0">
                <a:latin typeface="Times New Roman"/>
                <a:cs typeface="Times New Roman"/>
              </a:rPr>
              <a:t>their</a:t>
            </a:r>
            <a:r>
              <a:rPr sz="2200" spc="70" dirty="0">
                <a:latin typeface="Times New Roman"/>
                <a:cs typeface="Times New Roman"/>
              </a:rPr>
              <a:t> </a:t>
            </a:r>
            <a:r>
              <a:rPr sz="2200" dirty="0">
                <a:latin typeface="Times New Roman"/>
                <a:cs typeface="Times New Roman"/>
              </a:rPr>
              <a:t>life</a:t>
            </a:r>
            <a:r>
              <a:rPr sz="2200" spc="65" dirty="0">
                <a:latin typeface="Times New Roman"/>
                <a:cs typeface="Times New Roman"/>
              </a:rPr>
              <a:t> </a:t>
            </a:r>
            <a:r>
              <a:rPr sz="2200" dirty="0">
                <a:latin typeface="Times New Roman"/>
                <a:cs typeface="Times New Roman"/>
              </a:rPr>
              <a:t>period</a:t>
            </a:r>
            <a:r>
              <a:rPr sz="2200" spc="80" dirty="0">
                <a:latin typeface="Times New Roman"/>
                <a:cs typeface="Times New Roman"/>
              </a:rPr>
              <a:t> </a:t>
            </a:r>
            <a:r>
              <a:rPr sz="2200" dirty="0">
                <a:latin typeface="Times New Roman"/>
                <a:cs typeface="Times New Roman"/>
              </a:rPr>
              <a:t>and</a:t>
            </a:r>
            <a:r>
              <a:rPr sz="2200" spc="65" dirty="0">
                <a:latin typeface="Times New Roman"/>
                <a:cs typeface="Times New Roman"/>
              </a:rPr>
              <a:t> </a:t>
            </a:r>
            <a:r>
              <a:rPr sz="2200" dirty="0">
                <a:latin typeface="Times New Roman"/>
                <a:cs typeface="Times New Roman"/>
              </a:rPr>
              <a:t>are</a:t>
            </a:r>
            <a:r>
              <a:rPr sz="2200" spc="65" dirty="0">
                <a:latin typeface="Times New Roman"/>
                <a:cs typeface="Times New Roman"/>
              </a:rPr>
              <a:t> </a:t>
            </a:r>
            <a:r>
              <a:rPr sz="2200" dirty="0">
                <a:latin typeface="Times New Roman"/>
                <a:cs typeface="Times New Roman"/>
              </a:rPr>
              <a:t>no</a:t>
            </a:r>
            <a:r>
              <a:rPr sz="2200" spc="60" dirty="0">
                <a:latin typeface="Times New Roman"/>
                <a:cs typeface="Times New Roman"/>
              </a:rPr>
              <a:t> </a:t>
            </a:r>
            <a:r>
              <a:rPr sz="2200" dirty="0">
                <a:latin typeface="Times New Roman"/>
                <a:cs typeface="Times New Roman"/>
              </a:rPr>
              <a:t>longer</a:t>
            </a:r>
            <a:r>
              <a:rPr sz="2200" spc="70" dirty="0">
                <a:latin typeface="Times New Roman"/>
                <a:cs typeface="Times New Roman"/>
              </a:rPr>
              <a:t> </a:t>
            </a:r>
            <a:r>
              <a:rPr sz="2200" dirty="0">
                <a:latin typeface="Times New Roman"/>
                <a:cs typeface="Times New Roman"/>
              </a:rPr>
              <a:t>suitable</a:t>
            </a:r>
            <a:r>
              <a:rPr sz="2200" spc="65" dirty="0">
                <a:latin typeface="Times New Roman"/>
                <a:cs typeface="Times New Roman"/>
              </a:rPr>
              <a:t> </a:t>
            </a:r>
            <a:r>
              <a:rPr sz="2200" spc="-25" dirty="0">
                <a:latin typeface="Times New Roman"/>
                <a:cs typeface="Times New Roman"/>
              </a:rPr>
              <a:t>for </a:t>
            </a:r>
            <a:r>
              <a:rPr sz="2200" dirty="0">
                <a:latin typeface="Times New Roman"/>
                <a:cs typeface="Times New Roman"/>
              </a:rPr>
              <a:t>their</a:t>
            </a:r>
            <a:r>
              <a:rPr sz="2200" spc="310" dirty="0">
                <a:latin typeface="Times New Roman"/>
                <a:cs typeface="Times New Roman"/>
              </a:rPr>
              <a:t> </a:t>
            </a:r>
            <a:r>
              <a:rPr sz="2200" dirty="0">
                <a:latin typeface="Times New Roman"/>
                <a:cs typeface="Times New Roman"/>
              </a:rPr>
              <a:t>original</a:t>
            </a:r>
            <a:r>
              <a:rPr sz="2200" spc="320" dirty="0">
                <a:latin typeface="Times New Roman"/>
                <a:cs typeface="Times New Roman"/>
              </a:rPr>
              <a:t> </a:t>
            </a:r>
            <a:r>
              <a:rPr sz="2200" dirty="0">
                <a:latin typeface="Times New Roman"/>
                <a:cs typeface="Times New Roman"/>
              </a:rPr>
              <a:t>future</a:t>
            </a:r>
            <a:r>
              <a:rPr sz="2200" spc="315" dirty="0">
                <a:latin typeface="Times New Roman"/>
                <a:cs typeface="Times New Roman"/>
              </a:rPr>
              <a:t> </a:t>
            </a:r>
            <a:r>
              <a:rPr sz="2200" dirty="0">
                <a:latin typeface="Times New Roman"/>
                <a:cs typeface="Times New Roman"/>
              </a:rPr>
              <a:t>use</a:t>
            </a:r>
            <a:r>
              <a:rPr sz="2200" spc="315" dirty="0">
                <a:latin typeface="Times New Roman"/>
                <a:cs typeface="Times New Roman"/>
              </a:rPr>
              <a:t> </a:t>
            </a:r>
            <a:r>
              <a:rPr sz="2200" dirty="0">
                <a:latin typeface="Times New Roman"/>
                <a:cs typeface="Times New Roman"/>
              </a:rPr>
              <a:t>and</a:t>
            </a:r>
            <a:r>
              <a:rPr sz="2200" spc="315" dirty="0">
                <a:latin typeface="Times New Roman"/>
                <a:cs typeface="Times New Roman"/>
              </a:rPr>
              <a:t> </a:t>
            </a:r>
            <a:r>
              <a:rPr sz="2200" dirty="0">
                <a:latin typeface="Times New Roman"/>
                <a:cs typeface="Times New Roman"/>
              </a:rPr>
              <a:t>are</a:t>
            </a:r>
            <a:r>
              <a:rPr sz="2200" spc="305" dirty="0">
                <a:latin typeface="Times New Roman"/>
                <a:cs typeface="Times New Roman"/>
              </a:rPr>
              <a:t> </a:t>
            </a:r>
            <a:r>
              <a:rPr sz="2200" dirty="0">
                <a:latin typeface="Times New Roman"/>
                <a:cs typeface="Times New Roman"/>
              </a:rPr>
              <a:t>intended</a:t>
            </a:r>
            <a:r>
              <a:rPr sz="2200" spc="320" dirty="0">
                <a:latin typeface="Times New Roman"/>
                <a:cs typeface="Times New Roman"/>
              </a:rPr>
              <a:t> </a:t>
            </a:r>
            <a:r>
              <a:rPr sz="2200" dirty="0">
                <a:latin typeface="Times New Roman"/>
                <a:cs typeface="Times New Roman"/>
              </a:rPr>
              <a:t>for</a:t>
            </a:r>
            <a:r>
              <a:rPr sz="2200" spc="315" dirty="0">
                <a:latin typeface="Times New Roman"/>
                <a:cs typeface="Times New Roman"/>
              </a:rPr>
              <a:t> </a:t>
            </a:r>
            <a:r>
              <a:rPr sz="2200" dirty="0">
                <a:latin typeface="Times New Roman"/>
                <a:cs typeface="Times New Roman"/>
              </a:rPr>
              <a:t>salvage,</a:t>
            </a:r>
            <a:r>
              <a:rPr sz="2200" spc="310" dirty="0">
                <a:latin typeface="Times New Roman"/>
                <a:cs typeface="Times New Roman"/>
              </a:rPr>
              <a:t> </a:t>
            </a:r>
            <a:r>
              <a:rPr sz="2200" dirty="0">
                <a:latin typeface="Times New Roman"/>
                <a:cs typeface="Times New Roman"/>
              </a:rPr>
              <a:t>reprocessing</a:t>
            </a:r>
            <a:r>
              <a:rPr sz="2200" spc="320" dirty="0">
                <a:latin typeface="Times New Roman"/>
                <a:cs typeface="Times New Roman"/>
              </a:rPr>
              <a:t> </a:t>
            </a:r>
            <a:r>
              <a:rPr sz="2200" spc="-25" dirty="0">
                <a:latin typeface="Times New Roman"/>
                <a:cs typeface="Times New Roman"/>
              </a:rPr>
              <a:t>or </a:t>
            </a:r>
            <a:r>
              <a:rPr sz="2200" spc="-10" dirty="0">
                <a:latin typeface="Times New Roman"/>
                <a:cs typeface="Times New Roman"/>
              </a:rPr>
              <a:t>discarding.</a:t>
            </a:r>
            <a:endParaRPr sz="2200">
              <a:latin typeface="Times New Roman"/>
              <a:cs typeface="Times New Roman"/>
            </a:endParaRPr>
          </a:p>
          <a:p>
            <a:pPr marL="355600" marR="6985" indent="-342900" algn="just">
              <a:lnSpc>
                <a:spcPts val="2110"/>
              </a:lnSpc>
              <a:spcBef>
                <a:spcPts val="540"/>
              </a:spcBef>
              <a:buFont typeface="Arial MT"/>
              <a:buChar char="•"/>
              <a:tabLst>
                <a:tab pos="355600" algn="l"/>
              </a:tabLst>
            </a:pPr>
            <a:r>
              <a:rPr sz="2200" dirty="0">
                <a:latin typeface="Times New Roman"/>
                <a:cs typeface="Times New Roman"/>
              </a:rPr>
              <a:t>It</a:t>
            </a:r>
            <a:r>
              <a:rPr sz="2200" spc="165" dirty="0">
                <a:latin typeface="Times New Roman"/>
                <a:cs typeface="Times New Roman"/>
              </a:rPr>
              <a:t> </a:t>
            </a:r>
            <a:r>
              <a:rPr sz="2200" dirty="0">
                <a:latin typeface="Times New Roman"/>
                <a:cs typeface="Times New Roman"/>
              </a:rPr>
              <a:t>comprises</a:t>
            </a:r>
            <a:r>
              <a:rPr sz="2200" spc="170" dirty="0">
                <a:latin typeface="Times New Roman"/>
                <a:cs typeface="Times New Roman"/>
              </a:rPr>
              <a:t> </a:t>
            </a:r>
            <a:r>
              <a:rPr sz="2200" dirty="0">
                <a:latin typeface="Times New Roman"/>
                <a:cs typeface="Times New Roman"/>
              </a:rPr>
              <a:t>computer</a:t>
            </a:r>
            <a:r>
              <a:rPr sz="2200" spc="175" dirty="0">
                <a:latin typeface="Times New Roman"/>
                <a:cs typeface="Times New Roman"/>
              </a:rPr>
              <a:t> </a:t>
            </a:r>
            <a:r>
              <a:rPr sz="2200" dirty="0">
                <a:latin typeface="Times New Roman"/>
                <a:cs typeface="Times New Roman"/>
              </a:rPr>
              <a:t>and</a:t>
            </a:r>
            <a:r>
              <a:rPr sz="2200" spc="175" dirty="0">
                <a:latin typeface="Times New Roman"/>
                <a:cs typeface="Times New Roman"/>
              </a:rPr>
              <a:t> </a:t>
            </a:r>
            <a:r>
              <a:rPr sz="2200" dirty="0">
                <a:latin typeface="Times New Roman"/>
                <a:cs typeface="Times New Roman"/>
              </a:rPr>
              <a:t>its</a:t>
            </a:r>
            <a:r>
              <a:rPr sz="2200" spc="170" dirty="0">
                <a:latin typeface="Times New Roman"/>
                <a:cs typeface="Times New Roman"/>
              </a:rPr>
              <a:t> </a:t>
            </a:r>
            <a:r>
              <a:rPr sz="2200" dirty="0">
                <a:latin typeface="Times New Roman"/>
                <a:cs typeface="Times New Roman"/>
              </a:rPr>
              <a:t>parts</a:t>
            </a:r>
            <a:r>
              <a:rPr sz="2200" spc="170" dirty="0">
                <a:latin typeface="Times New Roman"/>
                <a:cs typeface="Times New Roman"/>
              </a:rPr>
              <a:t> </a:t>
            </a:r>
            <a:r>
              <a:rPr sz="2200" dirty="0">
                <a:latin typeface="Times New Roman"/>
                <a:cs typeface="Times New Roman"/>
              </a:rPr>
              <a:t>(like</a:t>
            </a:r>
            <a:r>
              <a:rPr sz="2200" spc="175" dirty="0">
                <a:latin typeface="Times New Roman"/>
                <a:cs typeface="Times New Roman"/>
              </a:rPr>
              <a:t> </a:t>
            </a:r>
            <a:r>
              <a:rPr sz="2200" dirty="0">
                <a:latin typeface="Times New Roman"/>
                <a:cs typeface="Times New Roman"/>
              </a:rPr>
              <a:t>monitors,</a:t>
            </a:r>
            <a:r>
              <a:rPr sz="2200" spc="180" dirty="0">
                <a:latin typeface="Times New Roman"/>
                <a:cs typeface="Times New Roman"/>
              </a:rPr>
              <a:t> </a:t>
            </a:r>
            <a:r>
              <a:rPr sz="2200" dirty="0">
                <a:latin typeface="Times New Roman"/>
                <a:cs typeface="Times New Roman"/>
              </a:rPr>
              <a:t>printers,</a:t>
            </a:r>
            <a:r>
              <a:rPr sz="2200" spc="175" dirty="0">
                <a:latin typeface="Times New Roman"/>
                <a:cs typeface="Times New Roman"/>
              </a:rPr>
              <a:t> </a:t>
            </a:r>
            <a:r>
              <a:rPr sz="2200" spc="-10" dirty="0">
                <a:latin typeface="Times New Roman"/>
                <a:cs typeface="Times New Roman"/>
              </a:rPr>
              <a:t>keyboards, </a:t>
            </a:r>
            <a:r>
              <a:rPr sz="2200" dirty="0">
                <a:latin typeface="Times New Roman"/>
                <a:cs typeface="Times New Roman"/>
              </a:rPr>
              <a:t>central</a:t>
            </a:r>
            <a:r>
              <a:rPr sz="2200" spc="90" dirty="0">
                <a:latin typeface="Times New Roman"/>
                <a:cs typeface="Times New Roman"/>
              </a:rPr>
              <a:t>  </a:t>
            </a:r>
            <a:r>
              <a:rPr sz="2200" dirty="0">
                <a:latin typeface="Times New Roman"/>
                <a:cs typeface="Times New Roman"/>
              </a:rPr>
              <a:t>processing</a:t>
            </a:r>
            <a:r>
              <a:rPr sz="2200" spc="95" dirty="0">
                <a:latin typeface="Times New Roman"/>
                <a:cs typeface="Times New Roman"/>
              </a:rPr>
              <a:t>  </a:t>
            </a:r>
            <a:r>
              <a:rPr sz="2200" dirty="0">
                <a:latin typeface="Times New Roman"/>
                <a:cs typeface="Times New Roman"/>
              </a:rPr>
              <a:t>units),</a:t>
            </a:r>
            <a:r>
              <a:rPr sz="2200" spc="90" dirty="0">
                <a:latin typeface="Times New Roman"/>
                <a:cs typeface="Times New Roman"/>
              </a:rPr>
              <a:t>  </a:t>
            </a:r>
            <a:r>
              <a:rPr sz="2200" dirty="0">
                <a:latin typeface="Times New Roman"/>
                <a:cs typeface="Times New Roman"/>
              </a:rPr>
              <a:t>typewriters,</a:t>
            </a:r>
            <a:r>
              <a:rPr sz="2200" spc="100" dirty="0">
                <a:latin typeface="Times New Roman"/>
                <a:cs typeface="Times New Roman"/>
              </a:rPr>
              <a:t>  </a:t>
            </a:r>
            <a:r>
              <a:rPr sz="2200" dirty="0">
                <a:latin typeface="Times New Roman"/>
                <a:cs typeface="Times New Roman"/>
              </a:rPr>
              <a:t>mobile</a:t>
            </a:r>
            <a:r>
              <a:rPr sz="2200" spc="90" dirty="0">
                <a:latin typeface="Times New Roman"/>
                <a:cs typeface="Times New Roman"/>
              </a:rPr>
              <a:t>  </a:t>
            </a:r>
            <a:r>
              <a:rPr sz="2200" dirty="0">
                <a:latin typeface="Times New Roman"/>
                <a:cs typeface="Times New Roman"/>
              </a:rPr>
              <a:t>phones</a:t>
            </a:r>
            <a:r>
              <a:rPr sz="2200" spc="95" dirty="0">
                <a:latin typeface="Times New Roman"/>
                <a:cs typeface="Times New Roman"/>
              </a:rPr>
              <a:t>  </a:t>
            </a:r>
            <a:r>
              <a:rPr sz="2200" dirty="0">
                <a:latin typeface="Times New Roman"/>
                <a:cs typeface="Times New Roman"/>
              </a:rPr>
              <a:t>and</a:t>
            </a:r>
            <a:r>
              <a:rPr sz="2200" spc="100" dirty="0">
                <a:latin typeface="Times New Roman"/>
                <a:cs typeface="Times New Roman"/>
              </a:rPr>
              <a:t>  </a:t>
            </a:r>
            <a:r>
              <a:rPr sz="2200" spc="-10" dirty="0">
                <a:latin typeface="Times New Roman"/>
                <a:cs typeface="Times New Roman"/>
              </a:rPr>
              <a:t>chargers, </a:t>
            </a:r>
            <a:r>
              <a:rPr sz="2200" dirty="0">
                <a:latin typeface="Times New Roman"/>
                <a:cs typeface="Times New Roman"/>
              </a:rPr>
              <a:t>remotes,</a:t>
            </a:r>
            <a:r>
              <a:rPr sz="2200" spc="450" dirty="0">
                <a:latin typeface="Times New Roman"/>
                <a:cs typeface="Times New Roman"/>
              </a:rPr>
              <a:t> </a:t>
            </a:r>
            <a:r>
              <a:rPr sz="2200" dirty="0">
                <a:latin typeface="Times New Roman"/>
                <a:cs typeface="Times New Roman"/>
              </a:rPr>
              <a:t>compact</a:t>
            </a:r>
            <a:r>
              <a:rPr sz="2200" spc="459" dirty="0">
                <a:latin typeface="Times New Roman"/>
                <a:cs typeface="Times New Roman"/>
              </a:rPr>
              <a:t> </a:t>
            </a:r>
            <a:r>
              <a:rPr sz="2200" dirty="0">
                <a:latin typeface="Times New Roman"/>
                <a:cs typeface="Times New Roman"/>
              </a:rPr>
              <a:t>discs,</a:t>
            </a:r>
            <a:r>
              <a:rPr sz="2200" spc="470" dirty="0">
                <a:latin typeface="Times New Roman"/>
                <a:cs typeface="Times New Roman"/>
              </a:rPr>
              <a:t> </a:t>
            </a:r>
            <a:r>
              <a:rPr sz="2200" dirty="0">
                <a:latin typeface="Times New Roman"/>
                <a:cs typeface="Times New Roman"/>
              </a:rPr>
              <a:t>floppies,</a:t>
            </a:r>
            <a:r>
              <a:rPr sz="2200" spc="459" dirty="0">
                <a:latin typeface="Times New Roman"/>
                <a:cs typeface="Times New Roman"/>
              </a:rPr>
              <a:t> </a:t>
            </a:r>
            <a:r>
              <a:rPr sz="2200" dirty="0">
                <a:latin typeface="Times New Roman"/>
                <a:cs typeface="Times New Roman"/>
              </a:rPr>
              <a:t>headphones,</a:t>
            </a:r>
            <a:r>
              <a:rPr sz="2200" spc="465" dirty="0">
                <a:latin typeface="Times New Roman"/>
                <a:cs typeface="Times New Roman"/>
              </a:rPr>
              <a:t> </a:t>
            </a:r>
            <a:r>
              <a:rPr sz="2200" dirty="0">
                <a:latin typeface="Times New Roman"/>
                <a:cs typeface="Times New Roman"/>
              </a:rPr>
              <a:t>batteries,</a:t>
            </a:r>
            <a:r>
              <a:rPr sz="2200" spc="465" dirty="0">
                <a:latin typeface="Times New Roman"/>
                <a:cs typeface="Times New Roman"/>
              </a:rPr>
              <a:t> </a:t>
            </a:r>
            <a:r>
              <a:rPr sz="2200" spc="-10" dirty="0">
                <a:latin typeface="Times New Roman"/>
                <a:cs typeface="Times New Roman"/>
              </a:rPr>
              <a:t>LCD/Plasma </a:t>
            </a:r>
            <a:r>
              <a:rPr sz="2200" dirty="0">
                <a:latin typeface="Times New Roman"/>
                <a:cs typeface="Times New Roman"/>
              </a:rPr>
              <a:t>TVs,</a:t>
            </a:r>
            <a:r>
              <a:rPr sz="2200" spc="-55" dirty="0">
                <a:latin typeface="Times New Roman"/>
                <a:cs typeface="Times New Roman"/>
              </a:rPr>
              <a:t> </a:t>
            </a:r>
            <a:r>
              <a:rPr sz="2200" dirty="0">
                <a:latin typeface="Times New Roman"/>
                <a:cs typeface="Times New Roman"/>
              </a:rPr>
              <a:t>air</a:t>
            </a:r>
            <a:r>
              <a:rPr sz="2200" spc="-50" dirty="0">
                <a:latin typeface="Times New Roman"/>
                <a:cs typeface="Times New Roman"/>
              </a:rPr>
              <a:t> </a:t>
            </a:r>
            <a:r>
              <a:rPr sz="2200" dirty="0">
                <a:latin typeface="Times New Roman"/>
                <a:cs typeface="Times New Roman"/>
              </a:rPr>
              <a:t>conditioners,</a:t>
            </a:r>
            <a:r>
              <a:rPr sz="2200" spc="-55" dirty="0">
                <a:latin typeface="Times New Roman"/>
                <a:cs typeface="Times New Roman"/>
              </a:rPr>
              <a:t> </a:t>
            </a:r>
            <a:r>
              <a:rPr sz="2200" dirty="0">
                <a:latin typeface="Times New Roman"/>
                <a:cs typeface="Times New Roman"/>
              </a:rPr>
              <a:t>refrigerators</a:t>
            </a:r>
            <a:r>
              <a:rPr sz="2200" spc="-30" dirty="0">
                <a:latin typeface="Times New Roman"/>
                <a:cs typeface="Times New Roman"/>
              </a:rPr>
              <a:t> </a:t>
            </a:r>
            <a:r>
              <a:rPr sz="2200" dirty="0">
                <a:latin typeface="Times New Roman"/>
                <a:cs typeface="Times New Roman"/>
              </a:rPr>
              <a:t>and</a:t>
            </a:r>
            <a:r>
              <a:rPr sz="2200" spc="-60" dirty="0">
                <a:latin typeface="Times New Roman"/>
                <a:cs typeface="Times New Roman"/>
              </a:rPr>
              <a:t> </a:t>
            </a:r>
            <a:r>
              <a:rPr sz="2200" dirty="0">
                <a:latin typeface="Times New Roman"/>
                <a:cs typeface="Times New Roman"/>
              </a:rPr>
              <a:t>many</a:t>
            </a:r>
            <a:r>
              <a:rPr sz="2200" spc="-35" dirty="0">
                <a:latin typeface="Times New Roman"/>
                <a:cs typeface="Times New Roman"/>
              </a:rPr>
              <a:t> </a:t>
            </a:r>
            <a:r>
              <a:rPr sz="2200" dirty="0">
                <a:latin typeface="Times New Roman"/>
                <a:cs typeface="Times New Roman"/>
              </a:rPr>
              <a:t>other</a:t>
            </a:r>
            <a:r>
              <a:rPr sz="2200" spc="-55" dirty="0">
                <a:latin typeface="Times New Roman"/>
                <a:cs typeface="Times New Roman"/>
              </a:rPr>
              <a:t> </a:t>
            </a:r>
            <a:r>
              <a:rPr sz="2200" dirty="0">
                <a:latin typeface="Times New Roman"/>
                <a:cs typeface="Times New Roman"/>
              </a:rPr>
              <a:t>household</a:t>
            </a:r>
            <a:r>
              <a:rPr sz="2200" spc="-65" dirty="0">
                <a:latin typeface="Times New Roman"/>
                <a:cs typeface="Times New Roman"/>
              </a:rPr>
              <a:t> </a:t>
            </a:r>
            <a:r>
              <a:rPr sz="2200" spc="-10" dirty="0">
                <a:latin typeface="Times New Roman"/>
                <a:cs typeface="Times New Roman"/>
              </a:rPr>
              <a:t>machines.</a:t>
            </a:r>
            <a:endParaRPr sz="2200">
              <a:latin typeface="Times New Roman"/>
              <a:cs typeface="Times New Roman"/>
            </a:endParaRPr>
          </a:p>
          <a:p>
            <a:pPr marL="355600" indent="-342900" algn="just">
              <a:lnSpc>
                <a:spcPts val="2375"/>
              </a:lnSpc>
              <a:spcBef>
                <a:spcPts val="25"/>
              </a:spcBef>
              <a:buFont typeface="Arial MT"/>
              <a:buChar char="•"/>
              <a:tabLst>
                <a:tab pos="355600" algn="l"/>
              </a:tabLst>
            </a:pPr>
            <a:r>
              <a:rPr sz="2200" dirty="0">
                <a:latin typeface="Times New Roman"/>
                <a:cs typeface="Times New Roman"/>
              </a:rPr>
              <a:t>It</a:t>
            </a:r>
            <a:r>
              <a:rPr sz="2200" spc="270" dirty="0">
                <a:latin typeface="Times New Roman"/>
                <a:cs typeface="Times New Roman"/>
              </a:rPr>
              <a:t> </a:t>
            </a:r>
            <a:r>
              <a:rPr sz="2200" dirty="0">
                <a:latin typeface="Times New Roman"/>
                <a:cs typeface="Times New Roman"/>
              </a:rPr>
              <a:t>is</a:t>
            </a:r>
            <a:r>
              <a:rPr sz="2200" spc="270" dirty="0">
                <a:latin typeface="Times New Roman"/>
                <a:cs typeface="Times New Roman"/>
              </a:rPr>
              <a:t> </a:t>
            </a:r>
            <a:r>
              <a:rPr sz="2200" dirty="0">
                <a:latin typeface="Times New Roman"/>
                <a:cs typeface="Times New Roman"/>
              </a:rPr>
              <a:t>very</a:t>
            </a:r>
            <a:r>
              <a:rPr sz="2200" spc="295" dirty="0">
                <a:latin typeface="Times New Roman"/>
                <a:cs typeface="Times New Roman"/>
              </a:rPr>
              <a:t> </a:t>
            </a:r>
            <a:r>
              <a:rPr sz="2200" dirty="0">
                <a:latin typeface="Times New Roman"/>
                <a:cs typeface="Times New Roman"/>
              </a:rPr>
              <a:t>clear</a:t>
            </a:r>
            <a:r>
              <a:rPr sz="2200" spc="270" dirty="0">
                <a:latin typeface="Times New Roman"/>
                <a:cs typeface="Times New Roman"/>
              </a:rPr>
              <a:t> </a:t>
            </a:r>
            <a:r>
              <a:rPr sz="2200" dirty="0">
                <a:latin typeface="Times New Roman"/>
                <a:cs typeface="Times New Roman"/>
              </a:rPr>
              <a:t>from</a:t>
            </a:r>
            <a:r>
              <a:rPr sz="2200" spc="260" dirty="0">
                <a:latin typeface="Times New Roman"/>
                <a:cs typeface="Times New Roman"/>
              </a:rPr>
              <a:t> </a:t>
            </a:r>
            <a:r>
              <a:rPr sz="2200" dirty="0">
                <a:latin typeface="Times New Roman"/>
                <a:cs typeface="Times New Roman"/>
              </a:rPr>
              <a:t>the</a:t>
            </a:r>
            <a:r>
              <a:rPr sz="2200" spc="275" dirty="0">
                <a:latin typeface="Times New Roman"/>
                <a:cs typeface="Times New Roman"/>
              </a:rPr>
              <a:t> </a:t>
            </a:r>
            <a:r>
              <a:rPr sz="2200" dirty="0">
                <a:latin typeface="Times New Roman"/>
                <a:cs typeface="Times New Roman"/>
              </a:rPr>
              <a:t>studies</a:t>
            </a:r>
            <a:r>
              <a:rPr sz="2200" spc="280" dirty="0">
                <a:latin typeface="Times New Roman"/>
                <a:cs typeface="Times New Roman"/>
              </a:rPr>
              <a:t> </a:t>
            </a:r>
            <a:r>
              <a:rPr sz="2200" dirty="0">
                <a:latin typeface="Times New Roman"/>
                <a:cs typeface="Times New Roman"/>
              </a:rPr>
              <a:t>that</a:t>
            </a:r>
            <a:r>
              <a:rPr sz="2200" spc="270" dirty="0">
                <a:latin typeface="Times New Roman"/>
                <a:cs typeface="Times New Roman"/>
              </a:rPr>
              <a:t> </a:t>
            </a:r>
            <a:r>
              <a:rPr sz="2200" dirty="0">
                <a:latin typeface="Times New Roman"/>
                <a:cs typeface="Times New Roman"/>
              </a:rPr>
              <a:t>most</a:t>
            </a:r>
            <a:r>
              <a:rPr sz="2200" spc="280" dirty="0">
                <a:latin typeface="Times New Roman"/>
                <a:cs typeface="Times New Roman"/>
              </a:rPr>
              <a:t> </a:t>
            </a:r>
            <a:r>
              <a:rPr sz="2200" dirty="0">
                <a:latin typeface="Times New Roman"/>
                <a:cs typeface="Times New Roman"/>
              </a:rPr>
              <a:t>of</a:t>
            </a:r>
            <a:r>
              <a:rPr sz="2200" spc="270" dirty="0">
                <a:latin typeface="Times New Roman"/>
                <a:cs typeface="Times New Roman"/>
              </a:rPr>
              <a:t> </a:t>
            </a:r>
            <a:r>
              <a:rPr sz="2200" dirty="0">
                <a:latin typeface="Times New Roman"/>
                <a:cs typeface="Times New Roman"/>
              </a:rPr>
              <a:t>the</a:t>
            </a:r>
            <a:r>
              <a:rPr sz="2200" spc="275" dirty="0">
                <a:latin typeface="Times New Roman"/>
                <a:cs typeface="Times New Roman"/>
              </a:rPr>
              <a:t> </a:t>
            </a:r>
            <a:r>
              <a:rPr sz="2200" spc="-10" dirty="0">
                <a:latin typeface="Times New Roman"/>
                <a:cs typeface="Times New Roman"/>
              </a:rPr>
              <a:t>E-</a:t>
            </a:r>
            <a:r>
              <a:rPr sz="2200" dirty="0">
                <a:latin typeface="Times New Roman"/>
                <a:cs typeface="Times New Roman"/>
              </a:rPr>
              <a:t>waste</a:t>
            </a:r>
            <a:r>
              <a:rPr sz="2200" spc="270" dirty="0">
                <a:latin typeface="Times New Roman"/>
                <a:cs typeface="Times New Roman"/>
              </a:rPr>
              <a:t> </a:t>
            </a:r>
            <a:r>
              <a:rPr sz="2200" dirty="0">
                <a:latin typeface="Times New Roman"/>
                <a:cs typeface="Times New Roman"/>
              </a:rPr>
              <a:t>comes</a:t>
            </a:r>
            <a:r>
              <a:rPr sz="2200" spc="275" dirty="0">
                <a:latin typeface="Times New Roman"/>
                <a:cs typeface="Times New Roman"/>
              </a:rPr>
              <a:t> </a:t>
            </a:r>
            <a:r>
              <a:rPr sz="2200" spc="-20" dirty="0">
                <a:latin typeface="Times New Roman"/>
                <a:cs typeface="Times New Roman"/>
              </a:rPr>
              <a:t>from</a:t>
            </a:r>
            <a:endParaRPr sz="2200">
              <a:latin typeface="Times New Roman"/>
              <a:cs typeface="Times New Roman"/>
            </a:endParaRPr>
          </a:p>
          <a:p>
            <a:pPr marL="355600" algn="just">
              <a:lnSpc>
                <a:spcPts val="2375"/>
              </a:lnSpc>
            </a:pPr>
            <a:r>
              <a:rPr sz="2200" dirty="0">
                <a:latin typeface="Times New Roman"/>
                <a:cs typeface="Times New Roman"/>
              </a:rPr>
              <a:t>computers,</a:t>
            </a:r>
            <a:r>
              <a:rPr sz="2200" spc="-45" dirty="0">
                <a:latin typeface="Times New Roman"/>
                <a:cs typeface="Times New Roman"/>
              </a:rPr>
              <a:t> </a:t>
            </a:r>
            <a:r>
              <a:rPr sz="2200" dirty="0">
                <a:latin typeface="Times New Roman"/>
                <a:cs typeface="Times New Roman"/>
              </a:rPr>
              <a:t>cell</a:t>
            </a:r>
            <a:r>
              <a:rPr sz="2200" spc="-45" dirty="0">
                <a:latin typeface="Times New Roman"/>
                <a:cs typeface="Times New Roman"/>
              </a:rPr>
              <a:t> </a:t>
            </a:r>
            <a:r>
              <a:rPr sz="2200" dirty="0">
                <a:latin typeface="Times New Roman"/>
                <a:cs typeface="Times New Roman"/>
              </a:rPr>
              <a:t>phones,</a:t>
            </a:r>
            <a:r>
              <a:rPr sz="2200" spc="-105" dirty="0">
                <a:latin typeface="Times New Roman"/>
                <a:cs typeface="Times New Roman"/>
              </a:rPr>
              <a:t> </a:t>
            </a:r>
            <a:r>
              <a:rPr sz="2200" dirty="0">
                <a:latin typeface="Times New Roman"/>
                <a:cs typeface="Times New Roman"/>
              </a:rPr>
              <a:t>TVs,</a:t>
            </a:r>
            <a:r>
              <a:rPr sz="2200" spc="-60" dirty="0">
                <a:latin typeface="Times New Roman"/>
                <a:cs typeface="Times New Roman"/>
              </a:rPr>
              <a:t> </a:t>
            </a:r>
            <a:r>
              <a:rPr sz="2200" dirty="0">
                <a:latin typeface="Times New Roman"/>
                <a:cs typeface="Times New Roman"/>
              </a:rPr>
              <a:t>Refrigerators</a:t>
            </a:r>
            <a:r>
              <a:rPr sz="2200" spc="-35" dirty="0">
                <a:latin typeface="Times New Roman"/>
                <a:cs typeface="Times New Roman"/>
              </a:rPr>
              <a:t> </a:t>
            </a:r>
            <a:r>
              <a:rPr sz="2200" dirty="0">
                <a:latin typeface="Times New Roman"/>
                <a:cs typeface="Times New Roman"/>
              </a:rPr>
              <a:t>and</a:t>
            </a:r>
            <a:r>
              <a:rPr sz="2200" spc="-60" dirty="0">
                <a:latin typeface="Times New Roman"/>
                <a:cs typeface="Times New Roman"/>
              </a:rPr>
              <a:t> </a:t>
            </a:r>
            <a:r>
              <a:rPr sz="2200" dirty="0">
                <a:latin typeface="Times New Roman"/>
                <a:cs typeface="Times New Roman"/>
              </a:rPr>
              <a:t>washing</a:t>
            </a:r>
            <a:r>
              <a:rPr sz="2200" spc="-65" dirty="0">
                <a:latin typeface="Times New Roman"/>
                <a:cs typeface="Times New Roman"/>
              </a:rPr>
              <a:t> </a:t>
            </a:r>
            <a:r>
              <a:rPr sz="2200" spc="-10" dirty="0">
                <a:latin typeface="Times New Roman"/>
                <a:cs typeface="Times New Roman"/>
              </a:rPr>
              <a:t>machines.</a:t>
            </a:r>
            <a:endParaRPr sz="2200">
              <a:latin typeface="Times New Roman"/>
              <a:cs typeface="Times New Roman"/>
            </a:endParaRPr>
          </a:p>
          <a:p>
            <a:pPr marL="355600" marR="5080" indent="-342900" algn="just">
              <a:lnSpc>
                <a:spcPct val="80000"/>
              </a:lnSpc>
              <a:spcBef>
                <a:spcPts val="530"/>
              </a:spcBef>
              <a:buFont typeface="Arial MT"/>
              <a:buChar char="•"/>
              <a:tabLst>
                <a:tab pos="355600" algn="l"/>
              </a:tabLst>
            </a:pPr>
            <a:r>
              <a:rPr sz="2200" dirty="0">
                <a:latin typeface="Times New Roman"/>
                <a:cs typeface="Times New Roman"/>
              </a:rPr>
              <a:t>If</a:t>
            </a:r>
            <a:r>
              <a:rPr sz="2200" spc="535" dirty="0">
                <a:latin typeface="Times New Roman"/>
                <a:cs typeface="Times New Roman"/>
              </a:rPr>
              <a:t> </a:t>
            </a:r>
            <a:r>
              <a:rPr sz="2200" dirty="0">
                <a:latin typeface="Times New Roman"/>
                <a:cs typeface="Times New Roman"/>
              </a:rPr>
              <a:t>we  know</a:t>
            </a:r>
            <a:r>
              <a:rPr sz="2200" spc="530" dirty="0">
                <a:latin typeface="Times New Roman"/>
                <a:cs typeface="Times New Roman"/>
              </a:rPr>
              <a:t> </a:t>
            </a:r>
            <a:r>
              <a:rPr sz="2200" dirty="0">
                <a:latin typeface="Times New Roman"/>
                <a:cs typeface="Times New Roman"/>
              </a:rPr>
              <a:t>the</a:t>
            </a:r>
            <a:r>
              <a:rPr sz="2200" spc="540" dirty="0">
                <a:latin typeface="Times New Roman"/>
                <a:cs typeface="Times New Roman"/>
              </a:rPr>
              <a:t> </a:t>
            </a:r>
            <a:r>
              <a:rPr sz="2200" dirty="0">
                <a:latin typeface="Times New Roman"/>
                <a:cs typeface="Times New Roman"/>
              </a:rPr>
              <a:t>composition  of</a:t>
            </a:r>
            <a:r>
              <a:rPr sz="2200" spc="540" dirty="0">
                <a:latin typeface="Times New Roman"/>
                <a:cs typeface="Times New Roman"/>
              </a:rPr>
              <a:t> </a:t>
            </a:r>
            <a:r>
              <a:rPr sz="2200" spc="-20" dirty="0">
                <a:latin typeface="Times New Roman"/>
                <a:cs typeface="Times New Roman"/>
              </a:rPr>
              <a:t>E-</a:t>
            </a:r>
            <a:r>
              <a:rPr sz="2200" dirty="0">
                <a:latin typeface="Times New Roman"/>
                <a:cs typeface="Times New Roman"/>
              </a:rPr>
              <a:t>waste</a:t>
            </a:r>
            <a:r>
              <a:rPr sz="2200" spc="540" dirty="0">
                <a:latin typeface="Times New Roman"/>
                <a:cs typeface="Times New Roman"/>
              </a:rPr>
              <a:t> </a:t>
            </a:r>
            <a:r>
              <a:rPr sz="2200" dirty="0">
                <a:latin typeface="Times New Roman"/>
                <a:cs typeface="Times New Roman"/>
              </a:rPr>
              <a:t>then</a:t>
            </a:r>
            <a:r>
              <a:rPr sz="2200" spc="540" dirty="0">
                <a:latin typeface="Times New Roman"/>
                <a:cs typeface="Times New Roman"/>
              </a:rPr>
              <a:t> </a:t>
            </a:r>
            <a:r>
              <a:rPr sz="2200" dirty="0">
                <a:latin typeface="Times New Roman"/>
                <a:cs typeface="Times New Roman"/>
              </a:rPr>
              <a:t>it</a:t>
            </a:r>
            <a:r>
              <a:rPr sz="2200" spc="540" dirty="0">
                <a:latin typeface="Times New Roman"/>
                <a:cs typeface="Times New Roman"/>
              </a:rPr>
              <a:t> </a:t>
            </a:r>
            <a:r>
              <a:rPr sz="2200" dirty="0">
                <a:latin typeface="Times New Roman"/>
                <a:cs typeface="Times New Roman"/>
              </a:rPr>
              <a:t>is</a:t>
            </a:r>
            <a:r>
              <a:rPr sz="2200" spc="530" dirty="0">
                <a:latin typeface="Times New Roman"/>
                <a:cs typeface="Times New Roman"/>
              </a:rPr>
              <a:t> </a:t>
            </a:r>
            <a:r>
              <a:rPr sz="2200" dirty="0">
                <a:latin typeface="Times New Roman"/>
                <a:cs typeface="Times New Roman"/>
              </a:rPr>
              <a:t>easy</a:t>
            </a:r>
            <a:r>
              <a:rPr sz="2200" spc="5" dirty="0">
                <a:latin typeface="Times New Roman"/>
                <a:cs typeface="Times New Roman"/>
              </a:rPr>
              <a:t>  </a:t>
            </a:r>
            <a:r>
              <a:rPr sz="2200" dirty="0">
                <a:latin typeface="Times New Roman"/>
                <a:cs typeface="Times New Roman"/>
              </a:rPr>
              <a:t>to</a:t>
            </a:r>
            <a:r>
              <a:rPr sz="2200" spc="540" dirty="0">
                <a:latin typeface="Times New Roman"/>
                <a:cs typeface="Times New Roman"/>
              </a:rPr>
              <a:t> </a:t>
            </a:r>
            <a:r>
              <a:rPr sz="2200" dirty="0">
                <a:latin typeface="Times New Roman"/>
                <a:cs typeface="Times New Roman"/>
              </a:rPr>
              <a:t>find</a:t>
            </a:r>
            <a:r>
              <a:rPr sz="2200" spc="540" dirty="0">
                <a:latin typeface="Times New Roman"/>
                <a:cs typeface="Times New Roman"/>
              </a:rPr>
              <a:t> </a:t>
            </a:r>
            <a:r>
              <a:rPr sz="2200" spc="-25" dirty="0">
                <a:latin typeface="Times New Roman"/>
                <a:cs typeface="Times New Roman"/>
              </a:rPr>
              <a:t>the </a:t>
            </a:r>
            <a:r>
              <a:rPr sz="2200" dirty="0">
                <a:latin typeface="Times New Roman"/>
                <a:cs typeface="Times New Roman"/>
              </a:rPr>
              <a:t>hazardous</a:t>
            </a:r>
            <a:r>
              <a:rPr sz="2200" spc="-40" dirty="0">
                <a:latin typeface="Times New Roman"/>
                <a:cs typeface="Times New Roman"/>
              </a:rPr>
              <a:t> </a:t>
            </a:r>
            <a:r>
              <a:rPr sz="2200" dirty="0">
                <a:latin typeface="Times New Roman"/>
                <a:cs typeface="Times New Roman"/>
              </a:rPr>
              <a:t>component</a:t>
            </a:r>
            <a:r>
              <a:rPr sz="2200" spc="-40" dirty="0">
                <a:latin typeface="Times New Roman"/>
                <a:cs typeface="Times New Roman"/>
              </a:rPr>
              <a:t> </a:t>
            </a:r>
            <a:r>
              <a:rPr sz="2200" dirty="0">
                <a:latin typeface="Times New Roman"/>
                <a:cs typeface="Times New Roman"/>
              </a:rPr>
              <a:t>of</a:t>
            </a:r>
            <a:r>
              <a:rPr sz="2200" spc="-50" dirty="0">
                <a:latin typeface="Times New Roman"/>
                <a:cs typeface="Times New Roman"/>
              </a:rPr>
              <a:t> </a:t>
            </a:r>
            <a:r>
              <a:rPr sz="2200" spc="-20" dirty="0">
                <a:latin typeface="Times New Roman"/>
                <a:cs typeface="Times New Roman"/>
              </a:rPr>
              <a:t>E-</a:t>
            </a:r>
            <a:r>
              <a:rPr sz="2200" dirty="0">
                <a:latin typeface="Times New Roman"/>
                <a:cs typeface="Times New Roman"/>
              </a:rPr>
              <a:t>waste</a:t>
            </a:r>
            <a:r>
              <a:rPr sz="2200" spc="-40" dirty="0">
                <a:latin typeface="Times New Roman"/>
                <a:cs typeface="Times New Roman"/>
              </a:rPr>
              <a:t> </a:t>
            </a:r>
            <a:r>
              <a:rPr sz="2200" dirty="0">
                <a:latin typeface="Times New Roman"/>
                <a:cs typeface="Times New Roman"/>
              </a:rPr>
              <a:t>and</a:t>
            </a:r>
            <a:r>
              <a:rPr sz="2200" spc="-40" dirty="0">
                <a:latin typeface="Times New Roman"/>
                <a:cs typeface="Times New Roman"/>
              </a:rPr>
              <a:t> </a:t>
            </a:r>
            <a:r>
              <a:rPr sz="2200" dirty="0">
                <a:latin typeface="Times New Roman"/>
                <a:cs typeface="Times New Roman"/>
              </a:rPr>
              <a:t>metal</a:t>
            </a:r>
            <a:r>
              <a:rPr sz="2200" spc="-25" dirty="0">
                <a:latin typeface="Times New Roman"/>
                <a:cs typeface="Times New Roman"/>
              </a:rPr>
              <a:t> </a:t>
            </a:r>
            <a:r>
              <a:rPr sz="2200" dirty="0">
                <a:latin typeface="Times New Roman"/>
                <a:cs typeface="Times New Roman"/>
              </a:rPr>
              <a:t>retrieval</a:t>
            </a:r>
            <a:r>
              <a:rPr sz="2200" spc="-40" dirty="0">
                <a:latin typeface="Times New Roman"/>
                <a:cs typeface="Times New Roman"/>
              </a:rPr>
              <a:t> </a:t>
            </a:r>
            <a:r>
              <a:rPr sz="2200" dirty="0">
                <a:latin typeface="Times New Roman"/>
                <a:cs typeface="Times New Roman"/>
              </a:rPr>
              <a:t>from</a:t>
            </a:r>
            <a:r>
              <a:rPr sz="2200" spc="-40" dirty="0">
                <a:latin typeface="Times New Roman"/>
                <a:cs typeface="Times New Roman"/>
              </a:rPr>
              <a:t> </a:t>
            </a:r>
            <a:r>
              <a:rPr sz="2200" spc="-10" dirty="0">
                <a:latin typeface="Times New Roman"/>
                <a:cs typeface="Times New Roman"/>
              </a:rPr>
              <a:t>E-waste.</a:t>
            </a:r>
            <a:endParaRPr sz="2200">
              <a:latin typeface="Times New Roman"/>
              <a:cs typeface="Times New Roman"/>
            </a:endParaRPr>
          </a:p>
          <a:p>
            <a:pPr marL="355600" indent="-342900" algn="just">
              <a:lnSpc>
                <a:spcPct val="100000"/>
              </a:lnSpc>
              <a:buFont typeface="Arial MT"/>
              <a:buChar char="•"/>
              <a:tabLst>
                <a:tab pos="355600" algn="l"/>
              </a:tabLst>
            </a:pPr>
            <a:r>
              <a:rPr sz="2200" dirty="0">
                <a:latin typeface="Times New Roman"/>
                <a:cs typeface="Times New Roman"/>
              </a:rPr>
              <a:t>So</a:t>
            </a:r>
            <a:r>
              <a:rPr sz="2200" spc="-30" dirty="0">
                <a:latin typeface="Times New Roman"/>
                <a:cs typeface="Times New Roman"/>
              </a:rPr>
              <a:t> </a:t>
            </a:r>
            <a:r>
              <a:rPr sz="2200" dirty="0">
                <a:latin typeface="Times New Roman"/>
                <a:cs typeface="Times New Roman"/>
              </a:rPr>
              <a:t>it</a:t>
            </a:r>
            <a:r>
              <a:rPr sz="2200" spc="-45" dirty="0">
                <a:latin typeface="Times New Roman"/>
                <a:cs typeface="Times New Roman"/>
              </a:rPr>
              <a:t> </a:t>
            </a:r>
            <a:r>
              <a:rPr sz="2200" dirty="0">
                <a:latin typeface="Times New Roman"/>
                <a:cs typeface="Times New Roman"/>
              </a:rPr>
              <a:t>is</a:t>
            </a:r>
            <a:r>
              <a:rPr sz="2200" spc="-35" dirty="0">
                <a:latin typeface="Times New Roman"/>
                <a:cs typeface="Times New Roman"/>
              </a:rPr>
              <a:t> </a:t>
            </a:r>
            <a:r>
              <a:rPr sz="2200" dirty="0">
                <a:latin typeface="Times New Roman"/>
                <a:cs typeface="Times New Roman"/>
              </a:rPr>
              <a:t>required</a:t>
            </a:r>
            <a:r>
              <a:rPr sz="2200" spc="-15" dirty="0">
                <a:latin typeface="Times New Roman"/>
                <a:cs typeface="Times New Roman"/>
              </a:rPr>
              <a:t> </a:t>
            </a:r>
            <a:r>
              <a:rPr sz="2200" dirty="0">
                <a:latin typeface="Times New Roman"/>
                <a:cs typeface="Times New Roman"/>
              </a:rPr>
              <a:t>to</a:t>
            </a:r>
            <a:r>
              <a:rPr sz="2200" spc="-40" dirty="0">
                <a:latin typeface="Times New Roman"/>
                <a:cs typeface="Times New Roman"/>
              </a:rPr>
              <a:t> </a:t>
            </a:r>
            <a:r>
              <a:rPr sz="2200" dirty="0">
                <a:latin typeface="Times New Roman"/>
                <a:cs typeface="Times New Roman"/>
              </a:rPr>
              <a:t>know</a:t>
            </a:r>
            <a:r>
              <a:rPr sz="2200" spc="-40" dirty="0">
                <a:latin typeface="Times New Roman"/>
                <a:cs typeface="Times New Roman"/>
              </a:rPr>
              <a:t> </a:t>
            </a:r>
            <a:r>
              <a:rPr sz="2200" dirty="0">
                <a:latin typeface="Times New Roman"/>
                <a:cs typeface="Times New Roman"/>
              </a:rPr>
              <a:t>about</a:t>
            </a:r>
            <a:r>
              <a:rPr sz="2200" spc="-35" dirty="0">
                <a:latin typeface="Times New Roman"/>
                <a:cs typeface="Times New Roman"/>
              </a:rPr>
              <a:t> </a:t>
            </a:r>
            <a:r>
              <a:rPr sz="2200" dirty="0">
                <a:latin typeface="Times New Roman"/>
                <a:cs typeface="Times New Roman"/>
              </a:rPr>
              <a:t>the</a:t>
            </a:r>
            <a:r>
              <a:rPr sz="2200" spc="-35" dirty="0">
                <a:latin typeface="Times New Roman"/>
                <a:cs typeface="Times New Roman"/>
              </a:rPr>
              <a:t> </a:t>
            </a:r>
            <a:r>
              <a:rPr sz="2200" dirty="0">
                <a:latin typeface="Times New Roman"/>
                <a:cs typeface="Times New Roman"/>
              </a:rPr>
              <a:t>composition</a:t>
            </a:r>
            <a:r>
              <a:rPr sz="2200" spc="-20" dirty="0">
                <a:latin typeface="Times New Roman"/>
                <a:cs typeface="Times New Roman"/>
              </a:rPr>
              <a:t> </a:t>
            </a:r>
            <a:r>
              <a:rPr sz="2200" dirty="0">
                <a:latin typeface="Times New Roman"/>
                <a:cs typeface="Times New Roman"/>
              </a:rPr>
              <a:t>of</a:t>
            </a:r>
            <a:r>
              <a:rPr sz="2200" spc="-30" dirty="0">
                <a:latin typeface="Times New Roman"/>
                <a:cs typeface="Times New Roman"/>
              </a:rPr>
              <a:t> </a:t>
            </a:r>
            <a:r>
              <a:rPr sz="2200" spc="-20" dirty="0">
                <a:latin typeface="Times New Roman"/>
                <a:cs typeface="Times New Roman"/>
              </a:rPr>
              <a:t>E-</a:t>
            </a:r>
            <a:r>
              <a:rPr sz="2200" spc="-10" dirty="0">
                <a:latin typeface="Times New Roman"/>
                <a:cs typeface="Times New Roman"/>
              </a:rPr>
              <a:t>waste.</a:t>
            </a:r>
            <a:endParaRPr sz="220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8043" rIns="0" bIns="0" rtlCol="0">
            <a:spAutoFit/>
          </a:bodyPr>
          <a:lstStyle/>
          <a:p>
            <a:pPr marL="19050">
              <a:lnSpc>
                <a:spcPct val="100000"/>
              </a:lnSpc>
              <a:spcBef>
                <a:spcPts val="100"/>
              </a:spcBef>
            </a:pPr>
            <a:r>
              <a:rPr spc="-20" dirty="0"/>
              <a:t>E-</a:t>
            </a:r>
            <a:r>
              <a:rPr dirty="0"/>
              <a:t>waste</a:t>
            </a:r>
            <a:r>
              <a:rPr spc="-35" dirty="0"/>
              <a:t> </a:t>
            </a:r>
            <a:r>
              <a:rPr dirty="0"/>
              <a:t>source,</a:t>
            </a:r>
            <a:r>
              <a:rPr spc="-45" dirty="0"/>
              <a:t> </a:t>
            </a:r>
            <a:r>
              <a:rPr dirty="0"/>
              <a:t>constituents</a:t>
            </a:r>
            <a:r>
              <a:rPr spc="-55" dirty="0"/>
              <a:t> </a:t>
            </a:r>
            <a:r>
              <a:rPr dirty="0"/>
              <a:t>&amp;</a:t>
            </a:r>
            <a:r>
              <a:rPr spc="-25" dirty="0"/>
              <a:t> </a:t>
            </a:r>
            <a:r>
              <a:rPr dirty="0"/>
              <a:t>Health</a:t>
            </a:r>
            <a:r>
              <a:rPr spc="-50" dirty="0"/>
              <a:t> </a:t>
            </a:r>
            <a:r>
              <a:rPr spc="-10" dirty="0"/>
              <a:t>effects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27786" rIns="0" bIns="0" rtlCol="0">
            <a:spAutoFit/>
          </a:bodyPr>
          <a:lstStyle/>
          <a:p>
            <a:pPr marL="199390">
              <a:lnSpc>
                <a:spcPct val="100000"/>
              </a:lnSpc>
              <a:spcBef>
                <a:spcPts val="95"/>
              </a:spcBef>
            </a:pPr>
            <a:r>
              <a:rPr sz="2800" dirty="0"/>
              <a:t>TOXIC</a:t>
            </a:r>
            <a:r>
              <a:rPr sz="2800" spc="-95" dirty="0"/>
              <a:t> </a:t>
            </a:r>
            <a:r>
              <a:rPr sz="2800" spc="-25" dirty="0"/>
              <a:t>SUBSTANCES</a:t>
            </a:r>
            <a:r>
              <a:rPr sz="2800" spc="-70" dirty="0"/>
              <a:t> </a:t>
            </a:r>
            <a:r>
              <a:rPr sz="2800" dirty="0"/>
              <a:t>PRESENT</a:t>
            </a:r>
            <a:r>
              <a:rPr sz="2800" spc="-130" dirty="0"/>
              <a:t> </a:t>
            </a:r>
            <a:r>
              <a:rPr sz="2800" dirty="0"/>
              <a:t>IN</a:t>
            </a:r>
            <a:r>
              <a:rPr sz="2800" spc="-95" dirty="0"/>
              <a:t> </a:t>
            </a:r>
            <a:r>
              <a:rPr sz="2800" spc="-10" dirty="0"/>
              <a:t>E-WASTE</a:t>
            </a:r>
            <a:endParaRPr sz="2800"/>
          </a:p>
        </p:txBody>
      </p:sp>
      <p:sp>
        <p:nvSpPr>
          <p:cNvPr id="3" name="object 3"/>
          <p:cNvSpPr txBox="1"/>
          <p:nvPr/>
        </p:nvSpPr>
        <p:spPr>
          <a:xfrm>
            <a:off x="307340" y="1100073"/>
            <a:ext cx="8530590" cy="4787265"/>
          </a:xfrm>
          <a:prstGeom prst="rect">
            <a:avLst/>
          </a:prstGeom>
        </p:spPr>
        <p:txBody>
          <a:bodyPr vert="horz" wrap="square" lIns="0" tIns="76835" rIns="0" bIns="0" rtlCol="0">
            <a:spAutoFit/>
          </a:bodyPr>
          <a:lstStyle/>
          <a:p>
            <a:pPr marL="355600" marR="6350" indent="-342900" algn="just">
              <a:lnSpc>
                <a:spcPts val="2110"/>
              </a:lnSpc>
              <a:spcBef>
                <a:spcPts val="605"/>
              </a:spcBef>
              <a:buFont typeface="Arial MT"/>
              <a:buChar char="•"/>
              <a:tabLst>
                <a:tab pos="355600" algn="l"/>
              </a:tabLst>
            </a:pPr>
            <a:r>
              <a:rPr sz="2200" spc="-20" dirty="0">
                <a:latin typeface="Times New Roman"/>
                <a:cs typeface="Times New Roman"/>
              </a:rPr>
              <a:t>E-</a:t>
            </a:r>
            <a:r>
              <a:rPr sz="2200" dirty="0">
                <a:latin typeface="Times New Roman"/>
                <a:cs typeface="Times New Roman"/>
              </a:rPr>
              <a:t>waste</a:t>
            </a:r>
            <a:r>
              <a:rPr sz="2200" spc="135" dirty="0">
                <a:latin typeface="Times New Roman"/>
                <a:cs typeface="Times New Roman"/>
              </a:rPr>
              <a:t>  </a:t>
            </a:r>
            <a:r>
              <a:rPr sz="2200" dirty="0">
                <a:latin typeface="Times New Roman"/>
                <a:cs typeface="Times New Roman"/>
              </a:rPr>
              <a:t>comprises</a:t>
            </a:r>
            <a:r>
              <a:rPr sz="2200" spc="140" dirty="0">
                <a:latin typeface="Times New Roman"/>
                <a:cs typeface="Times New Roman"/>
              </a:rPr>
              <a:t>  </a:t>
            </a:r>
            <a:r>
              <a:rPr sz="2200" dirty="0">
                <a:latin typeface="Times New Roman"/>
                <a:cs typeface="Times New Roman"/>
              </a:rPr>
              <a:t>of</a:t>
            </a:r>
            <a:r>
              <a:rPr sz="2200" spc="140" dirty="0">
                <a:latin typeface="Times New Roman"/>
                <a:cs typeface="Times New Roman"/>
              </a:rPr>
              <a:t>  </a:t>
            </a:r>
            <a:r>
              <a:rPr sz="2200" dirty="0">
                <a:latin typeface="Times New Roman"/>
                <a:cs typeface="Times New Roman"/>
              </a:rPr>
              <a:t>more</a:t>
            </a:r>
            <a:r>
              <a:rPr sz="2200" spc="140" dirty="0">
                <a:latin typeface="Times New Roman"/>
                <a:cs typeface="Times New Roman"/>
              </a:rPr>
              <a:t>  </a:t>
            </a:r>
            <a:r>
              <a:rPr sz="2200" dirty="0">
                <a:latin typeface="Times New Roman"/>
                <a:cs typeface="Times New Roman"/>
              </a:rPr>
              <a:t>than</a:t>
            </a:r>
            <a:r>
              <a:rPr sz="2200" spc="140" dirty="0">
                <a:latin typeface="Times New Roman"/>
                <a:cs typeface="Times New Roman"/>
              </a:rPr>
              <a:t>  </a:t>
            </a:r>
            <a:r>
              <a:rPr sz="2200" dirty="0">
                <a:latin typeface="Times New Roman"/>
                <a:cs typeface="Times New Roman"/>
              </a:rPr>
              <a:t>1,000</a:t>
            </a:r>
            <a:r>
              <a:rPr sz="2200" spc="140" dirty="0">
                <a:latin typeface="Times New Roman"/>
                <a:cs typeface="Times New Roman"/>
              </a:rPr>
              <a:t>  </a:t>
            </a:r>
            <a:r>
              <a:rPr sz="2200" dirty="0">
                <a:latin typeface="Times New Roman"/>
                <a:cs typeface="Times New Roman"/>
              </a:rPr>
              <a:t>substances,</a:t>
            </a:r>
            <a:r>
              <a:rPr sz="2200" spc="140" dirty="0">
                <a:latin typeface="Times New Roman"/>
                <a:cs typeface="Times New Roman"/>
              </a:rPr>
              <a:t>  </a:t>
            </a:r>
            <a:r>
              <a:rPr sz="2200" dirty="0">
                <a:latin typeface="Times New Roman"/>
                <a:cs typeface="Times New Roman"/>
              </a:rPr>
              <a:t>which</a:t>
            </a:r>
            <a:r>
              <a:rPr sz="2200" spc="135" dirty="0">
                <a:latin typeface="Times New Roman"/>
                <a:cs typeface="Times New Roman"/>
              </a:rPr>
              <a:t>  </a:t>
            </a:r>
            <a:r>
              <a:rPr sz="2200" dirty="0">
                <a:latin typeface="Times New Roman"/>
                <a:cs typeface="Times New Roman"/>
              </a:rPr>
              <a:t>can</a:t>
            </a:r>
            <a:r>
              <a:rPr sz="2200" spc="145" dirty="0">
                <a:latin typeface="Times New Roman"/>
                <a:cs typeface="Times New Roman"/>
              </a:rPr>
              <a:t>  </a:t>
            </a:r>
            <a:r>
              <a:rPr sz="2200" spc="-25" dirty="0">
                <a:latin typeface="Times New Roman"/>
                <a:cs typeface="Times New Roman"/>
              </a:rPr>
              <a:t>be </a:t>
            </a:r>
            <a:r>
              <a:rPr sz="2200" dirty="0">
                <a:latin typeface="Times New Roman"/>
                <a:cs typeface="Times New Roman"/>
              </a:rPr>
              <a:t>categorized</a:t>
            </a:r>
            <a:r>
              <a:rPr sz="2200" spc="-35" dirty="0">
                <a:latin typeface="Times New Roman"/>
                <a:cs typeface="Times New Roman"/>
              </a:rPr>
              <a:t> </a:t>
            </a:r>
            <a:r>
              <a:rPr sz="2200" dirty="0">
                <a:latin typeface="Times New Roman"/>
                <a:cs typeface="Times New Roman"/>
              </a:rPr>
              <a:t>as</a:t>
            </a:r>
            <a:r>
              <a:rPr sz="2200" spc="-55" dirty="0">
                <a:latin typeface="Times New Roman"/>
                <a:cs typeface="Times New Roman"/>
              </a:rPr>
              <a:t> </a:t>
            </a:r>
            <a:r>
              <a:rPr sz="2200" dirty="0">
                <a:latin typeface="Times New Roman"/>
                <a:cs typeface="Times New Roman"/>
              </a:rPr>
              <a:t>hazardous</a:t>
            </a:r>
            <a:r>
              <a:rPr sz="2200" spc="-50" dirty="0">
                <a:latin typeface="Times New Roman"/>
                <a:cs typeface="Times New Roman"/>
              </a:rPr>
              <a:t> </a:t>
            </a:r>
            <a:r>
              <a:rPr sz="2200" dirty="0">
                <a:latin typeface="Times New Roman"/>
                <a:cs typeface="Times New Roman"/>
              </a:rPr>
              <a:t>and</a:t>
            </a:r>
            <a:r>
              <a:rPr sz="2200" spc="-45" dirty="0">
                <a:latin typeface="Times New Roman"/>
                <a:cs typeface="Times New Roman"/>
              </a:rPr>
              <a:t> </a:t>
            </a:r>
            <a:r>
              <a:rPr sz="2200" spc="-10" dirty="0">
                <a:latin typeface="Times New Roman"/>
                <a:cs typeface="Times New Roman"/>
              </a:rPr>
              <a:t>non-</a:t>
            </a:r>
            <a:r>
              <a:rPr sz="2200" dirty="0">
                <a:latin typeface="Times New Roman"/>
                <a:cs typeface="Times New Roman"/>
              </a:rPr>
              <a:t>hazardous</a:t>
            </a:r>
            <a:r>
              <a:rPr sz="2200" spc="-55" dirty="0">
                <a:latin typeface="Times New Roman"/>
                <a:cs typeface="Times New Roman"/>
              </a:rPr>
              <a:t> </a:t>
            </a:r>
            <a:r>
              <a:rPr sz="2200" spc="-10" dirty="0">
                <a:latin typeface="Times New Roman"/>
                <a:cs typeface="Times New Roman"/>
              </a:rPr>
              <a:t>substances.</a:t>
            </a:r>
            <a:endParaRPr sz="2200">
              <a:latin typeface="Times New Roman"/>
              <a:cs typeface="Times New Roman"/>
            </a:endParaRPr>
          </a:p>
          <a:p>
            <a:pPr marL="355600" marR="5080" indent="-342900" algn="just">
              <a:lnSpc>
                <a:spcPct val="80100"/>
              </a:lnSpc>
              <a:spcBef>
                <a:spcPts val="545"/>
              </a:spcBef>
              <a:buFont typeface="Arial MT"/>
              <a:buChar char="•"/>
              <a:tabLst>
                <a:tab pos="355600" algn="l"/>
              </a:tabLst>
            </a:pPr>
            <a:r>
              <a:rPr sz="2200" dirty="0">
                <a:latin typeface="Times New Roman"/>
                <a:cs typeface="Times New Roman"/>
              </a:rPr>
              <a:t>Mainly,</a:t>
            </a:r>
            <a:r>
              <a:rPr sz="2200" spc="110" dirty="0">
                <a:latin typeface="Times New Roman"/>
                <a:cs typeface="Times New Roman"/>
              </a:rPr>
              <a:t>  </a:t>
            </a:r>
            <a:r>
              <a:rPr sz="2200" dirty="0">
                <a:latin typeface="Times New Roman"/>
                <a:cs typeface="Times New Roman"/>
              </a:rPr>
              <a:t>it</a:t>
            </a:r>
            <a:r>
              <a:rPr sz="2200" spc="114" dirty="0">
                <a:latin typeface="Times New Roman"/>
                <a:cs typeface="Times New Roman"/>
              </a:rPr>
              <a:t>  </a:t>
            </a:r>
            <a:r>
              <a:rPr sz="2200" dirty="0">
                <a:latin typeface="Times New Roman"/>
                <a:cs typeface="Times New Roman"/>
              </a:rPr>
              <a:t>contains</a:t>
            </a:r>
            <a:r>
              <a:rPr sz="2200" spc="114" dirty="0">
                <a:latin typeface="Times New Roman"/>
                <a:cs typeface="Times New Roman"/>
              </a:rPr>
              <a:t>  </a:t>
            </a:r>
            <a:r>
              <a:rPr sz="2200" dirty="0">
                <a:latin typeface="Times New Roman"/>
                <a:cs typeface="Times New Roman"/>
              </a:rPr>
              <a:t>ferrous</a:t>
            </a:r>
            <a:r>
              <a:rPr sz="2200" spc="114" dirty="0">
                <a:latin typeface="Times New Roman"/>
                <a:cs typeface="Times New Roman"/>
              </a:rPr>
              <a:t>  </a:t>
            </a:r>
            <a:r>
              <a:rPr sz="2200" dirty="0">
                <a:latin typeface="Times New Roman"/>
                <a:cs typeface="Times New Roman"/>
              </a:rPr>
              <a:t>and</a:t>
            </a:r>
            <a:r>
              <a:rPr sz="2200" spc="110" dirty="0">
                <a:latin typeface="Times New Roman"/>
                <a:cs typeface="Times New Roman"/>
              </a:rPr>
              <a:t>  </a:t>
            </a:r>
            <a:r>
              <a:rPr sz="2200" spc="-10" dirty="0">
                <a:latin typeface="Times New Roman"/>
                <a:cs typeface="Times New Roman"/>
              </a:rPr>
              <a:t>non-</a:t>
            </a:r>
            <a:r>
              <a:rPr sz="2200" dirty="0">
                <a:latin typeface="Times New Roman"/>
                <a:cs typeface="Times New Roman"/>
              </a:rPr>
              <a:t>ferrous</a:t>
            </a:r>
            <a:r>
              <a:rPr sz="2200" spc="114" dirty="0">
                <a:latin typeface="Times New Roman"/>
                <a:cs typeface="Times New Roman"/>
              </a:rPr>
              <a:t>  </a:t>
            </a:r>
            <a:r>
              <a:rPr sz="2200" dirty="0">
                <a:latin typeface="Times New Roman"/>
                <a:cs typeface="Times New Roman"/>
              </a:rPr>
              <a:t>metals,</a:t>
            </a:r>
            <a:r>
              <a:rPr sz="2200" spc="114" dirty="0">
                <a:latin typeface="Times New Roman"/>
                <a:cs typeface="Times New Roman"/>
              </a:rPr>
              <a:t>  </a:t>
            </a:r>
            <a:r>
              <a:rPr sz="2200" dirty="0">
                <a:latin typeface="Times New Roman"/>
                <a:cs typeface="Times New Roman"/>
              </a:rPr>
              <a:t>printed</a:t>
            </a:r>
            <a:r>
              <a:rPr sz="2200" spc="120" dirty="0">
                <a:latin typeface="Times New Roman"/>
                <a:cs typeface="Times New Roman"/>
              </a:rPr>
              <a:t>  </a:t>
            </a:r>
            <a:r>
              <a:rPr sz="2200" spc="-10" dirty="0">
                <a:latin typeface="Times New Roman"/>
                <a:cs typeface="Times New Roman"/>
              </a:rPr>
              <a:t>circuit </a:t>
            </a:r>
            <a:r>
              <a:rPr sz="2200" dirty="0">
                <a:latin typeface="Times New Roman"/>
                <a:cs typeface="Times New Roman"/>
              </a:rPr>
              <a:t>boards,</a:t>
            </a:r>
            <a:r>
              <a:rPr sz="2200" spc="320" dirty="0">
                <a:latin typeface="Times New Roman"/>
                <a:cs typeface="Times New Roman"/>
              </a:rPr>
              <a:t> </a:t>
            </a:r>
            <a:r>
              <a:rPr sz="2200" dirty="0">
                <a:latin typeface="Times New Roman"/>
                <a:cs typeface="Times New Roman"/>
              </a:rPr>
              <a:t>concrete,</a:t>
            </a:r>
            <a:r>
              <a:rPr sz="2200" spc="320" dirty="0">
                <a:latin typeface="Times New Roman"/>
                <a:cs typeface="Times New Roman"/>
              </a:rPr>
              <a:t> </a:t>
            </a:r>
            <a:r>
              <a:rPr sz="2200" dirty="0">
                <a:latin typeface="Times New Roman"/>
                <a:cs typeface="Times New Roman"/>
              </a:rPr>
              <a:t>plastics,</a:t>
            </a:r>
            <a:r>
              <a:rPr sz="2200" spc="310" dirty="0">
                <a:latin typeface="Times New Roman"/>
                <a:cs typeface="Times New Roman"/>
              </a:rPr>
              <a:t> </a:t>
            </a:r>
            <a:r>
              <a:rPr sz="2200" dirty="0">
                <a:latin typeface="Times New Roman"/>
                <a:cs typeface="Times New Roman"/>
              </a:rPr>
              <a:t>glass,</a:t>
            </a:r>
            <a:r>
              <a:rPr sz="2200" spc="320" dirty="0">
                <a:latin typeface="Times New Roman"/>
                <a:cs typeface="Times New Roman"/>
              </a:rPr>
              <a:t> </a:t>
            </a:r>
            <a:r>
              <a:rPr sz="2200" dirty="0">
                <a:latin typeface="Times New Roman"/>
                <a:cs typeface="Times New Roman"/>
              </a:rPr>
              <a:t>wood</a:t>
            </a:r>
            <a:r>
              <a:rPr sz="2200" spc="315" dirty="0">
                <a:latin typeface="Times New Roman"/>
                <a:cs typeface="Times New Roman"/>
              </a:rPr>
              <a:t> </a:t>
            </a:r>
            <a:r>
              <a:rPr sz="2200" dirty="0">
                <a:latin typeface="Times New Roman"/>
                <a:cs typeface="Times New Roman"/>
              </a:rPr>
              <a:t>and</a:t>
            </a:r>
            <a:r>
              <a:rPr sz="2200" spc="320" dirty="0">
                <a:latin typeface="Times New Roman"/>
                <a:cs typeface="Times New Roman"/>
              </a:rPr>
              <a:t> </a:t>
            </a:r>
            <a:r>
              <a:rPr sz="2200" dirty="0">
                <a:latin typeface="Times New Roman"/>
                <a:cs typeface="Times New Roman"/>
              </a:rPr>
              <a:t>plywood,</a:t>
            </a:r>
            <a:r>
              <a:rPr sz="2200" spc="320" dirty="0">
                <a:latin typeface="Times New Roman"/>
                <a:cs typeface="Times New Roman"/>
              </a:rPr>
              <a:t> </a:t>
            </a:r>
            <a:r>
              <a:rPr sz="2200" dirty="0">
                <a:latin typeface="Times New Roman"/>
                <a:cs typeface="Times New Roman"/>
              </a:rPr>
              <a:t>ceramics,</a:t>
            </a:r>
            <a:r>
              <a:rPr sz="2200" spc="315" dirty="0">
                <a:latin typeface="Times New Roman"/>
                <a:cs typeface="Times New Roman"/>
              </a:rPr>
              <a:t> </a:t>
            </a:r>
            <a:r>
              <a:rPr sz="2200" spc="-10" dirty="0">
                <a:latin typeface="Times New Roman"/>
                <a:cs typeface="Times New Roman"/>
              </a:rPr>
              <a:t>rubber </a:t>
            </a:r>
            <a:r>
              <a:rPr sz="2200" dirty="0">
                <a:latin typeface="Times New Roman"/>
                <a:cs typeface="Times New Roman"/>
              </a:rPr>
              <a:t>and</a:t>
            </a:r>
            <a:r>
              <a:rPr sz="2200" spc="-40" dirty="0">
                <a:latin typeface="Times New Roman"/>
                <a:cs typeface="Times New Roman"/>
              </a:rPr>
              <a:t> </a:t>
            </a:r>
            <a:r>
              <a:rPr sz="2200" dirty="0">
                <a:latin typeface="Times New Roman"/>
                <a:cs typeface="Times New Roman"/>
              </a:rPr>
              <a:t>other</a:t>
            </a:r>
            <a:r>
              <a:rPr sz="2200" spc="-35" dirty="0">
                <a:latin typeface="Times New Roman"/>
                <a:cs typeface="Times New Roman"/>
              </a:rPr>
              <a:t> </a:t>
            </a:r>
            <a:r>
              <a:rPr sz="2200" spc="-10" dirty="0">
                <a:latin typeface="Times New Roman"/>
                <a:cs typeface="Times New Roman"/>
              </a:rPr>
              <a:t>items.</a:t>
            </a:r>
            <a:endParaRPr sz="2200">
              <a:latin typeface="Times New Roman"/>
              <a:cs typeface="Times New Roman"/>
            </a:endParaRPr>
          </a:p>
          <a:p>
            <a:pPr marL="355600" marR="7620" indent="-342900" algn="just">
              <a:lnSpc>
                <a:spcPts val="2110"/>
              </a:lnSpc>
              <a:spcBef>
                <a:spcPts val="515"/>
              </a:spcBef>
              <a:buFont typeface="Arial MT"/>
              <a:buChar char="•"/>
              <a:tabLst>
                <a:tab pos="355600" algn="l"/>
              </a:tabLst>
            </a:pPr>
            <a:r>
              <a:rPr sz="2200" dirty="0">
                <a:latin typeface="Times New Roman"/>
                <a:cs typeface="Times New Roman"/>
              </a:rPr>
              <a:t>Iron</a:t>
            </a:r>
            <a:r>
              <a:rPr sz="2200" spc="204" dirty="0">
                <a:latin typeface="Times New Roman"/>
                <a:cs typeface="Times New Roman"/>
              </a:rPr>
              <a:t> </a:t>
            </a:r>
            <a:r>
              <a:rPr sz="2200" dirty="0">
                <a:latin typeface="Times New Roman"/>
                <a:cs typeface="Times New Roman"/>
              </a:rPr>
              <a:t>and</a:t>
            </a:r>
            <a:r>
              <a:rPr sz="2200" spc="210" dirty="0">
                <a:latin typeface="Times New Roman"/>
                <a:cs typeface="Times New Roman"/>
              </a:rPr>
              <a:t> </a:t>
            </a:r>
            <a:r>
              <a:rPr sz="2200" dirty="0">
                <a:latin typeface="Times New Roman"/>
                <a:cs typeface="Times New Roman"/>
              </a:rPr>
              <a:t>steel</a:t>
            </a:r>
            <a:r>
              <a:rPr sz="2200" spc="204" dirty="0">
                <a:latin typeface="Times New Roman"/>
                <a:cs typeface="Times New Roman"/>
              </a:rPr>
              <a:t> </a:t>
            </a:r>
            <a:r>
              <a:rPr sz="2200" dirty="0">
                <a:latin typeface="Times New Roman"/>
                <a:cs typeface="Times New Roman"/>
              </a:rPr>
              <a:t>constitute</a:t>
            </a:r>
            <a:r>
              <a:rPr sz="2200" spc="204" dirty="0">
                <a:latin typeface="Times New Roman"/>
                <a:cs typeface="Times New Roman"/>
              </a:rPr>
              <a:t> </a:t>
            </a:r>
            <a:r>
              <a:rPr sz="2200" dirty="0">
                <a:latin typeface="Times New Roman"/>
                <a:cs typeface="Times New Roman"/>
              </a:rPr>
              <a:t>about</a:t>
            </a:r>
            <a:r>
              <a:rPr sz="2200" spc="200" dirty="0">
                <a:latin typeface="Times New Roman"/>
                <a:cs typeface="Times New Roman"/>
              </a:rPr>
              <a:t> </a:t>
            </a:r>
            <a:r>
              <a:rPr sz="2200" dirty="0">
                <a:latin typeface="Times New Roman"/>
                <a:cs typeface="Times New Roman"/>
              </a:rPr>
              <a:t>50%</a:t>
            </a:r>
            <a:r>
              <a:rPr sz="2200" spc="195" dirty="0">
                <a:latin typeface="Times New Roman"/>
                <a:cs typeface="Times New Roman"/>
              </a:rPr>
              <a:t> </a:t>
            </a:r>
            <a:r>
              <a:rPr sz="2200" dirty="0">
                <a:latin typeface="Times New Roman"/>
                <a:cs typeface="Times New Roman"/>
              </a:rPr>
              <a:t>of</a:t>
            </a:r>
            <a:r>
              <a:rPr sz="2200" spc="190" dirty="0">
                <a:latin typeface="Times New Roman"/>
                <a:cs typeface="Times New Roman"/>
              </a:rPr>
              <a:t> </a:t>
            </a:r>
            <a:r>
              <a:rPr sz="2200" dirty="0">
                <a:latin typeface="Times New Roman"/>
                <a:cs typeface="Times New Roman"/>
              </a:rPr>
              <a:t>the</a:t>
            </a:r>
            <a:r>
              <a:rPr sz="2200" spc="200" dirty="0">
                <a:latin typeface="Times New Roman"/>
                <a:cs typeface="Times New Roman"/>
              </a:rPr>
              <a:t> </a:t>
            </a:r>
            <a:r>
              <a:rPr sz="2200" dirty="0">
                <a:latin typeface="Times New Roman"/>
                <a:cs typeface="Times New Roman"/>
              </a:rPr>
              <a:t>waste,</a:t>
            </a:r>
            <a:r>
              <a:rPr sz="2200" spc="200" dirty="0">
                <a:latin typeface="Times New Roman"/>
                <a:cs typeface="Times New Roman"/>
              </a:rPr>
              <a:t> </a:t>
            </a:r>
            <a:r>
              <a:rPr sz="2200" dirty="0">
                <a:latin typeface="Times New Roman"/>
                <a:cs typeface="Times New Roman"/>
              </a:rPr>
              <a:t>followed</a:t>
            </a:r>
            <a:r>
              <a:rPr sz="2200" spc="210" dirty="0">
                <a:latin typeface="Times New Roman"/>
                <a:cs typeface="Times New Roman"/>
              </a:rPr>
              <a:t> </a:t>
            </a:r>
            <a:r>
              <a:rPr sz="2200" dirty="0">
                <a:latin typeface="Times New Roman"/>
                <a:cs typeface="Times New Roman"/>
              </a:rPr>
              <a:t>by</a:t>
            </a:r>
            <a:r>
              <a:rPr sz="2200" spc="204" dirty="0">
                <a:latin typeface="Times New Roman"/>
                <a:cs typeface="Times New Roman"/>
              </a:rPr>
              <a:t> </a:t>
            </a:r>
            <a:r>
              <a:rPr sz="2200" spc="-10" dirty="0">
                <a:latin typeface="Times New Roman"/>
                <a:cs typeface="Times New Roman"/>
              </a:rPr>
              <a:t>plastics, non-</a:t>
            </a:r>
            <a:r>
              <a:rPr sz="2200" dirty="0">
                <a:latin typeface="Times New Roman"/>
                <a:cs typeface="Times New Roman"/>
              </a:rPr>
              <a:t>ferrous</a:t>
            </a:r>
            <a:r>
              <a:rPr sz="2200" spc="-50" dirty="0">
                <a:latin typeface="Times New Roman"/>
                <a:cs typeface="Times New Roman"/>
              </a:rPr>
              <a:t> </a:t>
            </a:r>
            <a:r>
              <a:rPr sz="2200" dirty="0">
                <a:latin typeface="Times New Roman"/>
                <a:cs typeface="Times New Roman"/>
              </a:rPr>
              <a:t>metals</a:t>
            </a:r>
            <a:r>
              <a:rPr sz="2200" spc="-25" dirty="0">
                <a:latin typeface="Times New Roman"/>
                <a:cs typeface="Times New Roman"/>
              </a:rPr>
              <a:t> </a:t>
            </a:r>
            <a:r>
              <a:rPr sz="2200" dirty="0">
                <a:latin typeface="Times New Roman"/>
                <a:cs typeface="Times New Roman"/>
              </a:rPr>
              <a:t>and</a:t>
            </a:r>
            <a:r>
              <a:rPr sz="2200" spc="-50" dirty="0">
                <a:latin typeface="Times New Roman"/>
                <a:cs typeface="Times New Roman"/>
              </a:rPr>
              <a:t> </a:t>
            </a:r>
            <a:r>
              <a:rPr sz="2200" dirty="0">
                <a:latin typeface="Times New Roman"/>
                <a:cs typeface="Times New Roman"/>
              </a:rPr>
              <a:t>other</a:t>
            </a:r>
            <a:r>
              <a:rPr sz="2200" spc="-40" dirty="0">
                <a:latin typeface="Times New Roman"/>
                <a:cs typeface="Times New Roman"/>
              </a:rPr>
              <a:t> </a:t>
            </a:r>
            <a:r>
              <a:rPr sz="2200" spc="-10" dirty="0">
                <a:latin typeface="Times New Roman"/>
                <a:cs typeface="Times New Roman"/>
              </a:rPr>
              <a:t>components.</a:t>
            </a:r>
            <a:endParaRPr sz="2200">
              <a:latin typeface="Times New Roman"/>
              <a:cs typeface="Times New Roman"/>
            </a:endParaRPr>
          </a:p>
          <a:p>
            <a:pPr marL="355600" marR="6350" indent="-342900" algn="just">
              <a:lnSpc>
                <a:spcPct val="80000"/>
              </a:lnSpc>
              <a:spcBef>
                <a:spcPts val="545"/>
              </a:spcBef>
              <a:buFont typeface="Arial MT"/>
              <a:buChar char="•"/>
              <a:tabLst>
                <a:tab pos="355600" algn="l"/>
              </a:tabLst>
            </a:pPr>
            <a:r>
              <a:rPr sz="2200" spc="-10" dirty="0">
                <a:latin typeface="Times New Roman"/>
                <a:cs typeface="Times New Roman"/>
              </a:rPr>
              <a:t>Non-</a:t>
            </a:r>
            <a:r>
              <a:rPr sz="2200" dirty="0">
                <a:latin typeface="Times New Roman"/>
                <a:cs typeface="Times New Roman"/>
              </a:rPr>
              <a:t>ferrous</a:t>
            </a:r>
            <a:r>
              <a:rPr sz="2200" spc="170" dirty="0">
                <a:latin typeface="Times New Roman"/>
                <a:cs typeface="Times New Roman"/>
              </a:rPr>
              <a:t> </a:t>
            </a:r>
            <a:r>
              <a:rPr sz="2200" dirty="0">
                <a:latin typeface="Times New Roman"/>
                <a:cs typeface="Times New Roman"/>
              </a:rPr>
              <a:t>metals</a:t>
            </a:r>
            <a:r>
              <a:rPr sz="2200" spc="160" dirty="0">
                <a:latin typeface="Times New Roman"/>
                <a:cs typeface="Times New Roman"/>
              </a:rPr>
              <a:t> </a:t>
            </a:r>
            <a:r>
              <a:rPr sz="2200" dirty="0">
                <a:latin typeface="Times New Roman"/>
                <a:cs typeface="Times New Roman"/>
              </a:rPr>
              <a:t>contain</a:t>
            </a:r>
            <a:r>
              <a:rPr sz="2200" spc="180" dirty="0">
                <a:latin typeface="Times New Roman"/>
                <a:cs typeface="Times New Roman"/>
              </a:rPr>
              <a:t> </a:t>
            </a:r>
            <a:r>
              <a:rPr sz="2200" dirty="0">
                <a:latin typeface="Times New Roman"/>
                <a:cs typeface="Times New Roman"/>
              </a:rPr>
              <a:t>metals</a:t>
            </a:r>
            <a:r>
              <a:rPr sz="2200" spc="160" dirty="0">
                <a:latin typeface="Times New Roman"/>
                <a:cs typeface="Times New Roman"/>
              </a:rPr>
              <a:t> </a:t>
            </a:r>
            <a:r>
              <a:rPr sz="2200" dirty="0">
                <a:latin typeface="Times New Roman"/>
                <a:cs typeface="Times New Roman"/>
              </a:rPr>
              <a:t>like</a:t>
            </a:r>
            <a:r>
              <a:rPr sz="2200" spc="175" dirty="0">
                <a:latin typeface="Times New Roman"/>
                <a:cs typeface="Times New Roman"/>
              </a:rPr>
              <a:t> </a:t>
            </a:r>
            <a:r>
              <a:rPr sz="2200" dirty="0">
                <a:latin typeface="Times New Roman"/>
                <a:cs typeface="Times New Roman"/>
              </a:rPr>
              <a:t>copper,</a:t>
            </a:r>
            <a:r>
              <a:rPr sz="2200" spc="170" dirty="0">
                <a:latin typeface="Times New Roman"/>
                <a:cs typeface="Times New Roman"/>
              </a:rPr>
              <a:t> </a:t>
            </a:r>
            <a:r>
              <a:rPr sz="2200" dirty="0">
                <a:latin typeface="Times New Roman"/>
                <a:cs typeface="Times New Roman"/>
              </a:rPr>
              <a:t>aluminum</a:t>
            </a:r>
            <a:r>
              <a:rPr sz="2200" spc="155" dirty="0">
                <a:latin typeface="Times New Roman"/>
                <a:cs typeface="Times New Roman"/>
              </a:rPr>
              <a:t> </a:t>
            </a:r>
            <a:r>
              <a:rPr sz="2200" dirty="0">
                <a:latin typeface="Times New Roman"/>
                <a:cs typeface="Times New Roman"/>
              </a:rPr>
              <a:t>and</a:t>
            </a:r>
            <a:r>
              <a:rPr sz="2200" spc="170" dirty="0">
                <a:latin typeface="Times New Roman"/>
                <a:cs typeface="Times New Roman"/>
              </a:rPr>
              <a:t> </a:t>
            </a:r>
            <a:r>
              <a:rPr sz="2200" spc="-10" dirty="0">
                <a:latin typeface="Times New Roman"/>
                <a:cs typeface="Times New Roman"/>
              </a:rPr>
              <a:t>valuable </a:t>
            </a:r>
            <a:r>
              <a:rPr sz="2200" dirty="0">
                <a:latin typeface="Times New Roman"/>
                <a:cs typeface="Times New Roman"/>
              </a:rPr>
              <a:t>metals</a:t>
            </a:r>
            <a:r>
              <a:rPr sz="2200" spc="-35" dirty="0">
                <a:latin typeface="Times New Roman"/>
                <a:cs typeface="Times New Roman"/>
              </a:rPr>
              <a:t> </a:t>
            </a:r>
            <a:r>
              <a:rPr sz="2200" dirty="0">
                <a:latin typeface="Times New Roman"/>
                <a:cs typeface="Times New Roman"/>
              </a:rPr>
              <a:t>like</a:t>
            </a:r>
            <a:r>
              <a:rPr sz="2200" spc="-55" dirty="0">
                <a:latin typeface="Times New Roman"/>
                <a:cs typeface="Times New Roman"/>
              </a:rPr>
              <a:t> </a:t>
            </a:r>
            <a:r>
              <a:rPr sz="2200" spc="-10" dirty="0">
                <a:latin typeface="Times New Roman"/>
                <a:cs typeface="Times New Roman"/>
              </a:rPr>
              <a:t>silver,</a:t>
            </a:r>
            <a:r>
              <a:rPr sz="2200" spc="-55" dirty="0">
                <a:latin typeface="Times New Roman"/>
                <a:cs typeface="Times New Roman"/>
              </a:rPr>
              <a:t> </a:t>
            </a:r>
            <a:r>
              <a:rPr sz="2200" dirty="0">
                <a:latin typeface="Times New Roman"/>
                <a:cs typeface="Times New Roman"/>
              </a:rPr>
              <a:t>gold,</a:t>
            </a:r>
            <a:r>
              <a:rPr sz="2200" spc="-55" dirty="0">
                <a:latin typeface="Times New Roman"/>
                <a:cs typeface="Times New Roman"/>
              </a:rPr>
              <a:t> </a:t>
            </a:r>
            <a:r>
              <a:rPr sz="2200" dirty="0">
                <a:latin typeface="Times New Roman"/>
                <a:cs typeface="Times New Roman"/>
              </a:rPr>
              <a:t>platinum,</a:t>
            </a:r>
            <a:r>
              <a:rPr sz="2200" spc="-30" dirty="0">
                <a:latin typeface="Times New Roman"/>
                <a:cs typeface="Times New Roman"/>
              </a:rPr>
              <a:t> </a:t>
            </a:r>
            <a:r>
              <a:rPr sz="2200" dirty="0">
                <a:latin typeface="Times New Roman"/>
                <a:cs typeface="Times New Roman"/>
              </a:rPr>
              <a:t>palladium</a:t>
            </a:r>
            <a:r>
              <a:rPr sz="2200" spc="-50" dirty="0">
                <a:latin typeface="Times New Roman"/>
                <a:cs typeface="Times New Roman"/>
              </a:rPr>
              <a:t> </a:t>
            </a:r>
            <a:r>
              <a:rPr sz="2200" dirty="0">
                <a:latin typeface="Times New Roman"/>
                <a:cs typeface="Times New Roman"/>
              </a:rPr>
              <a:t>and</a:t>
            </a:r>
            <a:r>
              <a:rPr sz="2200" spc="-60" dirty="0">
                <a:latin typeface="Times New Roman"/>
                <a:cs typeface="Times New Roman"/>
              </a:rPr>
              <a:t> </a:t>
            </a:r>
            <a:r>
              <a:rPr sz="2200" dirty="0">
                <a:latin typeface="Times New Roman"/>
                <a:cs typeface="Times New Roman"/>
              </a:rPr>
              <a:t>so</a:t>
            </a:r>
            <a:r>
              <a:rPr sz="2200" spc="-50" dirty="0">
                <a:latin typeface="Times New Roman"/>
                <a:cs typeface="Times New Roman"/>
              </a:rPr>
              <a:t> </a:t>
            </a:r>
            <a:r>
              <a:rPr sz="2200" spc="-25" dirty="0">
                <a:latin typeface="Times New Roman"/>
                <a:cs typeface="Times New Roman"/>
              </a:rPr>
              <a:t>on.</a:t>
            </a:r>
            <a:endParaRPr sz="2200">
              <a:latin typeface="Times New Roman"/>
              <a:cs typeface="Times New Roman"/>
            </a:endParaRPr>
          </a:p>
          <a:p>
            <a:pPr marL="355600" marR="6985" indent="-342900" algn="just">
              <a:lnSpc>
                <a:spcPts val="2110"/>
              </a:lnSpc>
              <a:spcBef>
                <a:spcPts val="515"/>
              </a:spcBef>
              <a:buFont typeface="Arial MT"/>
              <a:buChar char="•"/>
              <a:tabLst>
                <a:tab pos="355600" algn="l"/>
              </a:tabLst>
            </a:pPr>
            <a:r>
              <a:rPr sz="2200" dirty="0">
                <a:latin typeface="Times New Roman"/>
                <a:cs typeface="Times New Roman"/>
              </a:rPr>
              <a:t>The</a:t>
            </a:r>
            <a:r>
              <a:rPr sz="2200" spc="100" dirty="0">
                <a:latin typeface="Times New Roman"/>
                <a:cs typeface="Times New Roman"/>
              </a:rPr>
              <a:t>  </a:t>
            </a:r>
            <a:r>
              <a:rPr sz="2200" dirty="0">
                <a:latin typeface="Times New Roman"/>
                <a:cs typeface="Times New Roman"/>
              </a:rPr>
              <a:t>presence</a:t>
            </a:r>
            <a:r>
              <a:rPr sz="2200" spc="95" dirty="0">
                <a:latin typeface="Times New Roman"/>
                <a:cs typeface="Times New Roman"/>
              </a:rPr>
              <a:t>  </a:t>
            </a:r>
            <a:r>
              <a:rPr sz="2200" dirty="0">
                <a:latin typeface="Times New Roman"/>
                <a:cs typeface="Times New Roman"/>
              </a:rPr>
              <a:t>of</a:t>
            </a:r>
            <a:r>
              <a:rPr sz="2200" spc="100" dirty="0">
                <a:latin typeface="Times New Roman"/>
                <a:cs typeface="Times New Roman"/>
              </a:rPr>
              <a:t>  </a:t>
            </a:r>
            <a:r>
              <a:rPr sz="2200" dirty="0">
                <a:latin typeface="Times New Roman"/>
                <a:cs typeface="Times New Roman"/>
              </a:rPr>
              <a:t>many</a:t>
            </a:r>
            <a:r>
              <a:rPr sz="2200" spc="105" dirty="0">
                <a:latin typeface="Times New Roman"/>
                <a:cs typeface="Times New Roman"/>
              </a:rPr>
              <a:t>  </a:t>
            </a:r>
            <a:r>
              <a:rPr sz="2200" dirty="0">
                <a:latin typeface="Times New Roman"/>
                <a:cs typeface="Times New Roman"/>
              </a:rPr>
              <a:t>toxic</a:t>
            </a:r>
            <a:r>
              <a:rPr sz="2200" spc="100" dirty="0">
                <a:latin typeface="Times New Roman"/>
                <a:cs typeface="Times New Roman"/>
              </a:rPr>
              <a:t>  </a:t>
            </a:r>
            <a:r>
              <a:rPr sz="2200" dirty="0">
                <a:latin typeface="Times New Roman"/>
                <a:cs typeface="Times New Roman"/>
              </a:rPr>
              <a:t>elements</a:t>
            </a:r>
            <a:r>
              <a:rPr sz="2200" spc="100" dirty="0">
                <a:latin typeface="Times New Roman"/>
                <a:cs typeface="Times New Roman"/>
              </a:rPr>
              <a:t>  </a:t>
            </a:r>
            <a:r>
              <a:rPr sz="2200" dirty="0">
                <a:latin typeface="Times New Roman"/>
                <a:cs typeface="Times New Roman"/>
              </a:rPr>
              <a:t>like</a:t>
            </a:r>
            <a:r>
              <a:rPr sz="2200" spc="100" dirty="0">
                <a:latin typeface="Times New Roman"/>
                <a:cs typeface="Times New Roman"/>
              </a:rPr>
              <a:t>  </a:t>
            </a:r>
            <a:r>
              <a:rPr sz="2200" dirty="0">
                <a:latin typeface="Times New Roman"/>
                <a:cs typeface="Times New Roman"/>
              </a:rPr>
              <a:t>lead,</a:t>
            </a:r>
            <a:r>
              <a:rPr sz="2200" spc="95" dirty="0">
                <a:latin typeface="Times New Roman"/>
                <a:cs typeface="Times New Roman"/>
              </a:rPr>
              <a:t>  </a:t>
            </a:r>
            <a:r>
              <a:rPr sz="2200" dirty="0">
                <a:latin typeface="Times New Roman"/>
                <a:cs typeface="Times New Roman"/>
              </a:rPr>
              <a:t>mercury,</a:t>
            </a:r>
            <a:r>
              <a:rPr sz="2200" spc="100" dirty="0">
                <a:latin typeface="Times New Roman"/>
                <a:cs typeface="Times New Roman"/>
              </a:rPr>
              <a:t>  </a:t>
            </a:r>
            <a:r>
              <a:rPr sz="2200" spc="-10" dirty="0">
                <a:latin typeface="Times New Roman"/>
                <a:cs typeface="Times New Roman"/>
              </a:rPr>
              <a:t>arsenic, </a:t>
            </a:r>
            <a:r>
              <a:rPr sz="2200" dirty="0">
                <a:latin typeface="Times New Roman"/>
                <a:cs typeface="Times New Roman"/>
              </a:rPr>
              <a:t>cadmium,</a:t>
            </a:r>
            <a:r>
              <a:rPr sz="2200" spc="40" dirty="0">
                <a:latin typeface="Times New Roman"/>
                <a:cs typeface="Times New Roman"/>
              </a:rPr>
              <a:t> </a:t>
            </a:r>
            <a:r>
              <a:rPr sz="2200" dirty="0">
                <a:latin typeface="Times New Roman"/>
                <a:cs typeface="Times New Roman"/>
              </a:rPr>
              <a:t>chromium</a:t>
            </a:r>
            <a:r>
              <a:rPr sz="2200" spc="30" dirty="0">
                <a:latin typeface="Times New Roman"/>
                <a:cs typeface="Times New Roman"/>
              </a:rPr>
              <a:t> </a:t>
            </a:r>
            <a:r>
              <a:rPr sz="2200" dirty="0">
                <a:latin typeface="Times New Roman"/>
                <a:cs typeface="Times New Roman"/>
              </a:rPr>
              <a:t>and</a:t>
            </a:r>
            <a:r>
              <a:rPr sz="2200" spc="45" dirty="0">
                <a:latin typeface="Times New Roman"/>
                <a:cs typeface="Times New Roman"/>
              </a:rPr>
              <a:t> </a:t>
            </a:r>
            <a:r>
              <a:rPr sz="2200" dirty="0">
                <a:latin typeface="Times New Roman"/>
                <a:cs typeface="Times New Roman"/>
              </a:rPr>
              <a:t>flame</a:t>
            </a:r>
            <a:r>
              <a:rPr sz="2200" spc="30" dirty="0">
                <a:latin typeface="Times New Roman"/>
                <a:cs typeface="Times New Roman"/>
              </a:rPr>
              <a:t> </a:t>
            </a:r>
            <a:r>
              <a:rPr sz="2200" dirty="0">
                <a:latin typeface="Times New Roman"/>
                <a:cs typeface="Times New Roman"/>
              </a:rPr>
              <a:t>retardants</a:t>
            </a:r>
            <a:r>
              <a:rPr sz="2200" spc="35" dirty="0">
                <a:latin typeface="Times New Roman"/>
                <a:cs typeface="Times New Roman"/>
              </a:rPr>
              <a:t> </a:t>
            </a:r>
            <a:r>
              <a:rPr sz="2200" dirty="0">
                <a:latin typeface="Times New Roman"/>
                <a:cs typeface="Times New Roman"/>
              </a:rPr>
              <a:t>beyond</a:t>
            </a:r>
            <a:r>
              <a:rPr sz="2200" spc="40" dirty="0">
                <a:latin typeface="Times New Roman"/>
                <a:cs typeface="Times New Roman"/>
              </a:rPr>
              <a:t> </a:t>
            </a:r>
            <a:r>
              <a:rPr sz="2200" dirty="0">
                <a:latin typeface="Times New Roman"/>
                <a:cs typeface="Times New Roman"/>
              </a:rPr>
              <a:t>threshold</a:t>
            </a:r>
            <a:r>
              <a:rPr sz="2200" spc="45" dirty="0">
                <a:latin typeface="Times New Roman"/>
                <a:cs typeface="Times New Roman"/>
              </a:rPr>
              <a:t> </a:t>
            </a:r>
            <a:r>
              <a:rPr sz="2200" dirty="0">
                <a:latin typeface="Times New Roman"/>
                <a:cs typeface="Times New Roman"/>
              </a:rPr>
              <a:t>limits</a:t>
            </a:r>
            <a:r>
              <a:rPr sz="2200" spc="30" dirty="0">
                <a:latin typeface="Times New Roman"/>
                <a:cs typeface="Times New Roman"/>
              </a:rPr>
              <a:t> </a:t>
            </a:r>
            <a:r>
              <a:rPr sz="2200" spc="-20" dirty="0">
                <a:latin typeface="Times New Roman"/>
                <a:cs typeface="Times New Roman"/>
              </a:rPr>
              <a:t>make E-</a:t>
            </a:r>
            <a:r>
              <a:rPr sz="2200" dirty="0">
                <a:latin typeface="Times New Roman"/>
                <a:cs typeface="Times New Roman"/>
              </a:rPr>
              <a:t>waste</a:t>
            </a:r>
            <a:r>
              <a:rPr sz="2200" spc="-40" dirty="0">
                <a:latin typeface="Times New Roman"/>
                <a:cs typeface="Times New Roman"/>
              </a:rPr>
              <a:t> </a:t>
            </a:r>
            <a:r>
              <a:rPr sz="2200" dirty="0">
                <a:latin typeface="Times New Roman"/>
                <a:cs typeface="Times New Roman"/>
              </a:rPr>
              <a:t>harmful</a:t>
            </a:r>
            <a:r>
              <a:rPr sz="2200" spc="-5" dirty="0">
                <a:latin typeface="Times New Roman"/>
                <a:cs typeface="Times New Roman"/>
              </a:rPr>
              <a:t> </a:t>
            </a:r>
            <a:r>
              <a:rPr sz="2200" dirty="0">
                <a:latin typeface="Times New Roman"/>
                <a:cs typeface="Times New Roman"/>
              </a:rPr>
              <a:t>for</a:t>
            </a:r>
            <a:r>
              <a:rPr sz="2200" spc="-40" dirty="0">
                <a:latin typeface="Times New Roman"/>
                <a:cs typeface="Times New Roman"/>
              </a:rPr>
              <a:t> </a:t>
            </a:r>
            <a:r>
              <a:rPr sz="2200" dirty="0">
                <a:latin typeface="Times New Roman"/>
                <a:cs typeface="Times New Roman"/>
              </a:rPr>
              <a:t>human</a:t>
            </a:r>
            <a:r>
              <a:rPr sz="2200" spc="-25" dirty="0">
                <a:latin typeface="Times New Roman"/>
                <a:cs typeface="Times New Roman"/>
              </a:rPr>
              <a:t> </a:t>
            </a:r>
            <a:r>
              <a:rPr sz="2200" dirty="0">
                <a:latin typeface="Times New Roman"/>
                <a:cs typeface="Times New Roman"/>
              </a:rPr>
              <a:t>health</a:t>
            </a:r>
            <a:r>
              <a:rPr sz="2200" spc="-35" dirty="0">
                <a:latin typeface="Times New Roman"/>
                <a:cs typeface="Times New Roman"/>
              </a:rPr>
              <a:t> </a:t>
            </a:r>
            <a:r>
              <a:rPr sz="2200" dirty="0">
                <a:latin typeface="Times New Roman"/>
                <a:cs typeface="Times New Roman"/>
              </a:rPr>
              <a:t>and</a:t>
            </a:r>
            <a:r>
              <a:rPr sz="2200" spc="-50" dirty="0">
                <a:latin typeface="Times New Roman"/>
                <a:cs typeface="Times New Roman"/>
              </a:rPr>
              <a:t> </a:t>
            </a:r>
            <a:r>
              <a:rPr sz="2200" spc="-10" dirty="0">
                <a:latin typeface="Times New Roman"/>
                <a:cs typeface="Times New Roman"/>
              </a:rPr>
              <a:t>environment.</a:t>
            </a:r>
            <a:endParaRPr sz="2200">
              <a:latin typeface="Times New Roman"/>
              <a:cs typeface="Times New Roman"/>
            </a:endParaRPr>
          </a:p>
          <a:p>
            <a:pPr marL="355600" marR="5080" indent="-342900" algn="just">
              <a:lnSpc>
                <a:spcPct val="80000"/>
              </a:lnSpc>
              <a:spcBef>
                <a:spcPts val="550"/>
              </a:spcBef>
              <a:buFont typeface="Arial MT"/>
              <a:buChar char="•"/>
              <a:tabLst>
                <a:tab pos="355600" algn="l"/>
              </a:tabLst>
            </a:pPr>
            <a:r>
              <a:rPr sz="2200" dirty="0">
                <a:latin typeface="Times New Roman"/>
                <a:cs typeface="Times New Roman"/>
              </a:rPr>
              <a:t>It</a:t>
            </a:r>
            <a:r>
              <a:rPr sz="2200" spc="15" dirty="0">
                <a:latin typeface="Times New Roman"/>
                <a:cs typeface="Times New Roman"/>
              </a:rPr>
              <a:t> </a:t>
            </a:r>
            <a:r>
              <a:rPr sz="2200" dirty="0">
                <a:latin typeface="Times New Roman"/>
                <a:cs typeface="Times New Roman"/>
              </a:rPr>
              <a:t>contains</a:t>
            </a:r>
            <a:r>
              <a:rPr sz="2200" spc="30" dirty="0">
                <a:latin typeface="Times New Roman"/>
                <a:cs typeface="Times New Roman"/>
              </a:rPr>
              <a:t> </a:t>
            </a:r>
            <a:r>
              <a:rPr sz="2200" dirty="0">
                <a:latin typeface="Times New Roman"/>
                <a:cs typeface="Times New Roman"/>
              </a:rPr>
              <a:t>different</a:t>
            </a:r>
            <a:r>
              <a:rPr sz="2200" spc="35" dirty="0">
                <a:latin typeface="Times New Roman"/>
                <a:cs typeface="Times New Roman"/>
              </a:rPr>
              <a:t> </a:t>
            </a:r>
            <a:r>
              <a:rPr sz="2200" dirty="0">
                <a:latin typeface="Times New Roman"/>
                <a:cs typeface="Times New Roman"/>
              </a:rPr>
              <a:t>substances,</a:t>
            </a:r>
            <a:r>
              <a:rPr sz="2200" spc="35" dirty="0">
                <a:latin typeface="Times New Roman"/>
                <a:cs typeface="Times New Roman"/>
              </a:rPr>
              <a:t> </a:t>
            </a:r>
            <a:r>
              <a:rPr sz="2200" dirty="0">
                <a:latin typeface="Times New Roman"/>
                <a:cs typeface="Times New Roman"/>
              </a:rPr>
              <a:t>many</a:t>
            </a:r>
            <a:r>
              <a:rPr sz="2200" spc="50" dirty="0">
                <a:latin typeface="Times New Roman"/>
                <a:cs typeface="Times New Roman"/>
              </a:rPr>
              <a:t> </a:t>
            </a:r>
            <a:r>
              <a:rPr sz="2200" dirty="0">
                <a:latin typeface="Times New Roman"/>
                <a:cs typeface="Times New Roman"/>
              </a:rPr>
              <a:t>of</a:t>
            </a:r>
            <a:r>
              <a:rPr sz="2200" spc="30" dirty="0">
                <a:latin typeface="Times New Roman"/>
                <a:cs typeface="Times New Roman"/>
              </a:rPr>
              <a:t> </a:t>
            </a:r>
            <a:r>
              <a:rPr sz="2200" dirty="0">
                <a:latin typeface="Times New Roman"/>
                <a:cs typeface="Times New Roman"/>
              </a:rPr>
              <a:t>these</a:t>
            </a:r>
            <a:r>
              <a:rPr sz="2200" spc="20" dirty="0">
                <a:latin typeface="Times New Roman"/>
                <a:cs typeface="Times New Roman"/>
              </a:rPr>
              <a:t> </a:t>
            </a:r>
            <a:r>
              <a:rPr sz="2200" dirty="0">
                <a:latin typeface="Times New Roman"/>
                <a:cs typeface="Times New Roman"/>
              </a:rPr>
              <a:t>substances</a:t>
            </a:r>
            <a:r>
              <a:rPr sz="2200" spc="20" dirty="0">
                <a:latin typeface="Times New Roman"/>
                <a:cs typeface="Times New Roman"/>
              </a:rPr>
              <a:t> </a:t>
            </a:r>
            <a:r>
              <a:rPr sz="2200" dirty="0">
                <a:latin typeface="Times New Roman"/>
                <a:cs typeface="Times New Roman"/>
              </a:rPr>
              <a:t>are</a:t>
            </a:r>
            <a:r>
              <a:rPr sz="2200" spc="25" dirty="0">
                <a:latin typeface="Times New Roman"/>
                <a:cs typeface="Times New Roman"/>
              </a:rPr>
              <a:t> </a:t>
            </a:r>
            <a:r>
              <a:rPr sz="2200" dirty="0">
                <a:latin typeface="Times New Roman"/>
                <a:cs typeface="Times New Roman"/>
              </a:rPr>
              <a:t>lethal,</a:t>
            </a:r>
            <a:r>
              <a:rPr sz="2200" spc="35" dirty="0">
                <a:latin typeface="Times New Roman"/>
                <a:cs typeface="Times New Roman"/>
              </a:rPr>
              <a:t> </a:t>
            </a:r>
            <a:r>
              <a:rPr sz="2200" spc="-25" dirty="0">
                <a:latin typeface="Times New Roman"/>
                <a:cs typeface="Times New Roman"/>
              </a:rPr>
              <a:t>and </a:t>
            </a:r>
            <a:r>
              <a:rPr sz="2200" dirty="0">
                <a:latin typeface="Times New Roman"/>
                <a:cs typeface="Times New Roman"/>
              </a:rPr>
              <a:t>produce</a:t>
            </a:r>
            <a:r>
              <a:rPr sz="2200" spc="-60" dirty="0">
                <a:latin typeface="Times New Roman"/>
                <a:cs typeface="Times New Roman"/>
              </a:rPr>
              <a:t> </a:t>
            </a:r>
            <a:r>
              <a:rPr sz="2200" dirty="0">
                <a:latin typeface="Times New Roman"/>
                <a:cs typeface="Times New Roman"/>
              </a:rPr>
              <a:t>serious</a:t>
            </a:r>
            <a:r>
              <a:rPr sz="2200" spc="-50" dirty="0">
                <a:latin typeface="Times New Roman"/>
                <a:cs typeface="Times New Roman"/>
              </a:rPr>
              <a:t> </a:t>
            </a:r>
            <a:r>
              <a:rPr sz="2200" dirty="0">
                <a:latin typeface="Times New Roman"/>
                <a:cs typeface="Times New Roman"/>
              </a:rPr>
              <a:t>pollution</a:t>
            </a:r>
            <a:r>
              <a:rPr sz="2200" spc="-60" dirty="0">
                <a:latin typeface="Times New Roman"/>
                <a:cs typeface="Times New Roman"/>
              </a:rPr>
              <a:t> </a:t>
            </a:r>
            <a:r>
              <a:rPr sz="2200" dirty="0">
                <a:latin typeface="Times New Roman"/>
                <a:cs typeface="Times New Roman"/>
              </a:rPr>
              <a:t>upon</a:t>
            </a:r>
            <a:r>
              <a:rPr sz="2200" spc="-55" dirty="0">
                <a:latin typeface="Times New Roman"/>
                <a:cs typeface="Times New Roman"/>
              </a:rPr>
              <a:t> </a:t>
            </a:r>
            <a:r>
              <a:rPr sz="2200" spc="-10" dirty="0">
                <a:latin typeface="Times New Roman"/>
                <a:cs typeface="Times New Roman"/>
              </a:rPr>
              <a:t>dumping.</a:t>
            </a:r>
            <a:endParaRPr sz="2200">
              <a:latin typeface="Times New Roman"/>
              <a:cs typeface="Times New Roman"/>
            </a:endParaRPr>
          </a:p>
          <a:p>
            <a:pPr marL="355600" indent="-342900" algn="just">
              <a:lnSpc>
                <a:spcPts val="2375"/>
              </a:lnSpc>
              <a:spcBef>
                <a:spcPts val="5"/>
              </a:spcBef>
              <a:buFont typeface="Arial MT"/>
              <a:buChar char="•"/>
              <a:tabLst>
                <a:tab pos="355600" algn="l"/>
              </a:tabLst>
            </a:pPr>
            <a:r>
              <a:rPr sz="2200" dirty="0">
                <a:latin typeface="Times New Roman"/>
                <a:cs typeface="Times New Roman"/>
              </a:rPr>
              <a:t>Obsolete</a:t>
            </a:r>
            <a:r>
              <a:rPr sz="2200" spc="15" dirty="0">
                <a:latin typeface="Times New Roman"/>
                <a:cs typeface="Times New Roman"/>
              </a:rPr>
              <a:t>  </a:t>
            </a:r>
            <a:r>
              <a:rPr sz="2200" dirty="0">
                <a:latin typeface="Times New Roman"/>
                <a:cs typeface="Times New Roman"/>
              </a:rPr>
              <a:t>computers</a:t>
            </a:r>
            <a:r>
              <a:rPr sz="2200" spc="15" dirty="0">
                <a:latin typeface="Times New Roman"/>
                <a:cs typeface="Times New Roman"/>
              </a:rPr>
              <a:t>  </a:t>
            </a:r>
            <a:r>
              <a:rPr sz="2200" dirty="0">
                <a:latin typeface="Times New Roman"/>
                <a:cs typeface="Times New Roman"/>
              </a:rPr>
              <a:t>pose</a:t>
            </a:r>
            <a:r>
              <a:rPr sz="2200" spc="15" dirty="0">
                <a:latin typeface="Times New Roman"/>
                <a:cs typeface="Times New Roman"/>
              </a:rPr>
              <a:t>  </a:t>
            </a:r>
            <a:r>
              <a:rPr sz="2200" dirty="0">
                <a:latin typeface="Times New Roman"/>
                <a:cs typeface="Times New Roman"/>
              </a:rPr>
              <a:t>the</a:t>
            </a:r>
            <a:r>
              <a:rPr sz="2200" spc="25" dirty="0">
                <a:latin typeface="Times New Roman"/>
                <a:cs typeface="Times New Roman"/>
              </a:rPr>
              <a:t>  </a:t>
            </a:r>
            <a:r>
              <a:rPr sz="2200" dirty="0">
                <a:latin typeface="Times New Roman"/>
                <a:cs typeface="Times New Roman"/>
              </a:rPr>
              <a:t>most</a:t>
            </a:r>
            <a:r>
              <a:rPr sz="2200" spc="25" dirty="0">
                <a:latin typeface="Times New Roman"/>
                <a:cs typeface="Times New Roman"/>
              </a:rPr>
              <a:t>  </a:t>
            </a:r>
            <a:r>
              <a:rPr sz="2200" dirty="0">
                <a:latin typeface="Times New Roman"/>
                <a:cs typeface="Times New Roman"/>
              </a:rPr>
              <a:t>significant</a:t>
            </a:r>
            <a:r>
              <a:rPr sz="2200" spc="20" dirty="0">
                <a:latin typeface="Times New Roman"/>
                <a:cs typeface="Times New Roman"/>
              </a:rPr>
              <a:t>  </a:t>
            </a:r>
            <a:r>
              <a:rPr sz="2200" dirty="0">
                <a:latin typeface="Times New Roman"/>
                <a:cs typeface="Times New Roman"/>
              </a:rPr>
              <a:t>ecological</a:t>
            </a:r>
            <a:r>
              <a:rPr sz="2200" spc="20" dirty="0">
                <a:latin typeface="Times New Roman"/>
                <a:cs typeface="Times New Roman"/>
              </a:rPr>
              <a:t>  </a:t>
            </a:r>
            <a:r>
              <a:rPr sz="2200" dirty="0">
                <a:latin typeface="Times New Roman"/>
                <a:cs typeface="Times New Roman"/>
              </a:rPr>
              <a:t>and</a:t>
            </a:r>
            <a:r>
              <a:rPr sz="2200" spc="15" dirty="0">
                <a:latin typeface="Times New Roman"/>
                <a:cs typeface="Times New Roman"/>
              </a:rPr>
              <a:t>  </a:t>
            </a:r>
            <a:r>
              <a:rPr sz="2200" spc="-10" dirty="0">
                <a:latin typeface="Times New Roman"/>
                <a:cs typeface="Times New Roman"/>
              </a:rPr>
              <a:t>health</a:t>
            </a:r>
            <a:endParaRPr sz="2200">
              <a:latin typeface="Times New Roman"/>
              <a:cs typeface="Times New Roman"/>
            </a:endParaRPr>
          </a:p>
          <a:p>
            <a:pPr marL="355600" algn="just">
              <a:lnSpc>
                <a:spcPts val="2375"/>
              </a:lnSpc>
            </a:pPr>
            <a:r>
              <a:rPr sz="2200" dirty="0">
                <a:latin typeface="Times New Roman"/>
                <a:cs typeface="Times New Roman"/>
              </a:rPr>
              <a:t>hazard</a:t>
            </a:r>
            <a:r>
              <a:rPr sz="2200" spc="-45" dirty="0">
                <a:latin typeface="Times New Roman"/>
                <a:cs typeface="Times New Roman"/>
              </a:rPr>
              <a:t> </a:t>
            </a:r>
            <a:r>
              <a:rPr sz="2200" dirty="0">
                <a:latin typeface="Times New Roman"/>
                <a:cs typeface="Times New Roman"/>
              </a:rPr>
              <a:t>among</a:t>
            </a:r>
            <a:r>
              <a:rPr sz="2200" spc="-25" dirty="0">
                <a:latin typeface="Times New Roman"/>
                <a:cs typeface="Times New Roman"/>
              </a:rPr>
              <a:t> </a:t>
            </a:r>
            <a:r>
              <a:rPr sz="2200" dirty="0">
                <a:latin typeface="Times New Roman"/>
                <a:cs typeface="Times New Roman"/>
              </a:rPr>
              <a:t>the</a:t>
            </a:r>
            <a:r>
              <a:rPr sz="2200" spc="-50" dirty="0">
                <a:latin typeface="Times New Roman"/>
                <a:cs typeface="Times New Roman"/>
              </a:rPr>
              <a:t> </a:t>
            </a:r>
            <a:r>
              <a:rPr sz="2200" spc="-20" dirty="0">
                <a:latin typeface="Times New Roman"/>
                <a:cs typeface="Times New Roman"/>
              </a:rPr>
              <a:t>E-</a:t>
            </a:r>
            <a:r>
              <a:rPr sz="2200" spc="-10" dirty="0">
                <a:latin typeface="Times New Roman"/>
                <a:cs typeface="Times New Roman"/>
              </a:rPr>
              <a:t>wastes.</a:t>
            </a:r>
            <a:endParaRPr sz="220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54939" y="192248"/>
            <a:ext cx="8759825" cy="6061710"/>
          </a:xfrm>
          <a:prstGeom prst="rect">
            <a:avLst/>
          </a:prstGeom>
        </p:spPr>
        <p:txBody>
          <a:bodyPr vert="horz" wrap="square" lIns="0" tIns="73025" rIns="0" bIns="0" rtlCol="0">
            <a:spAutoFit/>
          </a:bodyPr>
          <a:lstStyle/>
          <a:p>
            <a:pPr marL="12700" algn="just">
              <a:lnSpc>
                <a:spcPct val="100000"/>
              </a:lnSpc>
              <a:spcBef>
                <a:spcPts val="575"/>
              </a:spcBef>
            </a:pPr>
            <a:r>
              <a:rPr sz="2000" b="1" dirty="0">
                <a:latin typeface="Times New Roman"/>
                <a:cs typeface="Times New Roman"/>
              </a:rPr>
              <a:t>A.</a:t>
            </a:r>
            <a:r>
              <a:rPr sz="2000" b="1" spc="-10" dirty="0">
                <a:latin typeface="Times New Roman"/>
                <a:cs typeface="Times New Roman"/>
              </a:rPr>
              <a:t> </a:t>
            </a:r>
            <a:r>
              <a:rPr sz="2000" b="1" dirty="0">
                <a:latin typeface="Times New Roman"/>
                <a:cs typeface="Times New Roman"/>
              </a:rPr>
              <a:t>Harmful</a:t>
            </a:r>
            <a:r>
              <a:rPr sz="2000" b="1" spc="-30" dirty="0">
                <a:latin typeface="Times New Roman"/>
                <a:cs typeface="Times New Roman"/>
              </a:rPr>
              <a:t> </a:t>
            </a:r>
            <a:r>
              <a:rPr sz="2000" b="1" dirty="0">
                <a:latin typeface="Times New Roman"/>
                <a:cs typeface="Times New Roman"/>
              </a:rPr>
              <a:t>Effects</a:t>
            </a:r>
            <a:r>
              <a:rPr sz="2000" b="1" spc="-30" dirty="0">
                <a:latin typeface="Times New Roman"/>
                <a:cs typeface="Times New Roman"/>
              </a:rPr>
              <a:t> </a:t>
            </a:r>
            <a:r>
              <a:rPr sz="2000" b="1" dirty="0">
                <a:latin typeface="Times New Roman"/>
                <a:cs typeface="Times New Roman"/>
              </a:rPr>
              <a:t>on</a:t>
            </a:r>
            <a:r>
              <a:rPr sz="2000" b="1" spc="-10" dirty="0">
                <a:latin typeface="Times New Roman"/>
                <a:cs typeface="Times New Roman"/>
              </a:rPr>
              <a:t> </a:t>
            </a:r>
            <a:r>
              <a:rPr sz="2000" b="1" dirty="0">
                <a:latin typeface="Times New Roman"/>
                <a:cs typeface="Times New Roman"/>
              </a:rPr>
              <a:t>Human</a:t>
            </a:r>
            <a:r>
              <a:rPr sz="2000" b="1" spc="-30" dirty="0">
                <a:latin typeface="Times New Roman"/>
                <a:cs typeface="Times New Roman"/>
              </a:rPr>
              <a:t> </a:t>
            </a:r>
            <a:r>
              <a:rPr sz="2000" b="1" spc="-10" dirty="0">
                <a:latin typeface="Times New Roman"/>
                <a:cs typeface="Times New Roman"/>
              </a:rPr>
              <a:t>Health</a:t>
            </a:r>
            <a:endParaRPr sz="2000">
              <a:latin typeface="Times New Roman"/>
              <a:cs typeface="Times New Roman"/>
            </a:endParaRPr>
          </a:p>
          <a:p>
            <a:pPr marL="351790" marR="5080" indent="-339090" algn="just">
              <a:lnSpc>
                <a:spcPct val="100000"/>
              </a:lnSpc>
              <a:spcBef>
                <a:spcPts val="484"/>
              </a:spcBef>
              <a:buFont typeface="Arial MT"/>
              <a:buChar char="•"/>
              <a:tabLst>
                <a:tab pos="355600" algn="l"/>
              </a:tabLst>
            </a:pPr>
            <a:r>
              <a:rPr sz="2000" b="1" dirty="0">
                <a:solidFill>
                  <a:srgbClr val="C00000"/>
                </a:solidFill>
                <a:latin typeface="Times New Roman"/>
                <a:cs typeface="Times New Roman"/>
              </a:rPr>
              <a:t>Cadmium:</a:t>
            </a:r>
            <a:r>
              <a:rPr sz="2000" b="1" spc="70" dirty="0">
                <a:solidFill>
                  <a:srgbClr val="C00000"/>
                </a:solidFill>
                <a:latin typeface="Times New Roman"/>
                <a:cs typeface="Times New Roman"/>
              </a:rPr>
              <a:t> </a:t>
            </a:r>
            <a:r>
              <a:rPr sz="2000" dirty="0">
                <a:latin typeface="Times New Roman"/>
                <a:cs typeface="Times New Roman"/>
              </a:rPr>
              <a:t>It</a:t>
            </a:r>
            <a:r>
              <a:rPr sz="2000" spc="75" dirty="0">
                <a:latin typeface="Times New Roman"/>
                <a:cs typeface="Times New Roman"/>
              </a:rPr>
              <a:t> </a:t>
            </a:r>
            <a:r>
              <a:rPr sz="2000" dirty="0">
                <a:latin typeface="Times New Roman"/>
                <a:cs typeface="Times New Roman"/>
              </a:rPr>
              <a:t>is</a:t>
            </a:r>
            <a:r>
              <a:rPr sz="2000" spc="80" dirty="0">
                <a:latin typeface="Times New Roman"/>
                <a:cs typeface="Times New Roman"/>
              </a:rPr>
              <a:t> </a:t>
            </a:r>
            <a:r>
              <a:rPr sz="2000" dirty="0">
                <a:latin typeface="Times New Roman"/>
                <a:cs typeface="Times New Roman"/>
              </a:rPr>
              <a:t>a</a:t>
            </a:r>
            <a:r>
              <a:rPr sz="2000" spc="80" dirty="0">
                <a:latin typeface="Times New Roman"/>
                <a:cs typeface="Times New Roman"/>
              </a:rPr>
              <a:t> </a:t>
            </a:r>
            <a:r>
              <a:rPr sz="2000" dirty="0">
                <a:latin typeface="Times New Roman"/>
                <a:cs typeface="Times New Roman"/>
              </a:rPr>
              <a:t>potentially</a:t>
            </a:r>
            <a:r>
              <a:rPr sz="2000" spc="65" dirty="0">
                <a:latin typeface="Times New Roman"/>
                <a:cs typeface="Times New Roman"/>
              </a:rPr>
              <a:t> </a:t>
            </a:r>
            <a:r>
              <a:rPr sz="2000" spc="-10" dirty="0">
                <a:latin typeface="Times New Roman"/>
                <a:cs typeface="Times New Roman"/>
              </a:rPr>
              <a:t>long-</a:t>
            </a:r>
            <a:r>
              <a:rPr sz="2000" dirty="0">
                <a:latin typeface="Times New Roman"/>
                <a:cs typeface="Times New Roman"/>
              </a:rPr>
              <a:t>term</a:t>
            </a:r>
            <a:r>
              <a:rPr sz="2000" spc="60" dirty="0">
                <a:latin typeface="Times New Roman"/>
                <a:cs typeface="Times New Roman"/>
              </a:rPr>
              <a:t> </a:t>
            </a:r>
            <a:r>
              <a:rPr sz="2000" dirty="0">
                <a:latin typeface="Times New Roman"/>
                <a:cs typeface="Times New Roman"/>
              </a:rPr>
              <a:t>cumulative</a:t>
            </a:r>
            <a:r>
              <a:rPr sz="2000" spc="75" dirty="0">
                <a:latin typeface="Times New Roman"/>
                <a:cs typeface="Times New Roman"/>
              </a:rPr>
              <a:t> </a:t>
            </a:r>
            <a:r>
              <a:rPr sz="2000" dirty="0">
                <a:latin typeface="Times New Roman"/>
                <a:cs typeface="Times New Roman"/>
              </a:rPr>
              <a:t>poison</a:t>
            </a:r>
            <a:r>
              <a:rPr sz="2000" spc="80" dirty="0">
                <a:latin typeface="Times New Roman"/>
                <a:cs typeface="Times New Roman"/>
              </a:rPr>
              <a:t> </a:t>
            </a:r>
            <a:r>
              <a:rPr sz="2000" dirty="0">
                <a:latin typeface="Times New Roman"/>
                <a:cs typeface="Times New Roman"/>
              </a:rPr>
              <a:t>and</a:t>
            </a:r>
            <a:r>
              <a:rPr sz="2000" spc="80" dirty="0">
                <a:latin typeface="Times New Roman"/>
                <a:cs typeface="Times New Roman"/>
              </a:rPr>
              <a:t> </a:t>
            </a:r>
            <a:r>
              <a:rPr sz="2000" dirty="0">
                <a:latin typeface="Times New Roman"/>
                <a:cs typeface="Times New Roman"/>
              </a:rPr>
              <a:t>is</a:t>
            </a:r>
            <a:r>
              <a:rPr sz="2000" spc="75" dirty="0">
                <a:latin typeface="Times New Roman"/>
                <a:cs typeface="Times New Roman"/>
              </a:rPr>
              <a:t> </a:t>
            </a:r>
            <a:r>
              <a:rPr sz="2000" dirty="0">
                <a:latin typeface="Times New Roman"/>
                <a:cs typeface="Times New Roman"/>
              </a:rPr>
              <a:t>produced</a:t>
            </a:r>
            <a:r>
              <a:rPr sz="2000" spc="85" dirty="0">
                <a:latin typeface="Times New Roman"/>
                <a:cs typeface="Times New Roman"/>
              </a:rPr>
              <a:t> </a:t>
            </a:r>
            <a:r>
              <a:rPr sz="2000" dirty="0">
                <a:latin typeface="Times New Roman"/>
                <a:cs typeface="Times New Roman"/>
              </a:rPr>
              <a:t>in</a:t>
            </a:r>
            <a:r>
              <a:rPr sz="2000" spc="85" dirty="0">
                <a:latin typeface="Times New Roman"/>
                <a:cs typeface="Times New Roman"/>
              </a:rPr>
              <a:t> </a:t>
            </a:r>
            <a:r>
              <a:rPr sz="2000" spc="-25" dirty="0">
                <a:latin typeface="Times New Roman"/>
                <a:cs typeface="Times New Roman"/>
              </a:rPr>
              <a:t>the 	</a:t>
            </a:r>
            <a:r>
              <a:rPr sz="2000" dirty="0">
                <a:latin typeface="Times New Roman"/>
                <a:cs typeface="Times New Roman"/>
              </a:rPr>
              <a:t>environment</a:t>
            </a:r>
            <a:r>
              <a:rPr sz="2000" spc="40" dirty="0">
                <a:latin typeface="Times New Roman"/>
                <a:cs typeface="Times New Roman"/>
              </a:rPr>
              <a:t> </a:t>
            </a:r>
            <a:r>
              <a:rPr sz="2000" dirty="0">
                <a:latin typeface="Times New Roman"/>
                <a:cs typeface="Times New Roman"/>
              </a:rPr>
              <a:t>as</a:t>
            </a:r>
            <a:r>
              <a:rPr sz="2000" spc="35" dirty="0">
                <a:latin typeface="Times New Roman"/>
                <a:cs typeface="Times New Roman"/>
              </a:rPr>
              <a:t> </a:t>
            </a:r>
            <a:r>
              <a:rPr sz="2000" dirty="0">
                <a:latin typeface="Times New Roman"/>
                <a:cs typeface="Times New Roman"/>
              </a:rPr>
              <a:t>powder</a:t>
            </a:r>
            <a:r>
              <a:rPr sz="2000" spc="45" dirty="0">
                <a:latin typeface="Times New Roman"/>
                <a:cs typeface="Times New Roman"/>
              </a:rPr>
              <a:t> </a:t>
            </a:r>
            <a:r>
              <a:rPr sz="2000" dirty="0">
                <a:latin typeface="Times New Roman"/>
                <a:cs typeface="Times New Roman"/>
              </a:rPr>
              <a:t>while</a:t>
            </a:r>
            <a:r>
              <a:rPr sz="2000" spc="35" dirty="0">
                <a:latin typeface="Times New Roman"/>
                <a:cs typeface="Times New Roman"/>
              </a:rPr>
              <a:t> </a:t>
            </a:r>
            <a:r>
              <a:rPr sz="2000" dirty="0">
                <a:latin typeface="Times New Roman"/>
                <a:cs typeface="Times New Roman"/>
              </a:rPr>
              <a:t>crushing</a:t>
            </a:r>
            <a:r>
              <a:rPr sz="2000" spc="50" dirty="0">
                <a:latin typeface="Times New Roman"/>
                <a:cs typeface="Times New Roman"/>
              </a:rPr>
              <a:t> </a:t>
            </a:r>
            <a:r>
              <a:rPr sz="2000" dirty="0">
                <a:latin typeface="Times New Roman"/>
                <a:cs typeface="Times New Roman"/>
              </a:rPr>
              <a:t>and</a:t>
            </a:r>
            <a:r>
              <a:rPr sz="2000" spc="35" dirty="0">
                <a:latin typeface="Times New Roman"/>
                <a:cs typeface="Times New Roman"/>
              </a:rPr>
              <a:t> </a:t>
            </a:r>
            <a:r>
              <a:rPr sz="2000" dirty="0">
                <a:latin typeface="Times New Roman"/>
                <a:cs typeface="Times New Roman"/>
              </a:rPr>
              <a:t>grinding</a:t>
            </a:r>
            <a:r>
              <a:rPr sz="2000" spc="50" dirty="0">
                <a:latin typeface="Times New Roman"/>
                <a:cs typeface="Times New Roman"/>
              </a:rPr>
              <a:t> </a:t>
            </a:r>
            <a:r>
              <a:rPr sz="2000" dirty="0">
                <a:latin typeface="Times New Roman"/>
                <a:cs typeface="Times New Roman"/>
              </a:rPr>
              <a:t>of</a:t>
            </a:r>
            <a:r>
              <a:rPr sz="2000" spc="40" dirty="0">
                <a:latin typeface="Times New Roman"/>
                <a:cs typeface="Times New Roman"/>
              </a:rPr>
              <a:t> </a:t>
            </a:r>
            <a:r>
              <a:rPr sz="2000" dirty="0">
                <a:latin typeface="Times New Roman"/>
                <a:cs typeface="Times New Roman"/>
              </a:rPr>
              <a:t>plastics,</a:t>
            </a:r>
            <a:r>
              <a:rPr sz="2000" spc="45" dirty="0">
                <a:latin typeface="Times New Roman"/>
                <a:cs typeface="Times New Roman"/>
              </a:rPr>
              <a:t> </a:t>
            </a:r>
            <a:r>
              <a:rPr sz="2000" dirty="0">
                <a:latin typeface="Times New Roman"/>
                <a:cs typeface="Times New Roman"/>
              </a:rPr>
              <a:t>cathode</a:t>
            </a:r>
            <a:r>
              <a:rPr sz="2000" spc="30" dirty="0">
                <a:latin typeface="Times New Roman"/>
                <a:cs typeface="Times New Roman"/>
              </a:rPr>
              <a:t> </a:t>
            </a:r>
            <a:r>
              <a:rPr sz="2000" dirty="0">
                <a:latin typeface="Times New Roman"/>
                <a:cs typeface="Times New Roman"/>
              </a:rPr>
              <a:t>ray</a:t>
            </a:r>
            <a:r>
              <a:rPr sz="2000" spc="40" dirty="0">
                <a:latin typeface="Times New Roman"/>
                <a:cs typeface="Times New Roman"/>
              </a:rPr>
              <a:t> </a:t>
            </a:r>
            <a:r>
              <a:rPr sz="2000" spc="-10" dirty="0">
                <a:latin typeface="Times New Roman"/>
                <a:cs typeface="Times New Roman"/>
              </a:rPr>
              <a:t>tubes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electric</a:t>
            </a:r>
            <a:r>
              <a:rPr sz="2000" spc="-10" dirty="0">
                <a:latin typeface="Times New Roman"/>
                <a:cs typeface="Times New Roman"/>
              </a:rPr>
              <a:t> </a:t>
            </a:r>
            <a:r>
              <a:rPr sz="2000" dirty="0">
                <a:latin typeface="Times New Roman"/>
                <a:cs typeface="Times New Roman"/>
              </a:rPr>
              <a:t>circuit</a:t>
            </a:r>
            <a:r>
              <a:rPr sz="2000" spc="-35" dirty="0">
                <a:latin typeface="Times New Roman"/>
                <a:cs typeface="Times New Roman"/>
              </a:rPr>
              <a:t> </a:t>
            </a:r>
            <a:r>
              <a:rPr sz="2000" dirty="0">
                <a:latin typeface="Times New Roman"/>
                <a:cs typeface="Times New Roman"/>
              </a:rPr>
              <a:t>boards.</a:t>
            </a:r>
            <a:r>
              <a:rPr sz="2000" spc="-15"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dirty="0">
                <a:latin typeface="Times New Roman"/>
                <a:cs typeface="Times New Roman"/>
              </a:rPr>
              <a:t>most</a:t>
            </a:r>
            <a:r>
              <a:rPr sz="2000" spc="-20" dirty="0">
                <a:latin typeface="Times New Roman"/>
                <a:cs typeface="Times New Roman"/>
              </a:rPr>
              <a:t> </a:t>
            </a:r>
            <a:r>
              <a:rPr sz="2000" dirty="0">
                <a:latin typeface="Times New Roman"/>
                <a:cs typeface="Times New Roman"/>
              </a:rPr>
              <a:t>common</a:t>
            </a:r>
            <a:r>
              <a:rPr sz="2000" spc="-5" dirty="0">
                <a:latin typeface="Times New Roman"/>
                <a:cs typeface="Times New Roman"/>
              </a:rPr>
              <a:t> </a:t>
            </a:r>
            <a:r>
              <a:rPr sz="2000" dirty="0">
                <a:latin typeface="Times New Roman"/>
                <a:cs typeface="Times New Roman"/>
              </a:rPr>
              <a:t>type</a:t>
            </a:r>
            <a:r>
              <a:rPr sz="2000" spc="-20"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cadmium</a:t>
            </a:r>
            <a:r>
              <a:rPr sz="2000" spc="-25" dirty="0">
                <a:latin typeface="Times New Roman"/>
                <a:cs typeface="Times New Roman"/>
              </a:rPr>
              <a:t> </a:t>
            </a:r>
            <a:r>
              <a:rPr sz="2000" dirty="0">
                <a:latin typeface="Times New Roman"/>
                <a:cs typeface="Times New Roman"/>
              </a:rPr>
              <a:t>is</a:t>
            </a:r>
            <a:r>
              <a:rPr sz="2000" spc="-25" dirty="0">
                <a:latin typeface="Times New Roman"/>
                <a:cs typeface="Times New Roman"/>
              </a:rPr>
              <a:t> </a:t>
            </a:r>
            <a:r>
              <a:rPr sz="2000" dirty="0">
                <a:latin typeface="Times New Roman"/>
                <a:cs typeface="Times New Roman"/>
              </a:rPr>
              <a:t>found</a:t>
            </a:r>
            <a:r>
              <a:rPr sz="2000" spc="-10" dirty="0">
                <a:latin typeface="Times New Roman"/>
                <a:cs typeface="Times New Roman"/>
              </a:rPr>
              <a:t> </a:t>
            </a:r>
            <a:r>
              <a:rPr sz="2000" dirty="0">
                <a:latin typeface="Times New Roman"/>
                <a:cs typeface="Times New Roman"/>
              </a:rPr>
              <a:t>to</a:t>
            </a:r>
            <a:r>
              <a:rPr sz="2000" spc="-10" dirty="0">
                <a:latin typeface="Times New Roman"/>
                <a:cs typeface="Times New Roman"/>
              </a:rPr>
              <a:t> present 	</a:t>
            </a:r>
            <a:r>
              <a:rPr sz="2000" dirty="0">
                <a:latin typeface="Times New Roman"/>
                <a:cs typeface="Times New Roman"/>
              </a:rPr>
              <a:t>in</a:t>
            </a:r>
            <a:r>
              <a:rPr sz="2000" spc="145" dirty="0">
                <a:latin typeface="Times New Roman"/>
                <a:cs typeface="Times New Roman"/>
              </a:rPr>
              <a:t>  </a:t>
            </a:r>
            <a:r>
              <a:rPr sz="2000" spc="-10" dirty="0">
                <a:latin typeface="Times New Roman"/>
                <a:cs typeface="Times New Roman"/>
              </a:rPr>
              <a:t>Nickel-</a:t>
            </a:r>
            <a:r>
              <a:rPr sz="2000" dirty="0">
                <a:latin typeface="Times New Roman"/>
                <a:cs typeface="Times New Roman"/>
              </a:rPr>
              <a:t>Cadmium</a:t>
            </a:r>
            <a:r>
              <a:rPr sz="2000" spc="145" dirty="0">
                <a:latin typeface="Times New Roman"/>
                <a:cs typeface="Times New Roman"/>
              </a:rPr>
              <a:t>  </a:t>
            </a:r>
            <a:r>
              <a:rPr sz="2000" dirty="0">
                <a:latin typeface="Times New Roman"/>
                <a:cs typeface="Times New Roman"/>
              </a:rPr>
              <a:t>rechargeable</a:t>
            </a:r>
            <a:r>
              <a:rPr sz="2000" spc="155" dirty="0">
                <a:latin typeface="Times New Roman"/>
                <a:cs typeface="Times New Roman"/>
              </a:rPr>
              <a:t>  </a:t>
            </a:r>
            <a:r>
              <a:rPr sz="2000" dirty="0">
                <a:latin typeface="Times New Roman"/>
                <a:cs typeface="Times New Roman"/>
              </a:rPr>
              <a:t>batteries.</a:t>
            </a:r>
            <a:r>
              <a:rPr sz="2000" spc="150" dirty="0">
                <a:latin typeface="Times New Roman"/>
                <a:cs typeface="Times New Roman"/>
              </a:rPr>
              <a:t>  </a:t>
            </a:r>
            <a:r>
              <a:rPr sz="2000" dirty="0">
                <a:latin typeface="Times New Roman"/>
                <a:cs typeface="Times New Roman"/>
              </a:rPr>
              <a:t>It</a:t>
            </a:r>
            <a:r>
              <a:rPr sz="2000" spc="155" dirty="0">
                <a:latin typeface="Times New Roman"/>
                <a:cs typeface="Times New Roman"/>
              </a:rPr>
              <a:t>  </a:t>
            </a:r>
            <a:r>
              <a:rPr sz="2000" dirty="0">
                <a:latin typeface="Times New Roman"/>
                <a:cs typeface="Times New Roman"/>
              </a:rPr>
              <a:t>is</a:t>
            </a:r>
            <a:r>
              <a:rPr sz="2000" spc="155" dirty="0">
                <a:latin typeface="Times New Roman"/>
                <a:cs typeface="Times New Roman"/>
              </a:rPr>
              <a:t>  </a:t>
            </a:r>
            <a:r>
              <a:rPr sz="2000" dirty="0">
                <a:latin typeface="Times New Roman"/>
                <a:cs typeface="Times New Roman"/>
              </a:rPr>
              <a:t>a</a:t>
            </a:r>
            <a:r>
              <a:rPr sz="2000" spc="150" dirty="0">
                <a:latin typeface="Times New Roman"/>
                <a:cs typeface="Times New Roman"/>
              </a:rPr>
              <a:t>  </a:t>
            </a:r>
            <a:r>
              <a:rPr sz="2000" dirty="0">
                <a:latin typeface="Times New Roman"/>
                <a:cs typeface="Times New Roman"/>
              </a:rPr>
              <a:t>known</a:t>
            </a:r>
            <a:r>
              <a:rPr sz="2000" spc="160" dirty="0">
                <a:latin typeface="Times New Roman"/>
                <a:cs typeface="Times New Roman"/>
              </a:rPr>
              <a:t>  </a:t>
            </a:r>
            <a:r>
              <a:rPr sz="2000" dirty="0">
                <a:latin typeface="Times New Roman"/>
                <a:cs typeface="Times New Roman"/>
              </a:rPr>
              <a:t>carcinogen.</a:t>
            </a:r>
            <a:r>
              <a:rPr sz="2000" spc="160" dirty="0">
                <a:latin typeface="Times New Roman"/>
                <a:cs typeface="Times New Roman"/>
              </a:rPr>
              <a:t>  </a:t>
            </a:r>
            <a:r>
              <a:rPr sz="2000" spc="-25" dirty="0">
                <a:latin typeface="Times New Roman"/>
                <a:cs typeface="Times New Roman"/>
              </a:rPr>
              <a:t>The 	</a:t>
            </a:r>
            <a:r>
              <a:rPr sz="2000" dirty="0">
                <a:latin typeface="Times New Roman"/>
                <a:cs typeface="Times New Roman"/>
              </a:rPr>
              <a:t>inhalation</a:t>
            </a:r>
            <a:r>
              <a:rPr sz="2000" spc="425" dirty="0">
                <a:latin typeface="Times New Roman"/>
                <a:cs typeface="Times New Roman"/>
              </a:rPr>
              <a:t> </a:t>
            </a:r>
            <a:r>
              <a:rPr sz="2000" dirty="0">
                <a:latin typeface="Times New Roman"/>
                <a:cs typeface="Times New Roman"/>
              </a:rPr>
              <a:t>of</a:t>
            </a:r>
            <a:r>
              <a:rPr sz="2000" spc="409" dirty="0">
                <a:latin typeface="Times New Roman"/>
                <a:cs typeface="Times New Roman"/>
              </a:rPr>
              <a:t> </a:t>
            </a:r>
            <a:r>
              <a:rPr sz="2000" dirty="0">
                <a:latin typeface="Times New Roman"/>
                <a:cs typeface="Times New Roman"/>
              </a:rPr>
              <a:t>cadmium</a:t>
            </a:r>
            <a:r>
              <a:rPr sz="2000" spc="395" dirty="0">
                <a:latin typeface="Times New Roman"/>
                <a:cs typeface="Times New Roman"/>
              </a:rPr>
              <a:t> </a:t>
            </a:r>
            <a:r>
              <a:rPr sz="2000" dirty="0">
                <a:latin typeface="Times New Roman"/>
                <a:cs typeface="Times New Roman"/>
              </a:rPr>
              <a:t>can</a:t>
            </a:r>
            <a:r>
              <a:rPr sz="2000" spc="415" dirty="0">
                <a:latin typeface="Times New Roman"/>
                <a:cs typeface="Times New Roman"/>
              </a:rPr>
              <a:t> </a:t>
            </a:r>
            <a:r>
              <a:rPr sz="2000" dirty="0">
                <a:latin typeface="Times New Roman"/>
                <a:cs typeface="Times New Roman"/>
              </a:rPr>
              <a:t>cause</a:t>
            </a:r>
            <a:r>
              <a:rPr sz="2000" spc="409" dirty="0">
                <a:latin typeface="Times New Roman"/>
                <a:cs typeface="Times New Roman"/>
              </a:rPr>
              <a:t> </a:t>
            </a:r>
            <a:r>
              <a:rPr sz="2000" dirty="0">
                <a:latin typeface="Times New Roman"/>
                <a:cs typeface="Times New Roman"/>
              </a:rPr>
              <a:t>severe</a:t>
            </a:r>
            <a:r>
              <a:rPr sz="2000" spc="409" dirty="0">
                <a:latin typeface="Times New Roman"/>
                <a:cs typeface="Times New Roman"/>
              </a:rPr>
              <a:t> </a:t>
            </a:r>
            <a:r>
              <a:rPr sz="2000" dirty="0">
                <a:latin typeface="Times New Roman"/>
                <a:cs typeface="Times New Roman"/>
              </a:rPr>
              <a:t>harm</a:t>
            </a:r>
            <a:r>
              <a:rPr sz="2000" spc="405" dirty="0">
                <a:latin typeface="Times New Roman"/>
                <a:cs typeface="Times New Roman"/>
              </a:rPr>
              <a:t> </a:t>
            </a:r>
            <a:r>
              <a:rPr sz="2000" dirty="0">
                <a:latin typeface="Times New Roman"/>
                <a:cs typeface="Times New Roman"/>
              </a:rPr>
              <a:t>to</a:t>
            </a:r>
            <a:r>
              <a:rPr sz="2000" spc="425" dirty="0">
                <a:latin typeface="Times New Roman"/>
                <a:cs typeface="Times New Roman"/>
              </a:rPr>
              <a:t> </a:t>
            </a:r>
            <a:r>
              <a:rPr sz="2000" dirty="0">
                <a:latin typeface="Times New Roman"/>
                <a:cs typeface="Times New Roman"/>
              </a:rPr>
              <a:t>the</a:t>
            </a:r>
            <a:r>
              <a:rPr sz="2000" spc="425" dirty="0">
                <a:latin typeface="Times New Roman"/>
                <a:cs typeface="Times New Roman"/>
              </a:rPr>
              <a:t> </a:t>
            </a:r>
            <a:r>
              <a:rPr sz="2000" dirty="0">
                <a:latin typeface="Times New Roman"/>
                <a:cs typeface="Times New Roman"/>
              </a:rPr>
              <a:t>lungs.</a:t>
            </a:r>
            <a:r>
              <a:rPr sz="2000" spc="409" dirty="0">
                <a:latin typeface="Times New Roman"/>
                <a:cs typeface="Times New Roman"/>
              </a:rPr>
              <a:t> </a:t>
            </a:r>
            <a:r>
              <a:rPr sz="2000" dirty="0">
                <a:latin typeface="Times New Roman"/>
                <a:cs typeface="Times New Roman"/>
              </a:rPr>
              <a:t>It</a:t>
            </a:r>
            <a:r>
              <a:rPr sz="2000" spc="415" dirty="0">
                <a:latin typeface="Times New Roman"/>
                <a:cs typeface="Times New Roman"/>
              </a:rPr>
              <a:t> </a:t>
            </a:r>
            <a:r>
              <a:rPr sz="2000" dirty="0">
                <a:latin typeface="Times New Roman"/>
                <a:cs typeface="Times New Roman"/>
              </a:rPr>
              <a:t>can</a:t>
            </a:r>
            <a:r>
              <a:rPr sz="2000" spc="430" dirty="0">
                <a:latin typeface="Times New Roman"/>
                <a:cs typeface="Times New Roman"/>
              </a:rPr>
              <a:t> </a:t>
            </a:r>
            <a:r>
              <a:rPr sz="2000" dirty="0">
                <a:latin typeface="Times New Roman"/>
                <a:cs typeface="Times New Roman"/>
              </a:rPr>
              <a:t>also</a:t>
            </a:r>
            <a:r>
              <a:rPr sz="2000" spc="409" dirty="0">
                <a:latin typeface="Times New Roman"/>
                <a:cs typeface="Times New Roman"/>
              </a:rPr>
              <a:t> </a:t>
            </a:r>
            <a:r>
              <a:rPr sz="2000" spc="-10" dirty="0">
                <a:latin typeface="Times New Roman"/>
                <a:cs typeface="Times New Roman"/>
              </a:rPr>
              <a:t>cause 	</a:t>
            </a:r>
            <a:r>
              <a:rPr sz="2000" dirty="0">
                <a:latin typeface="Times New Roman"/>
                <a:cs typeface="Times New Roman"/>
              </a:rPr>
              <a:t>damage</a:t>
            </a:r>
            <a:r>
              <a:rPr sz="2000" spc="70" dirty="0">
                <a:latin typeface="Times New Roman"/>
                <a:cs typeface="Times New Roman"/>
              </a:rPr>
              <a:t> </a:t>
            </a:r>
            <a:r>
              <a:rPr sz="2000" dirty="0">
                <a:latin typeface="Times New Roman"/>
                <a:cs typeface="Times New Roman"/>
              </a:rPr>
              <a:t>to</a:t>
            </a:r>
            <a:r>
              <a:rPr sz="2000" spc="70" dirty="0">
                <a:latin typeface="Times New Roman"/>
                <a:cs typeface="Times New Roman"/>
              </a:rPr>
              <a:t> </a:t>
            </a:r>
            <a:r>
              <a:rPr sz="2000" dirty="0">
                <a:latin typeface="Times New Roman"/>
                <a:cs typeface="Times New Roman"/>
              </a:rPr>
              <a:t>kidneys.</a:t>
            </a:r>
            <a:r>
              <a:rPr sz="2000" spc="75" dirty="0">
                <a:latin typeface="Times New Roman"/>
                <a:cs typeface="Times New Roman"/>
              </a:rPr>
              <a:t> </a:t>
            </a:r>
            <a:r>
              <a:rPr sz="2000" dirty="0">
                <a:latin typeface="Times New Roman"/>
                <a:cs typeface="Times New Roman"/>
              </a:rPr>
              <a:t>Cadmium</a:t>
            </a:r>
            <a:r>
              <a:rPr sz="2000" spc="50" dirty="0">
                <a:latin typeface="Times New Roman"/>
                <a:cs typeface="Times New Roman"/>
              </a:rPr>
              <a:t> </a:t>
            </a:r>
            <a:r>
              <a:rPr sz="2000" dirty="0">
                <a:latin typeface="Times New Roman"/>
                <a:cs typeface="Times New Roman"/>
              </a:rPr>
              <a:t>absorption</a:t>
            </a:r>
            <a:r>
              <a:rPr sz="2000" spc="80" dirty="0">
                <a:latin typeface="Times New Roman"/>
                <a:cs typeface="Times New Roman"/>
              </a:rPr>
              <a:t> </a:t>
            </a:r>
            <a:r>
              <a:rPr sz="2000" dirty="0">
                <a:latin typeface="Times New Roman"/>
                <a:cs typeface="Times New Roman"/>
              </a:rPr>
              <a:t>causes</a:t>
            </a:r>
            <a:r>
              <a:rPr sz="2000" spc="75" dirty="0">
                <a:latin typeface="Times New Roman"/>
                <a:cs typeface="Times New Roman"/>
              </a:rPr>
              <a:t> </a:t>
            </a:r>
            <a:r>
              <a:rPr sz="2000" dirty="0">
                <a:latin typeface="Times New Roman"/>
                <a:cs typeface="Times New Roman"/>
              </a:rPr>
              <a:t>severe</a:t>
            </a:r>
            <a:r>
              <a:rPr sz="2000" spc="75" dirty="0">
                <a:latin typeface="Times New Roman"/>
                <a:cs typeface="Times New Roman"/>
              </a:rPr>
              <a:t> </a:t>
            </a:r>
            <a:r>
              <a:rPr sz="2000" dirty="0">
                <a:latin typeface="Times New Roman"/>
                <a:cs typeface="Times New Roman"/>
              </a:rPr>
              <a:t>aching</a:t>
            </a:r>
            <a:r>
              <a:rPr sz="2000" spc="70" dirty="0">
                <a:latin typeface="Times New Roman"/>
                <a:cs typeface="Times New Roman"/>
              </a:rPr>
              <a:t> </a:t>
            </a:r>
            <a:r>
              <a:rPr sz="2000" dirty="0">
                <a:latin typeface="Times New Roman"/>
                <a:cs typeface="Times New Roman"/>
              </a:rPr>
              <a:t>in</a:t>
            </a:r>
            <a:r>
              <a:rPr sz="2000" spc="55" dirty="0">
                <a:latin typeface="Times New Roman"/>
                <a:cs typeface="Times New Roman"/>
              </a:rPr>
              <a:t> </a:t>
            </a:r>
            <a:r>
              <a:rPr sz="2000" dirty="0">
                <a:latin typeface="Times New Roman"/>
                <a:cs typeface="Times New Roman"/>
              </a:rPr>
              <a:t>joints</a:t>
            </a:r>
            <a:r>
              <a:rPr sz="2000" spc="65" dirty="0">
                <a:latin typeface="Times New Roman"/>
                <a:cs typeface="Times New Roman"/>
              </a:rPr>
              <a:t> </a:t>
            </a:r>
            <a:r>
              <a:rPr sz="2000" dirty="0">
                <a:latin typeface="Times New Roman"/>
                <a:cs typeface="Times New Roman"/>
              </a:rPr>
              <a:t>and</a:t>
            </a:r>
            <a:r>
              <a:rPr sz="2000" spc="70" dirty="0">
                <a:latin typeface="Times New Roman"/>
                <a:cs typeface="Times New Roman"/>
              </a:rPr>
              <a:t> </a:t>
            </a:r>
            <a:r>
              <a:rPr sz="2000" spc="-10" dirty="0">
                <a:latin typeface="Times New Roman"/>
                <a:cs typeface="Times New Roman"/>
              </a:rPr>
              <a:t>spine 	</a:t>
            </a:r>
            <a:r>
              <a:rPr sz="2000" dirty="0">
                <a:latin typeface="Times New Roman"/>
                <a:cs typeface="Times New Roman"/>
              </a:rPr>
              <a:t>and</a:t>
            </a:r>
            <a:r>
              <a:rPr sz="2000" spc="60" dirty="0">
                <a:latin typeface="Times New Roman"/>
                <a:cs typeface="Times New Roman"/>
              </a:rPr>
              <a:t> </a:t>
            </a:r>
            <a:r>
              <a:rPr sz="2000" dirty="0">
                <a:latin typeface="Times New Roman"/>
                <a:cs typeface="Times New Roman"/>
              </a:rPr>
              <a:t>softening</a:t>
            </a:r>
            <a:r>
              <a:rPr sz="2000" spc="55" dirty="0">
                <a:latin typeface="Times New Roman"/>
                <a:cs typeface="Times New Roman"/>
              </a:rPr>
              <a:t> </a:t>
            </a:r>
            <a:r>
              <a:rPr sz="2000" dirty="0">
                <a:latin typeface="Times New Roman"/>
                <a:cs typeface="Times New Roman"/>
              </a:rPr>
              <a:t>of</a:t>
            </a:r>
            <a:r>
              <a:rPr sz="2000" spc="60" dirty="0">
                <a:latin typeface="Times New Roman"/>
                <a:cs typeface="Times New Roman"/>
              </a:rPr>
              <a:t> </a:t>
            </a:r>
            <a:r>
              <a:rPr sz="2000" dirty="0">
                <a:latin typeface="Times New Roman"/>
                <a:cs typeface="Times New Roman"/>
              </a:rPr>
              <a:t>bones.</a:t>
            </a:r>
            <a:r>
              <a:rPr sz="2000" spc="55" dirty="0">
                <a:latin typeface="Times New Roman"/>
                <a:cs typeface="Times New Roman"/>
              </a:rPr>
              <a:t> </a:t>
            </a:r>
            <a:r>
              <a:rPr sz="2000" dirty="0">
                <a:latin typeface="Times New Roman"/>
                <a:cs typeface="Times New Roman"/>
              </a:rPr>
              <a:t>Cadmium</a:t>
            </a:r>
            <a:r>
              <a:rPr sz="2000" spc="50" dirty="0">
                <a:latin typeface="Times New Roman"/>
                <a:cs typeface="Times New Roman"/>
              </a:rPr>
              <a:t> </a:t>
            </a:r>
            <a:r>
              <a:rPr sz="2000" dirty="0">
                <a:latin typeface="Times New Roman"/>
                <a:cs typeface="Times New Roman"/>
              </a:rPr>
              <a:t>is</a:t>
            </a:r>
            <a:r>
              <a:rPr sz="2000" spc="65" dirty="0">
                <a:latin typeface="Times New Roman"/>
                <a:cs typeface="Times New Roman"/>
              </a:rPr>
              <a:t> </a:t>
            </a:r>
            <a:r>
              <a:rPr sz="2000" dirty="0">
                <a:latin typeface="Times New Roman"/>
                <a:cs typeface="Times New Roman"/>
              </a:rPr>
              <a:t>also</a:t>
            </a:r>
            <a:r>
              <a:rPr sz="2000" spc="60" dirty="0">
                <a:latin typeface="Times New Roman"/>
                <a:cs typeface="Times New Roman"/>
              </a:rPr>
              <a:t> </a:t>
            </a:r>
            <a:r>
              <a:rPr sz="2000" dirty="0">
                <a:latin typeface="Times New Roman"/>
                <a:cs typeface="Times New Roman"/>
              </a:rPr>
              <a:t>related</a:t>
            </a:r>
            <a:r>
              <a:rPr sz="2000" spc="65" dirty="0">
                <a:latin typeface="Times New Roman"/>
                <a:cs typeface="Times New Roman"/>
              </a:rPr>
              <a:t> </a:t>
            </a:r>
            <a:r>
              <a:rPr sz="2000" dirty="0">
                <a:latin typeface="Times New Roman"/>
                <a:cs typeface="Times New Roman"/>
              </a:rPr>
              <a:t>to</a:t>
            </a:r>
            <a:r>
              <a:rPr sz="2000" spc="60" dirty="0">
                <a:latin typeface="Times New Roman"/>
                <a:cs typeface="Times New Roman"/>
              </a:rPr>
              <a:t> </a:t>
            </a:r>
            <a:r>
              <a:rPr sz="2000" dirty="0">
                <a:latin typeface="Times New Roman"/>
                <a:cs typeface="Times New Roman"/>
              </a:rPr>
              <a:t>deficits</a:t>
            </a:r>
            <a:r>
              <a:rPr sz="2000" spc="65" dirty="0">
                <a:latin typeface="Times New Roman"/>
                <a:cs typeface="Times New Roman"/>
              </a:rPr>
              <a:t> </a:t>
            </a:r>
            <a:r>
              <a:rPr sz="2000" dirty="0">
                <a:latin typeface="Times New Roman"/>
                <a:cs typeface="Times New Roman"/>
              </a:rPr>
              <a:t>in</a:t>
            </a:r>
            <a:r>
              <a:rPr sz="2000" spc="70" dirty="0">
                <a:latin typeface="Times New Roman"/>
                <a:cs typeface="Times New Roman"/>
              </a:rPr>
              <a:t> </a:t>
            </a:r>
            <a:r>
              <a:rPr sz="2000" dirty="0">
                <a:latin typeface="Times New Roman"/>
                <a:cs typeface="Times New Roman"/>
              </a:rPr>
              <a:t>cognition,</a:t>
            </a:r>
            <a:r>
              <a:rPr sz="2000" spc="60" dirty="0">
                <a:latin typeface="Times New Roman"/>
                <a:cs typeface="Times New Roman"/>
              </a:rPr>
              <a:t> </a:t>
            </a:r>
            <a:r>
              <a:rPr sz="2000" spc="-10" dirty="0">
                <a:latin typeface="Times New Roman"/>
                <a:cs typeface="Times New Roman"/>
              </a:rPr>
              <a:t>learning, 	</a:t>
            </a:r>
            <a:r>
              <a:rPr sz="2000" dirty="0">
                <a:latin typeface="Times New Roman"/>
                <a:cs typeface="Times New Roman"/>
              </a:rPr>
              <a:t>behavior,</a:t>
            </a:r>
            <a:r>
              <a:rPr sz="2000" spc="-60" dirty="0">
                <a:latin typeface="Times New Roman"/>
                <a:cs typeface="Times New Roman"/>
              </a:rPr>
              <a:t> </a:t>
            </a:r>
            <a:r>
              <a:rPr sz="2000" dirty="0">
                <a:latin typeface="Times New Roman"/>
                <a:cs typeface="Times New Roman"/>
              </a:rPr>
              <a:t>and</a:t>
            </a:r>
            <a:r>
              <a:rPr sz="2000" spc="-30" dirty="0">
                <a:latin typeface="Times New Roman"/>
                <a:cs typeface="Times New Roman"/>
              </a:rPr>
              <a:t> </a:t>
            </a:r>
            <a:r>
              <a:rPr sz="2000" dirty="0">
                <a:latin typeface="Times New Roman"/>
                <a:cs typeface="Times New Roman"/>
              </a:rPr>
              <a:t>neuro-motor</a:t>
            </a:r>
            <a:r>
              <a:rPr sz="2000" spc="-55" dirty="0">
                <a:latin typeface="Times New Roman"/>
                <a:cs typeface="Times New Roman"/>
              </a:rPr>
              <a:t> </a:t>
            </a:r>
            <a:r>
              <a:rPr sz="2000" dirty="0">
                <a:latin typeface="Times New Roman"/>
                <a:cs typeface="Times New Roman"/>
              </a:rPr>
              <a:t>skills</a:t>
            </a:r>
            <a:r>
              <a:rPr sz="2000" spc="-45" dirty="0">
                <a:latin typeface="Times New Roman"/>
                <a:cs typeface="Times New Roman"/>
              </a:rPr>
              <a:t> </a:t>
            </a:r>
            <a:r>
              <a:rPr sz="2000" dirty="0">
                <a:latin typeface="Times New Roman"/>
                <a:cs typeface="Times New Roman"/>
              </a:rPr>
              <a:t>in</a:t>
            </a:r>
            <a:r>
              <a:rPr sz="2000" spc="-20" dirty="0">
                <a:latin typeface="Times New Roman"/>
                <a:cs typeface="Times New Roman"/>
              </a:rPr>
              <a:t> </a:t>
            </a:r>
            <a:r>
              <a:rPr sz="2000" spc="-10" dirty="0">
                <a:latin typeface="Times New Roman"/>
                <a:cs typeface="Times New Roman"/>
              </a:rPr>
              <a:t>kids.</a:t>
            </a:r>
            <a:endParaRPr sz="2000">
              <a:latin typeface="Times New Roman"/>
              <a:cs typeface="Times New Roman"/>
            </a:endParaRPr>
          </a:p>
          <a:p>
            <a:pPr marL="352425" marR="5080" indent="-339725" algn="just">
              <a:lnSpc>
                <a:spcPct val="100000"/>
              </a:lnSpc>
              <a:spcBef>
                <a:spcPts val="480"/>
              </a:spcBef>
              <a:buFont typeface="Arial MT"/>
              <a:buChar char="•"/>
              <a:tabLst>
                <a:tab pos="355600" algn="l"/>
              </a:tabLst>
            </a:pPr>
            <a:r>
              <a:rPr sz="2000" b="1" dirty="0">
                <a:solidFill>
                  <a:srgbClr val="C00000"/>
                </a:solidFill>
                <a:latin typeface="Times New Roman"/>
                <a:cs typeface="Times New Roman"/>
              </a:rPr>
              <a:t>Lead:</a:t>
            </a:r>
            <a:r>
              <a:rPr sz="2000" b="1" spc="490" dirty="0">
                <a:solidFill>
                  <a:srgbClr val="C00000"/>
                </a:solidFill>
                <a:latin typeface="Times New Roman"/>
                <a:cs typeface="Times New Roman"/>
              </a:rPr>
              <a:t> </a:t>
            </a:r>
            <a:r>
              <a:rPr sz="2000" dirty="0">
                <a:latin typeface="Times New Roman"/>
                <a:cs typeface="Times New Roman"/>
              </a:rPr>
              <a:t>Lead</a:t>
            </a:r>
            <a:r>
              <a:rPr sz="2000" spc="495" dirty="0">
                <a:latin typeface="Times New Roman"/>
                <a:cs typeface="Times New Roman"/>
              </a:rPr>
              <a:t> </a:t>
            </a:r>
            <a:r>
              <a:rPr sz="2000" dirty="0">
                <a:latin typeface="Times New Roman"/>
                <a:cs typeface="Times New Roman"/>
              </a:rPr>
              <a:t>is</a:t>
            </a:r>
            <a:r>
              <a:rPr sz="2000" spc="484" dirty="0">
                <a:latin typeface="Times New Roman"/>
                <a:cs typeface="Times New Roman"/>
              </a:rPr>
              <a:t> </a:t>
            </a:r>
            <a:r>
              <a:rPr sz="2000" dirty="0">
                <a:latin typeface="Times New Roman"/>
                <a:cs typeface="Times New Roman"/>
              </a:rPr>
              <a:t>used</a:t>
            </a:r>
            <a:r>
              <a:rPr sz="2000" spc="484" dirty="0">
                <a:latin typeface="Times New Roman"/>
                <a:cs typeface="Times New Roman"/>
              </a:rPr>
              <a:t> </a:t>
            </a:r>
            <a:r>
              <a:rPr sz="2000" dirty="0">
                <a:latin typeface="Times New Roman"/>
                <a:cs typeface="Times New Roman"/>
              </a:rPr>
              <a:t>for</a:t>
            </a:r>
            <a:r>
              <a:rPr sz="2000" spc="490" dirty="0">
                <a:latin typeface="Times New Roman"/>
                <a:cs typeface="Times New Roman"/>
              </a:rPr>
              <a:t> </a:t>
            </a:r>
            <a:r>
              <a:rPr sz="2000" dirty="0">
                <a:latin typeface="Times New Roman"/>
                <a:cs typeface="Times New Roman"/>
              </a:rPr>
              <a:t>soldering</a:t>
            </a:r>
            <a:r>
              <a:rPr sz="2000" spc="495" dirty="0">
                <a:latin typeface="Times New Roman"/>
                <a:cs typeface="Times New Roman"/>
              </a:rPr>
              <a:t> </a:t>
            </a:r>
            <a:r>
              <a:rPr sz="2000" dirty="0">
                <a:latin typeface="Times New Roman"/>
                <a:cs typeface="Times New Roman"/>
              </a:rPr>
              <a:t>and</a:t>
            </a:r>
            <a:r>
              <a:rPr sz="2000" spc="484" dirty="0">
                <a:latin typeface="Times New Roman"/>
                <a:cs typeface="Times New Roman"/>
              </a:rPr>
              <a:t> </a:t>
            </a:r>
            <a:r>
              <a:rPr sz="2000" dirty="0">
                <a:latin typeface="Times New Roman"/>
                <a:cs typeface="Times New Roman"/>
              </a:rPr>
              <a:t>produced  as</a:t>
            </a:r>
            <a:r>
              <a:rPr sz="2000" spc="484" dirty="0">
                <a:latin typeface="Times New Roman"/>
                <a:cs typeface="Times New Roman"/>
              </a:rPr>
              <a:t> </a:t>
            </a:r>
            <a:r>
              <a:rPr sz="2000" dirty="0">
                <a:latin typeface="Times New Roman"/>
                <a:cs typeface="Times New Roman"/>
              </a:rPr>
              <a:t>powder</a:t>
            </a:r>
            <a:r>
              <a:rPr sz="2000" spc="490" dirty="0">
                <a:latin typeface="Times New Roman"/>
                <a:cs typeface="Times New Roman"/>
              </a:rPr>
              <a:t> </a:t>
            </a:r>
            <a:r>
              <a:rPr sz="2000" dirty="0">
                <a:latin typeface="Times New Roman"/>
                <a:cs typeface="Times New Roman"/>
              </a:rPr>
              <a:t>and</a:t>
            </a:r>
            <a:r>
              <a:rPr sz="2000" spc="495" dirty="0">
                <a:latin typeface="Times New Roman"/>
                <a:cs typeface="Times New Roman"/>
              </a:rPr>
              <a:t> </a:t>
            </a:r>
            <a:r>
              <a:rPr sz="2000" dirty="0">
                <a:latin typeface="Times New Roman"/>
                <a:cs typeface="Times New Roman"/>
              </a:rPr>
              <a:t>fumes</a:t>
            </a:r>
            <a:r>
              <a:rPr sz="2000" spc="490" dirty="0">
                <a:latin typeface="Times New Roman"/>
                <a:cs typeface="Times New Roman"/>
              </a:rPr>
              <a:t> </a:t>
            </a:r>
            <a:r>
              <a:rPr sz="2000" spc="-10" dirty="0">
                <a:latin typeface="Times New Roman"/>
                <a:cs typeface="Times New Roman"/>
              </a:rPr>
              <a:t>while 	</a:t>
            </a:r>
            <a:r>
              <a:rPr sz="2000" dirty="0">
                <a:latin typeface="Times New Roman"/>
                <a:cs typeface="Times New Roman"/>
              </a:rPr>
              <a:t>mechanical</a:t>
            </a:r>
            <a:r>
              <a:rPr sz="2000" spc="-20" dirty="0">
                <a:latin typeface="Times New Roman"/>
                <a:cs typeface="Times New Roman"/>
              </a:rPr>
              <a:t> </a:t>
            </a:r>
            <a:r>
              <a:rPr sz="2000" dirty="0">
                <a:latin typeface="Times New Roman"/>
                <a:cs typeface="Times New Roman"/>
              </a:rPr>
              <a:t>breaking of</a:t>
            </a:r>
            <a:r>
              <a:rPr sz="2000" spc="5" dirty="0">
                <a:latin typeface="Times New Roman"/>
                <a:cs typeface="Times New Roman"/>
              </a:rPr>
              <a:t> </a:t>
            </a:r>
            <a:r>
              <a:rPr sz="2000" dirty="0">
                <a:latin typeface="Times New Roman"/>
                <a:cs typeface="Times New Roman"/>
              </a:rPr>
              <a:t>cathode</a:t>
            </a:r>
            <a:r>
              <a:rPr sz="2000" spc="-5" dirty="0">
                <a:latin typeface="Times New Roman"/>
                <a:cs typeface="Times New Roman"/>
              </a:rPr>
              <a:t> </a:t>
            </a:r>
            <a:r>
              <a:rPr sz="2000" dirty="0">
                <a:latin typeface="Times New Roman"/>
                <a:cs typeface="Times New Roman"/>
              </a:rPr>
              <a:t>ray tubes and</a:t>
            </a:r>
            <a:r>
              <a:rPr sz="2000" spc="10" dirty="0">
                <a:latin typeface="Times New Roman"/>
                <a:cs typeface="Times New Roman"/>
              </a:rPr>
              <a:t> </a:t>
            </a:r>
            <a:r>
              <a:rPr sz="2000" dirty="0">
                <a:latin typeface="Times New Roman"/>
                <a:cs typeface="Times New Roman"/>
              </a:rPr>
              <a:t>eliminating</a:t>
            </a:r>
            <a:r>
              <a:rPr sz="2000" spc="5" dirty="0">
                <a:latin typeface="Times New Roman"/>
                <a:cs typeface="Times New Roman"/>
              </a:rPr>
              <a:t> </a:t>
            </a:r>
            <a:r>
              <a:rPr sz="2000" dirty="0">
                <a:latin typeface="Times New Roman"/>
                <a:cs typeface="Times New Roman"/>
              </a:rPr>
              <a:t>solder from</a:t>
            </a:r>
            <a:r>
              <a:rPr sz="2000" spc="-10" dirty="0">
                <a:latin typeface="Times New Roman"/>
                <a:cs typeface="Times New Roman"/>
              </a:rPr>
              <a:t> microchips. 	</a:t>
            </a:r>
            <a:r>
              <a:rPr sz="2000" dirty="0">
                <a:latin typeface="Times New Roman"/>
                <a:cs typeface="Times New Roman"/>
              </a:rPr>
              <a:t>Lead</a:t>
            </a:r>
            <a:r>
              <a:rPr sz="2000" spc="300" dirty="0">
                <a:latin typeface="Times New Roman"/>
                <a:cs typeface="Times New Roman"/>
              </a:rPr>
              <a:t> </a:t>
            </a:r>
            <a:r>
              <a:rPr sz="2000" dirty="0">
                <a:latin typeface="Times New Roman"/>
                <a:cs typeface="Times New Roman"/>
              </a:rPr>
              <a:t>is</a:t>
            </a:r>
            <a:r>
              <a:rPr sz="2000" spc="290" dirty="0">
                <a:latin typeface="Times New Roman"/>
                <a:cs typeface="Times New Roman"/>
              </a:rPr>
              <a:t> </a:t>
            </a:r>
            <a:r>
              <a:rPr sz="2000" dirty="0">
                <a:latin typeface="Times New Roman"/>
                <a:cs typeface="Times New Roman"/>
              </a:rPr>
              <a:t>neurotoxin</a:t>
            </a:r>
            <a:r>
              <a:rPr sz="2000" spc="295" dirty="0">
                <a:latin typeface="Times New Roman"/>
                <a:cs typeface="Times New Roman"/>
              </a:rPr>
              <a:t> </a:t>
            </a:r>
            <a:r>
              <a:rPr sz="2000" dirty="0">
                <a:latin typeface="Times New Roman"/>
                <a:cs typeface="Times New Roman"/>
              </a:rPr>
              <a:t>that</a:t>
            </a:r>
            <a:r>
              <a:rPr sz="2000" spc="280" dirty="0">
                <a:latin typeface="Times New Roman"/>
                <a:cs typeface="Times New Roman"/>
              </a:rPr>
              <a:t> </a:t>
            </a:r>
            <a:r>
              <a:rPr sz="2000" dirty="0">
                <a:latin typeface="Times New Roman"/>
                <a:cs typeface="Times New Roman"/>
              </a:rPr>
              <a:t>affects</a:t>
            </a:r>
            <a:r>
              <a:rPr sz="2000" spc="300" dirty="0">
                <a:latin typeface="Times New Roman"/>
                <a:cs typeface="Times New Roman"/>
              </a:rPr>
              <a:t> </a:t>
            </a:r>
            <a:r>
              <a:rPr sz="2000" dirty="0">
                <a:latin typeface="Times New Roman"/>
                <a:cs typeface="Times New Roman"/>
              </a:rPr>
              <a:t>kidneys</a:t>
            </a:r>
            <a:r>
              <a:rPr sz="2000" spc="295" dirty="0">
                <a:latin typeface="Times New Roman"/>
                <a:cs typeface="Times New Roman"/>
              </a:rPr>
              <a:t> </a:t>
            </a:r>
            <a:r>
              <a:rPr sz="2000" dirty="0">
                <a:latin typeface="Times New Roman"/>
                <a:cs typeface="Times New Roman"/>
              </a:rPr>
              <a:t>and</a:t>
            </a:r>
            <a:r>
              <a:rPr sz="2000" spc="295" dirty="0">
                <a:latin typeface="Times New Roman"/>
                <a:cs typeface="Times New Roman"/>
              </a:rPr>
              <a:t> </a:t>
            </a:r>
            <a:r>
              <a:rPr sz="2000" dirty="0">
                <a:latin typeface="Times New Roman"/>
                <a:cs typeface="Times New Roman"/>
              </a:rPr>
              <a:t>generative</a:t>
            </a:r>
            <a:r>
              <a:rPr sz="2000" spc="290" dirty="0">
                <a:latin typeface="Times New Roman"/>
                <a:cs typeface="Times New Roman"/>
              </a:rPr>
              <a:t> </a:t>
            </a:r>
            <a:r>
              <a:rPr sz="2000" dirty="0">
                <a:latin typeface="Times New Roman"/>
                <a:cs typeface="Times New Roman"/>
              </a:rPr>
              <a:t>system.</a:t>
            </a:r>
            <a:r>
              <a:rPr sz="2000" spc="305" dirty="0">
                <a:latin typeface="Times New Roman"/>
                <a:cs typeface="Times New Roman"/>
              </a:rPr>
              <a:t> </a:t>
            </a:r>
            <a:r>
              <a:rPr sz="2000" dirty="0">
                <a:latin typeface="Times New Roman"/>
                <a:cs typeface="Times New Roman"/>
              </a:rPr>
              <a:t>Lead</a:t>
            </a:r>
            <a:r>
              <a:rPr sz="2000" spc="305" dirty="0">
                <a:latin typeface="Times New Roman"/>
                <a:cs typeface="Times New Roman"/>
              </a:rPr>
              <a:t> </a:t>
            </a:r>
            <a:r>
              <a:rPr sz="2000" dirty="0">
                <a:latin typeface="Times New Roman"/>
                <a:cs typeface="Times New Roman"/>
              </a:rPr>
              <a:t>can</a:t>
            </a:r>
            <a:r>
              <a:rPr sz="2000" spc="305" dirty="0">
                <a:latin typeface="Times New Roman"/>
                <a:cs typeface="Times New Roman"/>
              </a:rPr>
              <a:t> </a:t>
            </a:r>
            <a:r>
              <a:rPr sz="2000" spc="-10" dirty="0">
                <a:latin typeface="Times New Roman"/>
                <a:cs typeface="Times New Roman"/>
              </a:rPr>
              <a:t>affect 	</a:t>
            </a:r>
            <a:r>
              <a:rPr sz="2000" dirty="0">
                <a:latin typeface="Times New Roman"/>
                <a:cs typeface="Times New Roman"/>
              </a:rPr>
              <a:t>mental</a:t>
            </a:r>
            <a:r>
              <a:rPr sz="2000" spc="55" dirty="0">
                <a:latin typeface="Times New Roman"/>
                <a:cs typeface="Times New Roman"/>
              </a:rPr>
              <a:t> </a:t>
            </a:r>
            <a:r>
              <a:rPr sz="2000" dirty="0">
                <a:latin typeface="Times New Roman"/>
                <a:cs typeface="Times New Roman"/>
              </a:rPr>
              <a:t>development</a:t>
            </a:r>
            <a:r>
              <a:rPr sz="2000" spc="75" dirty="0">
                <a:latin typeface="Times New Roman"/>
                <a:cs typeface="Times New Roman"/>
              </a:rPr>
              <a:t> </a:t>
            </a:r>
            <a:r>
              <a:rPr sz="2000" dirty="0">
                <a:latin typeface="Times New Roman"/>
                <a:cs typeface="Times New Roman"/>
              </a:rPr>
              <a:t>in</a:t>
            </a:r>
            <a:r>
              <a:rPr sz="2000" spc="60" dirty="0">
                <a:latin typeface="Times New Roman"/>
                <a:cs typeface="Times New Roman"/>
              </a:rPr>
              <a:t> </a:t>
            </a:r>
            <a:r>
              <a:rPr sz="2000" dirty="0">
                <a:latin typeface="Times New Roman"/>
                <a:cs typeface="Times New Roman"/>
              </a:rPr>
              <a:t>kids.</a:t>
            </a:r>
            <a:r>
              <a:rPr sz="2000" spc="50" dirty="0">
                <a:latin typeface="Times New Roman"/>
                <a:cs typeface="Times New Roman"/>
              </a:rPr>
              <a:t> </a:t>
            </a:r>
            <a:r>
              <a:rPr sz="2000" dirty="0">
                <a:latin typeface="Times New Roman"/>
                <a:cs typeface="Times New Roman"/>
              </a:rPr>
              <a:t>Other</a:t>
            </a:r>
            <a:r>
              <a:rPr sz="2000" spc="65" dirty="0">
                <a:latin typeface="Times New Roman"/>
                <a:cs typeface="Times New Roman"/>
              </a:rPr>
              <a:t> </a:t>
            </a:r>
            <a:r>
              <a:rPr sz="2000" dirty="0">
                <a:latin typeface="Times New Roman"/>
                <a:cs typeface="Times New Roman"/>
              </a:rPr>
              <a:t>negative</a:t>
            </a:r>
            <a:r>
              <a:rPr sz="2000" spc="60" dirty="0">
                <a:latin typeface="Times New Roman"/>
                <a:cs typeface="Times New Roman"/>
              </a:rPr>
              <a:t> </a:t>
            </a:r>
            <a:r>
              <a:rPr sz="2000" dirty="0">
                <a:latin typeface="Times New Roman"/>
                <a:cs typeface="Times New Roman"/>
              </a:rPr>
              <a:t>effects</a:t>
            </a:r>
            <a:r>
              <a:rPr sz="2000" spc="60" dirty="0">
                <a:latin typeface="Times New Roman"/>
                <a:cs typeface="Times New Roman"/>
              </a:rPr>
              <a:t> </a:t>
            </a:r>
            <a:r>
              <a:rPr sz="2000" dirty="0">
                <a:latin typeface="Times New Roman"/>
                <a:cs typeface="Times New Roman"/>
              </a:rPr>
              <a:t>of</a:t>
            </a:r>
            <a:r>
              <a:rPr sz="2000" spc="65" dirty="0">
                <a:latin typeface="Times New Roman"/>
                <a:cs typeface="Times New Roman"/>
              </a:rPr>
              <a:t> </a:t>
            </a:r>
            <a:r>
              <a:rPr sz="2000" dirty="0">
                <a:latin typeface="Times New Roman"/>
                <a:cs typeface="Times New Roman"/>
              </a:rPr>
              <a:t>exposure</a:t>
            </a:r>
            <a:r>
              <a:rPr sz="2000" spc="65" dirty="0">
                <a:latin typeface="Times New Roman"/>
                <a:cs typeface="Times New Roman"/>
              </a:rPr>
              <a:t> </a:t>
            </a:r>
            <a:r>
              <a:rPr sz="2000" dirty="0">
                <a:latin typeface="Times New Roman"/>
                <a:cs typeface="Times New Roman"/>
              </a:rPr>
              <a:t>to</a:t>
            </a:r>
            <a:r>
              <a:rPr sz="2000" spc="70" dirty="0">
                <a:latin typeface="Times New Roman"/>
                <a:cs typeface="Times New Roman"/>
              </a:rPr>
              <a:t> </a:t>
            </a:r>
            <a:r>
              <a:rPr sz="2000" dirty="0">
                <a:latin typeface="Times New Roman"/>
                <a:cs typeface="Times New Roman"/>
              </a:rPr>
              <a:t>lead</a:t>
            </a:r>
            <a:r>
              <a:rPr sz="2000" spc="80" dirty="0">
                <a:latin typeface="Times New Roman"/>
                <a:cs typeface="Times New Roman"/>
              </a:rPr>
              <a:t> </a:t>
            </a:r>
            <a:r>
              <a:rPr sz="2000" spc="-10" dirty="0">
                <a:latin typeface="Times New Roman"/>
                <a:cs typeface="Times New Roman"/>
              </a:rPr>
              <a:t>comprises 	</a:t>
            </a:r>
            <a:r>
              <a:rPr sz="2000" dirty="0">
                <a:latin typeface="Times New Roman"/>
                <a:cs typeface="Times New Roman"/>
              </a:rPr>
              <a:t>of</a:t>
            </a:r>
            <a:r>
              <a:rPr sz="2000" spc="225" dirty="0">
                <a:latin typeface="Times New Roman"/>
                <a:cs typeface="Times New Roman"/>
              </a:rPr>
              <a:t>  </a:t>
            </a:r>
            <a:r>
              <a:rPr sz="2000" dirty="0">
                <a:latin typeface="Times New Roman"/>
                <a:cs typeface="Times New Roman"/>
              </a:rPr>
              <a:t>impaired</a:t>
            </a:r>
            <a:r>
              <a:rPr sz="2000" spc="235" dirty="0">
                <a:latin typeface="Times New Roman"/>
                <a:cs typeface="Times New Roman"/>
              </a:rPr>
              <a:t>  </a:t>
            </a:r>
            <a:r>
              <a:rPr sz="2000" dirty="0">
                <a:latin typeface="Times New Roman"/>
                <a:cs typeface="Times New Roman"/>
              </a:rPr>
              <a:t>cognitive</a:t>
            </a:r>
            <a:r>
              <a:rPr sz="2000" spc="229" dirty="0">
                <a:latin typeface="Times New Roman"/>
                <a:cs typeface="Times New Roman"/>
              </a:rPr>
              <a:t>  </a:t>
            </a:r>
            <a:r>
              <a:rPr sz="2000" dirty="0">
                <a:latin typeface="Times New Roman"/>
                <a:cs typeface="Times New Roman"/>
              </a:rPr>
              <a:t>function,</a:t>
            </a:r>
            <a:r>
              <a:rPr sz="2000" spc="229" dirty="0">
                <a:latin typeface="Times New Roman"/>
                <a:cs typeface="Times New Roman"/>
              </a:rPr>
              <a:t>  </a:t>
            </a:r>
            <a:r>
              <a:rPr sz="2000" dirty="0">
                <a:latin typeface="Times New Roman"/>
                <a:cs typeface="Times New Roman"/>
              </a:rPr>
              <a:t>behavioral</a:t>
            </a:r>
            <a:r>
              <a:rPr sz="2000" spc="229" dirty="0">
                <a:latin typeface="Times New Roman"/>
                <a:cs typeface="Times New Roman"/>
              </a:rPr>
              <a:t>  </a:t>
            </a:r>
            <a:r>
              <a:rPr sz="2000" dirty="0">
                <a:latin typeface="Times New Roman"/>
                <a:cs typeface="Times New Roman"/>
              </a:rPr>
              <a:t>disturbances,</a:t>
            </a:r>
            <a:r>
              <a:rPr sz="2000" spc="235" dirty="0">
                <a:latin typeface="Times New Roman"/>
                <a:cs typeface="Times New Roman"/>
              </a:rPr>
              <a:t>  </a:t>
            </a:r>
            <a:r>
              <a:rPr sz="2000" dirty="0">
                <a:latin typeface="Times New Roman"/>
                <a:cs typeface="Times New Roman"/>
              </a:rPr>
              <a:t>attention</a:t>
            </a:r>
            <a:r>
              <a:rPr sz="2000" spc="229" dirty="0">
                <a:latin typeface="Times New Roman"/>
                <a:cs typeface="Times New Roman"/>
              </a:rPr>
              <a:t>  </a:t>
            </a:r>
            <a:r>
              <a:rPr sz="2000" spc="-10" dirty="0">
                <a:latin typeface="Times New Roman"/>
                <a:cs typeface="Times New Roman"/>
              </a:rPr>
              <a:t>deficits, 	hyperactivity,</a:t>
            </a:r>
            <a:r>
              <a:rPr sz="2000" spc="-35" dirty="0">
                <a:latin typeface="Times New Roman"/>
                <a:cs typeface="Times New Roman"/>
              </a:rPr>
              <a:t> </a:t>
            </a:r>
            <a:r>
              <a:rPr sz="2000" dirty="0">
                <a:latin typeface="Times New Roman"/>
                <a:cs typeface="Times New Roman"/>
              </a:rPr>
              <a:t>conduct</a:t>
            </a:r>
            <a:r>
              <a:rPr sz="2000" spc="-55" dirty="0">
                <a:latin typeface="Times New Roman"/>
                <a:cs typeface="Times New Roman"/>
              </a:rPr>
              <a:t> </a:t>
            </a:r>
            <a:r>
              <a:rPr sz="2000" dirty="0">
                <a:latin typeface="Times New Roman"/>
                <a:cs typeface="Times New Roman"/>
              </a:rPr>
              <a:t>problems</a:t>
            </a:r>
            <a:r>
              <a:rPr sz="2000" spc="-20"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lower</a:t>
            </a:r>
            <a:r>
              <a:rPr sz="2000" spc="-20" dirty="0">
                <a:latin typeface="Times New Roman"/>
                <a:cs typeface="Times New Roman"/>
              </a:rPr>
              <a:t> </a:t>
            </a:r>
            <a:r>
              <a:rPr sz="2000" dirty="0">
                <a:latin typeface="Times New Roman"/>
                <a:cs typeface="Times New Roman"/>
              </a:rPr>
              <a:t>Intelligence</a:t>
            </a:r>
            <a:r>
              <a:rPr sz="2000" spc="-40" dirty="0">
                <a:latin typeface="Times New Roman"/>
                <a:cs typeface="Times New Roman"/>
              </a:rPr>
              <a:t> </a:t>
            </a:r>
            <a:r>
              <a:rPr sz="2000" spc="-10" dirty="0">
                <a:latin typeface="Times New Roman"/>
                <a:cs typeface="Times New Roman"/>
              </a:rPr>
              <a:t>quotient.</a:t>
            </a:r>
            <a:endParaRPr sz="2000">
              <a:latin typeface="Times New Roman"/>
              <a:cs typeface="Times New Roman"/>
            </a:endParaRPr>
          </a:p>
          <a:p>
            <a:pPr marL="352425" marR="5080" indent="-339725" algn="just">
              <a:lnSpc>
                <a:spcPct val="100000"/>
              </a:lnSpc>
              <a:spcBef>
                <a:spcPts val="484"/>
              </a:spcBef>
              <a:buFont typeface="Arial MT"/>
              <a:buChar char="•"/>
              <a:tabLst>
                <a:tab pos="355600" algn="l"/>
              </a:tabLst>
            </a:pPr>
            <a:r>
              <a:rPr sz="2000" b="1" dirty="0">
                <a:solidFill>
                  <a:srgbClr val="C00000"/>
                </a:solidFill>
                <a:latin typeface="Times New Roman"/>
                <a:cs typeface="Times New Roman"/>
              </a:rPr>
              <a:t>Beryllium:</a:t>
            </a:r>
            <a:r>
              <a:rPr sz="2000" b="1" spc="200" dirty="0">
                <a:solidFill>
                  <a:srgbClr val="C00000"/>
                </a:solidFill>
                <a:latin typeface="Times New Roman"/>
                <a:cs typeface="Times New Roman"/>
              </a:rPr>
              <a:t> </a:t>
            </a:r>
            <a:r>
              <a:rPr sz="2000" dirty="0">
                <a:latin typeface="Times New Roman"/>
                <a:cs typeface="Times New Roman"/>
              </a:rPr>
              <a:t>Beryllium</a:t>
            </a:r>
            <a:r>
              <a:rPr sz="2000" spc="195" dirty="0">
                <a:latin typeface="Times New Roman"/>
                <a:cs typeface="Times New Roman"/>
              </a:rPr>
              <a:t> </a:t>
            </a:r>
            <a:r>
              <a:rPr sz="2000" dirty="0">
                <a:latin typeface="Times New Roman"/>
                <a:cs typeface="Times New Roman"/>
              </a:rPr>
              <a:t>is</a:t>
            </a:r>
            <a:r>
              <a:rPr sz="2000" spc="200" dirty="0">
                <a:latin typeface="Times New Roman"/>
                <a:cs typeface="Times New Roman"/>
              </a:rPr>
              <a:t> </a:t>
            </a:r>
            <a:r>
              <a:rPr sz="2000" dirty="0">
                <a:latin typeface="Times New Roman"/>
                <a:cs typeface="Times New Roman"/>
              </a:rPr>
              <a:t>found</a:t>
            </a:r>
            <a:r>
              <a:rPr sz="2000" spc="210" dirty="0">
                <a:latin typeface="Times New Roman"/>
                <a:cs typeface="Times New Roman"/>
              </a:rPr>
              <a:t> </a:t>
            </a:r>
            <a:r>
              <a:rPr sz="2000" dirty="0">
                <a:latin typeface="Times New Roman"/>
                <a:cs typeface="Times New Roman"/>
              </a:rPr>
              <a:t>in</a:t>
            </a:r>
            <a:r>
              <a:rPr sz="2000" spc="204" dirty="0">
                <a:latin typeface="Times New Roman"/>
                <a:cs typeface="Times New Roman"/>
              </a:rPr>
              <a:t> </a:t>
            </a:r>
            <a:r>
              <a:rPr sz="2000" dirty="0">
                <a:latin typeface="Times New Roman"/>
                <a:cs typeface="Times New Roman"/>
              </a:rPr>
              <a:t>switch</a:t>
            </a:r>
            <a:r>
              <a:rPr sz="2000" spc="210" dirty="0">
                <a:latin typeface="Times New Roman"/>
                <a:cs typeface="Times New Roman"/>
              </a:rPr>
              <a:t> </a:t>
            </a:r>
            <a:r>
              <a:rPr sz="2000" dirty="0">
                <a:latin typeface="Times New Roman"/>
                <a:cs typeface="Times New Roman"/>
              </a:rPr>
              <a:t>boards</a:t>
            </a:r>
            <a:r>
              <a:rPr sz="2000" spc="210" dirty="0">
                <a:latin typeface="Times New Roman"/>
                <a:cs typeface="Times New Roman"/>
              </a:rPr>
              <a:t> </a:t>
            </a:r>
            <a:r>
              <a:rPr sz="2000" dirty="0">
                <a:latin typeface="Times New Roman"/>
                <a:cs typeface="Times New Roman"/>
              </a:rPr>
              <a:t>and</a:t>
            </a:r>
            <a:r>
              <a:rPr sz="2000" spc="200" dirty="0">
                <a:latin typeface="Times New Roman"/>
                <a:cs typeface="Times New Roman"/>
              </a:rPr>
              <a:t> </a:t>
            </a:r>
            <a:r>
              <a:rPr sz="2000" dirty="0">
                <a:latin typeface="Times New Roman"/>
                <a:cs typeface="Times New Roman"/>
              </a:rPr>
              <a:t>printed</a:t>
            </a:r>
            <a:r>
              <a:rPr sz="2000" spc="204" dirty="0">
                <a:latin typeface="Times New Roman"/>
                <a:cs typeface="Times New Roman"/>
              </a:rPr>
              <a:t> </a:t>
            </a:r>
            <a:r>
              <a:rPr sz="2000" dirty="0">
                <a:latin typeface="Times New Roman"/>
                <a:cs typeface="Times New Roman"/>
              </a:rPr>
              <a:t>circuit</a:t>
            </a:r>
            <a:r>
              <a:rPr sz="2000" spc="195" dirty="0">
                <a:latin typeface="Times New Roman"/>
                <a:cs typeface="Times New Roman"/>
              </a:rPr>
              <a:t> </a:t>
            </a:r>
            <a:r>
              <a:rPr sz="2000" dirty="0">
                <a:latin typeface="Times New Roman"/>
                <a:cs typeface="Times New Roman"/>
              </a:rPr>
              <a:t>boards.</a:t>
            </a:r>
            <a:r>
              <a:rPr sz="2000" spc="195" dirty="0">
                <a:latin typeface="Times New Roman"/>
                <a:cs typeface="Times New Roman"/>
              </a:rPr>
              <a:t> </a:t>
            </a:r>
            <a:r>
              <a:rPr sz="2000" dirty="0">
                <a:latin typeface="Times New Roman"/>
                <a:cs typeface="Times New Roman"/>
              </a:rPr>
              <a:t>It</a:t>
            </a:r>
            <a:r>
              <a:rPr sz="2000" spc="195" dirty="0">
                <a:latin typeface="Times New Roman"/>
                <a:cs typeface="Times New Roman"/>
              </a:rPr>
              <a:t> </a:t>
            </a:r>
            <a:r>
              <a:rPr sz="2000" spc="-25" dirty="0">
                <a:latin typeface="Times New Roman"/>
                <a:cs typeface="Times New Roman"/>
              </a:rPr>
              <a:t>is 	</a:t>
            </a:r>
            <a:r>
              <a:rPr sz="2000" dirty="0">
                <a:latin typeface="Times New Roman"/>
                <a:cs typeface="Times New Roman"/>
              </a:rPr>
              <a:t>used</a:t>
            </a:r>
            <a:r>
              <a:rPr sz="2000" spc="35" dirty="0">
                <a:latin typeface="Times New Roman"/>
                <a:cs typeface="Times New Roman"/>
              </a:rPr>
              <a:t> </a:t>
            </a:r>
            <a:r>
              <a:rPr sz="2000" dirty="0">
                <a:latin typeface="Times New Roman"/>
                <a:cs typeface="Times New Roman"/>
              </a:rPr>
              <a:t>as</a:t>
            </a:r>
            <a:r>
              <a:rPr sz="2000" spc="40" dirty="0">
                <a:latin typeface="Times New Roman"/>
                <a:cs typeface="Times New Roman"/>
              </a:rPr>
              <a:t> </a:t>
            </a:r>
            <a:r>
              <a:rPr sz="2000" dirty="0">
                <a:latin typeface="Times New Roman"/>
                <a:cs typeface="Times New Roman"/>
              </a:rPr>
              <a:t>thermal</a:t>
            </a:r>
            <a:r>
              <a:rPr sz="2000" spc="45" dirty="0">
                <a:latin typeface="Times New Roman"/>
                <a:cs typeface="Times New Roman"/>
              </a:rPr>
              <a:t> </a:t>
            </a:r>
            <a:r>
              <a:rPr sz="2000" dirty="0">
                <a:latin typeface="Times New Roman"/>
                <a:cs typeface="Times New Roman"/>
              </a:rPr>
              <a:t>lubricant.</a:t>
            </a:r>
            <a:r>
              <a:rPr sz="2000" spc="50" dirty="0">
                <a:latin typeface="Times New Roman"/>
                <a:cs typeface="Times New Roman"/>
              </a:rPr>
              <a:t> </a:t>
            </a:r>
            <a:r>
              <a:rPr sz="2000" dirty="0">
                <a:latin typeface="Times New Roman"/>
                <a:cs typeface="Times New Roman"/>
              </a:rPr>
              <a:t>These</a:t>
            </a:r>
            <a:r>
              <a:rPr sz="2000" spc="30" dirty="0">
                <a:latin typeface="Times New Roman"/>
                <a:cs typeface="Times New Roman"/>
              </a:rPr>
              <a:t> </a:t>
            </a:r>
            <a:r>
              <a:rPr sz="2000" dirty="0">
                <a:latin typeface="Times New Roman"/>
                <a:cs typeface="Times New Roman"/>
              </a:rPr>
              <a:t>substances</a:t>
            </a:r>
            <a:r>
              <a:rPr sz="2000" spc="35" dirty="0">
                <a:latin typeface="Times New Roman"/>
                <a:cs typeface="Times New Roman"/>
              </a:rPr>
              <a:t> </a:t>
            </a:r>
            <a:r>
              <a:rPr sz="2000" dirty="0">
                <a:latin typeface="Times New Roman"/>
                <a:cs typeface="Times New Roman"/>
              </a:rPr>
              <a:t>are</a:t>
            </a:r>
            <a:r>
              <a:rPr sz="2000" spc="30" dirty="0">
                <a:latin typeface="Times New Roman"/>
                <a:cs typeface="Times New Roman"/>
              </a:rPr>
              <a:t> </a:t>
            </a:r>
            <a:r>
              <a:rPr sz="2000" dirty="0">
                <a:latin typeface="Times New Roman"/>
                <a:cs typeface="Times New Roman"/>
              </a:rPr>
              <a:t>injurious</a:t>
            </a:r>
            <a:r>
              <a:rPr sz="2000" spc="40" dirty="0">
                <a:latin typeface="Times New Roman"/>
                <a:cs typeface="Times New Roman"/>
              </a:rPr>
              <a:t> </a:t>
            </a:r>
            <a:r>
              <a:rPr sz="2000" dirty="0">
                <a:latin typeface="Times New Roman"/>
                <a:cs typeface="Times New Roman"/>
              </a:rPr>
              <a:t>and</a:t>
            </a:r>
            <a:r>
              <a:rPr sz="2000" spc="45" dirty="0">
                <a:latin typeface="Times New Roman"/>
                <a:cs typeface="Times New Roman"/>
              </a:rPr>
              <a:t> </a:t>
            </a:r>
            <a:r>
              <a:rPr sz="2000" dirty="0">
                <a:latin typeface="Times New Roman"/>
                <a:cs typeface="Times New Roman"/>
              </a:rPr>
              <a:t>can</a:t>
            </a:r>
            <a:r>
              <a:rPr sz="2000" spc="50" dirty="0">
                <a:latin typeface="Times New Roman"/>
                <a:cs typeface="Times New Roman"/>
              </a:rPr>
              <a:t> </a:t>
            </a:r>
            <a:r>
              <a:rPr sz="2000" dirty="0">
                <a:latin typeface="Times New Roman"/>
                <a:cs typeface="Times New Roman"/>
              </a:rPr>
              <a:t>cause</a:t>
            </a:r>
            <a:r>
              <a:rPr sz="2000" spc="45" dirty="0">
                <a:latin typeface="Times New Roman"/>
                <a:cs typeface="Times New Roman"/>
              </a:rPr>
              <a:t> </a:t>
            </a:r>
            <a:r>
              <a:rPr sz="2000" spc="-10" dirty="0">
                <a:latin typeface="Times New Roman"/>
                <a:cs typeface="Times New Roman"/>
              </a:rPr>
              <a:t>infections 	</a:t>
            </a:r>
            <a:r>
              <a:rPr sz="2000" dirty="0">
                <a:latin typeface="Times New Roman"/>
                <a:cs typeface="Times New Roman"/>
              </a:rPr>
              <a:t>to</a:t>
            </a:r>
            <a:r>
              <a:rPr sz="2000" spc="100" dirty="0">
                <a:latin typeface="Times New Roman"/>
                <a:cs typeface="Times New Roman"/>
              </a:rPr>
              <a:t>  </a:t>
            </a:r>
            <a:r>
              <a:rPr sz="2000" dirty="0">
                <a:latin typeface="Times New Roman"/>
                <a:cs typeface="Times New Roman"/>
              </a:rPr>
              <a:t>lungs.</a:t>
            </a:r>
            <a:r>
              <a:rPr sz="2000" spc="100" dirty="0">
                <a:latin typeface="Times New Roman"/>
                <a:cs typeface="Times New Roman"/>
              </a:rPr>
              <a:t>  </a:t>
            </a:r>
            <a:r>
              <a:rPr sz="2000" dirty="0">
                <a:latin typeface="Times New Roman"/>
                <a:cs typeface="Times New Roman"/>
              </a:rPr>
              <a:t>Other</a:t>
            </a:r>
            <a:r>
              <a:rPr sz="2000" spc="100" dirty="0">
                <a:latin typeface="Times New Roman"/>
                <a:cs typeface="Times New Roman"/>
              </a:rPr>
              <a:t>  </a:t>
            </a:r>
            <a:r>
              <a:rPr sz="2000" dirty="0">
                <a:latin typeface="Times New Roman"/>
                <a:cs typeface="Times New Roman"/>
              </a:rPr>
              <a:t>common</a:t>
            </a:r>
            <a:r>
              <a:rPr sz="2000" spc="110" dirty="0">
                <a:latin typeface="Times New Roman"/>
                <a:cs typeface="Times New Roman"/>
              </a:rPr>
              <a:t>  </a:t>
            </a:r>
            <a:r>
              <a:rPr sz="2000" dirty="0">
                <a:latin typeface="Times New Roman"/>
                <a:cs typeface="Times New Roman"/>
              </a:rPr>
              <a:t>adverse</a:t>
            </a:r>
            <a:r>
              <a:rPr sz="2000" spc="105" dirty="0">
                <a:latin typeface="Times New Roman"/>
                <a:cs typeface="Times New Roman"/>
              </a:rPr>
              <a:t>  </a:t>
            </a:r>
            <a:r>
              <a:rPr sz="2000" dirty="0">
                <a:latin typeface="Times New Roman"/>
                <a:cs typeface="Times New Roman"/>
              </a:rPr>
              <a:t>health</a:t>
            </a:r>
            <a:r>
              <a:rPr sz="2000" spc="100" dirty="0">
                <a:latin typeface="Times New Roman"/>
                <a:cs typeface="Times New Roman"/>
              </a:rPr>
              <a:t>  </a:t>
            </a:r>
            <a:r>
              <a:rPr sz="2000" dirty="0">
                <a:latin typeface="Times New Roman"/>
                <a:cs typeface="Times New Roman"/>
              </a:rPr>
              <a:t>effects</a:t>
            </a:r>
            <a:r>
              <a:rPr sz="2000" spc="100" dirty="0">
                <a:latin typeface="Times New Roman"/>
                <a:cs typeface="Times New Roman"/>
              </a:rPr>
              <a:t>  </a:t>
            </a:r>
            <a:r>
              <a:rPr sz="2000" dirty="0">
                <a:latin typeface="Times New Roman"/>
                <a:cs typeface="Times New Roman"/>
              </a:rPr>
              <a:t>of</a:t>
            </a:r>
            <a:r>
              <a:rPr sz="2000" spc="100" dirty="0">
                <a:latin typeface="Times New Roman"/>
                <a:cs typeface="Times New Roman"/>
              </a:rPr>
              <a:t>  </a:t>
            </a:r>
            <a:r>
              <a:rPr sz="2000" dirty="0">
                <a:latin typeface="Times New Roman"/>
                <a:cs typeface="Times New Roman"/>
              </a:rPr>
              <a:t>beryllium</a:t>
            </a:r>
            <a:r>
              <a:rPr sz="2000" spc="95" dirty="0">
                <a:latin typeface="Times New Roman"/>
                <a:cs typeface="Times New Roman"/>
              </a:rPr>
              <a:t>  </a:t>
            </a:r>
            <a:r>
              <a:rPr sz="2000" dirty="0">
                <a:latin typeface="Times New Roman"/>
                <a:cs typeface="Times New Roman"/>
              </a:rPr>
              <a:t>are</a:t>
            </a:r>
            <a:r>
              <a:rPr sz="2000" spc="95" dirty="0">
                <a:latin typeface="Times New Roman"/>
                <a:cs typeface="Times New Roman"/>
              </a:rPr>
              <a:t>  </a:t>
            </a:r>
            <a:r>
              <a:rPr sz="2000" spc="-10" dirty="0">
                <a:latin typeface="Times New Roman"/>
                <a:cs typeface="Times New Roman"/>
              </a:rPr>
              <a:t>beryllium 	</a:t>
            </a:r>
            <a:r>
              <a:rPr sz="2000" dirty="0">
                <a:latin typeface="Times New Roman"/>
                <a:cs typeface="Times New Roman"/>
              </a:rPr>
              <a:t>sensitization,</a:t>
            </a:r>
            <a:r>
              <a:rPr sz="2000" spc="-40" dirty="0">
                <a:latin typeface="Times New Roman"/>
                <a:cs typeface="Times New Roman"/>
              </a:rPr>
              <a:t> </a:t>
            </a:r>
            <a:r>
              <a:rPr sz="2000" dirty="0">
                <a:latin typeface="Times New Roman"/>
                <a:cs typeface="Times New Roman"/>
              </a:rPr>
              <a:t>chronic</a:t>
            </a:r>
            <a:r>
              <a:rPr sz="2000" spc="-55" dirty="0">
                <a:latin typeface="Times New Roman"/>
                <a:cs typeface="Times New Roman"/>
              </a:rPr>
              <a:t> </a:t>
            </a:r>
            <a:r>
              <a:rPr sz="2000" dirty="0">
                <a:latin typeface="Times New Roman"/>
                <a:cs typeface="Times New Roman"/>
              </a:rPr>
              <a:t>beryllium</a:t>
            </a:r>
            <a:r>
              <a:rPr sz="2000" spc="-20" dirty="0">
                <a:latin typeface="Times New Roman"/>
                <a:cs typeface="Times New Roman"/>
              </a:rPr>
              <a:t> </a:t>
            </a:r>
            <a:r>
              <a:rPr sz="2000" dirty="0">
                <a:latin typeface="Times New Roman"/>
                <a:cs typeface="Times New Roman"/>
              </a:rPr>
              <a:t>disease</a:t>
            </a:r>
            <a:r>
              <a:rPr sz="2000" spc="-30"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acute</a:t>
            </a:r>
            <a:r>
              <a:rPr sz="2000" spc="-10" dirty="0">
                <a:latin typeface="Times New Roman"/>
                <a:cs typeface="Times New Roman"/>
              </a:rPr>
              <a:t> </a:t>
            </a:r>
            <a:r>
              <a:rPr sz="2000" dirty="0">
                <a:latin typeface="Times New Roman"/>
                <a:cs typeface="Times New Roman"/>
              </a:rPr>
              <a:t>beryllium</a:t>
            </a:r>
            <a:r>
              <a:rPr sz="2000" spc="-40" dirty="0">
                <a:latin typeface="Times New Roman"/>
                <a:cs typeface="Times New Roman"/>
              </a:rPr>
              <a:t> </a:t>
            </a:r>
            <a:r>
              <a:rPr sz="2000" spc="-10" dirty="0">
                <a:latin typeface="Times New Roman"/>
                <a:cs typeface="Times New Roman"/>
              </a:rPr>
              <a:t>disease.</a:t>
            </a:r>
            <a:endParaRPr sz="200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1140" y="191515"/>
            <a:ext cx="8531860" cy="6245225"/>
          </a:xfrm>
          <a:prstGeom prst="rect">
            <a:avLst/>
          </a:prstGeom>
        </p:spPr>
        <p:txBody>
          <a:bodyPr vert="horz" wrap="square" lIns="0" tIns="12700" rIns="0" bIns="0" rtlCol="0">
            <a:spAutoFit/>
          </a:bodyPr>
          <a:lstStyle/>
          <a:p>
            <a:pPr marL="12700" algn="just">
              <a:lnSpc>
                <a:spcPct val="100000"/>
              </a:lnSpc>
              <a:spcBef>
                <a:spcPts val="100"/>
              </a:spcBef>
            </a:pPr>
            <a:r>
              <a:rPr sz="2000" b="1" dirty="0">
                <a:latin typeface="Times New Roman"/>
                <a:cs typeface="Times New Roman"/>
              </a:rPr>
              <a:t>Harmful</a:t>
            </a:r>
            <a:r>
              <a:rPr sz="2000" b="1" spc="-40" dirty="0">
                <a:latin typeface="Times New Roman"/>
                <a:cs typeface="Times New Roman"/>
              </a:rPr>
              <a:t> </a:t>
            </a:r>
            <a:r>
              <a:rPr sz="2000" b="1" dirty="0">
                <a:latin typeface="Times New Roman"/>
                <a:cs typeface="Times New Roman"/>
              </a:rPr>
              <a:t>Effects</a:t>
            </a:r>
            <a:r>
              <a:rPr sz="2000" b="1" spc="-15" dirty="0">
                <a:latin typeface="Times New Roman"/>
                <a:cs typeface="Times New Roman"/>
              </a:rPr>
              <a:t> </a:t>
            </a:r>
            <a:r>
              <a:rPr sz="2000" b="1" dirty="0">
                <a:latin typeface="Times New Roman"/>
                <a:cs typeface="Times New Roman"/>
              </a:rPr>
              <a:t>on</a:t>
            </a:r>
            <a:r>
              <a:rPr sz="2000" b="1" spc="-15" dirty="0">
                <a:latin typeface="Times New Roman"/>
                <a:cs typeface="Times New Roman"/>
              </a:rPr>
              <a:t> </a:t>
            </a:r>
            <a:r>
              <a:rPr sz="2000" b="1" dirty="0">
                <a:latin typeface="Times New Roman"/>
                <a:cs typeface="Times New Roman"/>
              </a:rPr>
              <a:t>Human</a:t>
            </a:r>
            <a:r>
              <a:rPr sz="2000" b="1" spc="-10" dirty="0">
                <a:latin typeface="Times New Roman"/>
                <a:cs typeface="Times New Roman"/>
              </a:rPr>
              <a:t> Health</a:t>
            </a:r>
            <a:endParaRPr sz="2000">
              <a:latin typeface="Times New Roman"/>
              <a:cs typeface="Times New Roman"/>
            </a:endParaRPr>
          </a:p>
          <a:p>
            <a:pPr marL="352425" marR="8890" indent="-339725" algn="just">
              <a:lnSpc>
                <a:spcPts val="1920"/>
              </a:lnSpc>
              <a:spcBef>
                <a:spcPts val="465"/>
              </a:spcBef>
              <a:buFont typeface="Arial MT"/>
              <a:buChar char="•"/>
              <a:tabLst>
                <a:tab pos="355600" algn="l"/>
              </a:tabLst>
            </a:pPr>
            <a:r>
              <a:rPr sz="2000" b="1" dirty="0">
                <a:solidFill>
                  <a:srgbClr val="C00000"/>
                </a:solidFill>
                <a:latin typeface="Times New Roman"/>
                <a:cs typeface="Times New Roman"/>
              </a:rPr>
              <a:t>Americium:</a:t>
            </a:r>
            <a:r>
              <a:rPr sz="2000" b="1" spc="80" dirty="0">
                <a:solidFill>
                  <a:srgbClr val="C00000"/>
                </a:solidFill>
                <a:latin typeface="Times New Roman"/>
                <a:cs typeface="Times New Roman"/>
              </a:rPr>
              <a:t> </a:t>
            </a:r>
            <a:r>
              <a:rPr sz="2000" dirty="0">
                <a:latin typeface="Times New Roman"/>
                <a:cs typeface="Times New Roman"/>
              </a:rPr>
              <a:t>It</a:t>
            </a:r>
            <a:r>
              <a:rPr sz="2000" spc="75" dirty="0">
                <a:latin typeface="Times New Roman"/>
                <a:cs typeface="Times New Roman"/>
              </a:rPr>
              <a:t> </a:t>
            </a:r>
            <a:r>
              <a:rPr sz="2000" dirty="0">
                <a:latin typeface="Times New Roman"/>
                <a:cs typeface="Times New Roman"/>
              </a:rPr>
              <a:t>is</a:t>
            </a:r>
            <a:r>
              <a:rPr sz="2000" spc="90" dirty="0">
                <a:latin typeface="Times New Roman"/>
                <a:cs typeface="Times New Roman"/>
              </a:rPr>
              <a:t> </a:t>
            </a:r>
            <a:r>
              <a:rPr sz="2000" dirty="0">
                <a:latin typeface="Times New Roman"/>
                <a:cs typeface="Times New Roman"/>
              </a:rPr>
              <a:t>the</a:t>
            </a:r>
            <a:r>
              <a:rPr sz="2000" spc="90" dirty="0">
                <a:latin typeface="Times New Roman"/>
                <a:cs typeface="Times New Roman"/>
              </a:rPr>
              <a:t> </a:t>
            </a:r>
            <a:r>
              <a:rPr sz="2000" dirty="0">
                <a:latin typeface="Times New Roman"/>
                <a:cs typeface="Times New Roman"/>
              </a:rPr>
              <a:t>radioactive</a:t>
            </a:r>
            <a:r>
              <a:rPr sz="2000" spc="95" dirty="0">
                <a:latin typeface="Times New Roman"/>
                <a:cs typeface="Times New Roman"/>
              </a:rPr>
              <a:t> </a:t>
            </a:r>
            <a:r>
              <a:rPr sz="2000" dirty="0">
                <a:latin typeface="Times New Roman"/>
                <a:cs typeface="Times New Roman"/>
              </a:rPr>
              <a:t>source</a:t>
            </a:r>
            <a:r>
              <a:rPr sz="2000" spc="90" dirty="0">
                <a:latin typeface="Times New Roman"/>
                <a:cs typeface="Times New Roman"/>
              </a:rPr>
              <a:t> </a:t>
            </a:r>
            <a:r>
              <a:rPr sz="2000" dirty="0">
                <a:latin typeface="Times New Roman"/>
                <a:cs typeface="Times New Roman"/>
              </a:rPr>
              <a:t>used</a:t>
            </a:r>
            <a:r>
              <a:rPr sz="2000" spc="100" dirty="0">
                <a:latin typeface="Times New Roman"/>
                <a:cs typeface="Times New Roman"/>
              </a:rPr>
              <a:t> </a:t>
            </a:r>
            <a:r>
              <a:rPr sz="2000" dirty="0">
                <a:latin typeface="Times New Roman"/>
                <a:cs typeface="Times New Roman"/>
              </a:rPr>
              <a:t>in</a:t>
            </a:r>
            <a:r>
              <a:rPr sz="2000" spc="95" dirty="0">
                <a:latin typeface="Times New Roman"/>
                <a:cs typeface="Times New Roman"/>
              </a:rPr>
              <a:t> </a:t>
            </a:r>
            <a:r>
              <a:rPr sz="2000" dirty="0">
                <a:latin typeface="Times New Roman"/>
                <a:cs typeface="Times New Roman"/>
              </a:rPr>
              <a:t>smoke</a:t>
            </a:r>
            <a:r>
              <a:rPr sz="2000" spc="80" dirty="0">
                <a:latin typeface="Times New Roman"/>
                <a:cs typeface="Times New Roman"/>
              </a:rPr>
              <a:t> </a:t>
            </a:r>
            <a:r>
              <a:rPr sz="2000" dirty="0">
                <a:latin typeface="Times New Roman"/>
                <a:cs typeface="Times New Roman"/>
              </a:rPr>
              <a:t>alarms</a:t>
            </a:r>
            <a:r>
              <a:rPr sz="2000" spc="90" dirty="0">
                <a:latin typeface="Times New Roman"/>
                <a:cs typeface="Times New Roman"/>
              </a:rPr>
              <a:t> </a:t>
            </a:r>
            <a:r>
              <a:rPr sz="2000" dirty="0">
                <a:latin typeface="Times New Roman"/>
                <a:cs typeface="Times New Roman"/>
              </a:rPr>
              <a:t>and</a:t>
            </a:r>
            <a:r>
              <a:rPr sz="2000" spc="100" dirty="0">
                <a:latin typeface="Times New Roman"/>
                <a:cs typeface="Times New Roman"/>
              </a:rPr>
              <a:t> </a:t>
            </a:r>
            <a:r>
              <a:rPr sz="2000" dirty="0">
                <a:latin typeface="Times New Roman"/>
                <a:cs typeface="Times New Roman"/>
              </a:rPr>
              <a:t>is</a:t>
            </a:r>
            <a:r>
              <a:rPr sz="2000" spc="80" dirty="0">
                <a:latin typeface="Times New Roman"/>
                <a:cs typeface="Times New Roman"/>
              </a:rPr>
              <a:t> </a:t>
            </a:r>
            <a:r>
              <a:rPr sz="2000" dirty="0">
                <a:latin typeface="Times New Roman"/>
                <a:cs typeface="Times New Roman"/>
              </a:rPr>
              <a:t>known</a:t>
            </a:r>
            <a:r>
              <a:rPr sz="2000" spc="100" dirty="0">
                <a:latin typeface="Times New Roman"/>
                <a:cs typeface="Times New Roman"/>
              </a:rPr>
              <a:t> </a:t>
            </a:r>
            <a:r>
              <a:rPr sz="2000" spc="-25" dirty="0">
                <a:latin typeface="Times New Roman"/>
                <a:cs typeface="Times New Roman"/>
              </a:rPr>
              <a:t>to 	</a:t>
            </a:r>
            <a:r>
              <a:rPr sz="2000" dirty="0">
                <a:latin typeface="Times New Roman"/>
                <a:cs typeface="Times New Roman"/>
              </a:rPr>
              <a:t>be</a:t>
            </a:r>
            <a:r>
              <a:rPr sz="2000" spc="-5" dirty="0">
                <a:latin typeface="Times New Roman"/>
                <a:cs typeface="Times New Roman"/>
              </a:rPr>
              <a:t> </a:t>
            </a:r>
            <a:r>
              <a:rPr sz="2000" spc="-10" dirty="0">
                <a:latin typeface="Times New Roman"/>
                <a:cs typeface="Times New Roman"/>
              </a:rPr>
              <a:t>carcinogenic.</a:t>
            </a:r>
            <a:endParaRPr sz="2000">
              <a:latin typeface="Times New Roman"/>
              <a:cs typeface="Times New Roman"/>
            </a:endParaRPr>
          </a:p>
          <a:p>
            <a:pPr marL="352425" marR="5080" indent="-339725" algn="just">
              <a:lnSpc>
                <a:spcPct val="80000"/>
              </a:lnSpc>
              <a:spcBef>
                <a:spcPts val="500"/>
              </a:spcBef>
              <a:buFont typeface="Arial MT"/>
              <a:buChar char="•"/>
              <a:tabLst>
                <a:tab pos="355600" algn="l"/>
              </a:tabLst>
            </a:pPr>
            <a:r>
              <a:rPr sz="2000" b="1" dirty="0">
                <a:solidFill>
                  <a:srgbClr val="C00000"/>
                </a:solidFill>
                <a:latin typeface="Times New Roman"/>
                <a:cs typeface="Times New Roman"/>
              </a:rPr>
              <a:t>Mercury:</a:t>
            </a:r>
            <a:r>
              <a:rPr sz="2000" b="1" spc="155" dirty="0">
                <a:solidFill>
                  <a:srgbClr val="C00000"/>
                </a:solidFill>
                <a:latin typeface="Times New Roman"/>
                <a:cs typeface="Times New Roman"/>
              </a:rPr>
              <a:t> </a:t>
            </a:r>
            <a:r>
              <a:rPr sz="2000" dirty="0">
                <a:latin typeface="Times New Roman"/>
                <a:cs typeface="Times New Roman"/>
              </a:rPr>
              <a:t>Mercury</a:t>
            </a:r>
            <a:r>
              <a:rPr sz="2000" spc="150" dirty="0">
                <a:latin typeface="Times New Roman"/>
                <a:cs typeface="Times New Roman"/>
              </a:rPr>
              <a:t> </a:t>
            </a:r>
            <a:r>
              <a:rPr sz="2000" dirty="0">
                <a:latin typeface="Times New Roman"/>
                <a:cs typeface="Times New Roman"/>
              </a:rPr>
              <a:t>is</a:t>
            </a:r>
            <a:r>
              <a:rPr sz="2000" spc="135" dirty="0">
                <a:latin typeface="Times New Roman"/>
                <a:cs typeface="Times New Roman"/>
              </a:rPr>
              <a:t> </a:t>
            </a:r>
            <a:r>
              <a:rPr sz="2000" dirty="0">
                <a:latin typeface="Times New Roman"/>
                <a:cs typeface="Times New Roman"/>
              </a:rPr>
              <a:t>released</a:t>
            </a:r>
            <a:r>
              <a:rPr sz="2000" spc="150" dirty="0">
                <a:latin typeface="Times New Roman"/>
                <a:cs typeface="Times New Roman"/>
              </a:rPr>
              <a:t> </a:t>
            </a:r>
            <a:r>
              <a:rPr sz="2000" dirty="0">
                <a:latin typeface="Times New Roman"/>
                <a:cs typeface="Times New Roman"/>
              </a:rPr>
              <a:t>into</a:t>
            </a:r>
            <a:r>
              <a:rPr sz="2000" spc="150" dirty="0">
                <a:latin typeface="Times New Roman"/>
                <a:cs typeface="Times New Roman"/>
              </a:rPr>
              <a:t> </a:t>
            </a:r>
            <a:r>
              <a:rPr sz="2000" dirty="0">
                <a:latin typeface="Times New Roman"/>
                <a:cs typeface="Times New Roman"/>
              </a:rPr>
              <a:t>the</a:t>
            </a:r>
            <a:r>
              <a:rPr sz="2000" spc="155" dirty="0">
                <a:latin typeface="Times New Roman"/>
                <a:cs typeface="Times New Roman"/>
              </a:rPr>
              <a:t> </a:t>
            </a:r>
            <a:r>
              <a:rPr sz="2000" dirty="0">
                <a:latin typeface="Times New Roman"/>
                <a:cs typeface="Times New Roman"/>
              </a:rPr>
              <a:t>environment</a:t>
            </a:r>
            <a:r>
              <a:rPr sz="2000" spc="145" dirty="0">
                <a:latin typeface="Times New Roman"/>
                <a:cs typeface="Times New Roman"/>
              </a:rPr>
              <a:t> </a:t>
            </a:r>
            <a:r>
              <a:rPr sz="2000" dirty="0">
                <a:latin typeface="Times New Roman"/>
                <a:cs typeface="Times New Roman"/>
              </a:rPr>
              <a:t>while</a:t>
            </a:r>
            <a:r>
              <a:rPr sz="2000" spc="145" dirty="0">
                <a:latin typeface="Times New Roman"/>
                <a:cs typeface="Times New Roman"/>
              </a:rPr>
              <a:t> </a:t>
            </a:r>
            <a:r>
              <a:rPr sz="2000" dirty="0">
                <a:latin typeface="Times New Roman"/>
                <a:cs typeface="Times New Roman"/>
              </a:rPr>
              <a:t>breaking</a:t>
            </a:r>
            <a:r>
              <a:rPr sz="2000" spc="145" dirty="0">
                <a:latin typeface="Times New Roman"/>
                <a:cs typeface="Times New Roman"/>
              </a:rPr>
              <a:t> </a:t>
            </a:r>
            <a:r>
              <a:rPr sz="2000" dirty="0">
                <a:latin typeface="Times New Roman"/>
                <a:cs typeface="Times New Roman"/>
              </a:rPr>
              <a:t>of</a:t>
            </a:r>
            <a:r>
              <a:rPr sz="2000" spc="150" dirty="0">
                <a:latin typeface="Times New Roman"/>
                <a:cs typeface="Times New Roman"/>
              </a:rPr>
              <a:t> </a:t>
            </a:r>
            <a:r>
              <a:rPr sz="2000" spc="-10" dirty="0">
                <a:latin typeface="Times New Roman"/>
                <a:cs typeface="Times New Roman"/>
              </a:rPr>
              <a:t>electric 	</a:t>
            </a:r>
            <a:r>
              <a:rPr sz="2000" dirty="0">
                <a:latin typeface="Times New Roman"/>
                <a:cs typeface="Times New Roman"/>
              </a:rPr>
              <a:t>circuit</a:t>
            </a:r>
            <a:r>
              <a:rPr sz="2000" spc="240" dirty="0">
                <a:latin typeface="Times New Roman"/>
                <a:cs typeface="Times New Roman"/>
              </a:rPr>
              <a:t> </a:t>
            </a:r>
            <a:r>
              <a:rPr sz="2000" dirty="0">
                <a:latin typeface="Times New Roman"/>
                <a:cs typeface="Times New Roman"/>
              </a:rPr>
              <a:t>boards</a:t>
            </a:r>
            <a:r>
              <a:rPr sz="2000" spc="235" dirty="0">
                <a:latin typeface="Times New Roman"/>
                <a:cs typeface="Times New Roman"/>
              </a:rPr>
              <a:t> </a:t>
            </a:r>
            <a:r>
              <a:rPr sz="2000" dirty="0">
                <a:latin typeface="Times New Roman"/>
                <a:cs typeface="Times New Roman"/>
              </a:rPr>
              <a:t>and</a:t>
            </a:r>
            <a:r>
              <a:rPr sz="2000" spc="250" dirty="0">
                <a:latin typeface="Times New Roman"/>
                <a:cs typeface="Times New Roman"/>
              </a:rPr>
              <a:t> </a:t>
            </a:r>
            <a:r>
              <a:rPr sz="2000" dirty="0">
                <a:latin typeface="Times New Roman"/>
                <a:cs typeface="Times New Roman"/>
              </a:rPr>
              <a:t>switches.</a:t>
            </a:r>
            <a:r>
              <a:rPr sz="2000" spc="240" dirty="0">
                <a:latin typeface="Times New Roman"/>
                <a:cs typeface="Times New Roman"/>
              </a:rPr>
              <a:t> </a:t>
            </a:r>
            <a:r>
              <a:rPr sz="2000" dirty="0">
                <a:latin typeface="Times New Roman"/>
                <a:cs typeface="Times New Roman"/>
              </a:rPr>
              <a:t>It</a:t>
            </a:r>
            <a:r>
              <a:rPr sz="2000" spc="245" dirty="0">
                <a:latin typeface="Times New Roman"/>
                <a:cs typeface="Times New Roman"/>
              </a:rPr>
              <a:t> </a:t>
            </a:r>
            <a:r>
              <a:rPr sz="2000" dirty="0">
                <a:latin typeface="Times New Roman"/>
                <a:cs typeface="Times New Roman"/>
              </a:rPr>
              <a:t>is</a:t>
            </a:r>
            <a:r>
              <a:rPr sz="2000" spc="240" dirty="0">
                <a:latin typeface="Times New Roman"/>
                <a:cs typeface="Times New Roman"/>
              </a:rPr>
              <a:t> </a:t>
            </a:r>
            <a:r>
              <a:rPr sz="2000" dirty="0">
                <a:latin typeface="Times New Roman"/>
                <a:cs typeface="Times New Roman"/>
              </a:rPr>
              <a:t>found</a:t>
            </a:r>
            <a:r>
              <a:rPr sz="2000" spc="254" dirty="0">
                <a:latin typeface="Times New Roman"/>
                <a:cs typeface="Times New Roman"/>
              </a:rPr>
              <a:t> </a:t>
            </a:r>
            <a:r>
              <a:rPr sz="2000" dirty="0">
                <a:latin typeface="Times New Roman"/>
                <a:cs typeface="Times New Roman"/>
              </a:rPr>
              <a:t>in</a:t>
            </a:r>
            <a:r>
              <a:rPr sz="2000" spc="235" dirty="0">
                <a:latin typeface="Times New Roman"/>
                <a:cs typeface="Times New Roman"/>
              </a:rPr>
              <a:t> </a:t>
            </a:r>
            <a:r>
              <a:rPr sz="2000" dirty="0">
                <a:latin typeface="Times New Roman"/>
                <a:cs typeface="Times New Roman"/>
              </a:rPr>
              <a:t>fluorescent</a:t>
            </a:r>
            <a:r>
              <a:rPr sz="2000" spc="240" dirty="0">
                <a:latin typeface="Times New Roman"/>
                <a:cs typeface="Times New Roman"/>
              </a:rPr>
              <a:t> </a:t>
            </a:r>
            <a:r>
              <a:rPr sz="2000" dirty="0">
                <a:latin typeface="Times New Roman"/>
                <a:cs typeface="Times New Roman"/>
              </a:rPr>
              <a:t>tubes,</a:t>
            </a:r>
            <a:r>
              <a:rPr sz="2000" spc="254" dirty="0">
                <a:latin typeface="Times New Roman"/>
                <a:cs typeface="Times New Roman"/>
              </a:rPr>
              <a:t> </a:t>
            </a:r>
            <a:r>
              <a:rPr sz="2000" dirty="0">
                <a:latin typeface="Times New Roman"/>
                <a:cs typeface="Times New Roman"/>
              </a:rPr>
              <a:t>tilt</a:t>
            </a:r>
            <a:r>
              <a:rPr sz="2000" spc="250" dirty="0">
                <a:latin typeface="Times New Roman"/>
                <a:cs typeface="Times New Roman"/>
              </a:rPr>
              <a:t> </a:t>
            </a:r>
            <a:r>
              <a:rPr sz="2000" dirty="0">
                <a:latin typeface="Times New Roman"/>
                <a:cs typeface="Times New Roman"/>
              </a:rPr>
              <a:t>switches</a:t>
            </a:r>
            <a:r>
              <a:rPr sz="2000" spc="250" dirty="0">
                <a:latin typeface="Times New Roman"/>
                <a:cs typeface="Times New Roman"/>
              </a:rPr>
              <a:t> </a:t>
            </a:r>
            <a:r>
              <a:rPr sz="2000" spc="-20" dirty="0">
                <a:latin typeface="Times New Roman"/>
                <a:cs typeface="Times New Roman"/>
              </a:rPr>
              <a:t>like 	</a:t>
            </a:r>
            <a:r>
              <a:rPr sz="2000" dirty="0">
                <a:latin typeface="Times New Roman"/>
                <a:cs typeface="Times New Roman"/>
              </a:rPr>
              <a:t>mechanical</a:t>
            </a:r>
            <a:r>
              <a:rPr sz="2000" spc="240" dirty="0">
                <a:latin typeface="Times New Roman"/>
                <a:cs typeface="Times New Roman"/>
              </a:rPr>
              <a:t>  </a:t>
            </a:r>
            <a:r>
              <a:rPr sz="2000" dirty="0">
                <a:latin typeface="Times New Roman"/>
                <a:cs typeface="Times New Roman"/>
              </a:rPr>
              <a:t>door</a:t>
            </a:r>
            <a:r>
              <a:rPr sz="2000" spc="235" dirty="0">
                <a:latin typeface="Times New Roman"/>
                <a:cs typeface="Times New Roman"/>
              </a:rPr>
              <a:t>  </a:t>
            </a:r>
            <a:r>
              <a:rPr sz="2000" dirty="0">
                <a:latin typeface="Times New Roman"/>
                <a:cs typeface="Times New Roman"/>
              </a:rPr>
              <a:t>bells</a:t>
            </a:r>
            <a:r>
              <a:rPr sz="2000" spc="245" dirty="0">
                <a:latin typeface="Times New Roman"/>
                <a:cs typeface="Times New Roman"/>
              </a:rPr>
              <a:t>  </a:t>
            </a:r>
            <a:r>
              <a:rPr sz="2000" dirty="0">
                <a:latin typeface="Times New Roman"/>
                <a:cs typeface="Times New Roman"/>
              </a:rPr>
              <a:t>and</a:t>
            </a:r>
            <a:r>
              <a:rPr sz="2000" spc="235" dirty="0">
                <a:latin typeface="Times New Roman"/>
                <a:cs typeface="Times New Roman"/>
              </a:rPr>
              <a:t>  </a:t>
            </a:r>
            <a:r>
              <a:rPr sz="2000" dirty="0">
                <a:latin typeface="Times New Roman"/>
                <a:cs typeface="Times New Roman"/>
              </a:rPr>
              <a:t>flat</a:t>
            </a:r>
            <a:r>
              <a:rPr sz="2000" spc="240" dirty="0">
                <a:latin typeface="Times New Roman"/>
                <a:cs typeface="Times New Roman"/>
              </a:rPr>
              <a:t>  </a:t>
            </a:r>
            <a:r>
              <a:rPr sz="2000" dirty="0">
                <a:latin typeface="Times New Roman"/>
                <a:cs typeface="Times New Roman"/>
              </a:rPr>
              <a:t>screen</a:t>
            </a:r>
            <a:r>
              <a:rPr sz="2000" spc="240" dirty="0">
                <a:latin typeface="Times New Roman"/>
                <a:cs typeface="Times New Roman"/>
              </a:rPr>
              <a:t>  </a:t>
            </a:r>
            <a:r>
              <a:rPr sz="2000" dirty="0">
                <a:latin typeface="Times New Roman"/>
                <a:cs typeface="Times New Roman"/>
              </a:rPr>
              <a:t>monitors.</a:t>
            </a:r>
            <a:r>
              <a:rPr sz="2000" spc="235" dirty="0">
                <a:latin typeface="Times New Roman"/>
                <a:cs typeface="Times New Roman"/>
              </a:rPr>
              <a:t>  </a:t>
            </a:r>
            <a:r>
              <a:rPr sz="2000" dirty="0">
                <a:latin typeface="Times New Roman"/>
                <a:cs typeface="Times New Roman"/>
              </a:rPr>
              <a:t>It</a:t>
            </a:r>
            <a:r>
              <a:rPr sz="2000" spc="235" dirty="0">
                <a:latin typeface="Times New Roman"/>
                <a:cs typeface="Times New Roman"/>
              </a:rPr>
              <a:t>  </a:t>
            </a:r>
            <a:r>
              <a:rPr sz="2000" dirty="0">
                <a:latin typeface="Times New Roman"/>
                <a:cs typeface="Times New Roman"/>
              </a:rPr>
              <a:t>can</a:t>
            </a:r>
            <a:r>
              <a:rPr sz="2000" spc="245" dirty="0">
                <a:latin typeface="Times New Roman"/>
                <a:cs typeface="Times New Roman"/>
              </a:rPr>
              <a:t>  </a:t>
            </a:r>
            <a:r>
              <a:rPr sz="2000" dirty="0">
                <a:latin typeface="Times New Roman"/>
                <a:cs typeface="Times New Roman"/>
              </a:rPr>
              <a:t>cause</a:t>
            </a:r>
            <a:r>
              <a:rPr sz="2000" spc="235" dirty="0">
                <a:latin typeface="Times New Roman"/>
                <a:cs typeface="Times New Roman"/>
              </a:rPr>
              <a:t>  </a:t>
            </a:r>
            <a:r>
              <a:rPr sz="2000" spc="-10" dirty="0">
                <a:latin typeface="Times New Roman"/>
                <a:cs typeface="Times New Roman"/>
              </a:rPr>
              <a:t>sensory 	</a:t>
            </a:r>
            <a:r>
              <a:rPr sz="2000" dirty="0">
                <a:latin typeface="Times New Roman"/>
                <a:cs typeface="Times New Roman"/>
              </a:rPr>
              <a:t>impairment,</a:t>
            </a:r>
            <a:r>
              <a:rPr sz="2000" spc="455" dirty="0">
                <a:latin typeface="Times New Roman"/>
                <a:cs typeface="Times New Roman"/>
              </a:rPr>
              <a:t> </a:t>
            </a:r>
            <a:r>
              <a:rPr sz="2000" dirty="0">
                <a:latin typeface="Times New Roman"/>
                <a:cs typeface="Times New Roman"/>
              </a:rPr>
              <a:t>loss</a:t>
            </a:r>
            <a:r>
              <a:rPr sz="2000" spc="445" dirty="0">
                <a:latin typeface="Times New Roman"/>
                <a:cs typeface="Times New Roman"/>
              </a:rPr>
              <a:t> </a:t>
            </a:r>
            <a:r>
              <a:rPr sz="2000" dirty="0">
                <a:latin typeface="Times New Roman"/>
                <a:cs typeface="Times New Roman"/>
              </a:rPr>
              <a:t>to</a:t>
            </a:r>
            <a:r>
              <a:rPr sz="2000" spc="450" dirty="0">
                <a:latin typeface="Times New Roman"/>
                <a:cs typeface="Times New Roman"/>
              </a:rPr>
              <a:t> </a:t>
            </a:r>
            <a:r>
              <a:rPr sz="2000" dirty="0">
                <a:latin typeface="Times New Roman"/>
                <a:cs typeface="Times New Roman"/>
              </a:rPr>
              <a:t>memory,</a:t>
            </a:r>
            <a:r>
              <a:rPr sz="2000" spc="450" dirty="0">
                <a:latin typeface="Times New Roman"/>
                <a:cs typeface="Times New Roman"/>
              </a:rPr>
              <a:t> </a:t>
            </a:r>
            <a:r>
              <a:rPr sz="2000" dirty="0">
                <a:latin typeface="Times New Roman"/>
                <a:cs typeface="Times New Roman"/>
              </a:rPr>
              <a:t>weakness</a:t>
            </a:r>
            <a:r>
              <a:rPr sz="2000" spc="440" dirty="0">
                <a:latin typeface="Times New Roman"/>
                <a:cs typeface="Times New Roman"/>
              </a:rPr>
              <a:t> </a:t>
            </a:r>
            <a:r>
              <a:rPr sz="2000" dirty="0">
                <a:latin typeface="Times New Roman"/>
                <a:cs typeface="Times New Roman"/>
              </a:rPr>
              <a:t>of</a:t>
            </a:r>
            <a:r>
              <a:rPr sz="2000" spc="445" dirty="0">
                <a:latin typeface="Times New Roman"/>
                <a:cs typeface="Times New Roman"/>
              </a:rPr>
              <a:t> </a:t>
            </a:r>
            <a:r>
              <a:rPr sz="2000" dirty="0">
                <a:latin typeface="Times New Roman"/>
                <a:cs typeface="Times New Roman"/>
              </a:rPr>
              <a:t>muscles</a:t>
            </a:r>
            <a:r>
              <a:rPr sz="2000" spc="455" dirty="0">
                <a:latin typeface="Times New Roman"/>
                <a:cs typeface="Times New Roman"/>
              </a:rPr>
              <a:t> </a:t>
            </a:r>
            <a:r>
              <a:rPr sz="2000" dirty="0">
                <a:latin typeface="Times New Roman"/>
                <a:cs typeface="Times New Roman"/>
              </a:rPr>
              <a:t>and</a:t>
            </a:r>
            <a:r>
              <a:rPr sz="2000" spc="434" dirty="0">
                <a:latin typeface="Times New Roman"/>
                <a:cs typeface="Times New Roman"/>
              </a:rPr>
              <a:t> </a:t>
            </a:r>
            <a:r>
              <a:rPr sz="2000" dirty="0">
                <a:latin typeface="Times New Roman"/>
                <a:cs typeface="Times New Roman"/>
              </a:rPr>
              <a:t>dermatitis.</a:t>
            </a:r>
            <a:r>
              <a:rPr sz="2000" spc="445" dirty="0">
                <a:latin typeface="Times New Roman"/>
                <a:cs typeface="Times New Roman"/>
              </a:rPr>
              <a:t> </a:t>
            </a:r>
            <a:r>
              <a:rPr sz="2000" spc="-10" dirty="0">
                <a:latin typeface="Times New Roman"/>
                <a:cs typeface="Times New Roman"/>
              </a:rPr>
              <a:t>Mercury 	</a:t>
            </a:r>
            <a:r>
              <a:rPr sz="2000" dirty="0">
                <a:latin typeface="Times New Roman"/>
                <a:cs typeface="Times New Roman"/>
              </a:rPr>
              <a:t>affects</a:t>
            </a:r>
            <a:r>
              <a:rPr sz="2000" spc="114" dirty="0">
                <a:latin typeface="Times New Roman"/>
                <a:cs typeface="Times New Roman"/>
              </a:rPr>
              <a:t> </a:t>
            </a:r>
            <a:r>
              <a:rPr sz="2000" dirty="0">
                <a:latin typeface="Times New Roman"/>
                <a:cs typeface="Times New Roman"/>
              </a:rPr>
              <a:t>the</a:t>
            </a:r>
            <a:r>
              <a:rPr sz="2000" spc="110" dirty="0">
                <a:latin typeface="Times New Roman"/>
                <a:cs typeface="Times New Roman"/>
              </a:rPr>
              <a:t> </a:t>
            </a:r>
            <a:r>
              <a:rPr sz="2000" dirty="0">
                <a:latin typeface="Times New Roman"/>
                <a:cs typeface="Times New Roman"/>
              </a:rPr>
              <a:t>central</a:t>
            </a:r>
            <a:r>
              <a:rPr sz="2000" spc="100" dirty="0">
                <a:latin typeface="Times New Roman"/>
                <a:cs typeface="Times New Roman"/>
              </a:rPr>
              <a:t> </a:t>
            </a:r>
            <a:r>
              <a:rPr sz="2000" dirty="0">
                <a:latin typeface="Times New Roman"/>
                <a:cs typeface="Times New Roman"/>
              </a:rPr>
              <a:t>nervous</a:t>
            </a:r>
            <a:r>
              <a:rPr sz="2000" spc="120" dirty="0">
                <a:latin typeface="Times New Roman"/>
                <a:cs typeface="Times New Roman"/>
              </a:rPr>
              <a:t> </a:t>
            </a:r>
            <a:r>
              <a:rPr sz="2000" dirty="0">
                <a:latin typeface="Times New Roman"/>
                <a:cs typeface="Times New Roman"/>
              </a:rPr>
              <a:t>system,</a:t>
            </a:r>
            <a:r>
              <a:rPr sz="2000" spc="125" dirty="0">
                <a:latin typeface="Times New Roman"/>
                <a:cs typeface="Times New Roman"/>
              </a:rPr>
              <a:t> </a:t>
            </a:r>
            <a:r>
              <a:rPr sz="2000" dirty="0">
                <a:latin typeface="Times New Roman"/>
                <a:cs typeface="Times New Roman"/>
              </a:rPr>
              <a:t>kidneys</a:t>
            </a:r>
            <a:r>
              <a:rPr sz="2000" spc="105" dirty="0">
                <a:latin typeface="Times New Roman"/>
                <a:cs typeface="Times New Roman"/>
              </a:rPr>
              <a:t> </a:t>
            </a:r>
            <a:r>
              <a:rPr sz="2000" dirty="0">
                <a:latin typeface="Times New Roman"/>
                <a:cs typeface="Times New Roman"/>
              </a:rPr>
              <a:t>and</a:t>
            </a:r>
            <a:r>
              <a:rPr sz="2000" spc="120" dirty="0">
                <a:latin typeface="Times New Roman"/>
                <a:cs typeface="Times New Roman"/>
              </a:rPr>
              <a:t> </a:t>
            </a:r>
            <a:r>
              <a:rPr sz="2000" dirty="0">
                <a:latin typeface="Times New Roman"/>
                <a:cs typeface="Times New Roman"/>
              </a:rPr>
              <a:t>immune</a:t>
            </a:r>
            <a:r>
              <a:rPr sz="2000" spc="125" dirty="0">
                <a:latin typeface="Times New Roman"/>
                <a:cs typeface="Times New Roman"/>
              </a:rPr>
              <a:t> </a:t>
            </a:r>
            <a:r>
              <a:rPr sz="2000" dirty="0">
                <a:latin typeface="Times New Roman"/>
                <a:cs typeface="Times New Roman"/>
              </a:rPr>
              <a:t>system</a:t>
            </a:r>
            <a:r>
              <a:rPr sz="2000" spc="100" dirty="0">
                <a:latin typeface="Times New Roman"/>
                <a:cs typeface="Times New Roman"/>
              </a:rPr>
              <a:t> </a:t>
            </a:r>
            <a:r>
              <a:rPr sz="2000" dirty="0">
                <a:latin typeface="Times New Roman"/>
                <a:cs typeface="Times New Roman"/>
              </a:rPr>
              <a:t>of</a:t>
            </a:r>
            <a:r>
              <a:rPr sz="2000" spc="130" dirty="0">
                <a:latin typeface="Times New Roman"/>
                <a:cs typeface="Times New Roman"/>
              </a:rPr>
              <a:t> </a:t>
            </a:r>
            <a:r>
              <a:rPr sz="2000" dirty="0">
                <a:latin typeface="Times New Roman"/>
                <a:cs typeface="Times New Roman"/>
              </a:rPr>
              <a:t>the</a:t>
            </a:r>
            <a:r>
              <a:rPr sz="2000" spc="114" dirty="0">
                <a:latin typeface="Times New Roman"/>
                <a:cs typeface="Times New Roman"/>
              </a:rPr>
              <a:t> </a:t>
            </a:r>
            <a:r>
              <a:rPr sz="2000" dirty="0">
                <a:latin typeface="Times New Roman"/>
                <a:cs typeface="Times New Roman"/>
              </a:rPr>
              <a:t>body.</a:t>
            </a:r>
            <a:r>
              <a:rPr sz="2000" spc="120" dirty="0">
                <a:latin typeface="Times New Roman"/>
                <a:cs typeface="Times New Roman"/>
              </a:rPr>
              <a:t> </a:t>
            </a:r>
            <a:r>
              <a:rPr sz="2000" spc="-25" dirty="0">
                <a:latin typeface="Times New Roman"/>
                <a:cs typeface="Times New Roman"/>
              </a:rPr>
              <a:t>It 	</a:t>
            </a:r>
            <a:r>
              <a:rPr sz="2000" dirty="0">
                <a:latin typeface="Times New Roman"/>
                <a:cs typeface="Times New Roman"/>
              </a:rPr>
              <a:t>impairs</a:t>
            </a:r>
            <a:r>
              <a:rPr sz="2000" spc="55" dirty="0">
                <a:latin typeface="Times New Roman"/>
                <a:cs typeface="Times New Roman"/>
              </a:rPr>
              <a:t>  </a:t>
            </a:r>
            <a:r>
              <a:rPr sz="2000" dirty="0">
                <a:latin typeface="Times New Roman"/>
                <a:cs typeface="Times New Roman"/>
              </a:rPr>
              <a:t>fetus</a:t>
            </a:r>
            <a:r>
              <a:rPr sz="2000" spc="45" dirty="0">
                <a:latin typeface="Times New Roman"/>
                <a:cs typeface="Times New Roman"/>
              </a:rPr>
              <a:t>  </a:t>
            </a:r>
            <a:r>
              <a:rPr sz="2000" dirty="0">
                <a:latin typeface="Times New Roman"/>
                <a:cs typeface="Times New Roman"/>
              </a:rPr>
              <a:t>growth</a:t>
            </a:r>
            <a:r>
              <a:rPr sz="2000" spc="65" dirty="0">
                <a:latin typeface="Times New Roman"/>
                <a:cs typeface="Times New Roman"/>
              </a:rPr>
              <a:t>  </a:t>
            </a:r>
            <a:r>
              <a:rPr sz="2000" dirty="0">
                <a:latin typeface="Times New Roman"/>
                <a:cs typeface="Times New Roman"/>
              </a:rPr>
              <a:t>and</a:t>
            </a:r>
            <a:r>
              <a:rPr sz="2000" spc="55" dirty="0">
                <a:latin typeface="Times New Roman"/>
                <a:cs typeface="Times New Roman"/>
              </a:rPr>
              <a:t>  </a:t>
            </a:r>
            <a:r>
              <a:rPr sz="2000" dirty="0">
                <a:latin typeface="Times New Roman"/>
                <a:cs typeface="Times New Roman"/>
              </a:rPr>
              <a:t>can</a:t>
            </a:r>
            <a:r>
              <a:rPr sz="2000" spc="55" dirty="0">
                <a:latin typeface="Times New Roman"/>
                <a:cs typeface="Times New Roman"/>
              </a:rPr>
              <a:t>  </a:t>
            </a:r>
            <a:r>
              <a:rPr sz="2000" dirty="0">
                <a:latin typeface="Times New Roman"/>
                <a:cs typeface="Times New Roman"/>
              </a:rPr>
              <a:t>harm</a:t>
            </a:r>
            <a:r>
              <a:rPr sz="2000" spc="50" dirty="0">
                <a:latin typeface="Times New Roman"/>
                <a:cs typeface="Times New Roman"/>
              </a:rPr>
              <a:t>  </a:t>
            </a:r>
            <a:r>
              <a:rPr sz="2000" dirty="0">
                <a:latin typeface="Times New Roman"/>
                <a:cs typeface="Times New Roman"/>
              </a:rPr>
              <a:t>infants</a:t>
            </a:r>
            <a:r>
              <a:rPr sz="2000" spc="55" dirty="0">
                <a:latin typeface="Times New Roman"/>
                <a:cs typeface="Times New Roman"/>
              </a:rPr>
              <a:t>  </a:t>
            </a:r>
            <a:r>
              <a:rPr sz="2000" dirty="0">
                <a:latin typeface="Times New Roman"/>
                <a:cs typeface="Times New Roman"/>
              </a:rPr>
              <a:t>through</a:t>
            </a:r>
            <a:r>
              <a:rPr sz="2000" spc="50" dirty="0">
                <a:latin typeface="Times New Roman"/>
                <a:cs typeface="Times New Roman"/>
              </a:rPr>
              <a:t>  </a:t>
            </a:r>
            <a:r>
              <a:rPr sz="2000" dirty="0">
                <a:latin typeface="Times New Roman"/>
                <a:cs typeface="Times New Roman"/>
              </a:rPr>
              <a:t>mother’s</a:t>
            </a:r>
            <a:r>
              <a:rPr sz="2000" spc="55" dirty="0">
                <a:latin typeface="Times New Roman"/>
                <a:cs typeface="Times New Roman"/>
              </a:rPr>
              <a:t>  </a:t>
            </a:r>
            <a:r>
              <a:rPr sz="2000" dirty="0">
                <a:latin typeface="Times New Roman"/>
                <a:cs typeface="Times New Roman"/>
              </a:rPr>
              <a:t>milk.</a:t>
            </a:r>
            <a:r>
              <a:rPr sz="2000" spc="55" dirty="0">
                <a:latin typeface="Times New Roman"/>
                <a:cs typeface="Times New Roman"/>
              </a:rPr>
              <a:t>  </a:t>
            </a:r>
            <a:r>
              <a:rPr sz="2000" spc="-20" dirty="0">
                <a:latin typeface="Times New Roman"/>
                <a:cs typeface="Times New Roman"/>
              </a:rPr>
              <a:t>When 	</a:t>
            </a:r>
            <a:r>
              <a:rPr sz="2000" dirty="0">
                <a:latin typeface="Times New Roman"/>
                <a:cs typeface="Times New Roman"/>
              </a:rPr>
              <a:t>inorganic</a:t>
            </a:r>
            <a:r>
              <a:rPr sz="2000" spc="65" dirty="0">
                <a:latin typeface="Times New Roman"/>
                <a:cs typeface="Times New Roman"/>
              </a:rPr>
              <a:t>  </a:t>
            </a:r>
            <a:r>
              <a:rPr sz="2000" dirty="0">
                <a:latin typeface="Times New Roman"/>
                <a:cs typeface="Times New Roman"/>
              </a:rPr>
              <a:t>mercury</a:t>
            </a:r>
            <a:r>
              <a:rPr sz="2000" spc="60" dirty="0">
                <a:latin typeface="Times New Roman"/>
                <a:cs typeface="Times New Roman"/>
              </a:rPr>
              <a:t>  </a:t>
            </a:r>
            <a:r>
              <a:rPr sz="2000" dirty="0">
                <a:latin typeface="Times New Roman"/>
                <a:cs typeface="Times New Roman"/>
              </a:rPr>
              <a:t>blowouts</a:t>
            </a:r>
            <a:r>
              <a:rPr sz="2000" spc="65" dirty="0">
                <a:latin typeface="Times New Roman"/>
                <a:cs typeface="Times New Roman"/>
              </a:rPr>
              <a:t>  </a:t>
            </a:r>
            <a:r>
              <a:rPr sz="2000" dirty="0">
                <a:latin typeface="Times New Roman"/>
                <a:cs typeface="Times New Roman"/>
              </a:rPr>
              <a:t>in</a:t>
            </a:r>
            <a:r>
              <a:rPr sz="2000" spc="70" dirty="0">
                <a:latin typeface="Times New Roman"/>
                <a:cs typeface="Times New Roman"/>
              </a:rPr>
              <a:t>  </a:t>
            </a:r>
            <a:r>
              <a:rPr sz="2000" dirty="0">
                <a:latin typeface="Times New Roman"/>
                <a:cs typeface="Times New Roman"/>
              </a:rPr>
              <a:t>the</a:t>
            </a:r>
            <a:r>
              <a:rPr sz="2000" spc="65" dirty="0">
                <a:latin typeface="Times New Roman"/>
                <a:cs typeface="Times New Roman"/>
              </a:rPr>
              <a:t>  </a:t>
            </a:r>
            <a:r>
              <a:rPr sz="2000" dirty="0">
                <a:latin typeface="Times New Roman"/>
                <a:cs typeface="Times New Roman"/>
              </a:rPr>
              <a:t>water,</a:t>
            </a:r>
            <a:r>
              <a:rPr sz="2000" spc="75" dirty="0">
                <a:latin typeface="Times New Roman"/>
                <a:cs typeface="Times New Roman"/>
              </a:rPr>
              <a:t>  </a:t>
            </a:r>
            <a:r>
              <a:rPr sz="2000" dirty="0">
                <a:latin typeface="Times New Roman"/>
                <a:cs typeface="Times New Roman"/>
              </a:rPr>
              <a:t>it</a:t>
            </a:r>
            <a:r>
              <a:rPr sz="2000" spc="60" dirty="0">
                <a:latin typeface="Times New Roman"/>
                <a:cs typeface="Times New Roman"/>
              </a:rPr>
              <a:t>  </a:t>
            </a:r>
            <a:r>
              <a:rPr sz="2000" dirty="0">
                <a:latin typeface="Times New Roman"/>
                <a:cs typeface="Times New Roman"/>
              </a:rPr>
              <a:t>is</a:t>
            </a:r>
            <a:r>
              <a:rPr sz="2000" spc="65" dirty="0">
                <a:latin typeface="Times New Roman"/>
                <a:cs typeface="Times New Roman"/>
              </a:rPr>
              <a:t>  </a:t>
            </a:r>
            <a:r>
              <a:rPr sz="2000" dirty="0">
                <a:latin typeface="Times New Roman"/>
                <a:cs typeface="Times New Roman"/>
              </a:rPr>
              <a:t>converted</a:t>
            </a:r>
            <a:r>
              <a:rPr sz="2000" spc="70" dirty="0">
                <a:latin typeface="Times New Roman"/>
                <a:cs typeface="Times New Roman"/>
              </a:rPr>
              <a:t>  </a:t>
            </a:r>
            <a:r>
              <a:rPr sz="2000" dirty="0">
                <a:latin typeface="Times New Roman"/>
                <a:cs typeface="Times New Roman"/>
              </a:rPr>
              <a:t>into</a:t>
            </a:r>
            <a:r>
              <a:rPr sz="2000" spc="70" dirty="0">
                <a:latin typeface="Times New Roman"/>
                <a:cs typeface="Times New Roman"/>
              </a:rPr>
              <a:t>  </a:t>
            </a:r>
            <a:r>
              <a:rPr sz="2000" spc="-10" dirty="0">
                <a:latin typeface="Times New Roman"/>
                <a:cs typeface="Times New Roman"/>
              </a:rPr>
              <a:t>methylated 	</a:t>
            </a:r>
            <a:r>
              <a:rPr sz="2000" dirty="0">
                <a:latin typeface="Times New Roman"/>
                <a:cs typeface="Times New Roman"/>
              </a:rPr>
              <a:t>mercury,</a:t>
            </a:r>
            <a:r>
              <a:rPr sz="2000" spc="185" dirty="0">
                <a:latin typeface="Times New Roman"/>
                <a:cs typeface="Times New Roman"/>
              </a:rPr>
              <a:t> </a:t>
            </a:r>
            <a:r>
              <a:rPr sz="2000" dirty="0">
                <a:latin typeface="Times New Roman"/>
                <a:cs typeface="Times New Roman"/>
              </a:rPr>
              <a:t>which</a:t>
            </a:r>
            <a:r>
              <a:rPr sz="2000" spc="170" dirty="0">
                <a:latin typeface="Times New Roman"/>
                <a:cs typeface="Times New Roman"/>
              </a:rPr>
              <a:t> </a:t>
            </a:r>
            <a:r>
              <a:rPr sz="2000" spc="-10" dirty="0">
                <a:latin typeface="Times New Roman"/>
                <a:cs typeface="Times New Roman"/>
              </a:rPr>
              <a:t>bio-</a:t>
            </a:r>
            <a:r>
              <a:rPr sz="2000" dirty="0">
                <a:latin typeface="Times New Roman"/>
                <a:cs typeface="Times New Roman"/>
              </a:rPr>
              <a:t>accumulates</a:t>
            </a:r>
            <a:r>
              <a:rPr sz="2000" spc="185" dirty="0">
                <a:latin typeface="Times New Roman"/>
                <a:cs typeface="Times New Roman"/>
              </a:rPr>
              <a:t> </a:t>
            </a:r>
            <a:r>
              <a:rPr sz="2000" dirty="0">
                <a:latin typeface="Times New Roman"/>
                <a:cs typeface="Times New Roman"/>
              </a:rPr>
              <a:t>in</a:t>
            </a:r>
            <a:r>
              <a:rPr sz="2000" spc="185" dirty="0">
                <a:latin typeface="Times New Roman"/>
                <a:cs typeface="Times New Roman"/>
              </a:rPr>
              <a:t> </a:t>
            </a:r>
            <a:r>
              <a:rPr sz="2000" dirty="0">
                <a:latin typeface="Times New Roman"/>
                <a:cs typeface="Times New Roman"/>
              </a:rPr>
              <a:t>living</a:t>
            </a:r>
            <a:r>
              <a:rPr sz="2000" spc="170" dirty="0">
                <a:latin typeface="Times New Roman"/>
                <a:cs typeface="Times New Roman"/>
              </a:rPr>
              <a:t> </a:t>
            </a:r>
            <a:r>
              <a:rPr sz="2000" dirty="0">
                <a:latin typeface="Times New Roman"/>
                <a:cs typeface="Times New Roman"/>
              </a:rPr>
              <a:t>organisms</a:t>
            </a:r>
            <a:r>
              <a:rPr sz="2000" spc="185" dirty="0">
                <a:latin typeface="Times New Roman"/>
                <a:cs typeface="Times New Roman"/>
              </a:rPr>
              <a:t> </a:t>
            </a:r>
            <a:r>
              <a:rPr sz="2000" dirty="0">
                <a:latin typeface="Times New Roman"/>
                <a:cs typeface="Times New Roman"/>
              </a:rPr>
              <a:t>and</a:t>
            </a:r>
            <a:r>
              <a:rPr sz="2000" spc="180" dirty="0">
                <a:latin typeface="Times New Roman"/>
                <a:cs typeface="Times New Roman"/>
              </a:rPr>
              <a:t> </a:t>
            </a:r>
            <a:r>
              <a:rPr sz="2000" dirty="0">
                <a:latin typeface="Times New Roman"/>
                <a:cs typeface="Times New Roman"/>
              </a:rPr>
              <a:t>concentrates</a:t>
            </a:r>
            <a:r>
              <a:rPr sz="2000" spc="185" dirty="0">
                <a:latin typeface="Times New Roman"/>
                <a:cs typeface="Times New Roman"/>
              </a:rPr>
              <a:t> </a:t>
            </a:r>
            <a:r>
              <a:rPr sz="2000" spc="-10" dirty="0">
                <a:latin typeface="Times New Roman"/>
                <a:cs typeface="Times New Roman"/>
              </a:rPr>
              <a:t>through 	</a:t>
            </a:r>
            <a:r>
              <a:rPr sz="2000" dirty="0">
                <a:latin typeface="Times New Roman"/>
                <a:cs typeface="Times New Roman"/>
              </a:rPr>
              <a:t>the</a:t>
            </a:r>
            <a:r>
              <a:rPr sz="2000" spc="245" dirty="0">
                <a:latin typeface="Times New Roman"/>
                <a:cs typeface="Times New Roman"/>
              </a:rPr>
              <a:t> </a:t>
            </a:r>
            <a:r>
              <a:rPr sz="2000" dirty="0">
                <a:latin typeface="Times New Roman"/>
                <a:cs typeface="Times New Roman"/>
              </a:rPr>
              <a:t>human</a:t>
            </a:r>
            <a:r>
              <a:rPr sz="2000" spc="254" dirty="0">
                <a:latin typeface="Times New Roman"/>
                <a:cs typeface="Times New Roman"/>
              </a:rPr>
              <a:t> </a:t>
            </a:r>
            <a:r>
              <a:rPr sz="2000" dirty="0">
                <a:latin typeface="Times New Roman"/>
                <a:cs typeface="Times New Roman"/>
              </a:rPr>
              <a:t>food</a:t>
            </a:r>
            <a:r>
              <a:rPr sz="2000" spc="265" dirty="0">
                <a:latin typeface="Times New Roman"/>
                <a:cs typeface="Times New Roman"/>
              </a:rPr>
              <a:t> </a:t>
            </a:r>
            <a:r>
              <a:rPr sz="2000" dirty="0">
                <a:latin typeface="Times New Roman"/>
                <a:cs typeface="Times New Roman"/>
              </a:rPr>
              <a:t>chain</a:t>
            </a:r>
            <a:r>
              <a:rPr sz="2000" spc="254" dirty="0">
                <a:latin typeface="Times New Roman"/>
                <a:cs typeface="Times New Roman"/>
              </a:rPr>
              <a:t> </a:t>
            </a:r>
            <a:r>
              <a:rPr sz="2000" dirty="0">
                <a:latin typeface="Times New Roman"/>
                <a:cs typeface="Times New Roman"/>
              </a:rPr>
              <a:t>through</a:t>
            </a:r>
            <a:r>
              <a:rPr sz="2000" spc="260" dirty="0">
                <a:latin typeface="Times New Roman"/>
                <a:cs typeface="Times New Roman"/>
              </a:rPr>
              <a:t> </a:t>
            </a:r>
            <a:r>
              <a:rPr sz="2000" dirty="0">
                <a:latin typeface="Times New Roman"/>
                <a:cs typeface="Times New Roman"/>
              </a:rPr>
              <a:t>aquatic</a:t>
            </a:r>
            <a:r>
              <a:rPr sz="2000" spc="240" dirty="0">
                <a:latin typeface="Times New Roman"/>
                <a:cs typeface="Times New Roman"/>
              </a:rPr>
              <a:t> </a:t>
            </a:r>
            <a:r>
              <a:rPr sz="2000" dirty="0">
                <a:latin typeface="Times New Roman"/>
                <a:cs typeface="Times New Roman"/>
              </a:rPr>
              <a:t>life,</a:t>
            </a:r>
            <a:r>
              <a:rPr sz="2000" spc="240" dirty="0">
                <a:latin typeface="Times New Roman"/>
                <a:cs typeface="Times New Roman"/>
              </a:rPr>
              <a:t> </a:t>
            </a:r>
            <a:r>
              <a:rPr sz="2000" dirty="0">
                <a:latin typeface="Times New Roman"/>
                <a:cs typeface="Times New Roman"/>
              </a:rPr>
              <a:t>particularly</a:t>
            </a:r>
            <a:r>
              <a:rPr sz="2000" spc="245" dirty="0">
                <a:latin typeface="Times New Roman"/>
                <a:cs typeface="Times New Roman"/>
              </a:rPr>
              <a:t> </a:t>
            </a:r>
            <a:r>
              <a:rPr sz="2000" dirty="0">
                <a:latin typeface="Times New Roman"/>
                <a:cs typeface="Times New Roman"/>
              </a:rPr>
              <a:t>by</a:t>
            </a:r>
            <a:r>
              <a:rPr sz="2000" spc="250" dirty="0">
                <a:latin typeface="Times New Roman"/>
                <a:cs typeface="Times New Roman"/>
              </a:rPr>
              <a:t> </a:t>
            </a:r>
            <a:r>
              <a:rPr sz="2000" dirty="0">
                <a:latin typeface="Times New Roman"/>
                <a:cs typeface="Times New Roman"/>
              </a:rPr>
              <a:t>fish.</a:t>
            </a:r>
            <a:r>
              <a:rPr sz="2000" spc="250" dirty="0">
                <a:latin typeface="Times New Roman"/>
                <a:cs typeface="Times New Roman"/>
              </a:rPr>
              <a:t> </a:t>
            </a:r>
            <a:r>
              <a:rPr sz="2000" dirty="0">
                <a:latin typeface="Times New Roman"/>
                <a:cs typeface="Times New Roman"/>
              </a:rPr>
              <a:t>It</a:t>
            </a:r>
            <a:r>
              <a:rPr sz="2000" spc="254" dirty="0">
                <a:latin typeface="Times New Roman"/>
                <a:cs typeface="Times New Roman"/>
              </a:rPr>
              <a:t> </a:t>
            </a:r>
            <a:r>
              <a:rPr sz="2000" dirty="0">
                <a:latin typeface="Times New Roman"/>
                <a:cs typeface="Times New Roman"/>
              </a:rPr>
              <a:t>can</a:t>
            </a:r>
            <a:r>
              <a:rPr sz="2000" spc="260" dirty="0">
                <a:latin typeface="Times New Roman"/>
                <a:cs typeface="Times New Roman"/>
              </a:rPr>
              <a:t> </a:t>
            </a:r>
            <a:r>
              <a:rPr sz="2000" spc="-10" dirty="0">
                <a:latin typeface="Times New Roman"/>
                <a:cs typeface="Times New Roman"/>
              </a:rPr>
              <a:t>reduce 	fertility,</a:t>
            </a:r>
            <a:r>
              <a:rPr sz="2000" spc="-20" dirty="0">
                <a:latin typeface="Times New Roman"/>
                <a:cs typeface="Times New Roman"/>
              </a:rPr>
              <a:t> </a:t>
            </a:r>
            <a:r>
              <a:rPr sz="2000" dirty="0">
                <a:latin typeface="Times New Roman"/>
                <a:cs typeface="Times New Roman"/>
              </a:rPr>
              <a:t>slower</a:t>
            </a:r>
            <a:r>
              <a:rPr sz="2000" spc="-25" dirty="0">
                <a:latin typeface="Times New Roman"/>
                <a:cs typeface="Times New Roman"/>
              </a:rPr>
              <a:t> </a:t>
            </a:r>
            <a:r>
              <a:rPr sz="2000" dirty="0">
                <a:latin typeface="Times New Roman"/>
                <a:cs typeface="Times New Roman"/>
              </a:rPr>
              <a:t>growth</a:t>
            </a:r>
            <a:r>
              <a:rPr sz="2000" spc="-5" dirty="0">
                <a:latin typeface="Times New Roman"/>
                <a:cs typeface="Times New Roman"/>
              </a:rPr>
              <a:t> </a:t>
            </a:r>
            <a:r>
              <a:rPr sz="2000" dirty="0">
                <a:latin typeface="Times New Roman"/>
                <a:cs typeface="Times New Roman"/>
              </a:rPr>
              <a:t>and</a:t>
            </a:r>
            <a:r>
              <a:rPr sz="2000" spc="-25" dirty="0">
                <a:latin typeface="Times New Roman"/>
                <a:cs typeface="Times New Roman"/>
              </a:rPr>
              <a:t> </a:t>
            </a:r>
            <a:r>
              <a:rPr sz="2000" dirty="0">
                <a:latin typeface="Times New Roman"/>
                <a:cs typeface="Times New Roman"/>
              </a:rPr>
              <a:t>development</a:t>
            </a:r>
            <a:r>
              <a:rPr sz="2000" spc="-20" dirty="0">
                <a:latin typeface="Times New Roman"/>
                <a:cs typeface="Times New Roman"/>
              </a:rPr>
              <a:t> </a:t>
            </a:r>
            <a:r>
              <a:rPr sz="2000" dirty="0">
                <a:latin typeface="Times New Roman"/>
                <a:cs typeface="Times New Roman"/>
              </a:rPr>
              <a:t>of</a:t>
            </a:r>
            <a:r>
              <a:rPr sz="2000" spc="-10" dirty="0">
                <a:latin typeface="Times New Roman"/>
                <a:cs typeface="Times New Roman"/>
              </a:rPr>
              <a:t> </a:t>
            </a:r>
            <a:r>
              <a:rPr sz="2000" dirty="0">
                <a:latin typeface="Times New Roman"/>
                <a:cs typeface="Times New Roman"/>
              </a:rPr>
              <a:t>animals</a:t>
            </a:r>
            <a:r>
              <a:rPr sz="2000" spc="-10"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even</a:t>
            </a:r>
            <a:r>
              <a:rPr sz="2000" spc="-10" dirty="0">
                <a:latin typeface="Times New Roman"/>
                <a:cs typeface="Times New Roman"/>
              </a:rPr>
              <a:t> </a:t>
            </a:r>
            <a:r>
              <a:rPr sz="2000" dirty="0">
                <a:latin typeface="Times New Roman"/>
                <a:cs typeface="Times New Roman"/>
              </a:rPr>
              <a:t>can cause</a:t>
            </a:r>
            <a:r>
              <a:rPr sz="2000" spc="-30" dirty="0">
                <a:latin typeface="Times New Roman"/>
                <a:cs typeface="Times New Roman"/>
              </a:rPr>
              <a:t> </a:t>
            </a:r>
            <a:r>
              <a:rPr sz="2000" dirty="0">
                <a:latin typeface="Times New Roman"/>
                <a:cs typeface="Times New Roman"/>
              </a:rPr>
              <a:t>death</a:t>
            </a:r>
            <a:r>
              <a:rPr sz="2000" spc="-15" dirty="0">
                <a:latin typeface="Times New Roman"/>
                <a:cs typeface="Times New Roman"/>
              </a:rPr>
              <a:t> </a:t>
            </a:r>
            <a:r>
              <a:rPr sz="2000" spc="-25" dirty="0">
                <a:latin typeface="Times New Roman"/>
                <a:cs typeface="Times New Roman"/>
              </a:rPr>
              <a:t>to 	</a:t>
            </a:r>
            <a:r>
              <a:rPr sz="2000" spc="-10" dirty="0">
                <a:latin typeface="Times New Roman"/>
                <a:cs typeface="Times New Roman"/>
              </a:rPr>
              <a:t>animals.</a:t>
            </a:r>
            <a:endParaRPr sz="2000">
              <a:latin typeface="Times New Roman"/>
              <a:cs typeface="Times New Roman"/>
            </a:endParaRPr>
          </a:p>
          <a:p>
            <a:pPr marL="351790" marR="5715" indent="-339090" algn="just">
              <a:lnSpc>
                <a:spcPct val="80000"/>
              </a:lnSpc>
              <a:spcBef>
                <a:spcPts val="480"/>
              </a:spcBef>
              <a:buFont typeface="Arial MT"/>
              <a:buChar char="•"/>
              <a:tabLst>
                <a:tab pos="355600" algn="l"/>
              </a:tabLst>
            </a:pPr>
            <a:r>
              <a:rPr sz="2000" b="1" dirty="0">
                <a:solidFill>
                  <a:srgbClr val="C00000"/>
                </a:solidFill>
                <a:latin typeface="Times New Roman"/>
                <a:cs typeface="Times New Roman"/>
              </a:rPr>
              <a:t>Sulphur:</a:t>
            </a:r>
            <a:r>
              <a:rPr sz="2000" b="1" spc="10" dirty="0">
                <a:solidFill>
                  <a:srgbClr val="C00000"/>
                </a:solidFill>
                <a:latin typeface="Times New Roman"/>
                <a:cs typeface="Times New Roman"/>
              </a:rPr>
              <a:t>  </a:t>
            </a:r>
            <a:r>
              <a:rPr sz="2000" dirty="0">
                <a:latin typeface="Times New Roman"/>
                <a:cs typeface="Times New Roman"/>
              </a:rPr>
              <a:t>It</a:t>
            </a:r>
            <a:r>
              <a:rPr sz="2000" spc="20" dirty="0">
                <a:latin typeface="Times New Roman"/>
                <a:cs typeface="Times New Roman"/>
              </a:rPr>
              <a:t>  </a:t>
            </a:r>
            <a:r>
              <a:rPr sz="2000" dirty="0">
                <a:latin typeface="Times New Roman"/>
                <a:cs typeface="Times New Roman"/>
              </a:rPr>
              <a:t>is</a:t>
            </a:r>
            <a:r>
              <a:rPr sz="2000" spc="20" dirty="0">
                <a:latin typeface="Times New Roman"/>
                <a:cs typeface="Times New Roman"/>
              </a:rPr>
              <a:t>  </a:t>
            </a:r>
            <a:r>
              <a:rPr sz="2000" dirty="0">
                <a:latin typeface="Times New Roman"/>
                <a:cs typeface="Times New Roman"/>
              </a:rPr>
              <a:t>found</a:t>
            </a:r>
            <a:r>
              <a:rPr sz="2000" spc="20" dirty="0">
                <a:latin typeface="Times New Roman"/>
                <a:cs typeface="Times New Roman"/>
              </a:rPr>
              <a:t>  </a:t>
            </a:r>
            <a:r>
              <a:rPr sz="2000" dirty="0">
                <a:latin typeface="Times New Roman"/>
                <a:cs typeface="Times New Roman"/>
              </a:rPr>
              <a:t>in</a:t>
            </a:r>
            <a:r>
              <a:rPr sz="2000" spc="25" dirty="0">
                <a:latin typeface="Times New Roman"/>
                <a:cs typeface="Times New Roman"/>
              </a:rPr>
              <a:t>  </a:t>
            </a:r>
            <a:r>
              <a:rPr sz="2000" dirty="0">
                <a:latin typeface="Times New Roman"/>
                <a:cs typeface="Times New Roman"/>
              </a:rPr>
              <a:t>lead-</a:t>
            </a:r>
            <a:r>
              <a:rPr sz="2000" spc="25" dirty="0">
                <a:latin typeface="Times New Roman"/>
                <a:cs typeface="Times New Roman"/>
              </a:rPr>
              <a:t>  </a:t>
            </a:r>
            <a:r>
              <a:rPr sz="2000" dirty="0">
                <a:latin typeface="Times New Roman"/>
                <a:cs typeface="Times New Roman"/>
              </a:rPr>
              <a:t>acid</a:t>
            </a:r>
            <a:r>
              <a:rPr sz="2000" spc="15" dirty="0">
                <a:latin typeface="Times New Roman"/>
                <a:cs typeface="Times New Roman"/>
              </a:rPr>
              <a:t>  </a:t>
            </a:r>
            <a:r>
              <a:rPr sz="2000" dirty="0">
                <a:latin typeface="Times New Roman"/>
                <a:cs typeface="Times New Roman"/>
              </a:rPr>
              <a:t>batteries.</a:t>
            </a:r>
            <a:r>
              <a:rPr sz="2000" spc="20" dirty="0">
                <a:latin typeface="Times New Roman"/>
                <a:cs typeface="Times New Roman"/>
              </a:rPr>
              <a:t>  </a:t>
            </a:r>
            <a:r>
              <a:rPr sz="2000" dirty="0">
                <a:latin typeface="Times New Roman"/>
                <a:cs typeface="Times New Roman"/>
              </a:rPr>
              <a:t>It</a:t>
            </a:r>
            <a:r>
              <a:rPr sz="2000" spc="20" dirty="0">
                <a:latin typeface="Times New Roman"/>
                <a:cs typeface="Times New Roman"/>
              </a:rPr>
              <a:t>  </a:t>
            </a:r>
            <a:r>
              <a:rPr sz="2000" dirty="0">
                <a:latin typeface="Times New Roman"/>
                <a:cs typeface="Times New Roman"/>
              </a:rPr>
              <a:t>can</a:t>
            </a:r>
            <a:r>
              <a:rPr sz="2000" spc="20" dirty="0">
                <a:latin typeface="Times New Roman"/>
                <a:cs typeface="Times New Roman"/>
              </a:rPr>
              <a:t>  </a:t>
            </a:r>
            <a:r>
              <a:rPr sz="2000" dirty="0">
                <a:latin typeface="Times New Roman"/>
                <a:cs typeface="Times New Roman"/>
              </a:rPr>
              <a:t>cause</a:t>
            </a:r>
            <a:r>
              <a:rPr sz="2000" spc="20" dirty="0">
                <a:latin typeface="Times New Roman"/>
                <a:cs typeface="Times New Roman"/>
              </a:rPr>
              <a:t>  </a:t>
            </a:r>
            <a:r>
              <a:rPr sz="2000" dirty="0">
                <a:latin typeface="Times New Roman"/>
                <a:cs typeface="Times New Roman"/>
              </a:rPr>
              <a:t>eyes</a:t>
            </a:r>
            <a:r>
              <a:rPr sz="2000" spc="20" dirty="0">
                <a:latin typeface="Times New Roman"/>
                <a:cs typeface="Times New Roman"/>
              </a:rPr>
              <a:t>  </a:t>
            </a:r>
            <a:r>
              <a:rPr sz="2000" dirty="0">
                <a:latin typeface="Times New Roman"/>
                <a:cs typeface="Times New Roman"/>
              </a:rPr>
              <a:t>and</a:t>
            </a:r>
            <a:r>
              <a:rPr sz="2000" spc="25" dirty="0">
                <a:latin typeface="Times New Roman"/>
                <a:cs typeface="Times New Roman"/>
              </a:rPr>
              <a:t>  </a:t>
            </a:r>
            <a:r>
              <a:rPr sz="2000" spc="-10" dirty="0">
                <a:latin typeface="Times New Roman"/>
                <a:cs typeface="Times New Roman"/>
              </a:rPr>
              <a:t>throat 	</a:t>
            </a:r>
            <a:r>
              <a:rPr sz="2000" dirty="0">
                <a:latin typeface="Times New Roman"/>
                <a:cs typeface="Times New Roman"/>
              </a:rPr>
              <a:t>irritation</a:t>
            </a:r>
            <a:r>
              <a:rPr sz="2000" spc="120" dirty="0">
                <a:latin typeface="Times New Roman"/>
                <a:cs typeface="Times New Roman"/>
              </a:rPr>
              <a:t> </a:t>
            </a:r>
            <a:r>
              <a:rPr sz="2000" dirty="0">
                <a:latin typeface="Times New Roman"/>
                <a:cs typeface="Times New Roman"/>
              </a:rPr>
              <a:t>and</a:t>
            </a:r>
            <a:r>
              <a:rPr sz="2000" spc="114" dirty="0">
                <a:latin typeface="Times New Roman"/>
                <a:cs typeface="Times New Roman"/>
              </a:rPr>
              <a:t> </a:t>
            </a:r>
            <a:r>
              <a:rPr sz="2000" dirty="0">
                <a:latin typeface="Times New Roman"/>
                <a:cs typeface="Times New Roman"/>
              </a:rPr>
              <a:t>damage</a:t>
            </a:r>
            <a:r>
              <a:rPr sz="2000" spc="135" dirty="0">
                <a:latin typeface="Times New Roman"/>
                <a:cs typeface="Times New Roman"/>
              </a:rPr>
              <a:t> </a:t>
            </a:r>
            <a:r>
              <a:rPr sz="2000" dirty="0">
                <a:latin typeface="Times New Roman"/>
                <a:cs typeface="Times New Roman"/>
              </a:rPr>
              <a:t>to</a:t>
            </a:r>
            <a:r>
              <a:rPr sz="2000" spc="130" dirty="0">
                <a:latin typeface="Times New Roman"/>
                <a:cs typeface="Times New Roman"/>
              </a:rPr>
              <a:t> </a:t>
            </a:r>
            <a:r>
              <a:rPr sz="2000" dirty="0">
                <a:latin typeface="Times New Roman"/>
                <a:cs typeface="Times New Roman"/>
              </a:rPr>
              <a:t>liver,</a:t>
            </a:r>
            <a:r>
              <a:rPr sz="2000" spc="120" dirty="0">
                <a:latin typeface="Times New Roman"/>
                <a:cs typeface="Times New Roman"/>
              </a:rPr>
              <a:t> </a:t>
            </a:r>
            <a:r>
              <a:rPr sz="2000" dirty="0">
                <a:latin typeface="Times New Roman"/>
                <a:cs typeface="Times New Roman"/>
              </a:rPr>
              <a:t>kidneys</a:t>
            </a:r>
            <a:r>
              <a:rPr sz="2000" spc="120" dirty="0">
                <a:latin typeface="Times New Roman"/>
                <a:cs typeface="Times New Roman"/>
              </a:rPr>
              <a:t> </a:t>
            </a:r>
            <a:r>
              <a:rPr sz="2000" dirty="0">
                <a:latin typeface="Times New Roman"/>
                <a:cs typeface="Times New Roman"/>
              </a:rPr>
              <a:t>and</a:t>
            </a:r>
            <a:r>
              <a:rPr sz="2000" spc="120" dirty="0">
                <a:latin typeface="Times New Roman"/>
                <a:cs typeface="Times New Roman"/>
              </a:rPr>
              <a:t> </a:t>
            </a:r>
            <a:r>
              <a:rPr sz="2000" dirty="0">
                <a:latin typeface="Times New Roman"/>
                <a:cs typeface="Times New Roman"/>
              </a:rPr>
              <a:t>heart.</a:t>
            </a:r>
            <a:r>
              <a:rPr sz="2000" spc="110" dirty="0">
                <a:latin typeface="Times New Roman"/>
                <a:cs typeface="Times New Roman"/>
              </a:rPr>
              <a:t> </a:t>
            </a:r>
            <a:r>
              <a:rPr sz="2000" dirty="0">
                <a:latin typeface="Times New Roman"/>
                <a:cs typeface="Times New Roman"/>
              </a:rPr>
              <a:t>It</a:t>
            </a:r>
            <a:r>
              <a:rPr sz="2000" spc="114" dirty="0">
                <a:latin typeface="Times New Roman"/>
                <a:cs typeface="Times New Roman"/>
              </a:rPr>
              <a:t> </a:t>
            </a:r>
            <a:r>
              <a:rPr sz="2000" dirty="0">
                <a:latin typeface="Times New Roman"/>
                <a:cs typeface="Times New Roman"/>
              </a:rPr>
              <a:t>can</a:t>
            </a:r>
            <a:r>
              <a:rPr sz="2000" spc="125" dirty="0">
                <a:latin typeface="Times New Roman"/>
                <a:cs typeface="Times New Roman"/>
              </a:rPr>
              <a:t> </a:t>
            </a:r>
            <a:r>
              <a:rPr sz="2000" dirty="0">
                <a:latin typeface="Times New Roman"/>
                <a:cs typeface="Times New Roman"/>
              </a:rPr>
              <a:t>produce</a:t>
            </a:r>
            <a:r>
              <a:rPr sz="2000" spc="114" dirty="0">
                <a:latin typeface="Times New Roman"/>
                <a:cs typeface="Times New Roman"/>
              </a:rPr>
              <a:t> </a:t>
            </a:r>
            <a:r>
              <a:rPr sz="2000" dirty="0">
                <a:latin typeface="Times New Roman"/>
                <a:cs typeface="Times New Roman"/>
              </a:rPr>
              <a:t>sulphuric</a:t>
            </a:r>
            <a:r>
              <a:rPr sz="2000" spc="120" dirty="0">
                <a:latin typeface="Times New Roman"/>
                <a:cs typeface="Times New Roman"/>
              </a:rPr>
              <a:t> </a:t>
            </a:r>
            <a:r>
              <a:rPr sz="2000" spc="-20" dirty="0">
                <a:latin typeface="Times New Roman"/>
                <a:cs typeface="Times New Roman"/>
              </a:rPr>
              <a:t>acid 	</a:t>
            </a:r>
            <a:r>
              <a:rPr sz="2000" dirty="0">
                <a:latin typeface="Times New Roman"/>
                <a:cs typeface="Times New Roman"/>
              </a:rPr>
              <a:t>when</a:t>
            </a:r>
            <a:r>
              <a:rPr sz="2000" spc="-25" dirty="0">
                <a:latin typeface="Times New Roman"/>
                <a:cs typeface="Times New Roman"/>
              </a:rPr>
              <a:t> </a:t>
            </a:r>
            <a:r>
              <a:rPr sz="2000" dirty="0">
                <a:latin typeface="Times New Roman"/>
                <a:cs typeface="Times New Roman"/>
              </a:rPr>
              <a:t>released</a:t>
            </a:r>
            <a:r>
              <a:rPr sz="2000" spc="-20" dirty="0">
                <a:latin typeface="Times New Roman"/>
                <a:cs typeface="Times New Roman"/>
              </a:rPr>
              <a:t> </a:t>
            </a:r>
            <a:r>
              <a:rPr sz="2000" dirty="0">
                <a:latin typeface="Times New Roman"/>
                <a:cs typeface="Times New Roman"/>
              </a:rPr>
              <a:t>into</a:t>
            </a:r>
            <a:r>
              <a:rPr sz="2000" spc="-25" dirty="0">
                <a:latin typeface="Times New Roman"/>
                <a:cs typeface="Times New Roman"/>
              </a:rPr>
              <a:t> </a:t>
            </a:r>
            <a:r>
              <a:rPr sz="2000" dirty="0">
                <a:latin typeface="Times New Roman"/>
                <a:cs typeface="Times New Roman"/>
              </a:rPr>
              <a:t>the</a:t>
            </a:r>
            <a:r>
              <a:rPr sz="2000" spc="-30" dirty="0">
                <a:latin typeface="Times New Roman"/>
                <a:cs typeface="Times New Roman"/>
              </a:rPr>
              <a:t> </a:t>
            </a:r>
            <a:r>
              <a:rPr sz="2000" spc="-10" dirty="0">
                <a:latin typeface="Times New Roman"/>
                <a:cs typeface="Times New Roman"/>
              </a:rPr>
              <a:t>environment.</a:t>
            </a:r>
            <a:endParaRPr sz="2000">
              <a:latin typeface="Times New Roman"/>
              <a:cs typeface="Times New Roman"/>
            </a:endParaRPr>
          </a:p>
          <a:p>
            <a:pPr marL="352425" marR="5080" indent="-339725" algn="just">
              <a:lnSpc>
                <a:spcPct val="80000"/>
              </a:lnSpc>
              <a:spcBef>
                <a:spcPts val="480"/>
              </a:spcBef>
              <a:buFont typeface="Arial MT"/>
              <a:buChar char="•"/>
              <a:tabLst>
                <a:tab pos="355600" algn="l"/>
              </a:tabLst>
            </a:pPr>
            <a:r>
              <a:rPr sz="2000" b="1" dirty="0">
                <a:solidFill>
                  <a:srgbClr val="C00000"/>
                </a:solidFill>
                <a:latin typeface="Times New Roman"/>
                <a:cs typeface="Times New Roman"/>
              </a:rPr>
              <a:t>Chromium:</a:t>
            </a:r>
            <a:r>
              <a:rPr sz="2000" b="1" spc="220" dirty="0">
                <a:solidFill>
                  <a:srgbClr val="C00000"/>
                </a:solidFill>
                <a:latin typeface="Times New Roman"/>
                <a:cs typeface="Times New Roman"/>
              </a:rPr>
              <a:t> </a:t>
            </a:r>
            <a:r>
              <a:rPr sz="2000" dirty="0">
                <a:latin typeface="Times New Roman"/>
                <a:cs typeface="Times New Roman"/>
              </a:rPr>
              <a:t>It</a:t>
            </a:r>
            <a:r>
              <a:rPr sz="2000" spc="225" dirty="0">
                <a:latin typeface="Times New Roman"/>
                <a:cs typeface="Times New Roman"/>
              </a:rPr>
              <a:t> </a:t>
            </a:r>
            <a:r>
              <a:rPr sz="2000" dirty="0">
                <a:latin typeface="Times New Roman"/>
                <a:cs typeface="Times New Roman"/>
              </a:rPr>
              <a:t>is</a:t>
            </a:r>
            <a:r>
              <a:rPr sz="2000" spc="220" dirty="0">
                <a:latin typeface="Times New Roman"/>
                <a:cs typeface="Times New Roman"/>
              </a:rPr>
              <a:t> </a:t>
            </a:r>
            <a:r>
              <a:rPr sz="2000" dirty="0">
                <a:latin typeface="Times New Roman"/>
                <a:cs typeface="Times New Roman"/>
              </a:rPr>
              <a:t>used</a:t>
            </a:r>
            <a:r>
              <a:rPr sz="2000" spc="235" dirty="0">
                <a:latin typeface="Times New Roman"/>
                <a:cs typeface="Times New Roman"/>
              </a:rPr>
              <a:t> </a:t>
            </a:r>
            <a:r>
              <a:rPr sz="2000" dirty="0">
                <a:latin typeface="Times New Roman"/>
                <a:cs typeface="Times New Roman"/>
              </a:rPr>
              <a:t>to</a:t>
            </a:r>
            <a:r>
              <a:rPr sz="2000" spc="240" dirty="0">
                <a:latin typeface="Times New Roman"/>
                <a:cs typeface="Times New Roman"/>
              </a:rPr>
              <a:t> </a:t>
            </a:r>
            <a:r>
              <a:rPr sz="2000" dirty="0">
                <a:latin typeface="Times New Roman"/>
                <a:cs typeface="Times New Roman"/>
              </a:rPr>
              <a:t>guard</a:t>
            </a:r>
            <a:r>
              <a:rPr sz="2000" spc="254" dirty="0">
                <a:latin typeface="Times New Roman"/>
                <a:cs typeface="Times New Roman"/>
              </a:rPr>
              <a:t> </a:t>
            </a:r>
            <a:r>
              <a:rPr sz="2000" dirty="0">
                <a:latin typeface="Times New Roman"/>
                <a:cs typeface="Times New Roman"/>
              </a:rPr>
              <a:t>metal</a:t>
            </a:r>
            <a:r>
              <a:rPr sz="2000" spc="235" dirty="0">
                <a:latin typeface="Times New Roman"/>
                <a:cs typeface="Times New Roman"/>
              </a:rPr>
              <a:t> </a:t>
            </a:r>
            <a:r>
              <a:rPr sz="2000" dirty="0">
                <a:latin typeface="Times New Roman"/>
                <a:cs typeface="Times New Roman"/>
              </a:rPr>
              <a:t>covering</a:t>
            </a:r>
            <a:r>
              <a:rPr sz="2000" spc="245" dirty="0">
                <a:latin typeface="Times New Roman"/>
                <a:cs typeface="Times New Roman"/>
              </a:rPr>
              <a:t> </a:t>
            </a:r>
            <a:r>
              <a:rPr sz="2000" dirty="0">
                <a:latin typeface="Times New Roman"/>
                <a:cs typeface="Times New Roman"/>
              </a:rPr>
              <a:t>and</a:t>
            </a:r>
            <a:r>
              <a:rPr sz="2000" spc="235" dirty="0">
                <a:latin typeface="Times New Roman"/>
                <a:cs typeface="Times New Roman"/>
              </a:rPr>
              <a:t> </a:t>
            </a:r>
            <a:r>
              <a:rPr sz="2000" dirty="0">
                <a:latin typeface="Times New Roman"/>
                <a:cs typeface="Times New Roman"/>
              </a:rPr>
              <a:t>plate</a:t>
            </a:r>
            <a:r>
              <a:rPr sz="2000" spc="210" dirty="0">
                <a:latin typeface="Times New Roman"/>
                <a:cs typeface="Times New Roman"/>
              </a:rPr>
              <a:t> </a:t>
            </a:r>
            <a:r>
              <a:rPr sz="2000" dirty="0">
                <a:latin typeface="Times New Roman"/>
                <a:cs typeface="Times New Roman"/>
              </a:rPr>
              <a:t>in</a:t>
            </a:r>
            <a:r>
              <a:rPr sz="2000" spc="240" dirty="0">
                <a:latin typeface="Times New Roman"/>
                <a:cs typeface="Times New Roman"/>
              </a:rPr>
              <a:t> </a:t>
            </a:r>
            <a:r>
              <a:rPr sz="2000" dirty="0">
                <a:latin typeface="Times New Roman"/>
                <a:cs typeface="Times New Roman"/>
              </a:rPr>
              <a:t>a</a:t>
            </a:r>
            <a:r>
              <a:rPr sz="2000" spc="229" dirty="0">
                <a:latin typeface="Times New Roman"/>
                <a:cs typeface="Times New Roman"/>
              </a:rPr>
              <a:t> </a:t>
            </a:r>
            <a:r>
              <a:rPr sz="2000" dirty="0">
                <a:latin typeface="Times New Roman"/>
                <a:cs typeface="Times New Roman"/>
              </a:rPr>
              <a:t>computer</a:t>
            </a:r>
            <a:r>
              <a:rPr sz="2000" spc="220" dirty="0">
                <a:latin typeface="Times New Roman"/>
                <a:cs typeface="Times New Roman"/>
              </a:rPr>
              <a:t> </a:t>
            </a:r>
            <a:r>
              <a:rPr sz="2000" spc="-20" dirty="0">
                <a:latin typeface="Times New Roman"/>
                <a:cs typeface="Times New Roman"/>
              </a:rPr>
              <a:t>from 	</a:t>
            </a:r>
            <a:r>
              <a:rPr sz="2000" dirty="0">
                <a:latin typeface="Times New Roman"/>
                <a:cs typeface="Times New Roman"/>
              </a:rPr>
              <a:t>erosion.</a:t>
            </a:r>
            <a:r>
              <a:rPr sz="2000" spc="45" dirty="0">
                <a:latin typeface="Times New Roman"/>
                <a:cs typeface="Times New Roman"/>
              </a:rPr>
              <a:t> </a:t>
            </a:r>
            <a:r>
              <a:rPr sz="2000" dirty="0">
                <a:latin typeface="Times New Roman"/>
                <a:cs typeface="Times New Roman"/>
              </a:rPr>
              <a:t>Inhaling</a:t>
            </a:r>
            <a:r>
              <a:rPr sz="2000" spc="55" dirty="0">
                <a:latin typeface="Times New Roman"/>
                <a:cs typeface="Times New Roman"/>
              </a:rPr>
              <a:t> </a:t>
            </a:r>
            <a:r>
              <a:rPr sz="2000" dirty="0">
                <a:latin typeface="Times New Roman"/>
                <a:cs typeface="Times New Roman"/>
              </a:rPr>
              <a:t>of</a:t>
            </a:r>
            <a:r>
              <a:rPr sz="2000" spc="45" dirty="0">
                <a:latin typeface="Times New Roman"/>
                <a:cs typeface="Times New Roman"/>
              </a:rPr>
              <a:t> </a:t>
            </a:r>
            <a:r>
              <a:rPr sz="2000" dirty="0">
                <a:latin typeface="Times New Roman"/>
                <a:cs typeface="Times New Roman"/>
              </a:rPr>
              <a:t>hexavalent</a:t>
            </a:r>
            <a:r>
              <a:rPr sz="2000" spc="60" dirty="0">
                <a:latin typeface="Times New Roman"/>
                <a:cs typeface="Times New Roman"/>
              </a:rPr>
              <a:t> </a:t>
            </a:r>
            <a:r>
              <a:rPr sz="2000" dirty="0">
                <a:latin typeface="Times New Roman"/>
                <a:cs typeface="Times New Roman"/>
              </a:rPr>
              <a:t>chromium</a:t>
            </a:r>
            <a:r>
              <a:rPr sz="2000" spc="35" dirty="0">
                <a:latin typeface="Times New Roman"/>
                <a:cs typeface="Times New Roman"/>
              </a:rPr>
              <a:t> </a:t>
            </a:r>
            <a:r>
              <a:rPr sz="2000" dirty="0">
                <a:latin typeface="Times New Roman"/>
                <a:cs typeface="Times New Roman"/>
              </a:rPr>
              <a:t>can</a:t>
            </a:r>
            <a:r>
              <a:rPr sz="2000" spc="50" dirty="0">
                <a:latin typeface="Times New Roman"/>
                <a:cs typeface="Times New Roman"/>
              </a:rPr>
              <a:t> </a:t>
            </a:r>
            <a:r>
              <a:rPr sz="2000" dirty="0">
                <a:latin typeface="Times New Roman"/>
                <a:cs typeface="Times New Roman"/>
              </a:rPr>
              <a:t>be</a:t>
            </a:r>
            <a:r>
              <a:rPr sz="2000" spc="50" dirty="0">
                <a:latin typeface="Times New Roman"/>
                <a:cs typeface="Times New Roman"/>
              </a:rPr>
              <a:t> </a:t>
            </a:r>
            <a:r>
              <a:rPr sz="2000" dirty="0">
                <a:latin typeface="Times New Roman"/>
                <a:cs typeface="Times New Roman"/>
              </a:rPr>
              <a:t>cause</a:t>
            </a:r>
            <a:r>
              <a:rPr sz="2000" spc="45" dirty="0">
                <a:latin typeface="Times New Roman"/>
                <a:cs typeface="Times New Roman"/>
              </a:rPr>
              <a:t> </a:t>
            </a:r>
            <a:r>
              <a:rPr sz="2000" dirty="0">
                <a:latin typeface="Times New Roman"/>
                <a:cs typeface="Times New Roman"/>
              </a:rPr>
              <a:t>of</a:t>
            </a:r>
            <a:r>
              <a:rPr sz="2000" spc="45" dirty="0">
                <a:latin typeface="Times New Roman"/>
                <a:cs typeface="Times New Roman"/>
              </a:rPr>
              <a:t> </a:t>
            </a:r>
            <a:r>
              <a:rPr sz="2000" dirty="0">
                <a:latin typeface="Times New Roman"/>
                <a:cs typeface="Times New Roman"/>
              </a:rPr>
              <a:t>damage</a:t>
            </a:r>
            <a:r>
              <a:rPr sz="2000" spc="60" dirty="0">
                <a:latin typeface="Times New Roman"/>
                <a:cs typeface="Times New Roman"/>
              </a:rPr>
              <a:t> </a:t>
            </a:r>
            <a:r>
              <a:rPr sz="2000" dirty="0">
                <a:latin typeface="Times New Roman"/>
                <a:cs typeface="Times New Roman"/>
              </a:rPr>
              <a:t>to</a:t>
            </a:r>
            <a:r>
              <a:rPr sz="2000" spc="55" dirty="0">
                <a:latin typeface="Times New Roman"/>
                <a:cs typeface="Times New Roman"/>
              </a:rPr>
              <a:t> </a:t>
            </a:r>
            <a:r>
              <a:rPr sz="2000" dirty="0">
                <a:latin typeface="Times New Roman"/>
                <a:cs typeface="Times New Roman"/>
              </a:rPr>
              <a:t>livers</a:t>
            </a:r>
            <a:r>
              <a:rPr sz="2000" spc="45" dirty="0">
                <a:latin typeface="Times New Roman"/>
                <a:cs typeface="Times New Roman"/>
              </a:rPr>
              <a:t> </a:t>
            </a:r>
            <a:r>
              <a:rPr sz="2000" spc="-25" dirty="0">
                <a:latin typeface="Times New Roman"/>
                <a:cs typeface="Times New Roman"/>
              </a:rPr>
              <a:t>and 	</a:t>
            </a:r>
            <a:r>
              <a:rPr sz="2000" dirty="0">
                <a:latin typeface="Times New Roman"/>
                <a:cs typeface="Times New Roman"/>
              </a:rPr>
              <a:t>kidneys.</a:t>
            </a:r>
            <a:r>
              <a:rPr sz="2000" spc="160" dirty="0">
                <a:latin typeface="Times New Roman"/>
                <a:cs typeface="Times New Roman"/>
              </a:rPr>
              <a:t> </a:t>
            </a:r>
            <a:r>
              <a:rPr sz="2000" dirty="0">
                <a:latin typeface="Times New Roman"/>
                <a:cs typeface="Times New Roman"/>
              </a:rPr>
              <a:t>It</a:t>
            </a:r>
            <a:r>
              <a:rPr sz="2000" spc="170" dirty="0">
                <a:latin typeface="Times New Roman"/>
                <a:cs typeface="Times New Roman"/>
              </a:rPr>
              <a:t> </a:t>
            </a:r>
            <a:r>
              <a:rPr sz="2000" dirty="0">
                <a:latin typeface="Times New Roman"/>
                <a:cs typeface="Times New Roman"/>
              </a:rPr>
              <a:t>also</a:t>
            </a:r>
            <a:r>
              <a:rPr sz="2000" spc="180" dirty="0">
                <a:latin typeface="Times New Roman"/>
                <a:cs typeface="Times New Roman"/>
              </a:rPr>
              <a:t> </a:t>
            </a:r>
            <a:r>
              <a:rPr sz="2000" dirty="0">
                <a:latin typeface="Times New Roman"/>
                <a:cs typeface="Times New Roman"/>
              </a:rPr>
              <a:t>affects</a:t>
            </a:r>
            <a:r>
              <a:rPr sz="2000" spc="165" dirty="0">
                <a:latin typeface="Times New Roman"/>
                <a:cs typeface="Times New Roman"/>
              </a:rPr>
              <a:t> </a:t>
            </a:r>
            <a:r>
              <a:rPr sz="2000" dirty="0">
                <a:latin typeface="Times New Roman"/>
                <a:cs typeface="Times New Roman"/>
              </a:rPr>
              <a:t>respiratory</a:t>
            </a:r>
            <a:r>
              <a:rPr sz="2000" spc="175" dirty="0">
                <a:latin typeface="Times New Roman"/>
                <a:cs typeface="Times New Roman"/>
              </a:rPr>
              <a:t> </a:t>
            </a:r>
            <a:r>
              <a:rPr sz="2000" dirty="0">
                <a:latin typeface="Times New Roman"/>
                <a:cs typeface="Times New Roman"/>
              </a:rPr>
              <a:t>system</a:t>
            </a:r>
            <a:r>
              <a:rPr sz="2000" spc="150" dirty="0">
                <a:latin typeface="Times New Roman"/>
                <a:cs typeface="Times New Roman"/>
              </a:rPr>
              <a:t> </a:t>
            </a:r>
            <a:r>
              <a:rPr sz="2000" dirty="0">
                <a:latin typeface="Times New Roman"/>
                <a:cs typeface="Times New Roman"/>
              </a:rPr>
              <a:t>and</a:t>
            </a:r>
            <a:r>
              <a:rPr sz="2000" spc="175" dirty="0">
                <a:latin typeface="Times New Roman"/>
                <a:cs typeface="Times New Roman"/>
              </a:rPr>
              <a:t> </a:t>
            </a:r>
            <a:r>
              <a:rPr sz="2000" dirty="0">
                <a:latin typeface="Times New Roman"/>
                <a:cs typeface="Times New Roman"/>
              </a:rPr>
              <a:t>causes</a:t>
            </a:r>
            <a:r>
              <a:rPr sz="2000" spc="175" dirty="0">
                <a:latin typeface="Times New Roman"/>
                <a:cs typeface="Times New Roman"/>
              </a:rPr>
              <a:t> </a:t>
            </a:r>
            <a:r>
              <a:rPr sz="2000" dirty="0">
                <a:latin typeface="Times New Roman"/>
                <a:cs typeface="Times New Roman"/>
              </a:rPr>
              <a:t>asthmatic</a:t>
            </a:r>
            <a:r>
              <a:rPr sz="2000" spc="175" dirty="0">
                <a:latin typeface="Times New Roman"/>
                <a:cs typeface="Times New Roman"/>
              </a:rPr>
              <a:t> </a:t>
            </a:r>
            <a:r>
              <a:rPr sz="2000" dirty="0">
                <a:latin typeface="Times New Roman"/>
                <a:cs typeface="Times New Roman"/>
              </a:rPr>
              <a:t>bronchitis</a:t>
            </a:r>
            <a:r>
              <a:rPr sz="2000" spc="175" dirty="0">
                <a:latin typeface="Times New Roman"/>
                <a:cs typeface="Times New Roman"/>
              </a:rPr>
              <a:t> </a:t>
            </a:r>
            <a:r>
              <a:rPr sz="2000" spc="-25" dirty="0">
                <a:latin typeface="Times New Roman"/>
                <a:cs typeface="Times New Roman"/>
              </a:rPr>
              <a:t>and 	</a:t>
            </a:r>
            <a:r>
              <a:rPr sz="2000" dirty="0">
                <a:latin typeface="Times New Roman"/>
                <a:cs typeface="Times New Roman"/>
              </a:rPr>
              <a:t>lung</a:t>
            </a:r>
            <a:r>
              <a:rPr sz="2000" spc="-25" dirty="0">
                <a:latin typeface="Times New Roman"/>
                <a:cs typeface="Times New Roman"/>
              </a:rPr>
              <a:t> </a:t>
            </a:r>
            <a:r>
              <a:rPr sz="2000" spc="-10" dirty="0">
                <a:latin typeface="Times New Roman"/>
                <a:cs typeface="Times New Roman"/>
              </a:rPr>
              <a:t>cancer.</a:t>
            </a:r>
            <a:endParaRPr sz="2000">
              <a:latin typeface="Times New Roman"/>
              <a:cs typeface="Times New Roman"/>
            </a:endParaRPr>
          </a:p>
          <a:p>
            <a:pPr marL="352425" marR="5080" indent="-339725" algn="just">
              <a:lnSpc>
                <a:spcPts val="1920"/>
              </a:lnSpc>
              <a:spcBef>
                <a:spcPts val="465"/>
              </a:spcBef>
              <a:buFont typeface="Arial MT"/>
              <a:buChar char="•"/>
              <a:tabLst>
                <a:tab pos="355600" algn="l"/>
              </a:tabLst>
            </a:pPr>
            <a:r>
              <a:rPr sz="2000" b="1" dirty="0">
                <a:solidFill>
                  <a:srgbClr val="C00000"/>
                </a:solidFill>
                <a:latin typeface="Times New Roman"/>
                <a:cs typeface="Times New Roman"/>
              </a:rPr>
              <a:t>Plastics:</a:t>
            </a:r>
            <a:r>
              <a:rPr sz="2000" b="1" spc="30" dirty="0">
                <a:solidFill>
                  <a:srgbClr val="C00000"/>
                </a:solidFill>
                <a:latin typeface="Times New Roman"/>
                <a:cs typeface="Times New Roman"/>
              </a:rPr>
              <a:t> </a:t>
            </a:r>
            <a:r>
              <a:rPr sz="2000" dirty="0">
                <a:latin typeface="Times New Roman"/>
                <a:cs typeface="Times New Roman"/>
              </a:rPr>
              <a:t>Plastics</a:t>
            </a:r>
            <a:r>
              <a:rPr sz="2000" spc="35" dirty="0">
                <a:latin typeface="Times New Roman"/>
                <a:cs typeface="Times New Roman"/>
              </a:rPr>
              <a:t> </a:t>
            </a:r>
            <a:r>
              <a:rPr sz="2000" dirty="0">
                <a:latin typeface="Times New Roman"/>
                <a:cs typeface="Times New Roman"/>
              </a:rPr>
              <a:t>are</a:t>
            </a:r>
            <a:r>
              <a:rPr sz="2000" spc="30" dirty="0">
                <a:latin typeface="Times New Roman"/>
                <a:cs typeface="Times New Roman"/>
              </a:rPr>
              <a:t> </a:t>
            </a:r>
            <a:r>
              <a:rPr sz="2000" dirty="0">
                <a:latin typeface="Times New Roman"/>
                <a:cs typeface="Times New Roman"/>
              </a:rPr>
              <a:t>found</a:t>
            </a:r>
            <a:r>
              <a:rPr sz="2000" spc="45" dirty="0">
                <a:latin typeface="Times New Roman"/>
                <a:cs typeface="Times New Roman"/>
              </a:rPr>
              <a:t> </a:t>
            </a:r>
            <a:r>
              <a:rPr sz="2000" dirty="0">
                <a:latin typeface="Times New Roman"/>
                <a:cs typeface="Times New Roman"/>
              </a:rPr>
              <a:t>in</a:t>
            </a:r>
            <a:r>
              <a:rPr sz="2000" spc="30" dirty="0">
                <a:latin typeface="Times New Roman"/>
                <a:cs typeface="Times New Roman"/>
              </a:rPr>
              <a:t> </a:t>
            </a:r>
            <a:r>
              <a:rPr sz="2000" dirty="0">
                <a:latin typeface="Times New Roman"/>
                <a:cs typeface="Times New Roman"/>
              </a:rPr>
              <a:t>circuit</a:t>
            </a:r>
            <a:r>
              <a:rPr sz="2000" spc="10" dirty="0">
                <a:latin typeface="Times New Roman"/>
                <a:cs typeface="Times New Roman"/>
              </a:rPr>
              <a:t> </a:t>
            </a:r>
            <a:r>
              <a:rPr sz="2000" dirty="0">
                <a:latin typeface="Times New Roman"/>
                <a:cs typeface="Times New Roman"/>
              </a:rPr>
              <a:t>boards,</a:t>
            </a:r>
            <a:r>
              <a:rPr sz="2000" spc="40" dirty="0">
                <a:latin typeface="Times New Roman"/>
                <a:cs typeface="Times New Roman"/>
              </a:rPr>
              <a:t> </a:t>
            </a:r>
            <a:r>
              <a:rPr sz="2000" dirty="0">
                <a:latin typeface="Times New Roman"/>
                <a:cs typeface="Times New Roman"/>
              </a:rPr>
              <a:t>cabinets</a:t>
            </a:r>
            <a:r>
              <a:rPr sz="2000" spc="35" dirty="0">
                <a:latin typeface="Times New Roman"/>
                <a:cs typeface="Times New Roman"/>
              </a:rPr>
              <a:t> </a:t>
            </a:r>
            <a:r>
              <a:rPr sz="2000" dirty="0">
                <a:latin typeface="Times New Roman"/>
                <a:cs typeface="Times New Roman"/>
              </a:rPr>
              <a:t>and</a:t>
            </a:r>
            <a:r>
              <a:rPr sz="2000" spc="35" dirty="0">
                <a:latin typeface="Times New Roman"/>
                <a:cs typeface="Times New Roman"/>
              </a:rPr>
              <a:t> </a:t>
            </a:r>
            <a:r>
              <a:rPr sz="2000" dirty="0">
                <a:latin typeface="Times New Roman"/>
                <a:cs typeface="Times New Roman"/>
              </a:rPr>
              <a:t>cables.</a:t>
            </a:r>
            <a:r>
              <a:rPr sz="2000" spc="40" dirty="0">
                <a:latin typeface="Times New Roman"/>
                <a:cs typeface="Times New Roman"/>
              </a:rPr>
              <a:t> </a:t>
            </a:r>
            <a:r>
              <a:rPr sz="2000" dirty="0">
                <a:latin typeface="Times New Roman"/>
                <a:cs typeface="Times New Roman"/>
              </a:rPr>
              <a:t>Burning</a:t>
            </a:r>
            <a:r>
              <a:rPr sz="2000" spc="30" dirty="0">
                <a:latin typeface="Times New Roman"/>
                <a:cs typeface="Times New Roman"/>
              </a:rPr>
              <a:t> </a:t>
            </a:r>
            <a:r>
              <a:rPr sz="2000" spc="-25" dirty="0">
                <a:latin typeface="Times New Roman"/>
                <a:cs typeface="Times New Roman"/>
              </a:rPr>
              <a:t>PVC 	</a:t>
            </a:r>
            <a:r>
              <a:rPr sz="2000" dirty="0">
                <a:latin typeface="Times New Roman"/>
                <a:cs typeface="Times New Roman"/>
              </a:rPr>
              <a:t>which</a:t>
            </a:r>
            <a:r>
              <a:rPr sz="2000" spc="185" dirty="0">
                <a:latin typeface="Times New Roman"/>
                <a:cs typeface="Times New Roman"/>
              </a:rPr>
              <a:t>  </a:t>
            </a:r>
            <a:r>
              <a:rPr sz="2000" dirty="0">
                <a:latin typeface="Times New Roman"/>
                <a:cs typeface="Times New Roman"/>
              </a:rPr>
              <a:t>is</a:t>
            </a:r>
            <a:r>
              <a:rPr sz="2000" spc="180" dirty="0">
                <a:latin typeface="Times New Roman"/>
                <a:cs typeface="Times New Roman"/>
              </a:rPr>
              <a:t>  </a:t>
            </a:r>
            <a:r>
              <a:rPr sz="2000" dirty="0">
                <a:latin typeface="Times New Roman"/>
                <a:cs typeface="Times New Roman"/>
              </a:rPr>
              <a:t>a</a:t>
            </a:r>
            <a:r>
              <a:rPr sz="2000" spc="180" dirty="0">
                <a:latin typeface="Times New Roman"/>
                <a:cs typeface="Times New Roman"/>
              </a:rPr>
              <a:t>  </a:t>
            </a:r>
            <a:r>
              <a:rPr sz="2000" dirty="0">
                <a:latin typeface="Times New Roman"/>
                <a:cs typeface="Times New Roman"/>
              </a:rPr>
              <a:t>component</a:t>
            </a:r>
            <a:r>
              <a:rPr sz="2000" spc="175" dirty="0">
                <a:latin typeface="Times New Roman"/>
                <a:cs typeface="Times New Roman"/>
              </a:rPr>
              <a:t>  </a:t>
            </a:r>
            <a:r>
              <a:rPr sz="2000" dirty="0">
                <a:latin typeface="Times New Roman"/>
                <a:cs typeface="Times New Roman"/>
              </a:rPr>
              <a:t>of</a:t>
            </a:r>
            <a:r>
              <a:rPr sz="2000" spc="180" dirty="0">
                <a:latin typeface="Times New Roman"/>
                <a:cs typeface="Times New Roman"/>
              </a:rPr>
              <a:t>  </a:t>
            </a:r>
            <a:r>
              <a:rPr sz="2000" dirty="0">
                <a:latin typeface="Times New Roman"/>
                <a:cs typeface="Times New Roman"/>
              </a:rPr>
              <a:t>plastics</a:t>
            </a:r>
            <a:r>
              <a:rPr sz="2000" spc="175" dirty="0">
                <a:latin typeface="Times New Roman"/>
                <a:cs typeface="Times New Roman"/>
              </a:rPr>
              <a:t>  </a:t>
            </a:r>
            <a:r>
              <a:rPr sz="2000" dirty="0">
                <a:latin typeface="Times New Roman"/>
                <a:cs typeface="Times New Roman"/>
              </a:rPr>
              <a:t>produces</a:t>
            </a:r>
            <a:r>
              <a:rPr sz="2000" spc="185" dirty="0">
                <a:latin typeface="Times New Roman"/>
                <a:cs typeface="Times New Roman"/>
              </a:rPr>
              <a:t>  </a:t>
            </a:r>
            <a:r>
              <a:rPr sz="2000" dirty="0">
                <a:latin typeface="Times New Roman"/>
                <a:cs typeface="Times New Roman"/>
              </a:rPr>
              <a:t>dioxins.</a:t>
            </a:r>
            <a:r>
              <a:rPr sz="2000" spc="185" dirty="0">
                <a:latin typeface="Times New Roman"/>
                <a:cs typeface="Times New Roman"/>
              </a:rPr>
              <a:t>  </a:t>
            </a:r>
            <a:r>
              <a:rPr sz="2000" dirty="0">
                <a:latin typeface="Times New Roman"/>
                <a:cs typeface="Times New Roman"/>
              </a:rPr>
              <a:t>Dioxins</a:t>
            </a:r>
            <a:r>
              <a:rPr sz="2000" spc="185" dirty="0">
                <a:latin typeface="Times New Roman"/>
                <a:cs typeface="Times New Roman"/>
              </a:rPr>
              <a:t>  </a:t>
            </a:r>
            <a:r>
              <a:rPr sz="2000" dirty="0">
                <a:latin typeface="Times New Roman"/>
                <a:cs typeface="Times New Roman"/>
              </a:rPr>
              <a:t>can</a:t>
            </a:r>
            <a:r>
              <a:rPr sz="2000" spc="180" dirty="0">
                <a:latin typeface="Times New Roman"/>
                <a:cs typeface="Times New Roman"/>
              </a:rPr>
              <a:t>  </a:t>
            </a:r>
            <a:r>
              <a:rPr sz="2000" spc="-20" dirty="0">
                <a:latin typeface="Times New Roman"/>
                <a:cs typeface="Times New Roman"/>
              </a:rPr>
              <a:t>harm 	</a:t>
            </a:r>
            <a:r>
              <a:rPr sz="2000" dirty="0">
                <a:latin typeface="Times New Roman"/>
                <a:cs typeface="Times New Roman"/>
              </a:rPr>
              <a:t>reproductive</a:t>
            </a:r>
            <a:r>
              <a:rPr sz="2000" spc="-70" dirty="0">
                <a:latin typeface="Times New Roman"/>
                <a:cs typeface="Times New Roman"/>
              </a:rPr>
              <a:t> </a:t>
            </a:r>
            <a:r>
              <a:rPr sz="2000" dirty="0">
                <a:latin typeface="Times New Roman"/>
                <a:cs typeface="Times New Roman"/>
              </a:rPr>
              <a:t>and</a:t>
            </a:r>
            <a:r>
              <a:rPr sz="2000" spc="-20" dirty="0">
                <a:latin typeface="Times New Roman"/>
                <a:cs typeface="Times New Roman"/>
              </a:rPr>
              <a:t> </a:t>
            </a:r>
            <a:r>
              <a:rPr sz="2000" dirty="0">
                <a:latin typeface="Times New Roman"/>
                <a:cs typeface="Times New Roman"/>
              </a:rPr>
              <a:t>immune</a:t>
            </a:r>
            <a:r>
              <a:rPr sz="2000" spc="-10" dirty="0">
                <a:latin typeface="Times New Roman"/>
                <a:cs typeface="Times New Roman"/>
              </a:rPr>
              <a:t> systems.</a:t>
            </a:r>
            <a:endParaRPr sz="200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07340" y="199259"/>
            <a:ext cx="8530590" cy="5787390"/>
          </a:xfrm>
          <a:prstGeom prst="rect">
            <a:avLst/>
          </a:prstGeom>
        </p:spPr>
        <p:txBody>
          <a:bodyPr vert="horz" wrap="square" lIns="0" tIns="67310" rIns="0" bIns="0" rtlCol="0">
            <a:spAutoFit/>
          </a:bodyPr>
          <a:lstStyle/>
          <a:p>
            <a:pPr marL="12700" algn="just">
              <a:lnSpc>
                <a:spcPct val="100000"/>
              </a:lnSpc>
              <a:spcBef>
                <a:spcPts val="530"/>
              </a:spcBef>
            </a:pPr>
            <a:r>
              <a:rPr sz="1800" b="1" dirty="0">
                <a:latin typeface="Times New Roman"/>
                <a:cs typeface="Times New Roman"/>
              </a:rPr>
              <a:t>B.</a:t>
            </a:r>
            <a:r>
              <a:rPr sz="1800" b="1" spc="-25" dirty="0">
                <a:latin typeface="Times New Roman"/>
                <a:cs typeface="Times New Roman"/>
              </a:rPr>
              <a:t> </a:t>
            </a:r>
            <a:r>
              <a:rPr sz="1800" b="1" dirty="0">
                <a:latin typeface="Times New Roman"/>
                <a:cs typeface="Times New Roman"/>
              </a:rPr>
              <a:t>Impacts</a:t>
            </a:r>
            <a:r>
              <a:rPr sz="1800" b="1" spc="-20" dirty="0">
                <a:latin typeface="Times New Roman"/>
                <a:cs typeface="Times New Roman"/>
              </a:rPr>
              <a:t> </a:t>
            </a:r>
            <a:r>
              <a:rPr sz="1800" b="1" dirty="0">
                <a:latin typeface="Times New Roman"/>
                <a:cs typeface="Times New Roman"/>
              </a:rPr>
              <a:t>of</a:t>
            </a:r>
            <a:r>
              <a:rPr sz="1800" b="1" spc="-20" dirty="0">
                <a:latin typeface="Times New Roman"/>
                <a:cs typeface="Times New Roman"/>
              </a:rPr>
              <a:t> </a:t>
            </a:r>
            <a:r>
              <a:rPr sz="1800" b="1" dirty="0">
                <a:latin typeface="Times New Roman"/>
                <a:cs typeface="Times New Roman"/>
              </a:rPr>
              <a:t>E-</a:t>
            </a:r>
            <a:r>
              <a:rPr sz="1800" b="1" spc="-70" dirty="0">
                <a:latin typeface="Times New Roman"/>
                <a:cs typeface="Times New Roman"/>
              </a:rPr>
              <a:t> </a:t>
            </a:r>
            <a:r>
              <a:rPr sz="1800" b="1" spc="-10" dirty="0">
                <a:latin typeface="Times New Roman"/>
                <a:cs typeface="Times New Roman"/>
              </a:rPr>
              <a:t>Waste</a:t>
            </a:r>
            <a:r>
              <a:rPr sz="1800" b="1" spc="-15" dirty="0">
                <a:latin typeface="Times New Roman"/>
                <a:cs typeface="Times New Roman"/>
              </a:rPr>
              <a:t> </a:t>
            </a:r>
            <a:r>
              <a:rPr sz="1800" b="1" dirty="0">
                <a:latin typeface="Times New Roman"/>
                <a:cs typeface="Times New Roman"/>
              </a:rPr>
              <a:t>on</a:t>
            </a:r>
            <a:r>
              <a:rPr sz="1800" b="1" spc="-25" dirty="0">
                <a:latin typeface="Times New Roman"/>
                <a:cs typeface="Times New Roman"/>
              </a:rPr>
              <a:t> </a:t>
            </a:r>
            <a:r>
              <a:rPr sz="1800" b="1" spc="-10" dirty="0">
                <a:latin typeface="Times New Roman"/>
                <a:cs typeface="Times New Roman"/>
              </a:rPr>
              <a:t>Environment</a:t>
            </a:r>
            <a:endParaRPr sz="1800">
              <a:latin typeface="Times New Roman"/>
              <a:cs typeface="Times New Roman"/>
            </a:endParaRPr>
          </a:p>
          <a:p>
            <a:pPr marL="12700" marR="5080" algn="just">
              <a:lnSpc>
                <a:spcPct val="100000"/>
              </a:lnSpc>
              <a:spcBef>
                <a:spcPts val="434"/>
              </a:spcBef>
            </a:pPr>
            <a:r>
              <a:rPr sz="1800" dirty="0">
                <a:latin typeface="Times New Roman"/>
                <a:cs typeface="Times New Roman"/>
              </a:rPr>
              <a:t>E-</a:t>
            </a:r>
            <a:r>
              <a:rPr sz="1800" spc="165" dirty="0">
                <a:latin typeface="Times New Roman"/>
                <a:cs typeface="Times New Roman"/>
              </a:rPr>
              <a:t> </a:t>
            </a:r>
            <a:r>
              <a:rPr sz="1800" dirty="0">
                <a:latin typeface="Times New Roman"/>
                <a:cs typeface="Times New Roman"/>
              </a:rPr>
              <a:t>waste</a:t>
            </a:r>
            <a:r>
              <a:rPr sz="1800" spc="165" dirty="0">
                <a:latin typeface="Times New Roman"/>
                <a:cs typeface="Times New Roman"/>
              </a:rPr>
              <a:t> </a:t>
            </a:r>
            <a:r>
              <a:rPr sz="1800" dirty="0">
                <a:latin typeface="Times New Roman"/>
                <a:cs typeface="Times New Roman"/>
              </a:rPr>
              <a:t>disposal</a:t>
            </a:r>
            <a:r>
              <a:rPr sz="1800" spc="170" dirty="0">
                <a:latin typeface="Times New Roman"/>
                <a:cs typeface="Times New Roman"/>
              </a:rPr>
              <a:t> </a:t>
            </a:r>
            <a:r>
              <a:rPr sz="1800" dirty="0">
                <a:latin typeface="Times New Roman"/>
                <a:cs typeface="Times New Roman"/>
              </a:rPr>
              <a:t>has</a:t>
            </a:r>
            <a:r>
              <a:rPr sz="1800" spc="165" dirty="0">
                <a:latin typeface="Times New Roman"/>
                <a:cs typeface="Times New Roman"/>
              </a:rPr>
              <a:t> </a:t>
            </a:r>
            <a:r>
              <a:rPr sz="1800" dirty="0">
                <a:latin typeface="Times New Roman"/>
                <a:cs typeface="Times New Roman"/>
              </a:rPr>
              <a:t>invited</a:t>
            </a:r>
            <a:r>
              <a:rPr sz="1800" spc="160" dirty="0">
                <a:latin typeface="Times New Roman"/>
                <a:cs typeface="Times New Roman"/>
              </a:rPr>
              <a:t> </a:t>
            </a:r>
            <a:r>
              <a:rPr sz="1800" dirty="0">
                <a:latin typeface="Times New Roman"/>
                <a:cs typeface="Times New Roman"/>
              </a:rPr>
              <a:t>many</a:t>
            </a:r>
            <a:r>
              <a:rPr sz="1800" spc="180" dirty="0">
                <a:latin typeface="Times New Roman"/>
                <a:cs typeface="Times New Roman"/>
              </a:rPr>
              <a:t> </a:t>
            </a:r>
            <a:r>
              <a:rPr sz="1800" dirty="0">
                <a:latin typeface="Times New Roman"/>
                <a:cs typeface="Times New Roman"/>
              </a:rPr>
              <a:t>environmental</a:t>
            </a:r>
            <a:r>
              <a:rPr sz="1800" spc="170" dirty="0">
                <a:latin typeface="Times New Roman"/>
                <a:cs typeface="Times New Roman"/>
              </a:rPr>
              <a:t> </a:t>
            </a:r>
            <a:r>
              <a:rPr sz="1800" dirty="0">
                <a:latin typeface="Times New Roman"/>
                <a:cs typeface="Times New Roman"/>
              </a:rPr>
              <a:t>risks</a:t>
            </a:r>
            <a:r>
              <a:rPr sz="1800" spc="160" dirty="0">
                <a:latin typeface="Times New Roman"/>
                <a:cs typeface="Times New Roman"/>
              </a:rPr>
              <a:t> </a:t>
            </a:r>
            <a:r>
              <a:rPr sz="1800" dirty="0">
                <a:latin typeface="Times New Roman"/>
                <a:cs typeface="Times New Roman"/>
              </a:rPr>
              <a:t>because</a:t>
            </a:r>
            <a:r>
              <a:rPr sz="1800" spc="155" dirty="0">
                <a:latin typeface="Times New Roman"/>
                <a:cs typeface="Times New Roman"/>
              </a:rPr>
              <a:t> </a:t>
            </a:r>
            <a:r>
              <a:rPr sz="1800" dirty="0">
                <a:latin typeface="Times New Roman"/>
                <a:cs typeface="Times New Roman"/>
              </a:rPr>
              <a:t>of</a:t>
            </a:r>
            <a:r>
              <a:rPr sz="1800" spc="170" dirty="0">
                <a:latin typeface="Times New Roman"/>
                <a:cs typeface="Times New Roman"/>
              </a:rPr>
              <a:t> </a:t>
            </a:r>
            <a:r>
              <a:rPr sz="1800" dirty="0">
                <a:latin typeface="Times New Roman"/>
                <a:cs typeface="Times New Roman"/>
              </a:rPr>
              <a:t>the</a:t>
            </a:r>
            <a:r>
              <a:rPr sz="1800" spc="155" dirty="0">
                <a:latin typeface="Times New Roman"/>
                <a:cs typeface="Times New Roman"/>
              </a:rPr>
              <a:t> </a:t>
            </a:r>
            <a:r>
              <a:rPr sz="1800" dirty="0">
                <a:latin typeface="Times New Roman"/>
                <a:cs typeface="Times New Roman"/>
              </a:rPr>
              <a:t>components</a:t>
            </a:r>
            <a:r>
              <a:rPr sz="1800" spc="165" dirty="0">
                <a:latin typeface="Times New Roman"/>
                <a:cs typeface="Times New Roman"/>
              </a:rPr>
              <a:t> </a:t>
            </a:r>
            <a:r>
              <a:rPr sz="1800" spc="-10" dirty="0">
                <a:latin typeface="Times New Roman"/>
                <a:cs typeface="Times New Roman"/>
              </a:rPr>
              <a:t>which </a:t>
            </a:r>
            <a:r>
              <a:rPr sz="1800" dirty="0">
                <a:latin typeface="Times New Roman"/>
                <a:cs typeface="Times New Roman"/>
              </a:rPr>
              <a:t>the</a:t>
            </a:r>
            <a:r>
              <a:rPr sz="1800" spc="345" dirty="0">
                <a:latin typeface="Times New Roman"/>
                <a:cs typeface="Times New Roman"/>
              </a:rPr>
              <a:t> </a:t>
            </a:r>
            <a:r>
              <a:rPr sz="1800" dirty="0">
                <a:latin typeface="Times New Roman"/>
                <a:cs typeface="Times New Roman"/>
              </a:rPr>
              <a:t>rejected</a:t>
            </a:r>
            <a:r>
              <a:rPr sz="1800" spc="355" dirty="0">
                <a:latin typeface="Times New Roman"/>
                <a:cs typeface="Times New Roman"/>
              </a:rPr>
              <a:t> </a:t>
            </a:r>
            <a:r>
              <a:rPr sz="1800" dirty="0">
                <a:latin typeface="Times New Roman"/>
                <a:cs typeface="Times New Roman"/>
              </a:rPr>
              <a:t>electronics</a:t>
            </a:r>
            <a:r>
              <a:rPr sz="1800" spc="340" dirty="0">
                <a:latin typeface="Times New Roman"/>
                <a:cs typeface="Times New Roman"/>
              </a:rPr>
              <a:t> </a:t>
            </a:r>
            <a:r>
              <a:rPr sz="1800" dirty="0">
                <a:latin typeface="Times New Roman"/>
                <a:cs typeface="Times New Roman"/>
              </a:rPr>
              <a:t>are</a:t>
            </a:r>
            <a:r>
              <a:rPr sz="1800" spc="345" dirty="0">
                <a:latin typeface="Times New Roman"/>
                <a:cs typeface="Times New Roman"/>
              </a:rPr>
              <a:t> </a:t>
            </a:r>
            <a:r>
              <a:rPr sz="1800" dirty="0">
                <a:latin typeface="Times New Roman"/>
                <a:cs typeface="Times New Roman"/>
              </a:rPr>
              <a:t>made</a:t>
            </a:r>
            <a:r>
              <a:rPr sz="1800" spc="365" dirty="0">
                <a:latin typeface="Times New Roman"/>
                <a:cs typeface="Times New Roman"/>
              </a:rPr>
              <a:t> </a:t>
            </a:r>
            <a:r>
              <a:rPr sz="1800" dirty="0">
                <a:latin typeface="Times New Roman"/>
                <a:cs typeface="Times New Roman"/>
              </a:rPr>
              <a:t>of.</a:t>
            </a:r>
            <a:r>
              <a:rPr sz="1800" spc="345" dirty="0">
                <a:latin typeface="Times New Roman"/>
                <a:cs typeface="Times New Roman"/>
              </a:rPr>
              <a:t>  </a:t>
            </a:r>
            <a:r>
              <a:rPr sz="1800" dirty="0">
                <a:latin typeface="Times New Roman"/>
                <a:cs typeface="Times New Roman"/>
              </a:rPr>
              <a:t>The</a:t>
            </a:r>
            <a:r>
              <a:rPr sz="1800" spc="350" dirty="0">
                <a:latin typeface="Times New Roman"/>
                <a:cs typeface="Times New Roman"/>
              </a:rPr>
              <a:t> </a:t>
            </a:r>
            <a:r>
              <a:rPr sz="1800" dirty="0">
                <a:latin typeface="Times New Roman"/>
                <a:cs typeface="Times New Roman"/>
              </a:rPr>
              <a:t>major</a:t>
            </a:r>
            <a:r>
              <a:rPr sz="1800" spc="360" dirty="0">
                <a:latin typeface="Times New Roman"/>
                <a:cs typeface="Times New Roman"/>
              </a:rPr>
              <a:t> </a:t>
            </a:r>
            <a:r>
              <a:rPr sz="1800" dirty="0">
                <a:latin typeface="Times New Roman"/>
                <a:cs typeface="Times New Roman"/>
              </a:rPr>
              <a:t>ways</a:t>
            </a:r>
            <a:r>
              <a:rPr sz="1800" spc="340" dirty="0">
                <a:latin typeface="Times New Roman"/>
                <a:cs typeface="Times New Roman"/>
              </a:rPr>
              <a:t> </a:t>
            </a:r>
            <a:r>
              <a:rPr sz="1800" dirty="0">
                <a:latin typeface="Times New Roman"/>
                <a:cs typeface="Times New Roman"/>
              </a:rPr>
              <a:t>in</a:t>
            </a:r>
            <a:r>
              <a:rPr sz="1800" spc="340" dirty="0">
                <a:latin typeface="Times New Roman"/>
                <a:cs typeface="Times New Roman"/>
              </a:rPr>
              <a:t> </a:t>
            </a:r>
            <a:r>
              <a:rPr sz="1800" dirty="0">
                <a:latin typeface="Times New Roman"/>
                <a:cs typeface="Times New Roman"/>
              </a:rPr>
              <a:t>which</a:t>
            </a:r>
            <a:r>
              <a:rPr sz="1800" spc="345" dirty="0">
                <a:latin typeface="Times New Roman"/>
                <a:cs typeface="Times New Roman"/>
              </a:rPr>
              <a:t> </a:t>
            </a:r>
            <a:r>
              <a:rPr sz="1800" spc="-10" dirty="0">
                <a:latin typeface="Times New Roman"/>
                <a:cs typeface="Times New Roman"/>
              </a:rPr>
              <a:t>e-</a:t>
            </a:r>
            <a:r>
              <a:rPr sz="1800" dirty="0">
                <a:latin typeface="Times New Roman"/>
                <a:cs typeface="Times New Roman"/>
              </a:rPr>
              <a:t>waste</a:t>
            </a:r>
            <a:r>
              <a:rPr sz="1800" spc="335" dirty="0">
                <a:latin typeface="Times New Roman"/>
                <a:cs typeface="Times New Roman"/>
              </a:rPr>
              <a:t> </a:t>
            </a:r>
            <a:r>
              <a:rPr sz="1800" dirty="0">
                <a:latin typeface="Times New Roman"/>
                <a:cs typeface="Times New Roman"/>
              </a:rPr>
              <a:t>can</a:t>
            </a:r>
            <a:r>
              <a:rPr sz="1800" spc="340" dirty="0">
                <a:latin typeface="Times New Roman"/>
                <a:cs typeface="Times New Roman"/>
              </a:rPr>
              <a:t> </a:t>
            </a:r>
            <a:r>
              <a:rPr sz="1800" dirty="0">
                <a:latin typeface="Times New Roman"/>
                <a:cs typeface="Times New Roman"/>
              </a:rPr>
              <a:t>affect</a:t>
            </a:r>
            <a:r>
              <a:rPr sz="1800" spc="350" dirty="0">
                <a:latin typeface="Times New Roman"/>
                <a:cs typeface="Times New Roman"/>
              </a:rPr>
              <a:t> </a:t>
            </a:r>
            <a:r>
              <a:rPr sz="1800" spc="-25" dirty="0">
                <a:latin typeface="Times New Roman"/>
                <a:cs typeface="Times New Roman"/>
              </a:rPr>
              <a:t>the </a:t>
            </a:r>
            <a:r>
              <a:rPr sz="1800" dirty="0">
                <a:latin typeface="Times New Roman"/>
                <a:cs typeface="Times New Roman"/>
              </a:rPr>
              <a:t>environment</a:t>
            </a:r>
            <a:r>
              <a:rPr sz="1800" spc="-95" dirty="0">
                <a:latin typeface="Times New Roman"/>
                <a:cs typeface="Times New Roman"/>
              </a:rPr>
              <a:t> </a:t>
            </a:r>
            <a:r>
              <a:rPr sz="1800" spc="-20" dirty="0">
                <a:latin typeface="Times New Roman"/>
                <a:cs typeface="Times New Roman"/>
              </a:rPr>
              <a:t>are:</a:t>
            </a:r>
            <a:endParaRPr sz="1800">
              <a:latin typeface="Times New Roman"/>
              <a:cs typeface="Times New Roman"/>
            </a:endParaRPr>
          </a:p>
          <a:p>
            <a:pPr marL="355600" marR="5080" indent="-342900" algn="just">
              <a:lnSpc>
                <a:spcPct val="100000"/>
              </a:lnSpc>
              <a:spcBef>
                <a:spcPts val="430"/>
              </a:spcBef>
              <a:buAutoNum type="arabicParenR"/>
              <a:tabLst>
                <a:tab pos="355600" algn="l"/>
              </a:tabLst>
            </a:pPr>
            <a:r>
              <a:rPr sz="1800" b="1" dirty="0">
                <a:latin typeface="Times New Roman"/>
                <a:cs typeface="Times New Roman"/>
              </a:rPr>
              <a:t>Air</a:t>
            </a:r>
            <a:r>
              <a:rPr sz="1800" b="1" spc="204" dirty="0">
                <a:latin typeface="Times New Roman"/>
                <a:cs typeface="Times New Roman"/>
              </a:rPr>
              <a:t> </a:t>
            </a:r>
            <a:r>
              <a:rPr sz="1800" b="1" dirty="0">
                <a:latin typeface="Times New Roman"/>
                <a:cs typeface="Times New Roman"/>
              </a:rPr>
              <a:t>Pollution:</a:t>
            </a:r>
            <a:r>
              <a:rPr sz="1800" b="1" spc="220" dirty="0">
                <a:latin typeface="Times New Roman"/>
                <a:cs typeface="Times New Roman"/>
              </a:rPr>
              <a:t> </a:t>
            </a:r>
            <a:r>
              <a:rPr sz="1800" dirty="0">
                <a:latin typeface="Times New Roman"/>
                <a:cs typeface="Times New Roman"/>
              </a:rPr>
              <a:t>Many</a:t>
            </a:r>
            <a:r>
              <a:rPr sz="1800" spc="260" dirty="0">
                <a:latin typeface="Times New Roman"/>
                <a:cs typeface="Times New Roman"/>
              </a:rPr>
              <a:t> </a:t>
            </a:r>
            <a:r>
              <a:rPr sz="1800" dirty="0">
                <a:latin typeface="Times New Roman"/>
                <a:cs typeface="Times New Roman"/>
              </a:rPr>
              <a:t>fundamental</a:t>
            </a:r>
            <a:r>
              <a:rPr sz="1800" spc="240" dirty="0">
                <a:latin typeface="Times New Roman"/>
                <a:cs typeface="Times New Roman"/>
              </a:rPr>
              <a:t> </a:t>
            </a:r>
            <a:r>
              <a:rPr sz="1800" dirty="0">
                <a:latin typeface="Times New Roman"/>
                <a:cs typeface="Times New Roman"/>
              </a:rPr>
              <a:t>processing</a:t>
            </a:r>
            <a:r>
              <a:rPr sz="1800" spc="240" dirty="0">
                <a:latin typeface="Times New Roman"/>
                <a:cs typeface="Times New Roman"/>
              </a:rPr>
              <a:t> </a:t>
            </a:r>
            <a:r>
              <a:rPr sz="1800" dirty="0">
                <a:latin typeface="Times New Roman"/>
                <a:cs typeface="Times New Roman"/>
              </a:rPr>
              <a:t>plants</a:t>
            </a:r>
            <a:r>
              <a:rPr sz="1800" spc="235" dirty="0">
                <a:latin typeface="Times New Roman"/>
                <a:cs typeface="Times New Roman"/>
              </a:rPr>
              <a:t> </a:t>
            </a:r>
            <a:r>
              <a:rPr sz="1800" dirty="0">
                <a:latin typeface="Times New Roman"/>
                <a:cs typeface="Times New Roman"/>
              </a:rPr>
              <a:t>for</a:t>
            </a:r>
            <a:r>
              <a:rPr sz="1800" spc="225" dirty="0">
                <a:latin typeface="Times New Roman"/>
                <a:cs typeface="Times New Roman"/>
              </a:rPr>
              <a:t> </a:t>
            </a:r>
            <a:r>
              <a:rPr sz="1800" spc="-10" dirty="0">
                <a:latin typeface="Times New Roman"/>
                <a:cs typeface="Times New Roman"/>
              </a:rPr>
              <a:t>E-</a:t>
            </a:r>
            <a:r>
              <a:rPr sz="1800" dirty="0">
                <a:latin typeface="Times New Roman"/>
                <a:cs typeface="Times New Roman"/>
              </a:rPr>
              <a:t>waste</a:t>
            </a:r>
            <a:r>
              <a:rPr sz="1800" spc="240" dirty="0">
                <a:latin typeface="Times New Roman"/>
                <a:cs typeface="Times New Roman"/>
              </a:rPr>
              <a:t> </a:t>
            </a:r>
            <a:r>
              <a:rPr sz="1800" dirty="0">
                <a:latin typeface="Times New Roman"/>
                <a:cs typeface="Times New Roman"/>
              </a:rPr>
              <a:t>management</a:t>
            </a:r>
            <a:r>
              <a:rPr sz="1800" spc="235" dirty="0">
                <a:latin typeface="Times New Roman"/>
                <a:cs typeface="Times New Roman"/>
              </a:rPr>
              <a:t> </a:t>
            </a:r>
            <a:r>
              <a:rPr sz="1800" dirty="0">
                <a:latin typeface="Times New Roman"/>
                <a:cs typeface="Times New Roman"/>
              </a:rPr>
              <a:t>are</a:t>
            </a:r>
            <a:r>
              <a:rPr sz="1800" spc="235" dirty="0">
                <a:latin typeface="Times New Roman"/>
                <a:cs typeface="Times New Roman"/>
              </a:rPr>
              <a:t> </a:t>
            </a:r>
            <a:r>
              <a:rPr sz="1800" spc="-25" dirty="0">
                <a:latin typeface="Times New Roman"/>
                <a:cs typeface="Times New Roman"/>
              </a:rPr>
              <a:t>not </a:t>
            </a:r>
            <a:r>
              <a:rPr sz="1800" dirty="0">
                <a:latin typeface="Times New Roman"/>
                <a:cs typeface="Times New Roman"/>
              </a:rPr>
              <a:t>safe</a:t>
            </a:r>
            <a:r>
              <a:rPr sz="1800" spc="-10" dirty="0">
                <a:latin typeface="Times New Roman"/>
                <a:cs typeface="Times New Roman"/>
              </a:rPr>
              <a:t> </a:t>
            </a:r>
            <a:r>
              <a:rPr sz="1800" dirty="0">
                <a:latin typeface="Times New Roman"/>
                <a:cs typeface="Times New Roman"/>
              </a:rPr>
              <a:t>as</a:t>
            </a:r>
            <a:r>
              <a:rPr sz="1800" spc="-15" dirty="0">
                <a:latin typeface="Times New Roman"/>
                <a:cs typeface="Times New Roman"/>
              </a:rPr>
              <a:t> </a:t>
            </a:r>
            <a:r>
              <a:rPr sz="1800" dirty="0">
                <a:latin typeface="Times New Roman"/>
                <a:cs typeface="Times New Roman"/>
              </a:rPr>
              <a:t>they</a:t>
            </a:r>
            <a:r>
              <a:rPr sz="1800" spc="-5" dirty="0">
                <a:latin typeface="Times New Roman"/>
                <a:cs typeface="Times New Roman"/>
              </a:rPr>
              <a:t> </a:t>
            </a:r>
            <a:r>
              <a:rPr sz="1800" dirty="0">
                <a:latin typeface="Times New Roman"/>
                <a:cs typeface="Times New Roman"/>
              </a:rPr>
              <a:t>produce</a:t>
            </a:r>
            <a:r>
              <a:rPr sz="1800" spc="-5" dirty="0">
                <a:latin typeface="Times New Roman"/>
                <a:cs typeface="Times New Roman"/>
              </a:rPr>
              <a:t> </a:t>
            </a:r>
            <a:r>
              <a:rPr sz="1800" dirty="0">
                <a:latin typeface="Times New Roman"/>
                <a:cs typeface="Times New Roman"/>
              </a:rPr>
              <a:t>air</a:t>
            </a:r>
            <a:r>
              <a:rPr sz="1800" spc="-10" dirty="0">
                <a:latin typeface="Times New Roman"/>
                <a:cs typeface="Times New Roman"/>
              </a:rPr>
              <a:t> </a:t>
            </a:r>
            <a:r>
              <a:rPr sz="1800" dirty="0">
                <a:latin typeface="Times New Roman"/>
                <a:cs typeface="Times New Roman"/>
              </a:rPr>
              <a:t>pollution.</a:t>
            </a:r>
            <a:r>
              <a:rPr sz="1800" spc="-15" dirty="0">
                <a:latin typeface="Times New Roman"/>
                <a:cs typeface="Times New Roman"/>
              </a:rPr>
              <a:t> </a:t>
            </a:r>
            <a:r>
              <a:rPr sz="1800" dirty="0">
                <a:latin typeface="Times New Roman"/>
                <a:cs typeface="Times New Roman"/>
              </a:rPr>
              <a:t>Due</a:t>
            </a:r>
            <a:r>
              <a:rPr sz="1800" spc="-15" dirty="0">
                <a:latin typeface="Times New Roman"/>
                <a:cs typeface="Times New Roman"/>
              </a:rPr>
              <a:t> </a:t>
            </a:r>
            <a:r>
              <a:rPr sz="1800" dirty="0">
                <a:latin typeface="Times New Roman"/>
                <a:cs typeface="Times New Roman"/>
              </a:rPr>
              <a:t>to</a:t>
            </a:r>
            <a:r>
              <a:rPr sz="1800" spc="-15" dirty="0">
                <a:latin typeface="Times New Roman"/>
                <a:cs typeface="Times New Roman"/>
              </a:rPr>
              <a:t> </a:t>
            </a:r>
            <a:r>
              <a:rPr sz="1800" dirty="0">
                <a:latin typeface="Times New Roman"/>
                <a:cs typeface="Times New Roman"/>
              </a:rPr>
              <a:t>burning</a:t>
            </a:r>
            <a:r>
              <a:rPr sz="1800" spc="-20" dirty="0">
                <a:latin typeface="Times New Roman"/>
                <a:cs typeface="Times New Roman"/>
              </a:rPr>
              <a:t> </a:t>
            </a:r>
            <a:r>
              <a:rPr sz="1800" dirty="0">
                <a:latin typeface="Times New Roman"/>
                <a:cs typeface="Times New Roman"/>
              </a:rPr>
              <a:t>and</a:t>
            </a:r>
            <a:r>
              <a:rPr sz="1800" spc="-10" dirty="0">
                <a:latin typeface="Times New Roman"/>
                <a:cs typeface="Times New Roman"/>
              </a:rPr>
              <a:t> </a:t>
            </a:r>
            <a:r>
              <a:rPr sz="1800" dirty="0">
                <a:latin typeface="Times New Roman"/>
                <a:cs typeface="Times New Roman"/>
              </a:rPr>
              <a:t>combustion</a:t>
            </a:r>
            <a:r>
              <a:rPr sz="1800" spc="-25" dirty="0">
                <a:latin typeface="Times New Roman"/>
                <a:cs typeface="Times New Roman"/>
              </a:rPr>
              <a:t> </a:t>
            </a:r>
            <a:r>
              <a:rPr sz="1800" dirty="0">
                <a:latin typeface="Times New Roman"/>
                <a:cs typeface="Times New Roman"/>
              </a:rPr>
              <a:t>of</a:t>
            </a:r>
            <a:r>
              <a:rPr sz="1800" spc="-15" dirty="0">
                <a:latin typeface="Times New Roman"/>
                <a:cs typeface="Times New Roman"/>
              </a:rPr>
              <a:t> </a:t>
            </a:r>
            <a:r>
              <a:rPr sz="1800" dirty="0">
                <a:latin typeface="Times New Roman"/>
                <a:cs typeface="Times New Roman"/>
              </a:rPr>
              <a:t>electrical</a:t>
            </a:r>
            <a:r>
              <a:rPr sz="1800" spc="-15" dirty="0">
                <a:latin typeface="Times New Roman"/>
                <a:cs typeface="Times New Roman"/>
              </a:rPr>
              <a:t> </a:t>
            </a:r>
            <a:r>
              <a:rPr sz="1800" dirty="0">
                <a:latin typeface="Times New Roman"/>
                <a:cs typeface="Times New Roman"/>
              </a:rPr>
              <a:t>wires</a:t>
            </a:r>
            <a:r>
              <a:rPr sz="1800" spc="-20" dirty="0">
                <a:latin typeface="Times New Roman"/>
                <a:cs typeface="Times New Roman"/>
              </a:rPr>
              <a:t> </a:t>
            </a:r>
            <a:r>
              <a:rPr sz="1800" spc="-25" dirty="0">
                <a:latin typeface="Times New Roman"/>
                <a:cs typeface="Times New Roman"/>
              </a:rPr>
              <a:t>and </a:t>
            </a:r>
            <a:r>
              <a:rPr sz="1800" dirty="0">
                <a:latin typeface="Times New Roman"/>
                <a:cs typeface="Times New Roman"/>
              </a:rPr>
              <a:t>electric</a:t>
            </a:r>
            <a:r>
              <a:rPr sz="1800" spc="-45" dirty="0">
                <a:latin typeface="Times New Roman"/>
                <a:cs typeface="Times New Roman"/>
              </a:rPr>
              <a:t> </a:t>
            </a:r>
            <a:r>
              <a:rPr sz="1800" dirty="0">
                <a:latin typeface="Times New Roman"/>
                <a:cs typeface="Times New Roman"/>
              </a:rPr>
              <a:t>items</a:t>
            </a:r>
            <a:r>
              <a:rPr sz="1800" spc="-20" dirty="0">
                <a:latin typeface="Times New Roman"/>
                <a:cs typeface="Times New Roman"/>
              </a:rPr>
              <a:t> </a:t>
            </a:r>
            <a:r>
              <a:rPr sz="1800" dirty="0">
                <a:latin typeface="Times New Roman"/>
                <a:cs typeface="Times New Roman"/>
              </a:rPr>
              <a:t>to</a:t>
            </a:r>
            <a:r>
              <a:rPr sz="1800" spc="-35" dirty="0">
                <a:latin typeface="Times New Roman"/>
                <a:cs typeface="Times New Roman"/>
              </a:rPr>
              <a:t> </a:t>
            </a:r>
            <a:r>
              <a:rPr sz="1800" dirty="0">
                <a:latin typeface="Times New Roman"/>
                <a:cs typeface="Times New Roman"/>
              </a:rPr>
              <a:t>get</a:t>
            </a:r>
            <a:r>
              <a:rPr sz="1800" spc="-25" dirty="0">
                <a:latin typeface="Times New Roman"/>
                <a:cs typeface="Times New Roman"/>
              </a:rPr>
              <a:t> </a:t>
            </a:r>
            <a:r>
              <a:rPr sz="1800" dirty="0">
                <a:latin typeface="Times New Roman"/>
                <a:cs typeface="Times New Roman"/>
              </a:rPr>
              <a:t>metals</a:t>
            </a:r>
            <a:r>
              <a:rPr sz="1800" spc="-25" dirty="0">
                <a:latin typeface="Times New Roman"/>
                <a:cs typeface="Times New Roman"/>
              </a:rPr>
              <a:t> </a:t>
            </a:r>
            <a:r>
              <a:rPr sz="1800" dirty="0">
                <a:latin typeface="Times New Roman"/>
                <a:cs typeface="Times New Roman"/>
              </a:rPr>
              <a:t>such</a:t>
            </a:r>
            <a:r>
              <a:rPr sz="1800" spc="-35" dirty="0">
                <a:latin typeface="Times New Roman"/>
                <a:cs typeface="Times New Roman"/>
              </a:rPr>
              <a:t> </a:t>
            </a:r>
            <a:r>
              <a:rPr sz="1800" dirty="0">
                <a:latin typeface="Times New Roman"/>
                <a:cs typeface="Times New Roman"/>
              </a:rPr>
              <a:t>as</a:t>
            </a:r>
            <a:r>
              <a:rPr sz="1800" spc="-20" dirty="0">
                <a:latin typeface="Times New Roman"/>
                <a:cs typeface="Times New Roman"/>
              </a:rPr>
              <a:t> </a:t>
            </a:r>
            <a:r>
              <a:rPr sz="1800" spc="-10" dirty="0">
                <a:latin typeface="Times New Roman"/>
                <a:cs typeface="Times New Roman"/>
              </a:rPr>
              <a:t>copper,</a:t>
            </a:r>
            <a:r>
              <a:rPr sz="1800" spc="-35" dirty="0">
                <a:latin typeface="Times New Roman"/>
                <a:cs typeface="Times New Roman"/>
              </a:rPr>
              <a:t> </a:t>
            </a:r>
            <a:r>
              <a:rPr sz="1800" dirty="0">
                <a:latin typeface="Times New Roman"/>
                <a:cs typeface="Times New Roman"/>
              </a:rPr>
              <a:t>silver</a:t>
            </a:r>
            <a:r>
              <a:rPr sz="1800" spc="-25" dirty="0">
                <a:latin typeface="Times New Roman"/>
                <a:cs typeface="Times New Roman"/>
              </a:rPr>
              <a:t> </a:t>
            </a:r>
            <a:r>
              <a:rPr sz="1800" dirty="0">
                <a:latin typeface="Times New Roman"/>
                <a:cs typeface="Times New Roman"/>
              </a:rPr>
              <a:t>and</a:t>
            </a:r>
            <a:r>
              <a:rPr sz="1800" spc="-25" dirty="0">
                <a:latin typeface="Times New Roman"/>
                <a:cs typeface="Times New Roman"/>
              </a:rPr>
              <a:t> </a:t>
            </a:r>
            <a:r>
              <a:rPr sz="1800" dirty="0">
                <a:latin typeface="Times New Roman"/>
                <a:cs typeface="Times New Roman"/>
              </a:rPr>
              <a:t>gold</a:t>
            </a:r>
            <a:r>
              <a:rPr sz="1800" spc="-25" dirty="0">
                <a:latin typeface="Times New Roman"/>
                <a:cs typeface="Times New Roman"/>
              </a:rPr>
              <a:t> </a:t>
            </a:r>
            <a:r>
              <a:rPr sz="1800" dirty="0">
                <a:latin typeface="Times New Roman"/>
                <a:cs typeface="Times New Roman"/>
              </a:rPr>
              <a:t>leads</a:t>
            </a:r>
            <a:r>
              <a:rPr sz="1800" spc="-30" dirty="0">
                <a:latin typeface="Times New Roman"/>
                <a:cs typeface="Times New Roman"/>
              </a:rPr>
              <a:t> </a:t>
            </a:r>
            <a:r>
              <a:rPr sz="1800" dirty="0">
                <a:latin typeface="Times New Roman"/>
                <a:cs typeface="Times New Roman"/>
              </a:rPr>
              <a:t>to</a:t>
            </a:r>
            <a:r>
              <a:rPr sz="1800" spc="-30" dirty="0">
                <a:latin typeface="Times New Roman"/>
                <a:cs typeface="Times New Roman"/>
              </a:rPr>
              <a:t> </a:t>
            </a:r>
            <a:r>
              <a:rPr sz="1800" dirty="0">
                <a:latin typeface="Times New Roman"/>
                <a:cs typeface="Times New Roman"/>
              </a:rPr>
              <a:t>release</a:t>
            </a:r>
            <a:r>
              <a:rPr sz="1800" spc="-20" dirty="0">
                <a:latin typeface="Times New Roman"/>
                <a:cs typeface="Times New Roman"/>
              </a:rPr>
              <a:t> </a:t>
            </a:r>
            <a:r>
              <a:rPr sz="1800" dirty="0">
                <a:latin typeface="Times New Roman"/>
                <a:cs typeface="Times New Roman"/>
              </a:rPr>
              <a:t>of</a:t>
            </a:r>
            <a:r>
              <a:rPr sz="1800" spc="-30" dirty="0">
                <a:latin typeface="Times New Roman"/>
                <a:cs typeface="Times New Roman"/>
              </a:rPr>
              <a:t> </a:t>
            </a:r>
            <a:r>
              <a:rPr sz="1800" dirty="0">
                <a:latin typeface="Times New Roman"/>
                <a:cs typeface="Times New Roman"/>
              </a:rPr>
              <a:t>toxic</a:t>
            </a:r>
            <a:r>
              <a:rPr sz="1800" spc="-25" dirty="0">
                <a:latin typeface="Times New Roman"/>
                <a:cs typeface="Times New Roman"/>
              </a:rPr>
              <a:t> </a:t>
            </a:r>
            <a:r>
              <a:rPr sz="1800" spc="-10" dirty="0">
                <a:latin typeface="Times New Roman"/>
                <a:cs typeface="Times New Roman"/>
              </a:rPr>
              <a:t>gases.</a:t>
            </a:r>
            <a:endParaRPr sz="1800">
              <a:latin typeface="Times New Roman"/>
              <a:cs typeface="Times New Roman"/>
            </a:endParaRPr>
          </a:p>
          <a:p>
            <a:pPr marL="355600" marR="5080" indent="-342900" algn="just">
              <a:lnSpc>
                <a:spcPct val="100000"/>
              </a:lnSpc>
              <a:spcBef>
                <a:spcPts val="434"/>
              </a:spcBef>
              <a:buAutoNum type="arabicParenR"/>
              <a:tabLst>
                <a:tab pos="355600" algn="l"/>
              </a:tabLst>
            </a:pPr>
            <a:r>
              <a:rPr sz="1800" b="1" spc="-10" dirty="0">
                <a:latin typeface="Times New Roman"/>
                <a:cs typeface="Times New Roman"/>
              </a:rPr>
              <a:t>Water</a:t>
            </a:r>
            <a:r>
              <a:rPr sz="1800" b="1" spc="-50" dirty="0">
                <a:latin typeface="Times New Roman"/>
                <a:cs typeface="Times New Roman"/>
              </a:rPr>
              <a:t> </a:t>
            </a:r>
            <a:r>
              <a:rPr sz="1800" b="1" dirty="0">
                <a:latin typeface="Times New Roman"/>
                <a:cs typeface="Times New Roman"/>
              </a:rPr>
              <a:t>Pollution:</a:t>
            </a:r>
            <a:r>
              <a:rPr sz="1800" b="1" spc="-15" dirty="0">
                <a:latin typeface="Times New Roman"/>
                <a:cs typeface="Times New Roman"/>
              </a:rPr>
              <a:t> </a:t>
            </a:r>
            <a:r>
              <a:rPr sz="1800" dirty="0">
                <a:latin typeface="Times New Roman"/>
                <a:cs typeface="Times New Roman"/>
              </a:rPr>
              <a:t>The</a:t>
            </a:r>
            <a:r>
              <a:rPr sz="1800" spc="-20" dirty="0">
                <a:latin typeface="Times New Roman"/>
                <a:cs typeface="Times New Roman"/>
              </a:rPr>
              <a:t> </a:t>
            </a:r>
            <a:r>
              <a:rPr sz="1800" dirty="0">
                <a:latin typeface="Times New Roman"/>
                <a:cs typeface="Times New Roman"/>
              </a:rPr>
              <a:t>electronic</a:t>
            </a:r>
            <a:r>
              <a:rPr sz="1800" spc="-20" dirty="0">
                <a:latin typeface="Times New Roman"/>
                <a:cs typeface="Times New Roman"/>
              </a:rPr>
              <a:t> </a:t>
            </a:r>
            <a:r>
              <a:rPr sz="1800" dirty="0">
                <a:latin typeface="Times New Roman"/>
                <a:cs typeface="Times New Roman"/>
              </a:rPr>
              <a:t>devices,</a:t>
            </a:r>
            <a:r>
              <a:rPr sz="1800" spc="-5" dirty="0">
                <a:latin typeface="Times New Roman"/>
                <a:cs typeface="Times New Roman"/>
              </a:rPr>
              <a:t> </a:t>
            </a:r>
            <a:r>
              <a:rPr sz="1800" dirty="0">
                <a:latin typeface="Times New Roman"/>
                <a:cs typeface="Times New Roman"/>
              </a:rPr>
              <a:t>dead</a:t>
            </a:r>
            <a:r>
              <a:rPr sz="1800" spc="-20" dirty="0">
                <a:latin typeface="Times New Roman"/>
                <a:cs typeface="Times New Roman"/>
              </a:rPr>
              <a:t> </a:t>
            </a:r>
            <a:r>
              <a:rPr sz="1800" dirty="0">
                <a:latin typeface="Times New Roman"/>
                <a:cs typeface="Times New Roman"/>
              </a:rPr>
              <a:t>cells</a:t>
            </a:r>
            <a:r>
              <a:rPr sz="1800" spc="-25" dirty="0">
                <a:latin typeface="Times New Roman"/>
                <a:cs typeface="Times New Roman"/>
              </a:rPr>
              <a:t> </a:t>
            </a:r>
            <a:r>
              <a:rPr sz="1800" dirty="0">
                <a:latin typeface="Times New Roman"/>
                <a:cs typeface="Times New Roman"/>
              </a:rPr>
              <a:t>and</a:t>
            </a:r>
            <a:r>
              <a:rPr sz="1800" spc="-10" dirty="0">
                <a:latin typeface="Times New Roman"/>
                <a:cs typeface="Times New Roman"/>
              </a:rPr>
              <a:t> </a:t>
            </a:r>
            <a:r>
              <a:rPr sz="1800" dirty="0">
                <a:latin typeface="Times New Roman"/>
                <a:cs typeface="Times New Roman"/>
              </a:rPr>
              <a:t>batteries</a:t>
            </a:r>
            <a:r>
              <a:rPr sz="1800" spc="-30" dirty="0">
                <a:latin typeface="Times New Roman"/>
                <a:cs typeface="Times New Roman"/>
              </a:rPr>
              <a:t> </a:t>
            </a:r>
            <a:r>
              <a:rPr sz="1800" dirty="0">
                <a:latin typeface="Times New Roman"/>
                <a:cs typeface="Times New Roman"/>
              </a:rPr>
              <a:t>which</a:t>
            </a:r>
            <a:r>
              <a:rPr sz="1800" spc="-15" dirty="0">
                <a:latin typeface="Times New Roman"/>
                <a:cs typeface="Times New Roman"/>
              </a:rPr>
              <a:t> </a:t>
            </a:r>
            <a:r>
              <a:rPr sz="1800" dirty="0">
                <a:latin typeface="Times New Roman"/>
                <a:cs typeface="Times New Roman"/>
              </a:rPr>
              <a:t>you</a:t>
            </a:r>
            <a:r>
              <a:rPr sz="1800" spc="-25" dirty="0">
                <a:latin typeface="Times New Roman"/>
                <a:cs typeface="Times New Roman"/>
              </a:rPr>
              <a:t> </a:t>
            </a:r>
            <a:r>
              <a:rPr sz="1800" dirty="0">
                <a:latin typeface="Times New Roman"/>
                <a:cs typeface="Times New Roman"/>
              </a:rPr>
              <a:t>throw</a:t>
            </a:r>
            <a:r>
              <a:rPr sz="1800" spc="-25" dirty="0">
                <a:latin typeface="Times New Roman"/>
                <a:cs typeface="Times New Roman"/>
              </a:rPr>
              <a:t> </a:t>
            </a:r>
            <a:r>
              <a:rPr sz="1800" spc="-20" dirty="0">
                <a:latin typeface="Times New Roman"/>
                <a:cs typeface="Times New Roman"/>
              </a:rPr>
              <a:t>away </a:t>
            </a:r>
            <a:r>
              <a:rPr sz="1800" dirty="0">
                <a:latin typeface="Times New Roman"/>
                <a:cs typeface="Times New Roman"/>
              </a:rPr>
              <a:t>with</a:t>
            </a:r>
            <a:r>
              <a:rPr sz="1800" spc="5" dirty="0">
                <a:latin typeface="Times New Roman"/>
                <a:cs typeface="Times New Roman"/>
              </a:rPr>
              <a:t> </a:t>
            </a:r>
            <a:r>
              <a:rPr sz="1800" dirty="0">
                <a:latin typeface="Times New Roman"/>
                <a:cs typeface="Times New Roman"/>
              </a:rPr>
              <a:t>other house</a:t>
            </a:r>
            <a:r>
              <a:rPr sz="1800" spc="-10" dirty="0">
                <a:latin typeface="Times New Roman"/>
                <a:cs typeface="Times New Roman"/>
              </a:rPr>
              <a:t> </a:t>
            </a:r>
            <a:r>
              <a:rPr sz="1800" dirty="0">
                <a:latin typeface="Times New Roman"/>
                <a:cs typeface="Times New Roman"/>
              </a:rPr>
              <a:t>waste contain lead</a:t>
            </a:r>
            <a:r>
              <a:rPr sz="1800" spc="5" dirty="0">
                <a:latin typeface="Times New Roman"/>
                <a:cs typeface="Times New Roman"/>
              </a:rPr>
              <a:t> </a:t>
            </a:r>
            <a:r>
              <a:rPr sz="1800" dirty="0">
                <a:latin typeface="Times New Roman"/>
                <a:cs typeface="Times New Roman"/>
              </a:rPr>
              <a:t>that easily</a:t>
            </a:r>
            <a:r>
              <a:rPr sz="1800" spc="10" dirty="0">
                <a:latin typeface="Times New Roman"/>
                <a:cs typeface="Times New Roman"/>
              </a:rPr>
              <a:t> </a:t>
            </a:r>
            <a:r>
              <a:rPr sz="1800" dirty="0">
                <a:latin typeface="Times New Roman"/>
                <a:cs typeface="Times New Roman"/>
              </a:rPr>
              <a:t>blends</a:t>
            </a:r>
            <a:r>
              <a:rPr sz="1800" spc="-5" dirty="0">
                <a:latin typeface="Times New Roman"/>
                <a:cs typeface="Times New Roman"/>
              </a:rPr>
              <a:t> </a:t>
            </a:r>
            <a:r>
              <a:rPr sz="1800" dirty="0">
                <a:latin typeface="Times New Roman"/>
                <a:cs typeface="Times New Roman"/>
              </a:rPr>
              <a:t>with</a:t>
            </a:r>
            <a:r>
              <a:rPr sz="1800" spc="10" dirty="0">
                <a:latin typeface="Times New Roman"/>
                <a:cs typeface="Times New Roman"/>
              </a:rPr>
              <a:t> </a:t>
            </a:r>
            <a:r>
              <a:rPr sz="1800" dirty="0">
                <a:latin typeface="Times New Roman"/>
                <a:cs typeface="Times New Roman"/>
              </a:rPr>
              <a:t>underground</a:t>
            </a:r>
            <a:r>
              <a:rPr sz="1800" spc="5" dirty="0">
                <a:latin typeface="Times New Roman"/>
                <a:cs typeface="Times New Roman"/>
              </a:rPr>
              <a:t> </a:t>
            </a:r>
            <a:r>
              <a:rPr sz="1800" dirty="0">
                <a:latin typeface="Times New Roman"/>
                <a:cs typeface="Times New Roman"/>
              </a:rPr>
              <a:t>water</a:t>
            </a:r>
            <a:r>
              <a:rPr sz="1800" spc="-5" dirty="0">
                <a:latin typeface="Times New Roman"/>
                <a:cs typeface="Times New Roman"/>
              </a:rPr>
              <a:t> </a:t>
            </a:r>
            <a:r>
              <a:rPr sz="1800" dirty="0">
                <a:latin typeface="Times New Roman"/>
                <a:cs typeface="Times New Roman"/>
              </a:rPr>
              <a:t>and</a:t>
            </a:r>
            <a:r>
              <a:rPr sz="1800" spc="-15" dirty="0">
                <a:latin typeface="Times New Roman"/>
                <a:cs typeface="Times New Roman"/>
              </a:rPr>
              <a:t> </a:t>
            </a:r>
            <a:r>
              <a:rPr sz="1800" spc="-20" dirty="0">
                <a:latin typeface="Times New Roman"/>
                <a:cs typeface="Times New Roman"/>
              </a:rPr>
              <a:t>make </a:t>
            </a:r>
            <a:r>
              <a:rPr sz="1800" dirty="0">
                <a:latin typeface="Times New Roman"/>
                <a:cs typeface="Times New Roman"/>
              </a:rPr>
              <a:t>it</a:t>
            </a:r>
            <a:r>
              <a:rPr sz="1800" spc="160" dirty="0">
                <a:latin typeface="Times New Roman"/>
                <a:cs typeface="Times New Roman"/>
              </a:rPr>
              <a:t> </a:t>
            </a:r>
            <a:r>
              <a:rPr sz="1800" dirty="0">
                <a:latin typeface="Times New Roman"/>
                <a:cs typeface="Times New Roman"/>
              </a:rPr>
              <a:t>unfit</a:t>
            </a:r>
            <a:r>
              <a:rPr sz="1800" spc="160" dirty="0">
                <a:latin typeface="Times New Roman"/>
                <a:cs typeface="Times New Roman"/>
              </a:rPr>
              <a:t> </a:t>
            </a:r>
            <a:r>
              <a:rPr sz="1800" dirty="0">
                <a:latin typeface="Times New Roman"/>
                <a:cs typeface="Times New Roman"/>
              </a:rPr>
              <a:t>for</a:t>
            </a:r>
            <a:r>
              <a:rPr sz="1800" spc="160" dirty="0">
                <a:latin typeface="Times New Roman"/>
                <a:cs typeface="Times New Roman"/>
              </a:rPr>
              <a:t> </a:t>
            </a:r>
            <a:r>
              <a:rPr sz="1800" dirty="0">
                <a:latin typeface="Times New Roman"/>
                <a:cs typeface="Times New Roman"/>
              </a:rPr>
              <a:t>direct</a:t>
            </a:r>
            <a:r>
              <a:rPr sz="1800" spc="160" dirty="0">
                <a:latin typeface="Times New Roman"/>
                <a:cs typeface="Times New Roman"/>
              </a:rPr>
              <a:t> </a:t>
            </a:r>
            <a:r>
              <a:rPr sz="1800" dirty="0">
                <a:latin typeface="Times New Roman"/>
                <a:cs typeface="Times New Roman"/>
              </a:rPr>
              <a:t>drinking.</a:t>
            </a:r>
            <a:r>
              <a:rPr sz="1800" spc="165" dirty="0">
                <a:latin typeface="Times New Roman"/>
                <a:cs typeface="Times New Roman"/>
              </a:rPr>
              <a:t> </a:t>
            </a:r>
            <a:r>
              <a:rPr sz="1800" dirty="0">
                <a:latin typeface="Times New Roman"/>
                <a:cs typeface="Times New Roman"/>
              </a:rPr>
              <a:t>The</a:t>
            </a:r>
            <a:r>
              <a:rPr sz="1800" spc="150" dirty="0">
                <a:latin typeface="Times New Roman"/>
                <a:cs typeface="Times New Roman"/>
              </a:rPr>
              <a:t> </a:t>
            </a:r>
            <a:r>
              <a:rPr sz="1800" dirty="0">
                <a:latin typeface="Times New Roman"/>
                <a:cs typeface="Times New Roman"/>
              </a:rPr>
              <a:t>water</a:t>
            </a:r>
            <a:r>
              <a:rPr sz="1800" spc="155" dirty="0">
                <a:latin typeface="Times New Roman"/>
                <a:cs typeface="Times New Roman"/>
              </a:rPr>
              <a:t> </a:t>
            </a:r>
            <a:r>
              <a:rPr sz="1800" dirty="0">
                <a:latin typeface="Times New Roman"/>
                <a:cs typeface="Times New Roman"/>
              </a:rPr>
              <a:t>gets</a:t>
            </a:r>
            <a:r>
              <a:rPr sz="1800" spc="150" dirty="0">
                <a:latin typeface="Times New Roman"/>
                <a:cs typeface="Times New Roman"/>
              </a:rPr>
              <a:t> </a:t>
            </a:r>
            <a:r>
              <a:rPr sz="1800" dirty="0">
                <a:latin typeface="Times New Roman"/>
                <a:cs typeface="Times New Roman"/>
              </a:rPr>
              <a:t>polluted</a:t>
            </a:r>
            <a:r>
              <a:rPr sz="1800" spc="160" dirty="0">
                <a:latin typeface="Times New Roman"/>
                <a:cs typeface="Times New Roman"/>
              </a:rPr>
              <a:t> </a:t>
            </a:r>
            <a:r>
              <a:rPr sz="1800" dirty="0">
                <a:latin typeface="Times New Roman"/>
                <a:cs typeface="Times New Roman"/>
              </a:rPr>
              <a:t>when</a:t>
            </a:r>
            <a:r>
              <a:rPr sz="1800" spc="155" dirty="0">
                <a:latin typeface="Times New Roman"/>
                <a:cs typeface="Times New Roman"/>
              </a:rPr>
              <a:t> </a:t>
            </a:r>
            <a:r>
              <a:rPr sz="1800" dirty="0">
                <a:latin typeface="Times New Roman"/>
                <a:cs typeface="Times New Roman"/>
              </a:rPr>
              <a:t>Cathode</a:t>
            </a:r>
            <a:r>
              <a:rPr sz="1800" spc="160" dirty="0">
                <a:latin typeface="Times New Roman"/>
                <a:cs typeface="Times New Roman"/>
              </a:rPr>
              <a:t> </a:t>
            </a:r>
            <a:r>
              <a:rPr sz="1800" dirty="0">
                <a:latin typeface="Times New Roman"/>
                <a:cs typeface="Times New Roman"/>
              </a:rPr>
              <a:t>ray</a:t>
            </a:r>
            <a:r>
              <a:rPr sz="1800" spc="170" dirty="0">
                <a:latin typeface="Times New Roman"/>
                <a:cs typeface="Times New Roman"/>
              </a:rPr>
              <a:t> </a:t>
            </a:r>
            <a:r>
              <a:rPr sz="1800" dirty="0">
                <a:latin typeface="Times New Roman"/>
                <a:cs typeface="Times New Roman"/>
              </a:rPr>
              <a:t>tubes</a:t>
            </a:r>
            <a:r>
              <a:rPr sz="1800" spc="150" dirty="0">
                <a:latin typeface="Times New Roman"/>
                <a:cs typeface="Times New Roman"/>
              </a:rPr>
              <a:t> </a:t>
            </a:r>
            <a:r>
              <a:rPr sz="1800" dirty="0">
                <a:latin typeface="Times New Roman"/>
                <a:cs typeface="Times New Roman"/>
              </a:rPr>
              <a:t>present</a:t>
            </a:r>
            <a:r>
              <a:rPr sz="1800" spc="160" dirty="0">
                <a:latin typeface="Times New Roman"/>
                <a:cs typeface="Times New Roman"/>
              </a:rPr>
              <a:t> </a:t>
            </a:r>
            <a:r>
              <a:rPr sz="1800" spc="-25" dirty="0">
                <a:latin typeface="Times New Roman"/>
                <a:cs typeface="Times New Roman"/>
              </a:rPr>
              <a:t>in </a:t>
            </a:r>
            <a:r>
              <a:rPr sz="1800" dirty="0">
                <a:latin typeface="Times New Roman"/>
                <a:cs typeface="Times New Roman"/>
              </a:rPr>
              <a:t>old</a:t>
            </a:r>
            <a:r>
              <a:rPr sz="1800" spc="55" dirty="0">
                <a:latin typeface="Times New Roman"/>
                <a:cs typeface="Times New Roman"/>
              </a:rPr>
              <a:t> </a:t>
            </a:r>
            <a:r>
              <a:rPr sz="1800" dirty="0">
                <a:latin typeface="Times New Roman"/>
                <a:cs typeface="Times New Roman"/>
              </a:rPr>
              <a:t>monitors</a:t>
            </a:r>
            <a:r>
              <a:rPr sz="1800" spc="55" dirty="0">
                <a:latin typeface="Times New Roman"/>
                <a:cs typeface="Times New Roman"/>
              </a:rPr>
              <a:t> </a:t>
            </a:r>
            <a:r>
              <a:rPr sz="1800" dirty="0">
                <a:latin typeface="Times New Roman"/>
                <a:cs typeface="Times New Roman"/>
              </a:rPr>
              <a:t>of</a:t>
            </a:r>
            <a:r>
              <a:rPr sz="1800" spc="45" dirty="0">
                <a:latin typeface="Times New Roman"/>
                <a:cs typeface="Times New Roman"/>
              </a:rPr>
              <a:t> </a:t>
            </a:r>
            <a:r>
              <a:rPr sz="1800" dirty="0">
                <a:latin typeface="Times New Roman"/>
                <a:cs typeface="Times New Roman"/>
              </a:rPr>
              <a:t>a</a:t>
            </a:r>
            <a:r>
              <a:rPr sz="1800" spc="60" dirty="0">
                <a:latin typeface="Times New Roman"/>
                <a:cs typeface="Times New Roman"/>
              </a:rPr>
              <a:t> </a:t>
            </a:r>
            <a:r>
              <a:rPr sz="1800" dirty="0">
                <a:latin typeface="Times New Roman"/>
                <a:cs typeface="Times New Roman"/>
              </a:rPr>
              <a:t>computer,</a:t>
            </a:r>
            <a:r>
              <a:rPr sz="1800" spc="65" dirty="0">
                <a:latin typeface="Times New Roman"/>
                <a:cs typeface="Times New Roman"/>
              </a:rPr>
              <a:t> </a:t>
            </a:r>
            <a:r>
              <a:rPr sz="1800" dirty="0">
                <a:latin typeface="Times New Roman"/>
                <a:cs typeface="Times New Roman"/>
              </a:rPr>
              <a:t>video</a:t>
            </a:r>
            <a:r>
              <a:rPr sz="1800" spc="60" dirty="0">
                <a:latin typeface="Times New Roman"/>
                <a:cs typeface="Times New Roman"/>
              </a:rPr>
              <a:t> </a:t>
            </a:r>
            <a:r>
              <a:rPr sz="1800" dirty="0">
                <a:latin typeface="Times New Roman"/>
                <a:cs typeface="Times New Roman"/>
              </a:rPr>
              <a:t>cameras</a:t>
            </a:r>
            <a:r>
              <a:rPr sz="1800" spc="55" dirty="0">
                <a:latin typeface="Times New Roman"/>
                <a:cs typeface="Times New Roman"/>
              </a:rPr>
              <a:t> </a:t>
            </a:r>
            <a:r>
              <a:rPr sz="1800" dirty="0">
                <a:latin typeface="Times New Roman"/>
                <a:cs typeface="Times New Roman"/>
              </a:rPr>
              <a:t>and</a:t>
            </a:r>
            <a:r>
              <a:rPr sz="1800" spc="45" dirty="0">
                <a:latin typeface="Times New Roman"/>
                <a:cs typeface="Times New Roman"/>
              </a:rPr>
              <a:t> </a:t>
            </a:r>
            <a:r>
              <a:rPr sz="1800" dirty="0">
                <a:latin typeface="Times New Roman"/>
                <a:cs typeface="Times New Roman"/>
              </a:rPr>
              <a:t>televisions</a:t>
            </a:r>
            <a:r>
              <a:rPr sz="1800" spc="45" dirty="0">
                <a:latin typeface="Times New Roman"/>
                <a:cs typeface="Times New Roman"/>
              </a:rPr>
              <a:t> </a:t>
            </a:r>
            <a:r>
              <a:rPr sz="1800" dirty="0">
                <a:latin typeface="Times New Roman"/>
                <a:cs typeface="Times New Roman"/>
              </a:rPr>
              <a:t>are</a:t>
            </a:r>
            <a:r>
              <a:rPr sz="1800" spc="65" dirty="0">
                <a:latin typeface="Times New Roman"/>
                <a:cs typeface="Times New Roman"/>
              </a:rPr>
              <a:t> </a:t>
            </a:r>
            <a:r>
              <a:rPr sz="1800" dirty="0">
                <a:latin typeface="Times New Roman"/>
                <a:cs typeface="Times New Roman"/>
              </a:rPr>
              <a:t>broken</a:t>
            </a:r>
            <a:r>
              <a:rPr sz="1800" spc="55" dirty="0">
                <a:latin typeface="Times New Roman"/>
                <a:cs typeface="Times New Roman"/>
              </a:rPr>
              <a:t> </a:t>
            </a:r>
            <a:r>
              <a:rPr sz="1800" dirty="0">
                <a:latin typeface="Times New Roman"/>
                <a:cs typeface="Times New Roman"/>
              </a:rPr>
              <a:t>apart</a:t>
            </a:r>
            <a:r>
              <a:rPr sz="1800" spc="65" dirty="0">
                <a:latin typeface="Times New Roman"/>
                <a:cs typeface="Times New Roman"/>
              </a:rPr>
              <a:t> </a:t>
            </a:r>
            <a:r>
              <a:rPr sz="1800" dirty="0">
                <a:latin typeface="Times New Roman"/>
                <a:cs typeface="Times New Roman"/>
              </a:rPr>
              <a:t>to</a:t>
            </a:r>
            <a:r>
              <a:rPr sz="1800" spc="40" dirty="0">
                <a:latin typeface="Times New Roman"/>
                <a:cs typeface="Times New Roman"/>
              </a:rPr>
              <a:t> </a:t>
            </a:r>
            <a:r>
              <a:rPr sz="1800" spc="-10" dirty="0">
                <a:latin typeface="Times New Roman"/>
                <a:cs typeface="Times New Roman"/>
              </a:rPr>
              <a:t>eliminate </a:t>
            </a:r>
            <a:r>
              <a:rPr sz="1800" dirty="0">
                <a:latin typeface="Times New Roman"/>
                <a:cs typeface="Times New Roman"/>
              </a:rPr>
              <a:t>the</a:t>
            </a:r>
            <a:r>
              <a:rPr sz="1800" spc="160" dirty="0">
                <a:latin typeface="Times New Roman"/>
                <a:cs typeface="Times New Roman"/>
              </a:rPr>
              <a:t> </a:t>
            </a:r>
            <a:r>
              <a:rPr sz="1800" dirty="0">
                <a:latin typeface="Times New Roman"/>
                <a:cs typeface="Times New Roman"/>
              </a:rPr>
              <a:t>yoke</a:t>
            </a:r>
            <a:r>
              <a:rPr sz="1800" spc="160" dirty="0">
                <a:latin typeface="Times New Roman"/>
                <a:cs typeface="Times New Roman"/>
              </a:rPr>
              <a:t> </a:t>
            </a:r>
            <a:r>
              <a:rPr sz="1800" dirty="0">
                <a:latin typeface="Times New Roman"/>
                <a:cs typeface="Times New Roman"/>
              </a:rPr>
              <a:t>and</a:t>
            </a:r>
            <a:r>
              <a:rPr sz="1800" spc="170" dirty="0">
                <a:latin typeface="Times New Roman"/>
                <a:cs typeface="Times New Roman"/>
              </a:rPr>
              <a:t> </a:t>
            </a:r>
            <a:r>
              <a:rPr sz="1800" dirty="0">
                <a:latin typeface="Times New Roman"/>
                <a:cs typeface="Times New Roman"/>
              </a:rPr>
              <a:t>landfill</a:t>
            </a:r>
            <a:r>
              <a:rPr sz="1800" spc="170" dirty="0">
                <a:latin typeface="Times New Roman"/>
                <a:cs typeface="Times New Roman"/>
              </a:rPr>
              <a:t> </a:t>
            </a:r>
            <a:r>
              <a:rPr sz="1800" dirty="0">
                <a:latin typeface="Times New Roman"/>
                <a:cs typeface="Times New Roman"/>
              </a:rPr>
              <a:t>the</a:t>
            </a:r>
            <a:r>
              <a:rPr sz="1800" spc="170" dirty="0">
                <a:latin typeface="Times New Roman"/>
                <a:cs typeface="Times New Roman"/>
              </a:rPr>
              <a:t> </a:t>
            </a:r>
            <a:r>
              <a:rPr sz="1800" dirty="0">
                <a:latin typeface="Times New Roman"/>
                <a:cs typeface="Times New Roman"/>
              </a:rPr>
              <a:t>shell.</a:t>
            </a:r>
            <a:r>
              <a:rPr sz="1800" spc="160" dirty="0">
                <a:latin typeface="Times New Roman"/>
                <a:cs typeface="Times New Roman"/>
              </a:rPr>
              <a:t> </a:t>
            </a:r>
            <a:r>
              <a:rPr sz="1800" dirty="0">
                <a:latin typeface="Times New Roman"/>
                <a:cs typeface="Times New Roman"/>
              </a:rPr>
              <a:t>Lead</a:t>
            </a:r>
            <a:r>
              <a:rPr sz="1800" spc="165" dirty="0">
                <a:latin typeface="Times New Roman"/>
                <a:cs typeface="Times New Roman"/>
              </a:rPr>
              <a:t> </a:t>
            </a:r>
            <a:r>
              <a:rPr sz="1800" dirty="0">
                <a:latin typeface="Times New Roman"/>
                <a:cs typeface="Times New Roman"/>
              </a:rPr>
              <a:t>and</a:t>
            </a:r>
            <a:r>
              <a:rPr sz="1800" spc="160" dirty="0">
                <a:latin typeface="Times New Roman"/>
                <a:cs typeface="Times New Roman"/>
              </a:rPr>
              <a:t> </a:t>
            </a:r>
            <a:r>
              <a:rPr sz="1800" dirty="0">
                <a:latin typeface="Times New Roman"/>
                <a:cs typeface="Times New Roman"/>
              </a:rPr>
              <a:t>barium</a:t>
            </a:r>
            <a:r>
              <a:rPr sz="1800" spc="160" dirty="0">
                <a:latin typeface="Times New Roman"/>
                <a:cs typeface="Times New Roman"/>
              </a:rPr>
              <a:t> </a:t>
            </a:r>
            <a:r>
              <a:rPr sz="1800" dirty="0">
                <a:latin typeface="Times New Roman"/>
                <a:cs typeface="Times New Roman"/>
              </a:rPr>
              <a:t>contained</a:t>
            </a:r>
            <a:r>
              <a:rPr sz="1800" spc="160" dirty="0">
                <a:latin typeface="Times New Roman"/>
                <a:cs typeface="Times New Roman"/>
              </a:rPr>
              <a:t> </a:t>
            </a:r>
            <a:r>
              <a:rPr sz="1800" dirty="0">
                <a:latin typeface="Times New Roman"/>
                <a:cs typeface="Times New Roman"/>
              </a:rPr>
              <a:t>in</a:t>
            </a:r>
            <a:r>
              <a:rPr sz="1800" spc="160" dirty="0">
                <a:latin typeface="Times New Roman"/>
                <a:cs typeface="Times New Roman"/>
              </a:rPr>
              <a:t> </a:t>
            </a:r>
            <a:r>
              <a:rPr sz="1800" dirty="0">
                <a:latin typeface="Times New Roman"/>
                <a:cs typeface="Times New Roman"/>
              </a:rPr>
              <a:t>the</a:t>
            </a:r>
            <a:r>
              <a:rPr sz="1800" spc="170" dirty="0">
                <a:latin typeface="Times New Roman"/>
                <a:cs typeface="Times New Roman"/>
              </a:rPr>
              <a:t> </a:t>
            </a:r>
            <a:r>
              <a:rPr sz="1800" dirty="0">
                <a:latin typeface="Times New Roman"/>
                <a:cs typeface="Times New Roman"/>
              </a:rPr>
              <a:t>shell</a:t>
            </a:r>
            <a:r>
              <a:rPr sz="1800" spc="175" dirty="0">
                <a:latin typeface="Times New Roman"/>
                <a:cs typeface="Times New Roman"/>
              </a:rPr>
              <a:t> </a:t>
            </a:r>
            <a:r>
              <a:rPr sz="1800" dirty="0">
                <a:latin typeface="Times New Roman"/>
                <a:cs typeface="Times New Roman"/>
              </a:rPr>
              <a:t>may</a:t>
            </a:r>
            <a:r>
              <a:rPr sz="1800" spc="175" dirty="0">
                <a:latin typeface="Times New Roman"/>
                <a:cs typeface="Times New Roman"/>
              </a:rPr>
              <a:t> </a:t>
            </a:r>
            <a:r>
              <a:rPr sz="1800" dirty="0">
                <a:latin typeface="Times New Roman"/>
                <a:cs typeface="Times New Roman"/>
              </a:rPr>
              <a:t>cause</a:t>
            </a:r>
            <a:r>
              <a:rPr sz="1800" spc="165" dirty="0">
                <a:latin typeface="Times New Roman"/>
                <a:cs typeface="Times New Roman"/>
              </a:rPr>
              <a:t> </a:t>
            </a:r>
            <a:r>
              <a:rPr sz="1800" spc="-20" dirty="0">
                <a:latin typeface="Times New Roman"/>
                <a:cs typeface="Times New Roman"/>
              </a:rPr>
              <a:t>soil </a:t>
            </a:r>
            <a:r>
              <a:rPr sz="1800" dirty="0">
                <a:latin typeface="Times New Roman"/>
                <a:cs typeface="Times New Roman"/>
              </a:rPr>
              <a:t>leaching</a:t>
            </a:r>
            <a:r>
              <a:rPr sz="1800" spc="380" dirty="0">
                <a:latin typeface="Times New Roman"/>
                <a:cs typeface="Times New Roman"/>
              </a:rPr>
              <a:t> </a:t>
            </a:r>
            <a:r>
              <a:rPr sz="1800" dirty="0">
                <a:latin typeface="Times New Roman"/>
                <a:cs typeface="Times New Roman"/>
              </a:rPr>
              <a:t>and</a:t>
            </a:r>
            <a:r>
              <a:rPr sz="1800" spc="395" dirty="0">
                <a:latin typeface="Times New Roman"/>
                <a:cs typeface="Times New Roman"/>
              </a:rPr>
              <a:t> </a:t>
            </a:r>
            <a:r>
              <a:rPr sz="1800" dirty="0">
                <a:latin typeface="Times New Roman"/>
                <a:cs typeface="Times New Roman"/>
              </a:rPr>
              <a:t>then</a:t>
            </a:r>
            <a:r>
              <a:rPr sz="1800" spc="395" dirty="0">
                <a:latin typeface="Times New Roman"/>
                <a:cs typeface="Times New Roman"/>
              </a:rPr>
              <a:t> </a:t>
            </a:r>
            <a:r>
              <a:rPr sz="1800" dirty="0">
                <a:latin typeface="Times New Roman"/>
                <a:cs typeface="Times New Roman"/>
              </a:rPr>
              <a:t>leads</a:t>
            </a:r>
            <a:r>
              <a:rPr sz="1800" spc="385" dirty="0">
                <a:latin typeface="Times New Roman"/>
                <a:cs typeface="Times New Roman"/>
              </a:rPr>
              <a:t> </a:t>
            </a:r>
            <a:r>
              <a:rPr sz="1800" dirty="0">
                <a:latin typeface="Times New Roman"/>
                <a:cs typeface="Times New Roman"/>
              </a:rPr>
              <a:t>to</a:t>
            </a:r>
            <a:r>
              <a:rPr sz="1800" spc="380" dirty="0">
                <a:latin typeface="Times New Roman"/>
                <a:cs typeface="Times New Roman"/>
              </a:rPr>
              <a:t> </a:t>
            </a:r>
            <a:r>
              <a:rPr sz="1800" dirty="0">
                <a:latin typeface="Times New Roman"/>
                <a:cs typeface="Times New Roman"/>
              </a:rPr>
              <a:t>contamination</a:t>
            </a:r>
            <a:r>
              <a:rPr sz="1800" spc="385" dirty="0">
                <a:latin typeface="Times New Roman"/>
                <a:cs typeface="Times New Roman"/>
              </a:rPr>
              <a:t> </a:t>
            </a:r>
            <a:r>
              <a:rPr sz="1800" dirty="0">
                <a:latin typeface="Times New Roman"/>
                <a:cs typeface="Times New Roman"/>
              </a:rPr>
              <a:t>of</a:t>
            </a:r>
            <a:r>
              <a:rPr sz="1800" spc="390" dirty="0">
                <a:latin typeface="Times New Roman"/>
                <a:cs typeface="Times New Roman"/>
              </a:rPr>
              <a:t> </a:t>
            </a:r>
            <a:r>
              <a:rPr sz="1800" dirty="0">
                <a:latin typeface="Times New Roman"/>
                <a:cs typeface="Times New Roman"/>
              </a:rPr>
              <a:t>groundwater.</a:t>
            </a:r>
            <a:r>
              <a:rPr sz="1800" spc="385" dirty="0">
                <a:latin typeface="Times New Roman"/>
                <a:cs typeface="Times New Roman"/>
              </a:rPr>
              <a:t> </a:t>
            </a:r>
            <a:r>
              <a:rPr sz="1800" dirty="0">
                <a:latin typeface="Times New Roman"/>
                <a:cs typeface="Times New Roman"/>
              </a:rPr>
              <a:t>This</a:t>
            </a:r>
            <a:r>
              <a:rPr sz="1800" spc="380" dirty="0">
                <a:latin typeface="Times New Roman"/>
                <a:cs typeface="Times New Roman"/>
              </a:rPr>
              <a:t> </a:t>
            </a:r>
            <a:r>
              <a:rPr sz="1800" dirty="0">
                <a:latin typeface="Times New Roman"/>
                <a:cs typeface="Times New Roman"/>
              </a:rPr>
              <a:t>threatens</a:t>
            </a:r>
            <a:r>
              <a:rPr sz="1800" spc="395" dirty="0">
                <a:latin typeface="Times New Roman"/>
                <a:cs typeface="Times New Roman"/>
              </a:rPr>
              <a:t> </a:t>
            </a:r>
            <a:r>
              <a:rPr sz="1800" dirty="0">
                <a:latin typeface="Times New Roman"/>
                <a:cs typeface="Times New Roman"/>
              </a:rPr>
              <a:t>the</a:t>
            </a:r>
            <a:r>
              <a:rPr sz="1800" spc="375" dirty="0">
                <a:latin typeface="Times New Roman"/>
                <a:cs typeface="Times New Roman"/>
              </a:rPr>
              <a:t> </a:t>
            </a:r>
            <a:r>
              <a:rPr sz="1800" dirty="0">
                <a:latin typeface="Times New Roman"/>
                <a:cs typeface="Times New Roman"/>
              </a:rPr>
              <a:t>life</a:t>
            </a:r>
            <a:r>
              <a:rPr sz="1800" spc="400" dirty="0">
                <a:latin typeface="Times New Roman"/>
                <a:cs typeface="Times New Roman"/>
              </a:rPr>
              <a:t> </a:t>
            </a:r>
            <a:r>
              <a:rPr sz="1800" spc="-25" dirty="0">
                <a:latin typeface="Times New Roman"/>
                <a:cs typeface="Times New Roman"/>
              </a:rPr>
              <a:t>of </a:t>
            </a:r>
            <a:r>
              <a:rPr sz="1800" dirty="0">
                <a:latin typeface="Times New Roman"/>
                <a:cs typeface="Times New Roman"/>
              </a:rPr>
              <a:t>people</a:t>
            </a:r>
            <a:r>
              <a:rPr sz="1800" spc="85" dirty="0">
                <a:latin typeface="Times New Roman"/>
                <a:cs typeface="Times New Roman"/>
              </a:rPr>
              <a:t>  </a:t>
            </a:r>
            <a:r>
              <a:rPr sz="1800" dirty="0">
                <a:latin typeface="Times New Roman"/>
                <a:cs typeface="Times New Roman"/>
              </a:rPr>
              <a:t>who</a:t>
            </a:r>
            <a:r>
              <a:rPr sz="1800" spc="80" dirty="0">
                <a:latin typeface="Times New Roman"/>
                <a:cs typeface="Times New Roman"/>
              </a:rPr>
              <a:t>  </a:t>
            </a:r>
            <a:r>
              <a:rPr sz="1800" dirty="0">
                <a:latin typeface="Times New Roman"/>
                <a:cs typeface="Times New Roman"/>
              </a:rPr>
              <a:t>use</a:t>
            </a:r>
            <a:r>
              <a:rPr sz="1800" spc="85" dirty="0">
                <a:latin typeface="Times New Roman"/>
                <a:cs typeface="Times New Roman"/>
              </a:rPr>
              <a:t>  </a:t>
            </a:r>
            <a:r>
              <a:rPr sz="1800" dirty="0">
                <a:latin typeface="Times New Roman"/>
                <a:cs typeface="Times New Roman"/>
              </a:rPr>
              <a:t>this</a:t>
            </a:r>
            <a:r>
              <a:rPr sz="1800" spc="75" dirty="0">
                <a:latin typeface="Times New Roman"/>
                <a:cs typeface="Times New Roman"/>
              </a:rPr>
              <a:t>  </a:t>
            </a:r>
            <a:r>
              <a:rPr sz="1800" dirty="0">
                <a:latin typeface="Times New Roman"/>
                <a:cs typeface="Times New Roman"/>
              </a:rPr>
              <a:t>water</a:t>
            </a:r>
            <a:r>
              <a:rPr sz="1800" spc="90" dirty="0">
                <a:latin typeface="Times New Roman"/>
                <a:cs typeface="Times New Roman"/>
              </a:rPr>
              <a:t>  </a:t>
            </a:r>
            <a:r>
              <a:rPr sz="1800" dirty="0">
                <a:latin typeface="Times New Roman"/>
                <a:cs typeface="Times New Roman"/>
              </a:rPr>
              <a:t>and</a:t>
            </a:r>
            <a:r>
              <a:rPr sz="1800" spc="80" dirty="0">
                <a:latin typeface="Times New Roman"/>
                <a:cs typeface="Times New Roman"/>
              </a:rPr>
              <a:t>  </a:t>
            </a:r>
            <a:r>
              <a:rPr sz="1800" dirty="0">
                <a:latin typeface="Times New Roman"/>
                <a:cs typeface="Times New Roman"/>
              </a:rPr>
              <a:t>the</a:t>
            </a:r>
            <a:r>
              <a:rPr sz="1800" spc="90" dirty="0">
                <a:latin typeface="Times New Roman"/>
                <a:cs typeface="Times New Roman"/>
              </a:rPr>
              <a:t>  </a:t>
            </a:r>
            <a:r>
              <a:rPr sz="1800" dirty="0">
                <a:latin typeface="Times New Roman"/>
                <a:cs typeface="Times New Roman"/>
              </a:rPr>
              <a:t>animals</a:t>
            </a:r>
            <a:r>
              <a:rPr sz="1800" spc="75" dirty="0">
                <a:latin typeface="Times New Roman"/>
                <a:cs typeface="Times New Roman"/>
              </a:rPr>
              <a:t>  </a:t>
            </a:r>
            <a:r>
              <a:rPr sz="1800" dirty="0">
                <a:latin typeface="Times New Roman"/>
                <a:cs typeface="Times New Roman"/>
              </a:rPr>
              <a:t>that</a:t>
            </a:r>
            <a:r>
              <a:rPr sz="1800" spc="85" dirty="0">
                <a:latin typeface="Times New Roman"/>
                <a:cs typeface="Times New Roman"/>
              </a:rPr>
              <a:t>  </a:t>
            </a:r>
            <a:r>
              <a:rPr sz="1800" dirty="0">
                <a:latin typeface="Times New Roman"/>
                <a:cs typeface="Times New Roman"/>
              </a:rPr>
              <a:t>depend</a:t>
            </a:r>
            <a:r>
              <a:rPr sz="1800" spc="85" dirty="0">
                <a:latin typeface="Times New Roman"/>
                <a:cs typeface="Times New Roman"/>
              </a:rPr>
              <a:t>  </a:t>
            </a:r>
            <a:r>
              <a:rPr sz="1800" dirty="0">
                <a:latin typeface="Times New Roman"/>
                <a:cs typeface="Times New Roman"/>
              </a:rPr>
              <a:t>on</a:t>
            </a:r>
            <a:r>
              <a:rPr sz="1800" spc="80" dirty="0">
                <a:latin typeface="Times New Roman"/>
                <a:cs typeface="Times New Roman"/>
              </a:rPr>
              <a:t>  </a:t>
            </a:r>
            <a:r>
              <a:rPr sz="1800" dirty="0">
                <a:latin typeface="Times New Roman"/>
                <a:cs typeface="Times New Roman"/>
              </a:rPr>
              <a:t>this</a:t>
            </a:r>
            <a:r>
              <a:rPr sz="1800" spc="80" dirty="0">
                <a:latin typeface="Times New Roman"/>
                <a:cs typeface="Times New Roman"/>
              </a:rPr>
              <a:t>  </a:t>
            </a:r>
            <a:r>
              <a:rPr sz="1800" dirty="0">
                <a:latin typeface="Times New Roman"/>
                <a:cs typeface="Times New Roman"/>
              </a:rPr>
              <a:t>water</a:t>
            </a:r>
            <a:r>
              <a:rPr sz="1800" spc="85" dirty="0">
                <a:latin typeface="Times New Roman"/>
                <a:cs typeface="Times New Roman"/>
              </a:rPr>
              <a:t>  </a:t>
            </a:r>
            <a:r>
              <a:rPr sz="1800" dirty="0">
                <a:latin typeface="Times New Roman"/>
                <a:cs typeface="Times New Roman"/>
              </a:rPr>
              <a:t>for</a:t>
            </a:r>
            <a:r>
              <a:rPr sz="1800" spc="85" dirty="0">
                <a:latin typeface="Times New Roman"/>
                <a:cs typeface="Times New Roman"/>
              </a:rPr>
              <a:t>  </a:t>
            </a:r>
            <a:r>
              <a:rPr sz="1800" spc="-10" dirty="0">
                <a:latin typeface="Times New Roman"/>
                <a:cs typeface="Times New Roman"/>
              </a:rPr>
              <a:t>their </a:t>
            </a:r>
            <a:r>
              <a:rPr sz="1800" dirty="0">
                <a:latin typeface="Times New Roman"/>
                <a:cs typeface="Times New Roman"/>
              </a:rPr>
              <a:t>nourishment.</a:t>
            </a:r>
            <a:r>
              <a:rPr sz="1800" spc="415" dirty="0">
                <a:latin typeface="Times New Roman"/>
                <a:cs typeface="Times New Roman"/>
              </a:rPr>
              <a:t> </a:t>
            </a:r>
            <a:r>
              <a:rPr sz="1800" dirty="0">
                <a:latin typeface="Times New Roman"/>
                <a:cs typeface="Times New Roman"/>
              </a:rPr>
              <a:t>The</a:t>
            </a:r>
            <a:r>
              <a:rPr sz="1800" spc="415" dirty="0">
                <a:latin typeface="Times New Roman"/>
                <a:cs typeface="Times New Roman"/>
              </a:rPr>
              <a:t> </a:t>
            </a:r>
            <a:r>
              <a:rPr sz="1800" dirty="0">
                <a:latin typeface="Times New Roman"/>
                <a:cs typeface="Times New Roman"/>
              </a:rPr>
              <a:t>rudimentary</a:t>
            </a:r>
            <a:r>
              <a:rPr sz="1800" spc="420" dirty="0">
                <a:latin typeface="Times New Roman"/>
                <a:cs typeface="Times New Roman"/>
              </a:rPr>
              <a:t> </a:t>
            </a:r>
            <a:r>
              <a:rPr sz="1800" dirty="0">
                <a:latin typeface="Times New Roman"/>
                <a:cs typeface="Times New Roman"/>
              </a:rPr>
              <a:t>process</a:t>
            </a:r>
            <a:r>
              <a:rPr sz="1800" spc="400" dirty="0">
                <a:latin typeface="Times New Roman"/>
                <a:cs typeface="Times New Roman"/>
              </a:rPr>
              <a:t> </a:t>
            </a:r>
            <a:r>
              <a:rPr sz="1800" dirty="0">
                <a:latin typeface="Times New Roman"/>
                <a:cs typeface="Times New Roman"/>
              </a:rPr>
              <a:t>of</a:t>
            </a:r>
            <a:r>
              <a:rPr sz="1800" spc="415" dirty="0">
                <a:latin typeface="Times New Roman"/>
                <a:cs typeface="Times New Roman"/>
              </a:rPr>
              <a:t> </a:t>
            </a:r>
            <a:r>
              <a:rPr sz="1800" dirty="0">
                <a:latin typeface="Times New Roman"/>
                <a:cs typeface="Times New Roman"/>
              </a:rPr>
              <a:t>reprocessing</a:t>
            </a:r>
            <a:r>
              <a:rPr sz="1800" spc="420" dirty="0">
                <a:latin typeface="Times New Roman"/>
                <a:cs typeface="Times New Roman"/>
              </a:rPr>
              <a:t> </a:t>
            </a:r>
            <a:r>
              <a:rPr sz="1800" dirty="0">
                <a:latin typeface="Times New Roman"/>
                <a:cs typeface="Times New Roman"/>
              </a:rPr>
              <a:t>of</a:t>
            </a:r>
            <a:r>
              <a:rPr sz="1800" spc="415" dirty="0">
                <a:latin typeface="Times New Roman"/>
                <a:cs typeface="Times New Roman"/>
              </a:rPr>
              <a:t> </a:t>
            </a:r>
            <a:r>
              <a:rPr sz="1800" spc="-25" dirty="0">
                <a:latin typeface="Times New Roman"/>
                <a:cs typeface="Times New Roman"/>
              </a:rPr>
              <a:t>E-</a:t>
            </a:r>
            <a:r>
              <a:rPr sz="1800" dirty="0">
                <a:latin typeface="Times New Roman"/>
                <a:cs typeface="Times New Roman"/>
              </a:rPr>
              <a:t>waste</a:t>
            </a:r>
            <a:r>
              <a:rPr sz="1800" spc="420" dirty="0">
                <a:latin typeface="Times New Roman"/>
                <a:cs typeface="Times New Roman"/>
              </a:rPr>
              <a:t> </a:t>
            </a:r>
            <a:r>
              <a:rPr sz="1800" dirty="0">
                <a:latin typeface="Times New Roman"/>
                <a:cs typeface="Times New Roman"/>
              </a:rPr>
              <a:t>also</a:t>
            </a:r>
            <a:r>
              <a:rPr sz="1800" spc="415" dirty="0">
                <a:latin typeface="Times New Roman"/>
                <a:cs typeface="Times New Roman"/>
              </a:rPr>
              <a:t> </a:t>
            </a:r>
            <a:r>
              <a:rPr sz="1800" dirty="0">
                <a:latin typeface="Times New Roman"/>
                <a:cs typeface="Times New Roman"/>
              </a:rPr>
              <a:t>leads</a:t>
            </a:r>
            <a:r>
              <a:rPr sz="1800" spc="409" dirty="0">
                <a:latin typeface="Times New Roman"/>
                <a:cs typeface="Times New Roman"/>
              </a:rPr>
              <a:t> </a:t>
            </a:r>
            <a:r>
              <a:rPr sz="1800" spc="-10" dirty="0">
                <a:latin typeface="Times New Roman"/>
                <a:cs typeface="Times New Roman"/>
              </a:rPr>
              <a:t>heavy </a:t>
            </a:r>
            <a:r>
              <a:rPr sz="1800" dirty="0">
                <a:latin typeface="Times New Roman"/>
                <a:cs typeface="Times New Roman"/>
              </a:rPr>
              <a:t>metals</a:t>
            </a:r>
            <a:r>
              <a:rPr sz="1800" spc="20" dirty="0">
                <a:latin typeface="Times New Roman"/>
                <a:cs typeface="Times New Roman"/>
              </a:rPr>
              <a:t> </a:t>
            </a:r>
            <a:r>
              <a:rPr sz="1800" dirty="0">
                <a:latin typeface="Times New Roman"/>
                <a:cs typeface="Times New Roman"/>
              </a:rPr>
              <a:t>and</a:t>
            </a:r>
            <a:r>
              <a:rPr sz="1800" spc="15" dirty="0">
                <a:latin typeface="Times New Roman"/>
                <a:cs typeface="Times New Roman"/>
              </a:rPr>
              <a:t> </a:t>
            </a:r>
            <a:r>
              <a:rPr sz="1800" dirty="0">
                <a:latin typeface="Times New Roman"/>
                <a:cs typeface="Times New Roman"/>
              </a:rPr>
              <a:t>persistent</a:t>
            </a:r>
            <a:r>
              <a:rPr sz="1800" spc="25" dirty="0">
                <a:latin typeface="Times New Roman"/>
                <a:cs typeface="Times New Roman"/>
              </a:rPr>
              <a:t> </a:t>
            </a:r>
            <a:r>
              <a:rPr sz="1800" dirty="0">
                <a:latin typeface="Times New Roman"/>
                <a:cs typeface="Times New Roman"/>
              </a:rPr>
              <a:t>organic</a:t>
            </a:r>
            <a:r>
              <a:rPr sz="1800" spc="35" dirty="0">
                <a:latin typeface="Times New Roman"/>
                <a:cs typeface="Times New Roman"/>
              </a:rPr>
              <a:t> </a:t>
            </a:r>
            <a:r>
              <a:rPr sz="1800" dirty="0">
                <a:latin typeface="Times New Roman"/>
                <a:cs typeface="Times New Roman"/>
              </a:rPr>
              <a:t>pollutants</a:t>
            </a:r>
            <a:r>
              <a:rPr sz="1800" spc="10" dirty="0">
                <a:latin typeface="Times New Roman"/>
                <a:cs typeface="Times New Roman"/>
              </a:rPr>
              <a:t> </a:t>
            </a:r>
            <a:r>
              <a:rPr sz="1800" dirty="0">
                <a:latin typeface="Times New Roman"/>
                <a:cs typeface="Times New Roman"/>
              </a:rPr>
              <a:t>to</a:t>
            </a:r>
            <a:r>
              <a:rPr sz="1800" spc="5" dirty="0">
                <a:latin typeface="Times New Roman"/>
                <a:cs typeface="Times New Roman"/>
              </a:rPr>
              <a:t> </a:t>
            </a:r>
            <a:r>
              <a:rPr sz="1800" dirty="0">
                <a:latin typeface="Times New Roman"/>
                <a:cs typeface="Times New Roman"/>
              </a:rPr>
              <a:t>collect</a:t>
            </a:r>
            <a:r>
              <a:rPr sz="1800" spc="20" dirty="0">
                <a:latin typeface="Times New Roman"/>
                <a:cs typeface="Times New Roman"/>
              </a:rPr>
              <a:t> </a:t>
            </a:r>
            <a:r>
              <a:rPr sz="1800" dirty="0">
                <a:latin typeface="Times New Roman"/>
                <a:cs typeface="Times New Roman"/>
              </a:rPr>
              <a:t>inside</a:t>
            </a:r>
            <a:r>
              <a:rPr sz="1800" spc="20" dirty="0">
                <a:latin typeface="Times New Roman"/>
                <a:cs typeface="Times New Roman"/>
              </a:rPr>
              <a:t> </a:t>
            </a:r>
            <a:r>
              <a:rPr sz="1800" dirty="0">
                <a:latin typeface="Times New Roman"/>
                <a:cs typeface="Times New Roman"/>
              </a:rPr>
              <a:t>the</a:t>
            </a:r>
            <a:r>
              <a:rPr sz="1800" spc="15" dirty="0">
                <a:latin typeface="Times New Roman"/>
                <a:cs typeface="Times New Roman"/>
              </a:rPr>
              <a:t> </a:t>
            </a:r>
            <a:r>
              <a:rPr sz="1800" dirty="0">
                <a:latin typeface="Times New Roman"/>
                <a:cs typeface="Times New Roman"/>
              </a:rPr>
              <a:t>human</a:t>
            </a:r>
            <a:r>
              <a:rPr sz="1800" spc="30" dirty="0">
                <a:latin typeface="Times New Roman"/>
                <a:cs typeface="Times New Roman"/>
              </a:rPr>
              <a:t> </a:t>
            </a:r>
            <a:r>
              <a:rPr sz="1800" dirty="0">
                <a:latin typeface="Times New Roman"/>
                <a:cs typeface="Times New Roman"/>
              </a:rPr>
              <a:t>body</a:t>
            </a:r>
            <a:r>
              <a:rPr sz="1800" spc="35" dirty="0">
                <a:latin typeface="Times New Roman"/>
                <a:cs typeface="Times New Roman"/>
              </a:rPr>
              <a:t> </a:t>
            </a:r>
            <a:r>
              <a:rPr sz="1800" dirty="0">
                <a:latin typeface="Times New Roman"/>
                <a:cs typeface="Times New Roman"/>
              </a:rPr>
              <a:t>on</a:t>
            </a:r>
            <a:r>
              <a:rPr sz="1800" spc="5" dirty="0">
                <a:latin typeface="Times New Roman"/>
                <a:cs typeface="Times New Roman"/>
              </a:rPr>
              <a:t> </a:t>
            </a:r>
            <a:r>
              <a:rPr sz="1800" dirty="0">
                <a:latin typeface="Times New Roman"/>
                <a:cs typeface="Times New Roman"/>
              </a:rPr>
              <a:t>inhaling</a:t>
            </a:r>
            <a:r>
              <a:rPr sz="1800" spc="25" dirty="0">
                <a:latin typeface="Times New Roman"/>
                <a:cs typeface="Times New Roman"/>
              </a:rPr>
              <a:t> </a:t>
            </a:r>
            <a:r>
              <a:rPr sz="1800" spc="-25" dirty="0">
                <a:latin typeface="Times New Roman"/>
                <a:cs typeface="Times New Roman"/>
              </a:rPr>
              <a:t>the </a:t>
            </a:r>
            <a:r>
              <a:rPr sz="1800" dirty="0">
                <a:latin typeface="Times New Roman"/>
                <a:cs typeface="Times New Roman"/>
              </a:rPr>
              <a:t>polluted</a:t>
            </a:r>
            <a:r>
              <a:rPr sz="1800" spc="-30" dirty="0">
                <a:latin typeface="Times New Roman"/>
                <a:cs typeface="Times New Roman"/>
              </a:rPr>
              <a:t> </a:t>
            </a:r>
            <a:r>
              <a:rPr sz="1800" spc="-20" dirty="0">
                <a:latin typeface="Times New Roman"/>
                <a:cs typeface="Times New Roman"/>
              </a:rPr>
              <a:t>air.</a:t>
            </a:r>
            <a:endParaRPr sz="1800">
              <a:latin typeface="Times New Roman"/>
              <a:cs typeface="Times New Roman"/>
            </a:endParaRPr>
          </a:p>
          <a:p>
            <a:pPr marL="355600" marR="5080" indent="-342900" algn="just">
              <a:lnSpc>
                <a:spcPct val="100000"/>
              </a:lnSpc>
              <a:spcBef>
                <a:spcPts val="434"/>
              </a:spcBef>
              <a:buAutoNum type="arabicParenR"/>
              <a:tabLst>
                <a:tab pos="355600" algn="l"/>
              </a:tabLst>
            </a:pPr>
            <a:r>
              <a:rPr sz="1800" b="1" dirty="0">
                <a:latin typeface="Times New Roman"/>
                <a:cs typeface="Times New Roman"/>
              </a:rPr>
              <a:t>Soil</a:t>
            </a:r>
            <a:r>
              <a:rPr sz="1800" b="1" spc="-15" dirty="0">
                <a:latin typeface="Times New Roman"/>
                <a:cs typeface="Times New Roman"/>
              </a:rPr>
              <a:t> </a:t>
            </a:r>
            <a:r>
              <a:rPr sz="1800" b="1" dirty="0">
                <a:latin typeface="Times New Roman"/>
                <a:cs typeface="Times New Roman"/>
              </a:rPr>
              <a:t>Pollution:</a:t>
            </a:r>
            <a:r>
              <a:rPr sz="1800" b="1" spc="-15" dirty="0">
                <a:latin typeface="Times New Roman"/>
                <a:cs typeface="Times New Roman"/>
              </a:rPr>
              <a:t> </a:t>
            </a:r>
            <a:r>
              <a:rPr sz="1800" spc="-10" dirty="0">
                <a:latin typeface="Times New Roman"/>
                <a:cs typeface="Times New Roman"/>
              </a:rPr>
              <a:t>E-</a:t>
            </a:r>
            <a:r>
              <a:rPr sz="1800" dirty="0">
                <a:latin typeface="Times New Roman"/>
                <a:cs typeface="Times New Roman"/>
              </a:rPr>
              <a:t>waste</a:t>
            </a:r>
            <a:r>
              <a:rPr sz="1800" spc="-5" dirty="0">
                <a:latin typeface="Times New Roman"/>
                <a:cs typeface="Times New Roman"/>
              </a:rPr>
              <a:t> </a:t>
            </a:r>
            <a:r>
              <a:rPr sz="1800" dirty="0">
                <a:latin typeface="Times New Roman"/>
                <a:cs typeface="Times New Roman"/>
              </a:rPr>
              <a:t>poor handling also</a:t>
            </a:r>
            <a:r>
              <a:rPr sz="1800" spc="-25" dirty="0">
                <a:latin typeface="Times New Roman"/>
                <a:cs typeface="Times New Roman"/>
              </a:rPr>
              <a:t> </a:t>
            </a:r>
            <a:r>
              <a:rPr sz="1800" dirty="0">
                <a:latin typeface="Times New Roman"/>
                <a:cs typeface="Times New Roman"/>
              </a:rPr>
              <a:t>leads</a:t>
            </a:r>
            <a:r>
              <a:rPr sz="1800" spc="-10" dirty="0">
                <a:latin typeface="Times New Roman"/>
                <a:cs typeface="Times New Roman"/>
              </a:rPr>
              <a:t> </a:t>
            </a:r>
            <a:r>
              <a:rPr sz="1800" dirty="0">
                <a:latin typeface="Times New Roman"/>
                <a:cs typeface="Times New Roman"/>
              </a:rPr>
              <a:t>to</a:t>
            </a:r>
            <a:r>
              <a:rPr sz="1800" spc="-5" dirty="0">
                <a:latin typeface="Times New Roman"/>
                <a:cs typeface="Times New Roman"/>
              </a:rPr>
              <a:t> </a:t>
            </a:r>
            <a:r>
              <a:rPr sz="1800" dirty="0">
                <a:latin typeface="Times New Roman"/>
                <a:cs typeface="Times New Roman"/>
              </a:rPr>
              <a:t>soil</a:t>
            </a:r>
            <a:r>
              <a:rPr sz="1800" spc="-5" dirty="0">
                <a:latin typeface="Times New Roman"/>
                <a:cs typeface="Times New Roman"/>
              </a:rPr>
              <a:t> </a:t>
            </a:r>
            <a:r>
              <a:rPr sz="1800" dirty="0">
                <a:latin typeface="Times New Roman"/>
                <a:cs typeface="Times New Roman"/>
              </a:rPr>
              <a:t>pollution. In</a:t>
            </a:r>
            <a:r>
              <a:rPr sz="1800" spc="-10" dirty="0">
                <a:latin typeface="Times New Roman"/>
                <a:cs typeface="Times New Roman"/>
              </a:rPr>
              <a:t> </a:t>
            </a:r>
            <a:r>
              <a:rPr sz="1800" dirty="0">
                <a:latin typeface="Times New Roman"/>
                <a:cs typeface="Times New Roman"/>
              </a:rPr>
              <a:t>this</a:t>
            </a:r>
            <a:r>
              <a:rPr sz="1800" spc="-5" dirty="0">
                <a:latin typeface="Times New Roman"/>
                <a:cs typeface="Times New Roman"/>
              </a:rPr>
              <a:t> </a:t>
            </a:r>
            <a:r>
              <a:rPr sz="1800" spc="-10" dirty="0">
                <a:latin typeface="Times New Roman"/>
                <a:cs typeface="Times New Roman"/>
              </a:rPr>
              <a:t>way,</a:t>
            </a:r>
            <a:r>
              <a:rPr sz="1800" dirty="0">
                <a:latin typeface="Times New Roman"/>
                <a:cs typeface="Times New Roman"/>
              </a:rPr>
              <a:t> </a:t>
            </a:r>
            <a:r>
              <a:rPr sz="1800" spc="-10" dirty="0">
                <a:latin typeface="Times New Roman"/>
                <a:cs typeface="Times New Roman"/>
              </a:rPr>
              <a:t>poisonous </a:t>
            </a:r>
            <a:r>
              <a:rPr sz="1800" dirty="0">
                <a:latin typeface="Times New Roman"/>
                <a:cs typeface="Times New Roman"/>
              </a:rPr>
              <a:t>heavy</a:t>
            </a:r>
            <a:r>
              <a:rPr sz="1800" spc="185" dirty="0">
                <a:latin typeface="Times New Roman"/>
                <a:cs typeface="Times New Roman"/>
              </a:rPr>
              <a:t> </a:t>
            </a:r>
            <a:r>
              <a:rPr sz="1800" dirty="0">
                <a:latin typeface="Times New Roman"/>
                <a:cs typeface="Times New Roman"/>
              </a:rPr>
              <a:t>metals</a:t>
            </a:r>
            <a:r>
              <a:rPr sz="1800" spc="160" dirty="0">
                <a:latin typeface="Times New Roman"/>
                <a:cs typeface="Times New Roman"/>
              </a:rPr>
              <a:t> </a:t>
            </a:r>
            <a:r>
              <a:rPr sz="1800" dirty="0">
                <a:latin typeface="Times New Roman"/>
                <a:cs typeface="Times New Roman"/>
              </a:rPr>
              <a:t>and</a:t>
            </a:r>
            <a:r>
              <a:rPr sz="1800" spc="175" dirty="0">
                <a:latin typeface="Times New Roman"/>
                <a:cs typeface="Times New Roman"/>
              </a:rPr>
              <a:t> </a:t>
            </a:r>
            <a:r>
              <a:rPr sz="1800" dirty="0">
                <a:latin typeface="Times New Roman"/>
                <a:cs typeface="Times New Roman"/>
              </a:rPr>
              <a:t>elements</a:t>
            </a:r>
            <a:r>
              <a:rPr sz="1800" spc="170" dirty="0">
                <a:latin typeface="Times New Roman"/>
                <a:cs typeface="Times New Roman"/>
              </a:rPr>
              <a:t> </a:t>
            </a:r>
            <a:r>
              <a:rPr sz="1800" dirty="0">
                <a:latin typeface="Times New Roman"/>
                <a:cs typeface="Times New Roman"/>
              </a:rPr>
              <a:t>from</a:t>
            </a:r>
            <a:r>
              <a:rPr sz="1800" spc="165" dirty="0">
                <a:latin typeface="Times New Roman"/>
                <a:cs typeface="Times New Roman"/>
              </a:rPr>
              <a:t> </a:t>
            </a:r>
            <a:r>
              <a:rPr sz="1800" spc="-10" dirty="0">
                <a:latin typeface="Times New Roman"/>
                <a:cs typeface="Times New Roman"/>
              </a:rPr>
              <a:t>E-</a:t>
            </a:r>
            <a:r>
              <a:rPr sz="1800" dirty="0">
                <a:latin typeface="Times New Roman"/>
                <a:cs typeface="Times New Roman"/>
              </a:rPr>
              <a:t>waste</a:t>
            </a:r>
            <a:r>
              <a:rPr sz="1800" spc="165" dirty="0">
                <a:latin typeface="Times New Roman"/>
                <a:cs typeface="Times New Roman"/>
              </a:rPr>
              <a:t> </a:t>
            </a:r>
            <a:r>
              <a:rPr sz="1800" dirty="0">
                <a:latin typeface="Times New Roman"/>
                <a:cs typeface="Times New Roman"/>
              </a:rPr>
              <a:t>pass</a:t>
            </a:r>
            <a:r>
              <a:rPr sz="1800" spc="150" dirty="0">
                <a:latin typeface="Times New Roman"/>
                <a:cs typeface="Times New Roman"/>
              </a:rPr>
              <a:t> </a:t>
            </a:r>
            <a:r>
              <a:rPr sz="1800" dirty="0">
                <a:latin typeface="Times New Roman"/>
                <a:cs typeface="Times New Roman"/>
              </a:rPr>
              <a:t>in</a:t>
            </a:r>
            <a:r>
              <a:rPr sz="1800" spc="165" dirty="0">
                <a:latin typeface="Times New Roman"/>
                <a:cs typeface="Times New Roman"/>
              </a:rPr>
              <a:t> </a:t>
            </a:r>
            <a:r>
              <a:rPr sz="1800" dirty="0">
                <a:latin typeface="Times New Roman"/>
                <a:cs typeface="Times New Roman"/>
              </a:rPr>
              <a:t>the</a:t>
            </a:r>
            <a:r>
              <a:rPr sz="1800" spc="165" dirty="0">
                <a:latin typeface="Times New Roman"/>
                <a:cs typeface="Times New Roman"/>
              </a:rPr>
              <a:t> </a:t>
            </a:r>
            <a:r>
              <a:rPr sz="1800" spc="-10" dirty="0">
                <a:latin typeface="Times New Roman"/>
                <a:cs typeface="Times New Roman"/>
              </a:rPr>
              <a:t>“soil-crop-</a:t>
            </a:r>
            <a:r>
              <a:rPr sz="1800" dirty="0">
                <a:latin typeface="Times New Roman"/>
                <a:cs typeface="Times New Roman"/>
              </a:rPr>
              <a:t>food</a:t>
            </a:r>
            <a:r>
              <a:rPr sz="1800" spc="170" dirty="0">
                <a:latin typeface="Times New Roman"/>
                <a:cs typeface="Times New Roman"/>
              </a:rPr>
              <a:t> </a:t>
            </a:r>
            <a:r>
              <a:rPr sz="1800" dirty="0">
                <a:latin typeface="Times New Roman"/>
                <a:cs typeface="Times New Roman"/>
              </a:rPr>
              <a:t>pathway,”</a:t>
            </a:r>
            <a:r>
              <a:rPr sz="1800" spc="165" dirty="0">
                <a:latin typeface="Times New Roman"/>
                <a:cs typeface="Times New Roman"/>
              </a:rPr>
              <a:t> </a:t>
            </a:r>
            <a:r>
              <a:rPr sz="1800" dirty="0">
                <a:latin typeface="Times New Roman"/>
                <a:cs typeface="Times New Roman"/>
              </a:rPr>
              <a:t>one</a:t>
            </a:r>
            <a:r>
              <a:rPr sz="1800" spc="180" dirty="0">
                <a:latin typeface="Times New Roman"/>
                <a:cs typeface="Times New Roman"/>
              </a:rPr>
              <a:t> </a:t>
            </a:r>
            <a:r>
              <a:rPr sz="1800" spc="-25" dirty="0">
                <a:latin typeface="Times New Roman"/>
                <a:cs typeface="Times New Roman"/>
              </a:rPr>
              <a:t>of </a:t>
            </a:r>
            <a:r>
              <a:rPr sz="1800" dirty="0">
                <a:latin typeface="Times New Roman"/>
                <a:cs typeface="Times New Roman"/>
              </a:rPr>
              <a:t>the</a:t>
            </a:r>
            <a:r>
              <a:rPr sz="1800" spc="-30" dirty="0">
                <a:latin typeface="Times New Roman"/>
                <a:cs typeface="Times New Roman"/>
              </a:rPr>
              <a:t> </a:t>
            </a:r>
            <a:r>
              <a:rPr sz="1800" dirty="0">
                <a:latin typeface="Times New Roman"/>
                <a:cs typeface="Times New Roman"/>
              </a:rPr>
              <a:t>most</a:t>
            </a:r>
            <a:r>
              <a:rPr sz="1800" spc="-25" dirty="0">
                <a:latin typeface="Times New Roman"/>
                <a:cs typeface="Times New Roman"/>
              </a:rPr>
              <a:t> </a:t>
            </a:r>
            <a:r>
              <a:rPr sz="1800" dirty="0">
                <a:latin typeface="Times New Roman"/>
                <a:cs typeface="Times New Roman"/>
              </a:rPr>
              <a:t>important</a:t>
            </a:r>
            <a:r>
              <a:rPr sz="1800" spc="-25" dirty="0">
                <a:latin typeface="Times New Roman"/>
                <a:cs typeface="Times New Roman"/>
              </a:rPr>
              <a:t> </a:t>
            </a:r>
            <a:r>
              <a:rPr sz="1800" dirty="0">
                <a:latin typeface="Times New Roman"/>
                <a:cs typeface="Times New Roman"/>
              </a:rPr>
              <a:t>routes</a:t>
            </a:r>
            <a:r>
              <a:rPr sz="1800" spc="-40" dirty="0">
                <a:latin typeface="Times New Roman"/>
                <a:cs typeface="Times New Roman"/>
              </a:rPr>
              <a:t> </a:t>
            </a:r>
            <a:r>
              <a:rPr sz="1800" dirty="0">
                <a:latin typeface="Times New Roman"/>
                <a:cs typeface="Times New Roman"/>
              </a:rPr>
              <a:t>for</a:t>
            </a:r>
            <a:r>
              <a:rPr sz="1800" spc="-20" dirty="0">
                <a:latin typeface="Times New Roman"/>
                <a:cs typeface="Times New Roman"/>
              </a:rPr>
              <a:t> </a:t>
            </a:r>
            <a:r>
              <a:rPr sz="1800" dirty="0">
                <a:latin typeface="Times New Roman"/>
                <a:cs typeface="Times New Roman"/>
              </a:rPr>
              <a:t>exposure</a:t>
            </a:r>
            <a:r>
              <a:rPr sz="1800" spc="-30" dirty="0">
                <a:latin typeface="Times New Roman"/>
                <a:cs typeface="Times New Roman"/>
              </a:rPr>
              <a:t> </a:t>
            </a:r>
            <a:r>
              <a:rPr sz="1800" dirty="0">
                <a:latin typeface="Times New Roman"/>
                <a:cs typeface="Times New Roman"/>
              </a:rPr>
              <a:t>of</a:t>
            </a:r>
            <a:r>
              <a:rPr sz="1800" spc="-35" dirty="0">
                <a:latin typeface="Times New Roman"/>
                <a:cs typeface="Times New Roman"/>
              </a:rPr>
              <a:t> </a:t>
            </a:r>
            <a:r>
              <a:rPr sz="1800" dirty="0">
                <a:latin typeface="Times New Roman"/>
                <a:cs typeface="Times New Roman"/>
              </a:rPr>
              <a:t>the</a:t>
            </a:r>
            <a:r>
              <a:rPr sz="1800" spc="-30" dirty="0">
                <a:latin typeface="Times New Roman"/>
                <a:cs typeface="Times New Roman"/>
              </a:rPr>
              <a:t> </a:t>
            </a:r>
            <a:r>
              <a:rPr sz="1800" dirty="0">
                <a:latin typeface="Times New Roman"/>
                <a:cs typeface="Times New Roman"/>
              </a:rPr>
              <a:t>human</a:t>
            </a:r>
            <a:r>
              <a:rPr sz="1800" spc="-15" dirty="0">
                <a:latin typeface="Times New Roman"/>
                <a:cs typeface="Times New Roman"/>
              </a:rPr>
              <a:t> </a:t>
            </a:r>
            <a:r>
              <a:rPr sz="1800" dirty="0">
                <a:latin typeface="Times New Roman"/>
                <a:cs typeface="Times New Roman"/>
              </a:rPr>
              <a:t>to</a:t>
            </a:r>
            <a:r>
              <a:rPr sz="1800" spc="-40" dirty="0">
                <a:latin typeface="Times New Roman"/>
                <a:cs typeface="Times New Roman"/>
              </a:rPr>
              <a:t> </a:t>
            </a:r>
            <a:r>
              <a:rPr sz="1800" dirty="0">
                <a:latin typeface="Times New Roman"/>
                <a:cs typeface="Times New Roman"/>
              </a:rPr>
              <a:t>heavy</a:t>
            </a:r>
            <a:r>
              <a:rPr sz="1800" spc="-30" dirty="0">
                <a:latin typeface="Times New Roman"/>
                <a:cs typeface="Times New Roman"/>
              </a:rPr>
              <a:t> </a:t>
            </a:r>
            <a:r>
              <a:rPr sz="1800" spc="-10" dirty="0">
                <a:latin typeface="Times New Roman"/>
                <a:cs typeface="Times New Roman"/>
              </a:rPr>
              <a:t>metals.</a:t>
            </a:r>
            <a:endParaRPr sz="180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07340" y="838200"/>
            <a:ext cx="8454390" cy="1542089"/>
          </a:xfrm>
          <a:prstGeom prst="rect">
            <a:avLst/>
          </a:prstGeom>
        </p:spPr>
        <p:txBody>
          <a:bodyPr vert="horz" wrap="square" lIns="0" tIns="79375" rIns="0" bIns="0" rtlCol="0">
            <a:spAutoFit/>
          </a:bodyPr>
          <a:lstStyle/>
          <a:p>
            <a:pPr marL="12700" algn="just">
              <a:lnSpc>
                <a:spcPct val="100000"/>
              </a:lnSpc>
              <a:spcBef>
                <a:spcPts val="625"/>
              </a:spcBef>
            </a:pPr>
            <a:r>
              <a:rPr b="1" dirty="0">
                <a:latin typeface="Times New Roman"/>
                <a:cs typeface="Times New Roman"/>
              </a:rPr>
              <a:t>What</a:t>
            </a:r>
            <a:r>
              <a:rPr b="1" spc="-40" dirty="0">
                <a:latin typeface="Times New Roman"/>
                <a:cs typeface="Times New Roman"/>
              </a:rPr>
              <a:t> </a:t>
            </a:r>
            <a:r>
              <a:rPr b="1" dirty="0">
                <a:latin typeface="Times New Roman"/>
                <a:cs typeface="Times New Roman"/>
              </a:rPr>
              <a:t>is</a:t>
            </a:r>
            <a:r>
              <a:rPr b="1" spc="-35" dirty="0">
                <a:latin typeface="Times New Roman"/>
                <a:cs typeface="Times New Roman"/>
              </a:rPr>
              <a:t> </a:t>
            </a:r>
            <a:r>
              <a:rPr b="1" dirty="0">
                <a:latin typeface="Times New Roman"/>
                <a:cs typeface="Times New Roman"/>
              </a:rPr>
              <a:t>E-</a:t>
            </a:r>
            <a:r>
              <a:rPr b="1" spc="-70" dirty="0">
                <a:latin typeface="Times New Roman"/>
                <a:cs typeface="Times New Roman"/>
              </a:rPr>
              <a:t> </a:t>
            </a:r>
            <a:r>
              <a:rPr b="1" spc="-20" dirty="0">
                <a:latin typeface="Times New Roman"/>
                <a:cs typeface="Times New Roman"/>
              </a:rPr>
              <a:t>Waste</a:t>
            </a:r>
            <a:r>
              <a:rPr b="1" spc="-35" dirty="0">
                <a:latin typeface="Times New Roman"/>
                <a:cs typeface="Times New Roman"/>
              </a:rPr>
              <a:t> </a:t>
            </a:r>
            <a:r>
              <a:rPr b="1" spc="-10" dirty="0">
                <a:latin typeface="Times New Roman"/>
                <a:cs typeface="Times New Roman"/>
              </a:rPr>
              <a:t>Management</a:t>
            </a:r>
            <a:r>
              <a:rPr b="1" spc="-10" dirty="0" smtClean="0">
                <a:latin typeface="Times New Roman"/>
                <a:cs typeface="Times New Roman"/>
              </a:rPr>
              <a:t>?</a:t>
            </a:r>
            <a:endParaRPr lang="en-US" b="1" spc="-10" dirty="0" smtClean="0">
              <a:latin typeface="Times New Roman"/>
              <a:cs typeface="Times New Roman"/>
            </a:endParaRPr>
          </a:p>
          <a:p>
            <a:pPr marL="12700" algn="just">
              <a:lnSpc>
                <a:spcPct val="100000"/>
              </a:lnSpc>
              <a:spcBef>
                <a:spcPts val="625"/>
              </a:spcBef>
            </a:pPr>
            <a:r>
              <a:rPr lang="en-US" b="1" dirty="0" smtClean="0">
                <a:latin typeface="Times New Roman" panose="02020603050405020304" pitchFamily="18" charset="0"/>
                <a:cs typeface="Times New Roman" panose="02020603050405020304" pitchFamily="18" charset="0"/>
              </a:rPr>
              <a:t>E-waste management</a:t>
            </a:r>
            <a:r>
              <a:rPr lang="en-US" dirty="0" smtClean="0">
                <a:latin typeface="Times New Roman" panose="02020603050405020304" pitchFamily="18" charset="0"/>
                <a:cs typeface="Times New Roman" panose="02020603050405020304" pitchFamily="18" charset="0"/>
              </a:rPr>
              <a:t> refers to the process of collecting, recycling, and disposing of electronic waste (e-waste) in an environmentally responsible manner. E-waste includes discarded electronic devices such as computers, smartphones, televisions, refrigerators, batteries, and other household or industrial electronic items.</a:t>
            </a:r>
            <a:endParaRPr dirty="0">
              <a:latin typeface="Times New Roman" panose="02020603050405020304" pitchFamily="18" charset="0"/>
              <a:cs typeface="Times New Roman" panose="02020603050405020304" pitchFamily="18" charset="0"/>
            </a:endParaRPr>
          </a:p>
        </p:txBody>
      </p:sp>
      <p:sp>
        <p:nvSpPr>
          <p:cNvPr id="3" name="object 3"/>
          <p:cNvSpPr txBox="1">
            <a:spLocks noGrp="1"/>
          </p:cNvSpPr>
          <p:nvPr>
            <p:ph type="title"/>
          </p:nvPr>
        </p:nvSpPr>
        <p:spPr>
          <a:xfrm>
            <a:off x="915467" y="152400"/>
            <a:ext cx="7846263" cy="767841"/>
          </a:xfrm>
          <a:prstGeom prst="rect">
            <a:avLst/>
          </a:prstGeom>
        </p:spPr>
        <p:txBody>
          <a:bodyPr vert="horz" wrap="square" lIns="0" tIns="182117" rIns="0" bIns="0" rtlCol="0">
            <a:spAutoFit/>
          </a:bodyPr>
          <a:lstStyle/>
          <a:p>
            <a:pPr marL="1995805">
              <a:lnSpc>
                <a:spcPct val="100000"/>
              </a:lnSpc>
              <a:spcBef>
                <a:spcPts val="100"/>
              </a:spcBef>
            </a:pPr>
            <a:r>
              <a:rPr spc="-20" dirty="0"/>
              <a:t>E-</a:t>
            </a:r>
            <a:r>
              <a:rPr dirty="0"/>
              <a:t>Waste</a:t>
            </a:r>
            <a:r>
              <a:rPr spc="-180" dirty="0"/>
              <a:t> </a:t>
            </a:r>
            <a:r>
              <a:rPr spc="-10" dirty="0"/>
              <a:t>Management</a:t>
            </a:r>
          </a:p>
        </p:txBody>
      </p:sp>
      <p:sp>
        <p:nvSpPr>
          <p:cNvPr id="4" name="Rectangle 3"/>
          <p:cNvSpPr/>
          <p:nvPr/>
        </p:nvSpPr>
        <p:spPr>
          <a:xfrm>
            <a:off x="307340" y="2440674"/>
            <a:ext cx="2210862" cy="369332"/>
          </a:xfrm>
          <a:prstGeom prst="rect">
            <a:avLst/>
          </a:prstGeom>
        </p:spPr>
        <p:txBody>
          <a:bodyPr wrap="none">
            <a:spAutoFit/>
          </a:bodyPr>
          <a:lstStyle/>
          <a:p>
            <a:r>
              <a:rPr lang="en-IN" b="1" dirty="0" smtClean="0">
                <a:latin typeface="Calibri"/>
                <a:cs typeface="Calibri"/>
              </a:rPr>
              <a:t>Measures</a:t>
            </a:r>
            <a:r>
              <a:rPr lang="en-IN" b="1" spc="-155" dirty="0" smtClean="0">
                <a:latin typeface="Calibri"/>
                <a:cs typeface="Calibri"/>
              </a:rPr>
              <a:t> </a:t>
            </a:r>
            <a:r>
              <a:rPr lang="en-IN" b="1" dirty="0" smtClean="0">
                <a:latin typeface="Calibri"/>
                <a:cs typeface="Calibri"/>
              </a:rPr>
              <a:t>for</a:t>
            </a:r>
            <a:r>
              <a:rPr lang="en-IN" b="1" spc="-150" dirty="0" smtClean="0">
                <a:latin typeface="Calibri"/>
                <a:cs typeface="Calibri"/>
              </a:rPr>
              <a:t> </a:t>
            </a:r>
            <a:r>
              <a:rPr lang="en-IN" b="1" spc="-10" dirty="0" smtClean="0">
                <a:latin typeface="Calibri"/>
                <a:cs typeface="Calibri"/>
              </a:rPr>
              <a:t>E-waste</a:t>
            </a:r>
            <a:endParaRPr lang="en-IN" b="1" dirty="0"/>
          </a:p>
        </p:txBody>
      </p:sp>
      <p:sp>
        <p:nvSpPr>
          <p:cNvPr id="5" name="Rectangle 4"/>
          <p:cNvSpPr/>
          <p:nvPr/>
        </p:nvSpPr>
        <p:spPr>
          <a:xfrm>
            <a:off x="261820" y="2797842"/>
            <a:ext cx="8545430" cy="1754326"/>
          </a:xfrm>
          <a:prstGeom prst="rect">
            <a:avLst/>
          </a:prstGeom>
        </p:spPr>
        <p:txBody>
          <a:bodyPr wrap="square">
            <a:spAutoFit/>
          </a:bodyPr>
          <a:lstStyle/>
          <a:p>
            <a:pPr marL="12700" marR="5080" algn="just">
              <a:lnSpc>
                <a:spcPct val="100000"/>
              </a:lnSpc>
              <a:spcBef>
                <a:spcPts val="100"/>
              </a:spcBef>
            </a:pPr>
            <a:r>
              <a:rPr lang="en-US" sz="1800" dirty="0" smtClean="0">
                <a:latin typeface="Calibri"/>
                <a:cs typeface="Calibri"/>
              </a:rPr>
              <a:t>From</a:t>
            </a:r>
            <a:r>
              <a:rPr lang="en-US" sz="1800" spc="300" dirty="0" smtClean="0">
                <a:latin typeface="Calibri"/>
                <a:cs typeface="Calibri"/>
              </a:rPr>
              <a:t> </a:t>
            </a:r>
            <a:r>
              <a:rPr lang="en-US" sz="1800" dirty="0" smtClean="0">
                <a:latin typeface="Calibri"/>
                <a:cs typeface="Calibri"/>
              </a:rPr>
              <a:t>2008, India</a:t>
            </a:r>
            <a:r>
              <a:rPr lang="en-US" sz="1800" spc="305" dirty="0" smtClean="0">
                <a:latin typeface="Calibri"/>
                <a:cs typeface="Calibri"/>
              </a:rPr>
              <a:t> </a:t>
            </a:r>
            <a:r>
              <a:rPr lang="en-US" sz="1800" dirty="0" smtClean="0">
                <a:latin typeface="Calibri"/>
                <a:cs typeface="Calibri"/>
              </a:rPr>
              <a:t>started</a:t>
            </a:r>
            <a:r>
              <a:rPr lang="en-US" sz="1800" spc="325" dirty="0" smtClean="0">
                <a:latin typeface="Calibri"/>
                <a:cs typeface="Calibri"/>
              </a:rPr>
              <a:t> </a:t>
            </a:r>
            <a:r>
              <a:rPr lang="en-US" sz="1800" dirty="0" smtClean="0">
                <a:latin typeface="Calibri"/>
                <a:cs typeface="Calibri"/>
              </a:rPr>
              <a:t>focusing</a:t>
            </a:r>
            <a:r>
              <a:rPr lang="en-US" sz="1800" spc="300" dirty="0" smtClean="0">
                <a:latin typeface="Calibri"/>
                <a:cs typeface="Calibri"/>
              </a:rPr>
              <a:t> </a:t>
            </a:r>
            <a:r>
              <a:rPr lang="en-US" sz="1800" dirty="0" smtClean="0">
                <a:latin typeface="Calibri"/>
                <a:cs typeface="Calibri"/>
              </a:rPr>
              <a:t>the</a:t>
            </a:r>
            <a:r>
              <a:rPr lang="en-US" sz="1800" spc="315" dirty="0" smtClean="0">
                <a:latin typeface="Calibri"/>
                <a:cs typeface="Calibri"/>
              </a:rPr>
              <a:t> </a:t>
            </a:r>
            <a:r>
              <a:rPr lang="en-US" sz="1800" dirty="0" smtClean="0">
                <a:latin typeface="Calibri"/>
                <a:cs typeface="Calibri"/>
              </a:rPr>
              <a:t>problem</a:t>
            </a:r>
            <a:r>
              <a:rPr lang="en-US" sz="1800" spc="315" dirty="0" smtClean="0">
                <a:latin typeface="Calibri"/>
                <a:cs typeface="Calibri"/>
              </a:rPr>
              <a:t> </a:t>
            </a:r>
            <a:r>
              <a:rPr lang="en-US" sz="1800" dirty="0" smtClean="0">
                <a:latin typeface="Calibri"/>
                <a:cs typeface="Calibri"/>
              </a:rPr>
              <a:t>of</a:t>
            </a:r>
            <a:r>
              <a:rPr lang="en-US" sz="1800" spc="300" dirty="0" smtClean="0">
                <a:latin typeface="Calibri"/>
                <a:cs typeface="Calibri"/>
              </a:rPr>
              <a:t> </a:t>
            </a:r>
            <a:r>
              <a:rPr lang="en-US" sz="1800" spc="-10" dirty="0" smtClean="0">
                <a:latin typeface="Calibri"/>
                <a:cs typeface="Calibri"/>
              </a:rPr>
              <a:t>E-</a:t>
            </a:r>
            <a:r>
              <a:rPr lang="en-US" sz="1800" dirty="0" smtClean="0">
                <a:latin typeface="Calibri"/>
                <a:cs typeface="Calibri"/>
              </a:rPr>
              <a:t>waste,</a:t>
            </a:r>
            <a:r>
              <a:rPr lang="en-US" sz="1800" spc="295" dirty="0" smtClean="0">
                <a:latin typeface="Calibri"/>
                <a:cs typeface="Calibri"/>
              </a:rPr>
              <a:t> </a:t>
            </a:r>
            <a:r>
              <a:rPr lang="en-US" sz="1800" dirty="0" smtClean="0">
                <a:latin typeface="Calibri"/>
                <a:cs typeface="Calibri"/>
              </a:rPr>
              <a:t>and</a:t>
            </a:r>
            <a:r>
              <a:rPr lang="en-US" sz="1800" spc="320" dirty="0" smtClean="0">
                <a:latin typeface="Calibri"/>
                <a:cs typeface="Calibri"/>
              </a:rPr>
              <a:t> </a:t>
            </a:r>
            <a:r>
              <a:rPr lang="en-US" sz="1800" dirty="0" smtClean="0">
                <a:latin typeface="Calibri"/>
                <a:cs typeface="Calibri"/>
              </a:rPr>
              <a:t>come</a:t>
            </a:r>
            <a:r>
              <a:rPr lang="en-US" sz="1800" spc="315" dirty="0" smtClean="0">
                <a:latin typeface="Calibri"/>
                <a:cs typeface="Calibri"/>
              </a:rPr>
              <a:t> </a:t>
            </a:r>
            <a:r>
              <a:rPr lang="en-US" sz="1800" dirty="0" smtClean="0">
                <a:latin typeface="Calibri"/>
                <a:cs typeface="Calibri"/>
              </a:rPr>
              <a:t>up</a:t>
            </a:r>
            <a:r>
              <a:rPr lang="en-US" sz="1800" spc="315" dirty="0" smtClean="0">
                <a:latin typeface="Calibri"/>
                <a:cs typeface="Calibri"/>
              </a:rPr>
              <a:t> </a:t>
            </a:r>
            <a:r>
              <a:rPr lang="en-US" sz="1800" spc="-20" dirty="0" smtClean="0">
                <a:latin typeface="Calibri"/>
                <a:cs typeface="Calibri"/>
              </a:rPr>
              <a:t>with </a:t>
            </a:r>
            <a:r>
              <a:rPr lang="en-US" sz="1800" dirty="0" smtClean="0">
                <a:latin typeface="Calibri"/>
                <a:cs typeface="Calibri"/>
              </a:rPr>
              <a:t>some</a:t>
            </a:r>
            <a:r>
              <a:rPr lang="en-US" sz="1800" spc="80" dirty="0" smtClean="0">
                <a:latin typeface="Calibri"/>
                <a:cs typeface="Calibri"/>
              </a:rPr>
              <a:t> </a:t>
            </a:r>
            <a:r>
              <a:rPr lang="en-US" sz="1800" dirty="0" smtClean="0">
                <a:latin typeface="Calibri"/>
                <a:cs typeface="Calibri"/>
              </a:rPr>
              <a:t>rules</a:t>
            </a:r>
            <a:r>
              <a:rPr lang="en-US" sz="1800" spc="85" dirty="0" smtClean="0">
                <a:latin typeface="Calibri"/>
                <a:cs typeface="Calibri"/>
              </a:rPr>
              <a:t> </a:t>
            </a:r>
            <a:r>
              <a:rPr lang="en-US" sz="1800" dirty="0" smtClean="0">
                <a:latin typeface="Calibri"/>
                <a:cs typeface="Calibri"/>
              </a:rPr>
              <a:t>and</a:t>
            </a:r>
            <a:r>
              <a:rPr lang="en-US" sz="1800" spc="90" dirty="0" smtClean="0">
                <a:latin typeface="Calibri"/>
                <a:cs typeface="Calibri"/>
              </a:rPr>
              <a:t> </a:t>
            </a:r>
            <a:r>
              <a:rPr lang="en-US" sz="1800" dirty="0" smtClean="0">
                <a:latin typeface="Calibri"/>
                <a:cs typeface="Calibri"/>
              </a:rPr>
              <a:t>regulation</a:t>
            </a:r>
            <a:r>
              <a:rPr lang="en-US" sz="1800" spc="85" dirty="0" smtClean="0">
                <a:latin typeface="Calibri"/>
                <a:cs typeface="Calibri"/>
              </a:rPr>
              <a:t> </a:t>
            </a:r>
            <a:r>
              <a:rPr lang="en-US" sz="1800" dirty="0" smtClean="0">
                <a:latin typeface="Calibri"/>
                <a:cs typeface="Calibri"/>
              </a:rPr>
              <a:t>which</a:t>
            </a:r>
            <a:r>
              <a:rPr lang="en-US" sz="1800" spc="85" dirty="0" smtClean="0">
                <a:latin typeface="Calibri"/>
                <a:cs typeface="Calibri"/>
              </a:rPr>
              <a:t> </a:t>
            </a:r>
            <a:r>
              <a:rPr lang="en-US" sz="1800" dirty="0" smtClean="0">
                <a:latin typeface="Calibri"/>
                <a:cs typeface="Calibri"/>
              </a:rPr>
              <a:t>are</a:t>
            </a:r>
            <a:r>
              <a:rPr lang="en-US" sz="1800" spc="85" dirty="0" smtClean="0">
                <a:latin typeface="Calibri"/>
                <a:cs typeface="Calibri"/>
              </a:rPr>
              <a:t> </a:t>
            </a:r>
            <a:r>
              <a:rPr lang="en-US" sz="1800" dirty="0" smtClean="0">
                <a:latin typeface="Calibri"/>
                <a:cs typeface="Calibri"/>
              </a:rPr>
              <a:t>being</a:t>
            </a:r>
            <a:r>
              <a:rPr lang="en-US" sz="1800" spc="80" dirty="0" smtClean="0">
                <a:latin typeface="Calibri"/>
                <a:cs typeface="Calibri"/>
              </a:rPr>
              <a:t> </a:t>
            </a:r>
            <a:r>
              <a:rPr lang="en-US" sz="1800" dirty="0" smtClean="0">
                <a:latin typeface="Calibri"/>
                <a:cs typeface="Calibri"/>
              </a:rPr>
              <a:t>updated</a:t>
            </a:r>
            <a:r>
              <a:rPr lang="en-US" sz="1800" spc="95" dirty="0" smtClean="0">
                <a:latin typeface="Calibri"/>
                <a:cs typeface="Calibri"/>
              </a:rPr>
              <a:t> </a:t>
            </a:r>
            <a:r>
              <a:rPr lang="en-US" sz="1800" dirty="0" smtClean="0">
                <a:latin typeface="Calibri"/>
                <a:cs typeface="Calibri"/>
              </a:rPr>
              <a:t>time</a:t>
            </a:r>
            <a:r>
              <a:rPr lang="en-US" sz="1800" spc="85" dirty="0" smtClean="0">
                <a:latin typeface="Calibri"/>
                <a:cs typeface="Calibri"/>
              </a:rPr>
              <a:t> </a:t>
            </a:r>
            <a:r>
              <a:rPr lang="en-US" sz="1800" dirty="0" smtClean="0">
                <a:latin typeface="Calibri"/>
                <a:cs typeface="Calibri"/>
              </a:rPr>
              <a:t>to</a:t>
            </a:r>
            <a:r>
              <a:rPr lang="en-US" sz="1800" spc="80" dirty="0" smtClean="0">
                <a:latin typeface="Calibri"/>
                <a:cs typeface="Calibri"/>
              </a:rPr>
              <a:t> </a:t>
            </a:r>
            <a:r>
              <a:rPr lang="en-US" sz="1800" dirty="0" smtClean="0">
                <a:latin typeface="Calibri"/>
                <a:cs typeface="Calibri"/>
              </a:rPr>
              <a:t>time.</a:t>
            </a:r>
            <a:r>
              <a:rPr lang="en-US" sz="1800" spc="80" dirty="0" smtClean="0">
                <a:latin typeface="Calibri"/>
                <a:cs typeface="Calibri"/>
              </a:rPr>
              <a:t> </a:t>
            </a:r>
            <a:r>
              <a:rPr lang="en-US" sz="1800" dirty="0" smtClean="0">
                <a:latin typeface="Calibri"/>
                <a:cs typeface="Calibri"/>
              </a:rPr>
              <a:t>Currently</a:t>
            </a:r>
            <a:r>
              <a:rPr lang="en-US" sz="1800" spc="85" dirty="0" smtClean="0">
                <a:latin typeface="Calibri"/>
                <a:cs typeface="Calibri"/>
              </a:rPr>
              <a:t> </a:t>
            </a:r>
            <a:r>
              <a:rPr lang="en-US" sz="1800" spc="-25" dirty="0" smtClean="0">
                <a:latin typeface="Calibri"/>
                <a:cs typeface="Calibri"/>
              </a:rPr>
              <a:t>the </a:t>
            </a:r>
            <a:r>
              <a:rPr lang="en-US" sz="1800" dirty="0" smtClean="0">
                <a:latin typeface="Calibri"/>
                <a:cs typeface="Calibri"/>
              </a:rPr>
              <a:t>latest</a:t>
            </a:r>
            <a:r>
              <a:rPr lang="en-US" sz="1800" b="1" dirty="0" smtClean="0">
                <a:latin typeface="Calibri"/>
                <a:cs typeface="Calibri"/>
              </a:rPr>
              <a:t>,</a:t>
            </a:r>
            <a:r>
              <a:rPr lang="en-US" sz="1800" b="1" spc="85" dirty="0" smtClean="0">
                <a:latin typeface="Calibri"/>
                <a:cs typeface="Calibri"/>
              </a:rPr>
              <a:t> </a:t>
            </a:r>
            <a:r>
              <a:rPr lang="en-US" sz="1800" b="1" spc="-10" dirty="0" smtClean="0">
                <a:latin typeface="Calibri"/>
                <a:cs typeface="Calibri"/>
              </a:rPr>
              <a:t>E-</a:t>
            </a:r>
            <a:r>
              <a:rPr lang="en-US" sz="1800" b="1" dirty="0" smtClean="0">
                <a:latin typeface="Calibri"/>
                <a:cs typeface="Calibri"/>
              </a:rPr>
              <a:t>Waste</a:t>
            </a:r>
            <a:r>
              <a:rPr lang="en-US" sz="1800" b="1" spc="85" dirty="0" smtClean="0">
                <a:latin typeface="Calibri"/>
                <a:cs typeface="Calibri"/>
              </a:rPr>
              <a:t> </a:t>
            </a:r>
            <a:r>
              <a:rPr lang="en-US" sz="1800" b="1" dirty="0" smtClean="0">
                <a:latin typeface="Calibri"/>
                <a:cs typeface="Calibri"/>
              </a:rPr>
              <a:t>(Management)</a:t>
            </a:r>
            <a:r>
              <a:rPr lang="en-US" sz="1800" b="1" spc="90" dirty="0" smtClean="0">
                <a:latin typeface="Calibri"/>
                <a:cs typeface="Calibri"/>
              </a:rPr>
              <a:t> </a:t>
            </a:r>
            <a:r>
              <a:rPr lang="en-US" sz="1800" b="1" dirty="0" smtClean="0">
                <a:latin typeface="Calibri"/>
                <a:cs typeface="Calibri"/>
              </a:rPr>
              <a:t>Rules,</a:t>
            </a:r>
            <a:r>
              <a:rPr lang="en-US" sz="1800" b="1" spc="90" dirty="0" smtClean="0">
                <a:latin typeface="Calibri"/>
                <a:cs typeface="Calibri"/>
              </a:rPr>
              <a:t> </a:t>
            </a:r>
            <a:r>
              <a:rPr lang="en-US" sz="1800" b="1" dirty="0" smtClean="0">
                <a:latin typeface="Calibri"/>
                <a:cs typeface="Calibri"/>
              </a:rPr>
              <a:t>2022</a:t>
            </a:r>
            <a:r>
              <a:rPr lang="en-US" sz="1800" b="1" spc="85" dirty="0" smtClean="0">
                <a:latin typeface="Calibri"/>
                <a:cs typeface="Calibri"/>
              </a:rPr>
              <a:t> </a:t>
            </a:r>
            <a:r>
              <a:rPr lang="en-US" sz="1800" dirty="0" smtClean="0">
                <a:latin typeface="Calibri"/>
                <a:cs typeface="Calibri"/>
              </a:rPr>
              <a:t>were</a:t>
            </a:r>
            <a:r>
              <a:rPr lang="en-US" sz="1800" spc="75" dirty="0" smtClean="0">
                <a:latin typeface="Calibri"/>
                <a:cs typeface="Calibri"/>
              </a:rPr>
              <a:t> </a:t>
            </a:r>
            <a:r>
              <a:rPr lang="en-US" sz="1800" dirty="0" smtClean="0">
                <a:latin typeface="Calibri"/>
                <a:cs typeface="Calibri"/>
              </a:rPr>
              <a:t>published</a:t>
            </a:r>
            <a:r>
              <a:rPr lang="en-US" sz="1800" spc="90" dirty="0" smtClean="0">
                <a:latin typeface="Calibri"/>
                <a:cs typeface="Calibri"/>
              </a:rPr>
              <a:t> </a:t>
            </a:r>
            <a:r>
              <a:rPr lang="en-US" sz="1800" dirty="0" smtClean="0">
                <a:latin typeface="Calibri"/>
                <a:cs typeface="Calibri"/>
              </a:rPr>
              <a:t>by</a:t>
            </a:r>
            <a:r>
              <a:rPr lang="en-US" sz="1800" spc="85" dirty="0" smtClean="0">
                <a:latin typeface="Calibri"/>
                <a:cs typeface="Calibri"/>
              </a:rPr>
              <a:t> </a:t>
            </a:r>
            <a:r>
              <a:rPr lang="en-US" sz="1800" dirty="0" smtClean="0">
                <a:latin typeface="Calibri"/>
                <a:cs typeface="Calibri"/>
              </a:rPr>
              <a:t>the</a:t>
            </a:r>
            <a:r>
              <a:rPr lang="en-US" sz="1800" spc="95" dirty="0" smtClean="0">
                <a:latin typeface="Calibri"/>
                <a:cs typeface="Calibri"/>
              </a:rPr>
              <a:t> </a:t>
            </a:r>
            <a:r>
              <a:rPr lang="en-US" sz="1800" spc="-10" dirty="0" smtClean="0">
                <a:latin typeface="Calibri"/>
                <a:cs typeface="Calibri"/>
              </a:rPr>
              <a:t>Government </a:t>
            </a:r>
            <a:r>
              <a:rPr lang="en-US" sz="1800" dirty="0" smtClean="0">
                <a:latin typeface="Calibri"/>
                <a:cs typeface="Calibri"/>
              </a:rPr>
              <a:t>of</a:t>
            </a:r>
            <a:r>
              <a:rPr lang="en-US" sz="1800" spc="45" dirty="0" smtClean="0">
                <a:latin typeface="Calibri"/>
                <a:cs typeface="Calibri"/>
              </a:rPr>
              <a:t> </a:t>
            </a:r>
            <a:r>
              <a:rPr lang="en-US" sz="1800" dirty="0" smtClean="0">
                <a:latin typeface="Calibri"/>
                <a:cs typeface="Calibri"/>
              </a:rPr>
              <a:t>India</a:t>
            </a:r>
            <a:r>
              <a:rPr lang="en-US" sz="1800" spc="45" dirty="0" smtClean="0">
                <a:latin typeface="Calibri"/>
                <a:cs typeface="Calibri"/>
              </a:rPr>
              <a:t> </a:t>
            </a:r>
            <a:r>
              <a:rPr lang="en-US" sz="1800" dirty="0" smtClean="0">
                <a:latin typeface="Calibri"/>
                <a:cs typeface="Calibri"/>
              </a:rPr>
              <a:t>in</a:t>
            </a:r>
            <a:r>
              <a:rPr lang="en-US" sz="1800" spc="60" dirty="0" smtClean="0">
                <a:latin typeface="Calibri"/>
                <a:cs typeface="Calibri"/>
              </a:rPr>
              <a:t> </a:t>
            </a:r>
            <a:r>
              <a:rPr lang="en-US" sz="1800" dirty="0" smtClean="0">
                <a:latin typeface="Calibri"/>
                <a:cs typeface="Calibri"/>
              </a:rPr>
              <a:t>the</a:t>
            </a:r>
            <a:r>
              <a:rPr lang="en-US" sz="1800" spc="60" dirty="0" smtClean="0">
                <a:latin typeface="Calibri"/>
                <a:cs typeface="Calibri"/>
              </a:rPr>
              <a:t> </a:t>
            </a:r>
            <a:r>
              <a:rPr lang="en-US" sz="1800" dirty="0" smtClean="0">
                <a:latin typeface="Calibri"/>
                <a:cs typeface="Calibri"/>
              </a:rPr>
              <a:t>Ministry</a:t>
            </a:r>
            <a:r>
              <a:rPr lang="en-US" sz="1800" spc="50" dirty="0" smtClean="0">
                <a:latin typeface="Calibri"/>
                <a:cs typeface="Calibri"/>
              </a:rPr>
              <a:t> </a:t>
            </a:r>
            <a:r>
              <a:rPr lang="en-US" sz="1800" dirty="0" smtClean="0">
                <a:latin typeface="Calibri"/>
                <a:cs typeface="Calibri"/>
              </a:rPr>
              <a:t>of</a:t>
            </a:r>
            <a:r>
              <a:rPr lang="en-US" sz="1800" spc="45" dirty="0" smtClean="0">
                <a:latin typeface="Calibri"/>
                <a:cs typeface="Calibri"/>
              </a:rPr>
              <a:t> </a:t>
            </a:r>
            <a:r>
              <a:rPr lang="en-US" sz="1800" dirty="0" smtClean="0">
                <a:latin typeface="Calibri"/>
                <a:cs typeface="Calibri"/>
              </a:rPr>
              <a:t>Environment,</a:t>
            </a:r>
            <a:r>
              <a:rPr lang="en-US" sz="1800" spc="35" dirty="0" smtClean="0">
                <a:latin typeface="Calibri"/>
                <a:cs typeface="Calibri"/>
              </a:rPr>
              <a:t> </a:t>
            </a:r>
            <a:r>
              <a:rPr lang="en-US" sz="1800" dirty="0" smtClean="0">
                <a:latin typeface="Calibri"/>
                <a:cs typeface="Calibri"/>
              </a:rPr>
              <a:t>Forest</a:t>
            </a:r>
            <a:r>
              <a:rPr lang="en-US" sz="1800" spc="55" dirty="0" smtClean="0">
                <a:latin typeface="Calibri"/>
                <a:cs typeface="Calibri"/>
              </a:rPr>
              <a:t> </a:t>
            </a:r>
            <a:r>
              <a:rPr lang="en-US" sz="1800" dirty="0" smtClean="0">
                <a:latin typeface="Calibri"/>
                <a:cs typeface="Calibri"/>
              </a:rPr>
              <a:t>and</a:t>
            </a:r>
            <a:r>
              <a:rPr lang="en-US" sz="1800" spc="50" dirty="0" smtClean="0">
                <a:latin typeface="Calibri"/>
                <a:cs typeface="Calibri"/>
              </a:rPr>
              <a:t> </a:t>
            </a:r>
            <a:r>
              <a:rPr lang="en-US" sz="1800" dirty="0" smtClean="0">
                <a:latin typeface="Calibri"/>
                <a:cs typeface="Calibri"/>
              </a:rPr>
              <a:t>Climate</a:t>
            </a:r>
            <a:r>
              <a:rPr lang="en-US" sz="1800" spc="45" dirty="0" smtClean="0">
                <a:latin typeface="Calibri"/>
                <a:cs typeface="Calibri"/>
              </a:rPr>
              <a:t> </a:t>
            </a:r>
            <a:r>
              <a:rPr lang="en-US" sz="1800" dirty="0" smtClean="0">
                <a:latin typeface="Calibri"/>
                <a:cs typeface="Calibri"/>
              </a:rPr>
              <a:t>Change</a:t>
            </a:r>
            <a:r>
              <a:rPr lang="en-US" sz="1800" spc="45" dirty="0" smtClean="0">
                <a:latin typeface="Calibri"/>
                <a:cs typeface="Calibri"/>
              </a:rPr>
              <a:t> </a:t>
            </a:r>
            <a:r>
              <a:rPr lang="en-US" sz="1800" dirty="0" smtClean="0">
                <a:latin typeface="Calibri"/>
                <a:cs typeface="Calibri"/>
              </a:rPr>
              <a:t>which</a:t>
            </a:r>
            <a:r>
              <a:rPr lang="en-US" sz="1800" spc="45" dirty="0" smtClean="0">
                <a:latin typeface="Calibri"/>
                <a:cs typeface="Calibri"/>
              </a:rPr>
              <a:t> </a:t>
            </a:r>
            <a:r>
              <a:rPr lang="en-US" sz="1800" spc="-10" dirty="0" smtClean="0">
                <a:latin typeface="Calibri"/>
                <a:cs typeface="Calibri"/>
              </a:rPr>
              <a:t>guide </a:t>
            </a:r>
            <a:r>
              <a:rPr lang="en-US" sz="1800" dirty="0" smtClean="0">
                <a:latin typeface="Calibri"/>
                <a:cs typeface="Calibri"/>
              </a:rPr>
              <a:t>us</a:t>
            </a:r>
            <a:r>
              <a:rPr lang="en-US" sz="1800" spc="110" dirty="0" smtClean="0">
                <a:latin typeface="Calibri"/>
                <a:cs typeface="Calibri"/>
              </a:rPr>
              <a:t> </a:t>
            </a:r>
            <a:r>
              <a:rPr lang="en-US" sz="1800" dirty="0" smtClean="0">
                <a:latin typeface="Calibri"/>
                <a:cs typeface="Calibri"/>
              </a:rPr>
              <a:t>in</a:t>
            </a:r>
            <a:r>
              <a:rPr lang="en-US" sz="1800" spc="120" dirty="0" smtClean="0">
                <a:latin typeface="Calibri"/>
                <a:cs typeface="Calibri"/>
              </a:rPr>
              <a:t> </a:t>
            </a:r>
            <a:r>
              <a:rPr lang="en-US" sz="1800" dirty="0" smtClean="0">
                <a:latin typeface="Calibri"/>
                <a:cs typeface="Calibri"/>
              </a:rPr>
              <a:t>proper</a:t>
            </a:r>
            <a:r>
              <a:rPr lang="en-US" sz="1800" spc="125" dirty="0" smtClean="0">
                <a:latin typeface="Calibri"/>
                <a:cs typeface="Calibri"/>
              </a:rPr>
              <a:t> </a:t>
            </a:r>
            <a:r>
              <a:rPr lang="en-US" sz="1800" dirty="0" smtClean="0">
                <a:latin typeface="Calibri"/>
                <a:cs typeface="Calibri"/>
              </a:rPr>
              <a:t>handling</a:t>
            </a:r>
            <a:r>
              <a:rPr lang="en-US" sz="1800" spc="140" dirty="0" smtClean="0">
                <a:latin typeface="Calibri"/>
                <a:cs typeface="Calibri"/>
              </a:rPr>
              <a:t> </a:t>
            </a:r>
            <a:r>
              <a:rPr lang="en-US" sz="1800" dirty="0" smtClean="0">
                <a:latin typeface="Calibri"/>
                <a:cs typeface="Calibri"/>
              </a:rPr>
              <a:t>and</a:t>
            </a:r>
            <a:r>
              <a:rPr lang="en-US" sz="1800" spc="125" dirty="0" smtClean="0">
                <a:latin typeface="Calibri"/>
                <a:cs typeface="Calibri"/>
              </a:rPr>
              <a:t> </a:t>
            </a:r>
            <a:r>
              <a:rPr lang="en-US" sz="1800" dirty="0" smtClean="0">
                <a:latin typeface="Calibri"/>
                <a:cs typeface="Calibri"/>
              </a:rPr>
              <a:t>management</a:t>
            </a:r>
            <a:r>
              <a:rPr lang="en-US" sz="1800" spc="114" dirty="0" smtClean="0">
                <a:latin typeface="Calibri"/>
                <a:cs typeface="Calibri"/>
              </a:rPr>
              <a:t> </a:t>
            </a:r>
            <a:r>
              <a:rPr lang="en-US" sz="1800" dirty="0" smtClean="0">
                <a:latin typeface="Calibri"/>
                <a:cs typeface="Calibri"/>
              </a:rPr>
              <a:t>of</a:t>
            </a:r>
            <a:r>
              <a:rPr lang="en-US" sz="1800" spc="120" dirty="0" smtClean="0">
                <a:latin typeface="Calibri"/>
                <a:cs typeface="Calibri"/>
              </a:rPr>
              <a:t> </a:t>
            </a:r>
            <a:r>
              <a:rPr lang="en-US" sz="1800" spc="-10" dirty="0" smtClean="0">
                <a:latin typeface="Calibri"/>
                <a:cs typeface="Calibri"/>
              </a:rPr>
              <a:t>E-</a:t>
            </a:r>
            <a:r>
              <a:rPr lang="en-US" sz="1800" dirty="0" smtClean="0">
                <a:latin typeface="Calibri"/>
                <a:cs typeface="Calibri"/>
              </a:rPr>
              <a:t>waste</a:t>
            </a:r>
            <a:r>
              <a:rPr lang="en-US" sz="1800" spc="114" dirty="0" smtClean="0">
                <a:latin typeface="Calibri"/>
                <a:cs typeface="Calibri"/>
              </a:rPr>
              <a:t> </a:t>
            </a:r>
            <a:r>
              <a:rPr lang="en-US" sz="1800" dirty="0" smtClean="0">
                <a:latin typeface="Calibri"/>
                <a:cs typeface="Calibri"/>
              </a:rPr>
              <a:t>and</a:t>
            </a:r>
            <a:r>
              <a:rPr lang="en-US" sz="1800" spc="135" dirty="0" smtClean="0">
                <a:latin typeface="Calibri"/>
                <a:cs typeface="Calibri"/>
              </a:rPr>
              <a:t> </a:t>
            </a:r>
            <a:r>
              <a:rPr lang="en-US" sz="1800" dirty="0" smtClean="0">
                <a:latin typeface="Calibri"/>
                <a:cs typeface="Calibri"/>
              </a:rPr>
              <a:t>tells</a:t>
            </a:r>
            <a:r>
              <a:rPr lang="en-US" sz="1800" spc="120" dirty="0" smtClean="0">
                <a:latin typeface="Calibri"/>
                <a:cs typeface="Calibri"/>
              </a:rPr>
              <a:t> </a:t>
            </a:r>
            <a:r>
              <a:rPr lang="en-US" sz="1800" dirty="0" smtClean="0">
                <a:latin typeface="Calibri"/>
                <a:cs typeface="Calibri"/>
              </a:rPr>
              <a:t>the</a:t>
            </a:r>
            <a:r>
              <a:rPr lang="en-US" sz="1800" spc="125" dirty="0" smtClean="0">
                <a:latin typeface="Calibri"/>
                <a:cs typeface="Calibri"/>
              </a:rPr>
              <a:t> </a:t>
            </a:r>
            <a:r>
              <a:rPr lang="en-US" sz="1800" dirty="0" smtClean="0">
                <a:latin typeface="Calibri"/>
                <a:cs typeface="Calibri"/>
              </a:rPr>
              <a:t>importance</a:t>
            </a:r>
            <a:r>
              <a:rPr lang="en-US" sz="1800" spc="140" dirty="0" smtClean="0">
                <a:latin typeface="Calibri"/>
                <a:cs typeface="Calibri"/>
              </a:rPr>
              <a:t> </a:t>
            </a:r>
            <a:r>
              <a:rPr lang="en-US" sz="1800" spc="-25" dirty="0" smtClean="0">
                <a:latin typeface="Calibri"/>
                <a:cs typeface="Calibri"/>
              </a:rPr>
              <a:t>of </a:t>
            </a:r>
            <a:r>
              <a:rPr lang="en-US" sz="1800" dirty="0" smtClean="0">
                <a:latin typeface="Calibri"/>
                <a:cs typeface="Calibri"/>
              </a:rPr>
              <a:t>3R’S.</a:t>
            </a:r>
            <a:r>
              <a:rPr lang="en-US" sz="1800" spc="-40" dirty="0" smtClean="0">
                <a:latin typeface="Calibri"/>
                <a:cs typeface="Calibri"/>
              </a:rPr>
              <a:t> </a:t>
            </a:r>
            <a:r>
              <a:rPr lang="en-US" sz="1800" dirty="0" err="1" smtClean="0">
                <a:latin typeface="Calibri"/>
                <a:cs typeface="Calibri"/>
              </a:rPr>
              <a:t>i.e</a:t>
            </a:r>
            <a:r>
              <a:rPr lang="en-US" sz="1800" spc="-25" dirty="0" smtClean="0">
                <a:latin typeface="Calibri"/>
                <a:cs typeface="Calibri"/>
              </a:rPr>
              <a:t> </a:t>
            </a:r>
            <a:r>
              <a:rPr lang="en-US" sz="1800" dirty="0" smtClean="0">
                <a:latin typeface="Calibri"/>
                <a:cs typeface="Calibri"/>
              </a:rPr>
              <a:t>reduce,</a:t>
            </a:r>
            <a:r>
              <a:rPr lang="en-US" sz="1800" spc="-20" dirty="0" smtClean="0">
                <a:latin typeface="Calibri"/>
                <a:cs typeface="Calibri"/>
              </a:rPr>
              <a:t> </a:t>
            </a:r>
            <a:r>
              <a:rPr lang="en-US" sz="1800" dirty="0" smtClean="0">
                <a:latin typeface="Calibri"/>
                <a:cs typeface="Calibri"/>
              </a:rPr>
              <a:t>reuse</a:t>
            </a:r>
            <a:r>
              <a:rPr lang="en-US" sz="1800" spc="-30" dirty="0" smtClean="0">
                <a:latin typeface="Calibri"/>
                <a:cs typeface="Calibri"/>
              </a:rPr>
              <a:t> </a:t>
            </a:r>
            <a:r>
              <a:rPr lang="en-US" sz="1800" spc="-10" dirty="0" smtClean="0">
                <a:latin typeface="Calibri"/>
                <a:cs typeface="Calibri"/>
              </a:rPr>
              <a:t>(</a:t>
            </a:r>
            <a:r>
              <a:rPr lang="en-US" sz="1800" spc="-10" dirty="0" err="1" smtClean="0">
                <a:latin typeface="Calibri"/>
                <a:cs typeface="Calibri"/>
              </a:rPr>
              <a:t>refurbhish</a:t>
            </a:r>
            <a:r>
              <a:rPr lang="en-US" sz="1800" spc="-10" dirty="0" smtClean="0">
                <a:latin typeface="Calibri"/>
                <a:cs typeface="Calibri"/>
              </a:rPr>
              <a:t>)</a:t>
            </a:r>
            <a:r>
              <a:rPr lang="en-US" sz="1800" spc="-25" dirty="0" smtClean="0">
                <a:latin typeface="Calibri"/>
                <a:cs typeface="Calibri"/>
              </a:rPr>
              <a:t> </a:t>
            </a:r>
            <a:r>
              <a:rPr lang="en-US" sz="1800" dirty="0" smtClean="0">
                <a:latin typeface="Calibri"/>
                <a:cs typeface="Calibri"/>
              </a:rPr>
              <a:t>&amp;</a:t>
            </a:r>
            <a:r>
              <a:rPr lang="en-US" sz="1800" spc="-40" dirty="0" smtClean="0">
                <a:latin typeface="Calibri"/>
                <a:cs typeface="Calibri"/>
              </a:rPr>
              <a:t> </a:t>
            </a:r>
            <a:r>
              <a:rPr lang="en-US" sz="1800" spc="-10" dirty="0" smtClean="0">
                <a:latin typeface="Calibri"/>
                <a:cs typeface="Calibri"/>
              </a:rPr>
              <a:t>recycle.</a:t>
            </a:r>
            <a:endParaRPr lang="en-US" sz="1800" dirty="0">
              <a:latin typeface="Calibri"/>
              <a:cs typeface="Calibri"/>
            </a:endParaRPr>
          </a:p>
        </p:txBody>
      </p:sp>
      <p:pic>
        <p:nvPicPr>
          <p:cNvPr id="6" name="object 4"/>
          <p:cNvPicPr/>
          <p:nvPr/>
        </p:nvPicPr>
        <p:blipFill>
          <a:blip r:embed="rId2" cstate="print"/>
          <a:stretch>
            <a:fillRect/>
          </a:stretch>
        </p:blipFill>
        <p:spPr>
          <a:xfrm>
            <a:off x="2705735" y="4419600"/>
            <a:ext cx="3657600" cy="2209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sz="2800" b="1" dirty="0" smtClean="0"/>
              <a:t>Effective e-waste management involves the following key steps:</a:t>
            </a:r>
            <a:endParaRPr lang="en-IN" sz="2800" b="1" dirty="0"/>
          </a:p>
        </p:txBody>
      </p:sp>
      <p:sp>
        <p:nvSpPr>
          <p:cNvPr id="3" name="Content Placeholder 2"/>
          <p:cNvSpPr>
            <a:spLocks noGrp="1"/>
          </p:cNvSpPr>
          <p:nvPr>
            <p:ph idx="1"/>
          </p:nvPr>
        </p:nvSpPr>
        <p:spPr/>
        <p:txBody>
          <a:bodyPr>
            <a:normAutofit fontScale="77500" lnSpcReduction="20000"/>
          </a:bodyPr>
          <a:lstStyle/>
          <a:p>
            <a:pPr algn="just"/>
            <a:r>
              <a:rPr lang="en-IN" b="1" dirty="0"/>
              <a:t>2.1 Collection of E-Waste</a:t>
            </a:r>
            <a:endParaRPr lang="en-IN" dirty="0"/>
          </a:p>
          <a:p>
            <a:pPr algn="just"/>
            <a:r>
              <a:rPr lang="en-IN" dirty="0"/>
              <a:t>The first step in e-waste management is the collection of discarded electronics. Various methods are used to gather e-waste:</a:t>
            </a:r>
          </a:p>
          <a:p>
            <a:pPr lvl="0" algn="just"/>
            <a:r>
              <a:rPr lang="en-IN" b="1" dirty="0"/>
              <a:t>Consumer drop-off </a:t>
            </a:r>
            <a:r>
              <a:rPr lang="en-IN" b="1" dirty="0" err="1"/>
              <a:t>centers</a:t>
            </a:r>
            <a:r>
              <a:rPr lang="en-IN" dirty="0"/>
              <a:t>: Designated locations where people can drop off their old electronics.</a:t>
            </a:r>
          </a:p>
          <a:p>
            <a:pPr lvl="0" algn="just"/>
            <a:r>
              <a:rPr lang="en-IN" b="1" dirty="0"/>
              <a:t>Pick-up services</a:t>
            </a:r>
            <a:r>
              <a:rPr lang="en-IN" dirty="0"/>
              <a:t>: Companies or organizations that offer collection services for bulk e-waste, particularly for businesses or large-scale consumers.</a:t>
            </a:r>
          </a:p>
          <a:p>
            <a:pPr lvl="0" algn="just"/>
            <a:r>
              <a:rPr lang="en-IN" b="1" dirty="0"/>
              <a:t>E-waste collection drives</a:t>
            </a:r>
            <a:r>
              <a:rPr lang="en-IN" dirty="0"/>
              <a:t>: Special campaigns aimed at encouraging consumers to recycle their old electronics, often organized by local governments, manufacturers, or NGOs.</a:t>
            </a:r>
          </a:p>
          <a:p>
            <a:pPr algn="just"/>
            <a:endParaRPr lang="en-IN" dirty="0"/>
          </a:p>
        </p:txBody>
      </p:sp>
    </p:spTree>
    <p:extLst>
      <p:ext uri="{BB962C8B-B14F-4D97-AF65-F5344CB8AC3E}">
        <p14:creationId xmlns:p14="http://schemas.microsoft.com/office/powerpoint/2010/main" val="1234389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10000"/>
          </a:bodyPr>
          <a:lstStyle/>
          <a:p>
            <a:pPr algn="just"/>
            <a:r>
              <a:rPr lang="en-IN" b="1" dirty="0"/>
              <a:t>2.2 Sorting and Pre-processing</a:t>
            </a:r>
            <a:endParaRPr lang="en-IN" dirty="0"/>
          </a:p>
          <a:p>
            <a:pPr algn="just"/>
            <a:r>
              <a:rPr lang="en-IN" dirty="0"/>
              <a:t>Once collected, e-waste needs to be sorted into different categories based on the type of electronics or materials. This process includes:</a:t>
            </a:r>
          </a:p>
          <a:p>
            <a:pPr lvl="0" algn="just"/>
            <a:r>
              <a:rPr lang="en-IN" b="1" dirty="0"/>
              <a:t>Manual sorting</a:t>
            </a:r>
            <a:r>
              <a:rPr lang="en-IN" dirty="0"/>
              <a:t>: Workers separate devices based on their size, type, and components.</a:t>
            </a:r>
          </a:p>
          <a:p>
            <a:pPr lvl="0" algn="just"/>
            <a:r>
              <a:rPr lang="en-IN" b="1" dirty="0"/>
              <a:t>Dismantling</a:t>
            </a:r>
            <a:r>
              <a:rPr lang="en-IN" dirty="0"/>
              <a:t>: Devices are disassembled to extract valuable parts (e.g., circuit boards, screens, batteries).</a:t>
            </a:r>
          </a:p>
          <a:p>
            <a:pPr lvl="0" algn="just"/>
            <a:r>
              <a:rPr lang="en-IN" b="1" dirty="0"/>
              <a:t>Segregation of hazardous materials</a:t>
            </a:r>
            <a:r>
              <a:rPr lang="en-IN" dirty="0"/>
              <a:t>: Hazardous substances like mercury, lead, and cadmium are removed and safely stored for proper disposal.</a:t>
            </a:r>
          </a:p>
          <a:p>
            <a:pPr algn="just"/>
            <a:endParaRPr lang="en-IN" dirty="0"/>
          </a:p>
        </p:txBody>
      </p:sp>
    </p:spTree>
    <p:extLst>
      <p:ext uri="{BB962C8B-B14F-4D97-AF65-F5344CB8AC3E}">
        <p14:creationId xmlns:p14="http://schemas.microsoft.com/office/powerpoint/2010/main" val="22358484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71400"/>
            <a:ext cx="8229600" cy="1143000"/>
          </a:xfrm>
        </p:spPr>
        <p:txBody>
          <a:bodyPr>
            <a:normAutofit/>
          </a:bodyPr>
          <a:lstStyle/>
          <a:p>
            <a:pPr algn="just"/>
            <a:r>
              <a:rPr lang="en-IN" sz="3200" b="1" dirty="0"/>
              <a:t>2.3 Recycling and Resource </a:t>
            </a:r>
            <a:r>
              <a:rPr lang="en-IN" sz="3200" b="1" dirty="0" smtClean="0"/>
              <a:t>Recovery</a:t>
            </a:r>
            <a:endParaRPr lang="en-IN" sz="3200" dirty="0"/>
          </a:p>
        </p:txBody>
      </p:sp>
      <p:sp>
        <p:nvSpPr>
          <p:cNvPr id="3" name="Content Placeholder 2"/>
          <p:cNvSpPr>
            <a:spLocks noGrp="1"/>
          </p:cNvSpPr>
          <p:nvPr>
            <p:ph idx="1"/>
          </p:nvPr>
        </p:nvSpPr>
        <p:spPr>
          <a:xfrm>
            <a:off x="395536" y="764704"/>
            <a:ext cx="8424936" cy="5832648"/>
          </a:xfrm>
        </p:spPr>
        <p:txBody>
          <a:bodyPr>
            <a:normAutofit fontScale="70000" lnSpcReduction="20000"/>
          </a:bodyPr>
          <a:lstStyle/>
          <a:p>
            <a:pPr algn="just"/>
            <a:r>
              <a:rPr lang="en-IN" dirty="0"/>
              <a:t>After pre-processing, e-waste is sent for recycling, which helps recover valuable materials and reduce the need for raw material extraction. Key processes include:</a:t>
            </a:r>
          </a:p>
          <a:p>
            <a:pPr lvl="0" algn="just"/>
            <a:r>
              <a:rPr lang="en-IN" b="1" dirty="0"/>
              <a:t>Mechanical separation</a:t>
            </a:r>
            <a:r>
              <a:rPr lang="en-IN" dirty="0"/>
              <a:t>: Using shredders, crushers, and magnets to separate metals, plastics, and other materials.</a:t>
            </a:r>
          </a:p>
          <a:p>
            <a:pPr lvl="0" algn="just"/>
            <a:r>
              <a:rPr lang="en-IN" b="1" dirty="0"/>
              <a:t>Chemical processing</a:t>
            </a:r>
            <a:r>
              <a:rPr lang="en-IN" dirty="0"/>
              <a:t>: Some components are processed using chemicals to extract precious metals (e.g., gold, silver, palladium) or to neutralize hazardous substances.</a:t>
            </a:r>
          </a:p>
          <a:p>
            <a:pPr lvl="0" algn="just"/>
            <a:r>
              <a:rPr lang="en-IN" b="1" dirty="0"/>
              <a:t>Refining</a:t>
            </a:r>
            <a:r>
              <a:rPr lang="en-IN" dirty="0"/>
              <a:t>: Extracted metals and materials are further refined to a purer form for reuse in manufacturing.</a:t>
            </a:r>
          </a:p>
          <a:p>
            <a:pPr algn="just"/>
            <a:r>
              <a:rPr lang="en-IN" dirty="0"/>
              <a:t>The recycling of e-waste helps recover:</a:t>
            </a:r>
          </a:p>
          <a:p>
            <a:pPr lvl="0" algn="just"/>
            <a:r>
              <a:rPr lang="en-IN" b="1" dirty="0"/>
              <a:t>Precious metals</a:t>
            </a:r>
            <a:r>
              <a:rPr lang="en-IN" dirty="0"/>
              <a:t>: Gold, silver, palladium, and copper are often recovered from circuit boards, connectors, and other parts.</a:t>
            </a:r>
          </a:p>
          <a:p>
            <a:pPr lvl="0" algn="just"/>
            <a:r>
              <a:rPr lang="en-IN" b="1" dirty="0"/>
              <a:t>Plastics and glass</a:t>
            </a:r>
            <a:r>
              <a:rPr lang="en-IN" dirty="0"/>
              <a:t>: Screens, casings, and other components can be recycled to produce new products.</a:t>
            </a:r>
          </a:p>
          <a:p>
            <a:pPr lvl="0" algn="just"/>
            <a:r>
              <a:rPr lang="en-IN" b="1" dirty="0"/>
              <a:t>Rare Earth Elements (REEs)</a:t>
            </a:r>
            <a:r>
              <a:rPr lang="en-IN" dirty="0"/>
              <a:t>: These materials, such as neodymium and dysprosium, are critical for modern technologies like smartphones, wind turbines, and electric vehicles.</a:t>
            </a:r>
          </a:p>
          <a:p>
            <a:pPr algn="just"/>
            <a:endParaRPr lang="en-IN" dirty="0"/>
          </a:p>
        </p:txBody>
      </p:sp>
    </p:spTree>
    <p:extLst>
      <p:ext uri="{BB962C8B-B14F-4D97-AF65-F5344CB8AC3E}">
        <p14:creationId xmlns:p14="http://schemas.microsoft.com/office/powerpoint/2010/main" val="2676805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r>
              <a:rPr lang="en-IN" b="1" dirty="0"/>
              <a:t>2.4 Refurbishment and Reuse</a:t>
            </a:r>
            <a:endParaRPr lang="en-IN" dirty="0"/>
          </a:p>
        </p:txBody>
      </p:sp>
      <p:sp>
        <p:nvSpPr>
          <p:cNvPr id="3" name="Content Placeholder 2"/>
          <p:cNvSpPr>
            <a:spLocks noGrp="1"/>
          </p:cNvSpPr>
          <p:nvPr>
            <p:ph idx="1"/>
          </p:nvPr>
        </p:nvSpPr>
        <p:spPr/>
        <p:txBody>
          <a:bodyPr>
            <a:normAutofit fontScale="77500" lnSpcReduction="20000"/>
          </a:bodyPr>
          <a:lstStyle/>
          <a:p>
            <a:pPr algn="just"/>
            <a:r>
              <a:rPr lang="en-IN" dirty="0"/>
              <a:t>Some e-waste can be refurbished or repaired to extend its lifespan. This typically involves:</a:t>
            </a:r>
          </a:p>
          <a:p>
            <a:pPr lvl="0" algn="just"/>
            <a:r>
              <a:rPr lang="en-IN" b="1" dirty="0"/>
              <a:t>Repairing devices</a:t>
            </a:r>
            <a:r>
              <a:rPr lang="en-IN" dirty="0"/>
              <a:t>: Replacing faulty components or upgrading older systems to make them functional again.</a:t>
            </a:r>
          </a:p>
          <a:p>
            <a:pPr lvl="0" algn="just"/>
            <a:r>
              <a:rPr lang="en-IN" b="1" dirty="0"/>
              <a:t>Reusing parts</a:t>
            </a:r>
            <a:r>
              <a:rPr lang="en-IN" dirty="0"/>
              <a:t>: Salvaging parts like hard drives, processors, and screens from old devices and using them in newer or refurbished products.</a:t>
            </a:r>
          </a:p>
          <a:p>
            <a:pPr algn="just"/>
            <a:r>
              <a:rPr lang="en-IN" dirty="0"/>
              <a:t>This reduces the volume of e-waste and gives electronics a second life, often through resale or donation programs. Reusing electronics also reduces the environmental burden by conserving resources and reducing manufacturing emissions.</a:t>
            </a:r>
          </a:p>
          <a:p>
            <a:pPr algn="just"/>
            <a:endParaRPr lang="en-IN" dirty="0"/>
          </a:p>
        </p:txBody>
      </p:sp>
    </p:spTree>
    <p:extLst>
      <p:ext uri="{BB962C8B-B14F-4D97-AF65-F5344CB8AC3E}">
        <p14:creationId xmlns:p14="http://schemas.microsoft.com/office/powerpoint/2010/main" val="20770626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just"/>
            <a:r>
              <a:rPr lang="en-IN" b="1" dirty="0"/>
              <a:t>2.5 Disposal of Hazardous E-Waste</a:t>
            </a:r>
            <a:r>
              <a:rPr lang="en-IN" dirty="0"/>
              <a:t/>
            </a:r>
            <a:br>
              <a:rPr lang="en-IN" dirty="0"/>
            </a:br>
            <a:endParaRPr lang="en-IN" dirty="0"/>
          </a:p>
        </p:txBody>
      </p:sp>
      <p:sp>
        <p:nvSpPr>
          <p:cNvPr id="3" name="Content Placeholder 2"/>
          <p:cNvSpPr>
            <a:spLocks noGrp="1"/>
          </p:cNvSpPr>
          <p:nvPr>
            <p:ph idx="1"/>
          </p:nvPr>
        </p:nvSpPr>
        <p:spPr>
          <a:xfrm>
            <a:off x="467544" y="1340768"/>
            <a:ext cx="8229600" cy="4525963"/>
          </a:xfrm>
        </p:spPr>
        <p:txBody>
          <a:bodyPr>
            <a:normAutofit fontScale="85000" lnSpcReduction="20000"/>
          </a:bodyPr>
          <a:lstStyle/>
          <a:p>
            <a:pPr algn="just"/>
            <a:r>
              <a:rPr lang="en-IN" dirty="0"/>
              <a:t>While recycling can recover valuable materials, some e-waste items, especially those with toxic components, must be disposed of carefully. This includes:</a:t>
            </a:r>
          </a:p>
          <a:p>
            <a:pPr lvl="0" algn="just"/>
            <a:r>
              <a:rPr lang="en-IN" b="1" dirty="0"/>
              <a:t>Safe disposal of hazardous materials</a:t>
            </a:r>
            <a:r>
              <a:rPr lang="en-IN" dirty="0"/>
              <a:t>: Items like CRT monitors (which contain lead) and batteries (which may contain cadmium or lithium) need specialized treatment and disposal to prevent contamination.</a:t>
            </a:r>
          </a:p>
          <a:p>
            <a:pPr lvl="0" algn="just"/>
            <a:r>
              <a:rPr lang="en-IN" b="1" dirty="0"/>
              <a:t>Incineration and landfilling</a:t>
            </a:r>
            <a:r>
              <a:rPr lang="en-IN" dirty="0"/>
              <a:t>: In some cases, when recycling is not feasible, incineration or landfilling may be the last resort. However, this process requires strict controls to prevent environmental pollution, especially the release of heavy metals and chemicals.</a:t>
            </a:r>
          </a:p>
          <a:p>
            <a:pPr algn="just"/>
            <a:endParaRPr lang="en-IN" dirty="0"/>
          </a:p>
        </p:txBody>
      </p:sp>
    </p:spTree>
    <p:extLst>
      <p:ext uri="{BB962C8B-B14F-4D97-AF65-F5344CB8AC3E}">
        <p14:creationId xmlns:p14="http://schemas.microsoft.com/office/powerpoint/2010/main" val="906685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IN" sz="4000" b="1" dirty="0"/>
              <a:t>2.6 Regulation and Compliance</a:t>
            </a:r>
            <a:endParaRPr lang="en-IN" sz="4000" dirty="0"/>
          </a:p>
        </p:txBody>
      </p:sp>
      <p:sp>
        <p:nvSpPr>
          <p:cNvPr id="3" name="Content Placeholder 2"/>
          <p:cNvSpPr>
            <a:spLocks noGrp="1"/>
          </p:cNvSpPr>
          <p:nvPr>
            <p:ph idx="1"/>
          </p:nvPr>
        </p:nvSpPr>
        <p:spPr>
          <a:xfrm>
            <a:off x="467544" y="1268760"/>
            <a:ext cx="8229600" cy="4525963"/>
          </a:xfrm>
        </p:spPr>
        <p:txBody>
          <a:bodyPr>
            <a:noAutofit/>
          </a:bodyPr>
          <a:lstStyle/>
          <a:p>
            <a:pPr algn="just"/>
            <a:r>
              <a:rPr lang="en-IN" sz="2400" dirty="0"/>
              <a:t>E-waste management must adhere to local and international regulations to ensure environmental protection. These regulations are designed to:</a:t>
            </a:r>
          </a:p>
          <a:p>
            <a:pPr lvl="0" algn="just"/>
            <a:r>
              <a:rPr lang="en-IN" sz="2400" b="1" dirty="0"/>
              <a:t>Ensure safe recycling and disposal</a:t>
            </a:r>
            <a:r>
              <a:rPr lang="en-IN" sz="2400" dirty="0"/>
              <a:t>: Guidelines that govern how e-waste should be processed, ensuring the safety of workers and the environment.</a:t>
            </a:r>
          </a:p>
          <a:p>
            <a:pPr lvl="0" algn="just"/>
            <a:r>
              <a:rPr lang="en-IN" sz="2400" b="1" dirty="0"/>
              <a:t>Promote responsible practices</a:t>
            </a:r>
            <a:r>
              <a:rPr lang="en-IN" sz="2400" dirty="0"/>
              <a:t>: Rules that require manufacturers to take responsibility for the disposal of their products at the end of their life (e.g., extended producer responsibility programs).</a:t>
            </a:r>
          </a:p>
          <a:p>
            <a:pPr lvl="0" algn="just"/>
            <a:r>
              <a:rPr lang="en-IN" sz="2400" b="1" dirty="0"/>
              <a:t>Ban illegal e-waste exports</a:t>
            </a:r>
            <a:r>
              <a:rPr lang="en-IN" sz="2400" dirty="0"/>
              <a:t>: International laws such as the Basel Convention limit the movement of hazardous e-waste from developed countries to developing nations.</a:t>
            </a:r>
          </a:p>
          <a:p>
            <a:pPr algn="just"/>
            <a:r>
              <a:rPr lang="en-IN" sz="2400" dirty="0"/>
              <a:t> </a:t>
            </a:r>
          </a:p>
          <a:p>
            <a:pPr algn="just"/>
            <a:endParaRPr lang="en-IN" sz="2400" dirty="0"/>
          </a:p>
        </p:txBody>
      </p:sp>
    </p:spTree>
    <p:extLst>
      <p:ext uri="{BB962C8B-B14F-4D97-AF65-F5344CB8AC3E}">
        <p14:creationId xmlns:p14="http://schemas.microsoft.com/office/powerpoint/2010/main" val="1038636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5870" y="324357"/>
            <a:ext cx="7052309" cy="513715"/>
          </a:xfrm>
          <a:prstGeom prst="rect">
            <a:avLst/>
          </a:prstGeom>
        </p:spPr>
        <p:txBody>
          <a:bodyPr vert="horz" wrap="square" lIns="0" tIns="12700" rIns="0" bIns="0" rtlCol="0">
            <a:spAutoFit/>
          </a:bodyPr>
          <a:lstStyle/>
          <a:p>
            <a:pPr marL="12700">
              <a:lnSpc>
                <a:spcPct val="100000"/>
              </a:lnSpc>
              <a:spcBef>
                <a:spcPts val="100"/>
              </a:spcBef>
            </a:pPr>
            <a:r>
              <a:rPr dirty="0"/>
              <a:t>Why</a:t>
            </a:r>
            <a:r>
              <a:rPr spc="-40" dirty="0"/>
              <a:t> </a:t>
            </a:r>
            <a:r>
              <a:rPr spc="-25" dirty="0"/>
              <a:t>E-</a:t>
            </a:r>
            <a:r>
              <a:rPr spc="-10" dirty="0"/>
              <a:t>Waste</a:t>
            </a:r>
            <a:r>
              <a:rPr spc="-50" dirty="0"/>
              <a:t> </a:t>
            </a:r>
            <a:r>
              <a:rPr dirty="0"/>
              <a:t>Management</a:t>
            </a:r>
            <a:r>
              <a:rPr spc="-80" dirty="0"/>
              <a:t> </a:t>
            </a:r>
            <a:r>
              <a:rPr dirty="0"/>
              <a:t>is</a:t>
            </a:r>
            <a:r>
              <a:rPr spc="-55" dirty="0"/>
              <a:t> </a:t>
            </a:r>
            <a:r>
              <a:rPr spc="-10" dirty="0"/>
              <a:t>Essential?</a:t>
            </a:r>
          </a:p>
        </p:txBody>
      </p:sp>
      <p:sp>
        <p:nvSpPr>
          <p:cNvPr id="3" name="object 3"/>
          <p:cNvSpPr txBox="1"/>
          <p:nvPr/>
        </p:nvSpPr>
        <p:spPr>
          <a:xfrm>
            <a:off x="383540" y="863853"/>
            <a:ext cx="8455660" cy="5208905"/>
          </a:xfrm>
          <a:prstGeom prst="rect">
            <a:avLst/>
          </a:prstGeom>
        </p:spPr>
        <p:txBody>
          <a:bodyPr vert="horz" wrap="square" lIns="0" tIns="13335" rIns="0" bIns="0" rtlCol="0">
            <a:spAutoFit/>
          </a:bodyPr>
          <a:lstStyle/>
          <a:p>
            <a:pPr marL="355600" marR="5080" indent="-342900" algn="just">
              <a:lnSpc>
                <a:spcPct val="100000"/>
              </a:lnSpc>
              <a:spcBef>
                <a:spcPts val="105"/>
              </a:spcBef>
              <a:buFont typeface="Arial MT"/>
              <a:buChar char="•"/>
              <a:tabLst>
                <a:tab pos="355600" algn="l"/>
              </a:tabLst>
            </a:pPr>
            <a:r>
              <a:rPr sz="1700" dirty="0">
                <a:latin typeface="Times New Roman"/>
                <a:cs typeface="Times New Roman"/>
              </a:rPr>
              <a:t>Proper</a:t>
            </a:r>
            <a:r>
              <a:rPr sz="1700" spc="30" dirty="0">
                <a:latin typeface="Times New Roman"/>
                <a:cs typeface="Times New Roman"/>
              </a:rPr>
              <a:t> </a:t>
            </a:r>
            <a:r>
              <a:rPr sz="1700" dirty="0">
                <a:latin typeface="Times New Roman"/>
                <a:cs typeface="Times New Roman"/>
              </a:rPr>
              <a:t>discarding</a:t>
            </a:r>
            <a:r>
              <a:rPr sz="1700" spc="30" dirty="0">
                <a:latin typeface="Times New Roman"/>
                <a:cs typeface="Times New Roman"/>
              </a:rPr>
              <a:t> </a:t>
            </a:r>
            <a:r>
              <a:rPr sz="1700" dirty="0">
                <a:latin typeface="Times New Roman"/>
                <a:cs typeface="Times New Roman"/>
              </a:rPr>
              <a:t>of</a:t>
            </a:r>
            <a:r>
              <a:rPr sz="1700" spc="30" dirty="0">
                <a:latin typeface="Times New Roman"/>
                <a:cs typeface="Times New Roman"/>
              </a:rPr>
              <a:t> </a:t>
            </a:r>
            <a:r>
              <a:rPr sz="1700" spc="-10" dirty="0">
                <a:latin typeface="Times New Roman"/>
                <a:cs typeface="Times New Roman"/>
              </a:rPr>
              <a:t>E-</a:t>
            </a:r>
            <a:r>
              <a:rPr sz="1700" dirty="0">
                <a:latin typeface="Times New Roman"/>
                <a:cs typeface="Times New Roman"/>
              </a:rPr>
              <a:t>waste</a:t>
            </a:r>
            <a:r>
              <a:rPr sz="1700" spc="35" dirty="0">
                <a:latin typeface="Times New Roman"/>
                <a:cs typeface="Times New Roman"/>
              </a:rPr>
              <a:t> </a:t>
            </a:r>
            <a:r>
              <a:rPr sz="1700" dirty="0">
                <a:latin typeface="Times New Roman"/>
                <a:cs typeface="Times New Roman"/>
              </a:rPr>
              <a:t>has</a:t>
            </a:r>
            <a:r>
              <a:rPr sz="1700" spc="35" dirty="0">
                <a:latin typeface="Times New Roman"/>
                <a:cs typeface="Times New Roman"/>
              </a:rPr>
              <a:t> </a:t>
            </a:r>
            <a:r>
              <a:rPr sz="1700" dirty="0">
                <a:latin typeface="Times New Roman"/>
                <a:cs typeface="Times New Roman"/>
              </a:rPr>
              <a:t>become</a:t>
            </a:r>
            <a:r>
              <a:rPr sz="1700" spc="20" dirty="0">
                <a:latin typeface="Times New Roman"/>
                <a:cs typeface="Times New Roman"/>
              </a:rPr>
              <a:t> </a:t>
            </a:r>
            <a:r>
              <a:rPr sz="1700" dirty="0">
                <a:latin typeface="Times New Roman"/>
                <a:cs typeface="Times New Roman"/>
              </a:rPr>
              <a:t>a</a:t>
            </a:r>
            <a:r>
              <a:rPr sz="1700" spc="30" dirty="0">
                <a:latin typeface="Times New Roman"/>
                <a:cs typeface="Times New Roman"/>
              </a:rPr>
              <a:t> </a:t>
            </a:r>
            <a:r>
              <a:rPr sz="1700" dirty="0">
                <a:latin typeface="Times New Roman"/>
                <a:cs typeface="Times New Roman"/>
              </a:rPr>
              <a:t>priority.</a:t>
            </a:r>
            <a:r>
              <a:rPr sz="1700" spc="40" dirty="0">
                <a:latin typeface="Times New Roman"/>
                <a:cs typeface="Times New Roman"/>
              </a:rPr>
              <a:t> </a:t>
            </a:r>
            <a:r>
              <a:rPr sz="1700" dirty="0">
                <a:latin typeface="Times New Roman"/>
                <a:cs typeface="Times New Roman"/>
              </a:rPr>
              <a:t>Many</a:t>
            </a:r>
            <a:r>
              <a:rPr sz="1700" spc="30" dirty="0">
                <a:latin typeface="Times New Roman"/>
                <a:cs typeface="Times New Roman"/>
              </a:rPr>
              <a:t> </a:t>
            </a:r>
            <a:r>
              <a:rPr sz="1700" dirty="0">
                <a:latin typeface="Times New Roman"/>
                <a:cs typeface="Times New Roman"/>
              </a:rPr>
              <a:t>of</a:t>
            </a:r>
            <a:r>
              <a:rPr sz="1700" spc="35" dirty="0">
                <a:latin typeface="Times New Roman"/>
                <a:cs typeface="Times New Roman"/>
              </a:rPr>
              <a:t> </a:t>
            </a:r>
            <a:r>
              <a:rPr sz="1700" dirty="0">
                <a:latin typeface="Times New Roman"/>
                <a:cs typeface="Times New Roman"/>
              </a:rPr>
              <a:t>us</a:t>
            </a:r>
            <a:r>
              <a:rPr sz="1700" spc="30" dirty="0">
                <a:latin typeface="Times New Roman"/>
                <a:cs typeface="Times New Roman"/>
              </a:rPr>
              <a:t> </a:t>
            </a:r>
            <a:r>
              <a:rPr sz="1700" dirty="0">
                <a:latin typeface="Times New Roman"/>
                <a:cs typeface="Times New Roman"/>
              </a:rPr>
              <a:t>are</a:t>
            </a:r>
            <a:r>
              <a:rPr sz="1700" spc="45" dirty="0">
                <a:latin typeface="Times New Roman"/>
                <a:cs typeface="Times New Roman"/>
              </a:rPr>
              <a:t> </a:t>
            </a:r>
            <a:r>
              <a:rPr sz="1700" dirty="0">
                <a:latin typeface="Times New Roman"/>
                <a:cs typeface="Times New Roman"/>
              </a:rPr>
              <a:t>not</a:t>
            </a:r>
            <a:r>
              <a:rPr sz="1700" spc="40" dirty="0">
                <a:latin typeface="Times New Roman"/>
                <a:cs typeface="Times New Roman"/>
              </a:rPr>
              <a:t> </a:t>
            </a:r>
            <a:r>
              <a:rPr sz="1700" dirty="0">
                <a:latin typeface="Times New Roman"/>
                <a:cs typeface="Times New Roman"/>
              </a:rPr>
              <a:t>cognizant</a:t>
            </a:r>
            <a:r>
              <a:rPr sz="1700" spc="40" dirty="0">
                <a:latin typeface="Times New Roman"/>
                <a:cs typeface="Times New Roman"/>
              </a:rPr>
              <a:t> </a:t>
            </a:r>
            <a:r>
              <a:rPr sz="1700" dirty="0">
                <a:latin typeface="Times New Roman"/>
                <a:cs typeface="Times New Roman"/>
              </a:rPr>
              <a:t>of</a:t>
            </a:r>
            <a:r>
              <a:rPr sz="1700" spc="35" dirty="0">
                <a:latin typeface="Times New Roman"/>
                <a:cs typeface="Times New Roman"/>
              </a:rPr>
              <a:t> </a:t>
            </a:r>
            <a:r>
              <a:rPr sz="1700" dirty="0">
                <a:latin typeface="Times New Roman"/>
                <a:cs typeface="Times New Roman"/>
              </a:rPr>
              <a:t>the</a:t>
            </a:r>
            <a:r>
              <a:rPr sz="1700" spc="45" dirty="0">
                <a:latin typeface="Times New Roman"/>
                <a:cs typeface="Times New Roman"/>
              </a:rPr>
              <a:t> </a:t>
            </a:r>
            <a:r>
              <a:rPr sz="1700" spc="-20" dirty="0">
                <a:latin typeface="Times New Roman"/>
                <a:cs typeface="Times New Roman"/>
              </a:rPr>
              <a:t>fact </a:t>
            </a:r>
            <a:r>
              <a:rPr sz="1700" dirty="0">
                <a:latin typeface="Times New Roman"/>
                <a:cs typeface="Times New Roman"/>
              </a:rPr>
              <a:t>that</a:t>
            </a:r>
            <a:r>
              <a:rPr sz="1700" spc="185" dirty="0">
                <a:latin typeface="Times New Roman"/>
                <a:cs typeface="Times New Roman"/>
              </a:rPr>
              <a:t> </a:t>
            </a:r>
            <a:r>
              <a:rPr sz="1700" dirty="0">
                <a:latin typeface="Times New Roman"/>
                <a:cs typeface="Times New Roman"/>
              </a:rPr>
              <a:t>electronic</a:t>
            </a:r>
            <a:r>
              <a:rPr sz="1700" spc="195" dirty="0">
                <a:latin typeface="Times New Roman"/>
                <a:cs typeface="Times New Roman"/>
              </a:rPr>
              <a:t> </a:t>
            </a:r>
            <a:r>
              <a:rPr sz="1700" dirty="0">
                <a:latin typeface="Times New Roman"/>
                <a:cs typeface="Times New Roman"/>
              </a:rPr>
              <a:t>appliances</a:t>
            </a:r>
            <a:r>
              <a:rPr sz="1700" spc="190" dirty="0">
                <a:latin typeface="Times New Roman"/>
                <a:cs typeface="Times New Roman"/>
              </a:rPr>
              <a:t> </a:t>
            </a:r>
            <a:r>
              <a:rPr sz="1700" dirty="0">
                <a:latin typeface="Times New Roman"/>
                <a:cs typeface="Times New Roman"/>
              </a:rPr>
              <a:t>like</a:t>
            </a:r>
            <a:r>
              <a:rPr sz="1700" spc="200" dirty="0">
                <a:latin typeface="Times New Roman"/>
                <a:cs typeface="Times New Roman"/>
              </a:rPr>
              <a:t> </a:t>
            </a:r>
            <a:r>
              <a:rPr sz="1700" dirty="0">
                <a:latin typeface="Times New Roman"/>
                <a:cs typeface="Times New Roman"/>
              </a:rPr>
              <a:t>cell</a:t>
            </a:r>
            <a:r>
              <a:rPr sz="1700" spc="190" dirty="0">
                <a:latin typeface="Times New Roman"/>
                <a:cs typeface="Times New Roman"/>
              </a:rPr>
              <a:t> </a:t>
            </a:r>
            <a:r>
              <a:rPr sz="1700" dirty="0">
                <a:latin typeface="Times New Roman"/>
                <a:cs typeface="Times New Roman"/>
              </a:rPr>
              <a:t>phones</a:t>
            </a:r>
            <a:r>
              <a:rPr sz="1700" spc="190" dirty="0">
                <a:latin typeface="Times New Roman"/>
                <a:cs typeface="Times New Roman"/>
              </a:rPr>
              <a:t> </a:t>
            </a:r>
            <a:r>
              <a:rPr sz="1700" dirty="0">
                <a:latin typeface="Times New Roman"/>
                <a:cs typeface="Times New Roman"/>
              </a:rPr>
              <a:t>and</a:t>
            </a:r>
            <a:r>
              <a:rPr sz="1700" spc="195" dirty="0">
                <a:latin typeface="Times New Roman"/>
                <a:cs typeface="Times New Roman"/>
              </a:rPr>
              <a:t> </a:t>
            </a:r>
            <a:r>
              <a:rPr sz="1700" dirty="0">
                <a:latin typeface="Times New Roman"/>
                <a:cs typeface="Times New Roman"/>
              </a:rPr>
              <a:t>computers</a:t>
            </a:r>
            <a:r>
              <a:rPr sz="1700" spc="190" dirty="0">
                <a:latin typeface="Times New Roman"/>
                <a:cs typeface="Times New Roman"/>
              </a:rPr>
              <a:t> </a:t>
            </a:r>
            <a:r>
              <a:rPr sz="1700" dirty="0">
                <a:latin typeface="Times New Roman"/>
                <a:cs typeface="Times New Roman"/>
              </a:rPr>
              <a:t>actually</a:t>
            </a:r>
            <a:r>
              <a:rPr sz="1700" spc="195" dirty="0">
                <a:latin typeface="Times New Roman"/>
                <a:cs typeface="Times New Roman"/>
              </a:rPr>
              <a:t> </a:t>
            </a:r>
            <a:r>
              <a:rPr sz="1700" dirty="0">
                <a:latin typeface="Times New Roman"/>
                <a:cs typeface="Times New Roman"/>
              </a:rPr>
              <a:t>comprise</a:t>
            </a:r>
            <a:r>
              <a:rPr sz="1700" spc="195" dirty="0">
                <a:latin typeface="Times New Roman"/>
                <a:cs typeface="Times New Roman"/>
              </a:rPr>
              <a:t> </a:t>
            </a:r>
            <a:r>
              <a:rPr sz="1700" dirty="0">
                <a:latin typeface="Times New Roman"/>
                <a:cs typeface="Times New Roman"/>
              </a:rPr>
              <a:t>of</a:t>
            </a:r>
            <a:r>
              <a:rPr sz="1700" spc="190" dirty="0">
                <a:latin typeface="Times New Roman"/>
                <a:cs typeface="Times New Roman"/>
              </a:rPr>
              <a:t> </a:t>
            </a:r>
            <a:r>
              <a:rPr sz="1700" dirty="0">
                <a:latin typeface="Times New Roman"/>
                <a:cs typeface="Times New Roman"/>
              </a:rPr>
              <a:t>many</a:t>
            </a:r>
            <a:r>
              <a:rPr sz="1700" spc="185" dirty="0">
                <a:latin typeface="Times New Roman"/>
                <a:cs typeface="Times New Roman"/>
              </a:rPr>
              <a:t> </a:t>
            </a:r>
            <a:r>
              <a:rPr sz="1700" spc="-10" dirty="0">
                <a:latin typeface="Times New Roman"/>
                <a:cs typeface="Times New Roman"/>
              </a:rPr>
              <a:t>toxic </a:t>
            </a:r>
            <a:r>
              <a:rPr sz="1700" dirty="0">
                <a:latin typeface="Times New Roman"/>
                <a:cs typeface="Times New Roman"/>
              </a:rPr>
              <a:t>substances</a:t>
            </a:r>
            <a:r>
              <a:rPr sz="1700" spc="-25" dirty="0">
                <a:latin typeface="Times New Roman"/>
                <a:cs typeface="Times New Roman"/>
              </a:rPr>
              <a:t> </a:t>
            </a:r>
            <a:r>
              <a:rPr sz="1700" dirty="0">
                <a:latin typeface="Times New Roman"/>
                <a:cs typeface="Times New Roman"/>
              </a:rPr>
              <a:t>that</a:t>
            </a:r>
            <a:r>
              <a:rPr sz="1700" spc="-10" dirty="0">
                <a:latin typeface="Times New Roman"/>
                <a:cs typeface="Times New Roman"/>
              </a:rPr>
              <a:t> </a:t>
            </a:r>
            <a:r>
              <a:rPr sz="1700" dirty="0">
                <a:latin typeface="Times New Roman"/>
                <a:cs typeface="Times New Roman"/>
              </a:rPr>
              <a:t>can</a:t>
            </a:r>
            <a:r>
              <a:rPr sz="1700" spc="-35" dirty="0">
                <a:latin typeface="Times New Roman"/>
                <a:cs typeface="Times New Roman"/>
              </a:rPr>
              <a:t> </a:t>
            </a:r>
            <a:r>
              <a:rPr sz="1700" dirty="0">
                <a:latin typeface="Times New Roman"/>
                <a:cs typeface="Times New Roman"/>
              </a:rPr>
              <a:t>leach</a:t>
            </a:r>
            <a:r>
              <a:rPr sz="1700" spc="-30" dirty="0">
                <a:latin typeface="Times New Roman"/>
                <a:cs typeface="Times New Roman"/>
              </a:rPr>
              <a:t> </a:t>
            </a:r>
            <a:r>
              <a:rPr sz="1700" dirty="0">
                <a:latin typeface="Times New Roman"/>
                <a:cs typeface="Times New Roman"/>
              </a:rPr>
              <a:t>out</a:t>
            </a:r>
            <a:r>
              <a:rPr sz="1700" spc="-10" dirty="0">
                <a:latin typeface="Times New Roman"/>
                <a:cs typeface="Times New Roman"/>
              </a:rPr>
              <a:t> </a:t>
            </a:r>
            <a:r>
              <a:rPr sz="1700" dirty="0">
                <a:latin typeface="Times New Roman"/>
                <a:cs typeface="Times New Roman"/>
              </a:rPr>
              <a:t>into</a:t>
            </a:r>
            <a:r>
              <a:rPr sz="1700" spc="-10" dirty="0">
                <a:latin typeface="Times New Roman"/>
                <a:cs typeface="Times New Roman"/>
              </a:rPr>
              <a:t> </a:t>
            </a:r>
            <a:r>
              <a:rPr sz="1700" dirty="0">
                <a:latin typeface="Times New Roman"/>
                <a:cs typeface="Times New Roman"/>
              </a:rPr>
              <a:t>the</a:t>
            </a:r>
            <a:r>
              <a:rPr sz="1700" spc="-20" dirty="0">
                <a:latin typeface="Times New Roman"/>
                <a:cs typeface="Times New Roman"/>
              </a:rPr>
              <a:t> </a:t>
            </a:r>
            <a:r>
              <a:rPr sz="1700" dirty="0">
                <a:latin typeface="Times New Roman"/>
                <a:cs typeface="Times New Roman"/>
              </a:rPr>
              <a:t>soil and</a:t>
            </a:r>
            <a:r>
              <a:rPr sz="1700" spc="-20" dirty="0">
                <a:latin typeface="Times New Roman"/>
                <a:cs typeface="Times New Roman"/>
              </a:rPr>
              <a:t> </a:t>
            </a:r>
            <a:r>
              <a:rPr sz="1700" dirty="0">
                <a:latin typeface="Times New Roman"/>
                <a:cs typeface="Times New Roman"/>
              </a:rPr>
              <a:t>cause</a:t>
            </a:r>
            <a:r>
              <a:rPr sz="1700" spc="-30" dirty="0">
                <a:latin typeface="Times New Roman"/>
                <a:cs typeface="Times New Roman"/>
              </a:rPr>
              <a:t> </a:t>
            </a:r>
            <a:r>
              <a:rPr sz="1700" dirty="0">
                <a:latin typeface="Times New Roman"/>
                <a:cs typeface="Times New Roman"/>
              </a:rPr>
              <a:t>harm</a:t>
            </a:r>
            <a:r>
              <a:rPr sz="1700" spc="-25" dirty="0">
                <a:latin typeface="Times New Roman"/>
                <a:cs typeface="Times New Roman"/>
              </a:rPr>
              <a:t> </a:t>
            </a:r>
            <a:r>
              <a:rPr sz="1700" dirty="0">
                <a:latin typeface="Times New Roman"/>
                <a:cs typeface="Times New Roman"/>
              </a:rPr>
              <a:t>to</a:t>
            </a:r>
            <a:r>
              <a:rPr sz="1700" spc="-20" dirty="0">
                <a:latin typeface="Times New Roman"/>
                <a:cs typeface="Times New Roman"/>
              </a:rPr>
              <a:t> </a:t>
            </a:r>
            <a:r>
              <a:rPr sz="1700" dirty="0">
                <a:latin typeface="Times New Roman"/>
                <a:cs typeface="Times New Roman"/>
              </a:rPr>
              <a:t>the</a:t>
            </a:r>
            <a:r>
              <a:rPr sz="1700" spc="-5" dirty="0">
                <a:latin typeface="Times New Roman"/>
                <a:cs typeface="Times New Roman"/>
              </a:rPr>
              <a:t> </a:t>
            </a:r>
            <a:r>
              <a:rPr sz="1700" spc="-10" dirty="0">
                <a:latin typeface="Times New Roman"/>
                <a:cs typeface="Times New Roman"/>
              </a:rPr>
              <a:t>environment.</a:t>
            </a:r>
            <a:endParaRPr sz="1700">
              <a:latin typeface="Times New Roman"/>
              <a:cs typeface="Times New Roman"/>
            </a:endParaRPr>
          </a:p>
          <a:p>
            <a:pPr marL="355600" marR="5715" indent="-342900" algn="just">
              <a:lnSpc>
                <a:spcPct val="100000"/>
              </a:lnSpc>
              <a:spcBef>
                <a:spcPts val="405"/>
              </a:spcBef>
              <a:buFont typeface="Arial MT"/>
              <a:buChar char="•"/>
              <a:tabLst>
                <a:tab pos="355600" algn="l"/>
              </a:tabLst>
            </a:pPr>
            <a:r>
              <a:rPr sz="1700" dirty="0">
                <a:latin typeface="Times New Roman"/>
                <a:cs typeface="Times New Roman"/>
              </a:rPr>
              <a:t>The</a:t>
            </a:r>
            <a:r>
              <a:rPr sz="1700" spc="80" dirty="0">
                <a:latin typeface="Times New Roman"/>
                <a:cs typeface="Times New Roman"/>
              </a:rPr>
              <a:t> </a:t>
            </a:r>
            <a:r>
              <a:rPr sz="1700" dirty="0">
                <a:latin typeface="Times New Roman"/>
                <a:cs typeface="Times New Roman"/>
              </a:rPr>
              <a:t>problem</a:t>
            </a:r>
            <a:r>
              <a:rPr sz="1700" spc="85" dirty="0">
                <a:latin typeface="Times New Roman"/>
                <a:cs typeface="Times New Roman"/>
              </a:rPr>
              <a:t> </a:t>
            </a:r>
            <a:r>
              <a:rPr sz="1700" dirty="0">
                <a:latin typeface="Times New Roman"/>
                <a:cs typeface="Times New Roman"/>
              </a:rPr>
              <a:t>has</a:t>
            </a:r>
            <a:r>
              <a:rPr sz="1700" spc="70" dirty="0">
                <a:latin typeface="Times New Roman"/>
                <a:cs typeface="Times New Roman"/>
              </a:rPr>
              <a:t> </a:t>
            </a:r>
            <a:r>
              <a:rPr sz="1700" dirty="0">
                <a:latin typeface="Times New Roman"/>
                <a:cs typeface="Times New Roman"/>
              </a:rPr>
              <a:t>been</a:t>
            </a:r>
            <a:r>
              <a:rPr sz="1700" spc="90" dirty="0">
                <a:latin typeface="Times New Roman"/>
                <a:cs typeface="Times New Roman"/>
              </a:rPr>
              <a:t> </a:t>
            </a:r>
            <a:r>
              <a:rPr sz="1700" dirty="0">
                <a:latin typeface="Times New Roman"/>
                <a:cs typeface="Times New Roman"/>
              </a:rPr>
              <a:t>increased</a:t>
            </a:r>
            <a:r>
              <a:rPr sz="1700" spc="85" dirty="0">
                <a:latin typeface="Times New Roman"/>
                <a:cs typeface="Times New Roman"/>
              </a:rPr>
              <a:t> </a:t>
            </a:r>
            <a:r>
              <a:rPr sz="1700" dirty="0">
                <a:latin typeface="Times New Roman"/>
                <a:cs typeface="Times New Roman"/>
              </a:rPr>
              <a:t>so</a:t>
            </a:r>
            <a:r>
              <a:rPr sz="1700" spc="80" dirty="0">
                <a:latin typeface="Times New Roman"/>
                <a:cs typeface="Times New Roman"/>
              </a:rPr>
              <a:t> </a:t>
            </a:r>
            <a:r>
              <a:rPr sz="1700" dirty="0">
                <a:latin typeface="Times New Roman"/>
                <a:cs typeface="Times New Roman"/>
              </a:rPr>
              <a:t>much</a:t>
            </a:r>
            <a:r>
              <a:rPr sz="1700" spc="90" dirty="0">
                <a:latin typeface="Times New Roman"/>
                <a:cs typeface="Times New Roman"/>
              </a:rPr>
              <a:t> </a:t>
            </a:r>
            <a:r>
              <a:rPr sz="1700" dirty="0">
                <a:latin typeface="Times New Roman"/>
                <a:cs typeface="Times New Roman"/>
              </a:rPr>
              <a:t>because</a:t>
            </a:r>
            <a:r>
              <a:rPr sz="1700" spc="85" dirty="0">
                <a:latin typeface="Times New Roman"/>
                <a:cs typeface="Times New Roman"/>
              </a:rPr>
              <a:t> </a:t>
            </a:r>
            <a:r>
              <a:rPr sz="1700" dirty="0">
                <a:latin typeface="Times New Roman"/>
                <a:cs typeface="Times New Roman"/>
              </a:rPr>
              <a:t>of</a:t>
            </a:r>
            <a:r>
              <a:rPr sz="1700" spc="75" dirty="0">
                <a:latin typeface="Times New Roman"/>
                <a:cs typeface="Times New Roman"/>
              </a:rPr>
              <a:t> </a:t>
            </a:r>
            <a:r>
              <a:rPr sz="1700" dirty="0">
                <a:latin typeface="Times New Roman"/>
                <a:cs typeface="Times New Roman"/>
              </a:rPr>
              <a:t>the</a:t>
            </a:r>
            <a:r>
              <a:rPr sz="1700" spc="85" dirty="0">
                <a:latin typeface="Times New Roman"/>
                <a:cs typeface="Times New Roman"/>
              </a:rPr>
              <a:t> </a:t>
            </a:r>
            <a:r>
              <a:rPr sz="1700" dirty="0">
                <a:latin typeface="Times New Roman"/>
                <a:cs typeface="Times New Roman"/>
              </a:rPr>
              <a:t>fact</a:t>
            </a:r>
            <a:r>
              <a:rPr sz="1700" spc="80" dirty="0">
                <a:latin typeface="Times New Roman"/>
                <a:cs typeface="Times New Roman"/>
              </a:rPr>
              <a:t> </a:t>
            </a:r>
            <a:r>
              <a:rPr sz="1700" dirty="0">
                <a:latin typeface="Times New Roman"/>
                <a:cs typeface="Times New Roman"/>
              </a:rPr>
              <a:t>that</a:t>
            </a:r>
            <a:r>
              <a:rPr sz="1700" spc="80" dirty="0">
                <a:latin typeface="Times New Roman"/>
                <a:cs typeface="Times New Roman"/>
              </a:rPr>
              <a:t> </a:t>
            </a:r>
            <a:r>
              <a:rPr sz="1700" dirty="0">
                <a:latin typeface="Times New Roman"/>
                <a:cs typeface="Times New Roman"/>
              </a:rPr>
              <a:t>the</a:t>
            </a:r>
            <a:r>
              <a:rPr sz="1700" spc="80" dirty="0">
                <a:latin typeface="Times New Roman"/>
                <a:cs typeface="Times New Roman"/>
              </a:rPr>
              <a:t> </a:t>
            </a:r>
            <a:r>
              <a:rPr sz="1700" dirty="0">
                <a:latin typeface="Times New Roman"/>
                <a:cs typeface="Times New Roman"/>
              </a:rPr>
              <a:t>elements</a:t>
            </a:r>
            <a:r>
              <a:rPr sz="1700" spc="95" dirty="0">
                <a:latin typeface="Times New Roman"/>
                <a:cs typeface="Times New Roman"/>
              </a:rPr>
              <a:t> </a:t>
            </a:r>
            <a:r>
              <a:rPr sz="1700" dirty="0">
                <a:latin typeface="Times New Roman"/>
                <a:cs typeface="Times New Roman"/>
              </a:rPr>
              <a:t>that</a:t>
            </a:r>
            <a:r>
              <a:rPr sz="1700" spc="80" dirty="0">
                <a:latin typeface="Times New Roman"/>
                <a:cs typeface="Times New Roman"/>
              </a:rPr>
              <a:t> </a:t>
            </a:r>
            <a:r>
              <a:rPr sz="1700" dirty="0">
                <a:latin typeface="Times New Roman"/>
                <a:cs typeface="Times New Roman"/>
              </a:rPr>
              <a:t>are</a:t>
            </a:r>
            <a:r>
              <a:rPr sz="1700" spc="75" dirty="0">
                <a:latin typeface="Times New Roman"/>
                <a:cs typeface="Times New Roman"/>
              </a:rPr>
              <a:t> </a:t>
            </a:r>
            <a:r>
              <a:rPr sz="1700" spc="-20" dirty="0">
                <a:latin typeface="Times New Roman"/>
                <a:cs typeface="Times New Roman"/>
              </a:rPr>
              <a:t>used </a:t>
            </a:r>
            <a:r>
              <a:rPr sz="1700" dirty="0">
                <a:latin typeface="Times New Roman"/>
                <a:cs typeface="Times New Roman"/>
              </a:rPr>
              <a:t>in</a:t>
            </a:r>
            <a:r>
              <a:rPr sz="1700" spc="220" dirty="0">
                <a:latin typeface="Times New Roman"/>
                <a:cs typeface="Times New Roman"/>
              </a:rPr>
              <a:t> </a:t>
            </a:r>
            <a:r>
              <a:rPr sz="1700" dirty="0">
                <a:latin typeface="Times New Roman"/>
                <a:cs typeface="Times New Roman"/>
              </a:rPr>
              <a:t>the</a:t>
            </a:r>
            <a:r>
              <a:rPr sz="1700" spc="225" dirty="0">
                <a:latin typeface="Times New Roman"/>
                <a:cs typeface="Times New Roman"/>
              </a:rPr>
              <a:t> </a:t>
            </a:r>
            <a:r>
              <a:rPr sz="1700" dirty="0">
                <a:latin typeface="Times New Roman"/>
                <a:cs typeface="Times New Roman"/>
              </a:rPr>
              <a:t>fabrication</a:t>
            </a:r>
            <a:r>
              <a:rPr sz="1700" spc="225" dirty="0">
                <a:latin typeface="Times New Roman"/>
                <a:cs typeface="Times New Roman"/>
              </a:rPr>
              <a:t> </a:t>
            </a:r>
            <a:r>
              <a:rPr sz="1700" dirty="0">
                <a:latin typeface="Times New Roman"/>
                <a:cs typeface="Times New Roman"/>
              </a:rPr>
              <a:t>of</a:t>
            </a:r>
            <a:r>
              <a:rPr sz="1700" spc="220" dirty="0">
                <a:latin typeface="Times New Roman"/>
                <a:cs typeface="Times New Roman"/>
              </a:rPr>
              <a:t> </a:t>
            </a:r>
            <a:r>
              <a:rPr sz="1700" dirty="0">
                <a:latin typeface="Times New Roman"/>
                <a:cs typeface="Times New Roman"/>
              </a:rPr>
              <a:t>these</a:t>
            </a:r>
            <a:r>
              <a:rPr sz="1700" spc="210" dirty="0">
                <a:latin typeface="Times New Roman"/>
                <a:cs typeface="Times New Roman"/>
              </a:rPr>
              <a:t> </a:t>
            </a:r>
            <a:r>
              <a:rPr sz="1700" dirty="0">
                <a:latin typeface="Times New Roman"/>
                <a:cs typeface="Times New Roman"/>
              </a:rPr>
              <a:t>electronics</a:t>
            </a:r>
            <a:r>
              <a:rPr sz="1700" spc="225" dirty="0">
                <a:latin typeface="Times New Roman"/>
                <a:cs typeface="Times New Roman"/>
              </a:rPr>
              <a:t> </a:t>
            </a:r>
            <a:r>
              <a:rPr sz="1700" dirty="0">
                <a:latin typeface="Times New Roman"/>
                <a:cs typeface="Times New Roman"/>
              </a:rPr>
              <a:t>are</a:t>
            </a:r>
            <a:r>
              <a:rPr sz="1700" spc="210" dirty="0">
                <a:latin typeface="Times New Roman"/>
                <a:cs typeface="Times New Roman"/>
              </a:rPr>
              <a:t> </a:t>
            </a:r>
            <a:r>
              <a:rPr sz="1700" dirty="0">
                <a:latin typeface="Times New Roman"/>
                <a:cs typeface="Times New Roman"/>
              </a:rPr>
              <a:t>usually</a:t>
            </a:r>
            <a:r>
              <a:rPr sz="1700" spc="215" dirty="0">
                <a:latin typeface="Times New Roman"/>
                <a:cs typeface="Times New Roman"/>
              </a:rPr>
              <a:t> </a:t>
            </a:r>
            <a:r>
              <a:rPr sz="1700" dirty="0">
                <a:latin typeface="Times New Roman"/>
                <a:cs typeface="Times New Roman"/>
              </a:rPr>
              <a:t>quite</a:t>
            </a:r>
            <a:r>
              <a:rPr sz="1700" spc="220" dirty="0">
                <a:latin typeface="Times New Roman"/>
                <a:cs typeface="Times New Roman"/>
              </a:rPr>
              <a:t> </a:t>
            </a:r>
            <a:r>
              <a:rPr sz="1700" dirty="0">
                <a:latin typeface="Times New Roman"/>
                <a:cs typeface="Times New Roman"/>
              </a:rPr>
              <a:t>expensive.</a:t>
            </a:r>
            <a:r>
              <a:rPr sz="1700" spc="220" dirty="0">
                <a:latin typeface="Times New Roman"/>
                <a:cs typeface="Times New Roman"/>
              </a:rPr>
              <a:t> </a:t>
            </a:r>
            <a:r>
              <a:rPr sz="1700" dirty="0">
                <a:latin typeface="Times New Roman"/>
                <a:cs typeface="Times New Roman"/>
              </a:rPr>
              <a:t>Because</a:t>
            </a:r>
            <a:r>
              <a:rPr sz="1700" spc="215" dirty="0">
                <a:latin typeface="Times New Roman"/>
                <a:cs typeface="Times New Roman"/>
              </a:rPr>
              <a:t> </a:t>
            </a:r>
            <a:r>
              <a:rPr sz="1700" dirty="0">
                <a:latin typeface="Times New Roman"/>
                <a:cs typeface="Times New Roman"/>
              </a:rPr>
              <a:t>of</a:t>
            </a:r>
            <a:r>
              <a:rPr sz="1700" spc="220" dirty="0">
                <a:latin typeface="Times New Roman"/>
                <a:cs typeface="Times New Roman"/>
              </a:rPr>
              <a:t> </a:t>
            </a:r>
            <a:r>
              <a:rPr sz="1700" dirty="0">
                <a:latin typeface="Times New Roman"/>
                <a:cs typeface="Times New Roman"/>
              </a:rPr>
              <a:t>this</a:t>
            </a:r>
            <a:r>
              <a:rPr sz="1700" spc="220" dirty="0">
                <a:latin typeface="Times New Roman"/>
                <a:cs typeface="Times New Roman"/>
              </a:rPr>
              <a:t> </a:t>
            </a:r>
            <a:r>
              <a:rPr sz="1700" spc="-10" dirty="0">
                <a:latin typeface="Times New Roman"/>
                <a:cs typeface="Times New Roman"/>
              </a:rPr>
              <a:t>reason, </a:t>
            </a:r>
            <a:r>
              <a:rPr sz="1700" dirty="0">
                <a:latin typeface="Times New Roman"/>
                <a:cs typeface="Times New Roman"/>
              </a:rPr>
              <a:t>many</a:t>
            </a:r>
            <a:r>
              <a:rPr sz="1700" spc="30" dirty="0">
                <a:latin typeface="Times New Roman"/>
                <a:cs typeface="Times New Roman"/>
              </a:rPr>
              <a:t> </a:t>
            </a:r>
            <a:r>
              <a:rPr sz="1700" dirty="0">
                <a:latin typeface="Times New Roman"/>
                <a:cs typeface="Times New Roman"/>
              </a:rPr>
              <a:t>leading</a:t>
            </a:r>
            <a:r>
              <a:rPr sz="1700" spc="25" dirty="0">
                <a:latin typeface="Times New Roman"/>
                <a:cs typeface="Times New Roman"/>
              </a:rPr>
              <a:t> </a:t>
            </a:r>
            <a:r>
              <a:rPr sz="1700" dirty="0">
                <a:latin typeface="Times New Roman"/>
                <a:cs typeface="Times New Roman"/>
              </a:rPr>
              <a:t>companies</a:t>
            </a:r>
            <a:r>
              <a:rPr sz="1700" spc="35" dirty="0">
                <a:latin typeface="Times New Roman"/>
                <a:cs typeface="Times New Roman"/>
              </a:rPr>
              <a:t> </a:t>
            </a:r>
            <a:r>
              <a:rPr sz="1700" dirty="0">
                <a:latin typeface="Times New Roman"/>
                <a:cs typeface="Times New Roman"/>
              </a:rPr>
              <a:t>often</a:t>
            </a:r>
            <a:r>
              <a:rPr sz="1700" spc="30" dirty="0">
                <a:latin typeface="Times New Roman"/>
                <a:cs typeface="Times New Roman"/>
              </a:rPr>
              <a:t> </a:t>
            </a:r>
            <a:r>
              <a:rPr sz="1700" dirty="0">
                <a:latin typeface="Times New Roman"/>
                <a:cs typeface="Times New Roman"/>
              </a:rPr>
              <a:t>try</a:t>
            </a:r>
            <a:r>
              <a:rPr sz="1700" spc="20" dirty="0">
                <a:latin typeface="Times New Roman"/>
                <a:cs typeface="Times New Roman"/>
              </a:rPr>
              <a:t> </a:t>
            </a:r>
            <a:r>
              <a:rPr sz="1700" dirty="0">
                <a:latin typeface="Times New Roman"/>
                <a:cs typeface="Times New Roman"/>
              </a:rPr>
              <a:t>to</a:t>
            </a:r>
            <a:r>
              <a:rPr sz="1700" spc="40" dirty="0">
                <a:latin typeface="Times New Roman"/>
                <a:cs typeface="Times New Roman"/>
              </a:rPr>
              <a:t> </a:t>
            </a:r>
            <a:r>
              <a:rPr sz="1700" dirty="0">
                <a:latin typeface="Times New Roman"/>
                <a:cs typeface="Times New Roman"/>
              </a:rPr>
              <a:t>pull</a:t>
            </a:r>
            <a:r>
              <a:rPr sz="1700" spc="35" dirty="0">
                <a:latin typeface="Times New Roman"/>
                <a:cs typeface="Times New Roman"/>
              </a:rPr>
              <a:t> </a:t>
            </a:r>
            <a:r>
              <a:rPr sz="1700" dirty="0">
                <a:latin typeface="Times New Roman"/>
                <a:cs typeface="Times New Roman"/>
              </a:rPr>
              <a:t>out</a:t>
            </a:r>
            <a:r>
              <a:rPr sz="1700" spc="35" dirty="0">
                <a:latin typeface="Times New Roman"/>
                <a:cs typeface="Times New Roman"/>
              </a:rPr>
              <a:t> </a:t>
            </a:r>
            <a:r>
              <a:rPr sz="1700" dirty="0">
                <a:latin typeface="Times New Roman"/>
                <a:cs typeface="Times New Roman"/>
              </a:rPr>
              <a:t>these</a:t>
            </a:r>
            <a:r>
              <a:rPr sz="1700" spc="25" dirty="0">
                <a:latin typeface="Times New Roman"/>
                <a:cs typeface="Times New Roman"/>
              </a:rPr>
              <a:t> </a:t>
            </a:r>
            <a:r>
              <a:rPr sz="1700" dirty="0">
                <a:latin typeface="Times New Roman"/>
                <a:cs typeface="Times New Roman"/>
              </a:rPr>
              <a:t>elements</a:t>
            </a:r>
            <a:r>
              <a:rPr sz="1700" spc="35" dirty="0">
                <a:latin typeface="Times New Roman"/>
                <a:cs typeface="Times New Roman"/>
              </a:rPr>
              <a:t> </a:t>
            </a:r>
            <a:r>
              <a:rPr sz="1700" dirty="0">
                <a:latin typeface="Times New Roman"/>
                <a:cs typeface="Times New Roman"/>
              </a:rPr>
              <a:t>from</a:t>
            </a:r>
            <a:r>
              <a:rPr sz="1700" spc="30" dirty="0">
                <a:latin typeface="Times New Roman"/>
                <a:cs typeface="Times New Roman"/>
              </a:rPr>
              <a:t> </a:t>
            </a:r>
            <a:r>
              <a:rPr sz="1700" dirty="0">
                <a:latin typeface="Times New Roman"/>
                <a:cs typeface="Times New Roman"/>
              </a:rPr>
              <a:t>the</a:t>
            </a:r>
            <a:r>
              <a:rPr sz="1700" spc="40" dirty="0">
                <a:latin typeface="Times New Roman"/>
                <a:cs typeface="Times New Roman"/>
              </a:rPr>
              <a:t> </a:t>
            </a:r>
            <a:r>
              <a:rPr sz="1700" dirty="0">
                <a:latin typeface="Times New Roman"/>
                <a:cs typeface="Times New Roman"/>
              </a:rPr>
              <a:t>rejected</a:t>
            </a:r>
            <a:r>
              <a:rPr sz="1700" spc="25" dirty="0">
                <a:latin typeface="Times New Roman"/>
                <a:cs typeface="Times New Roman"/>
              </a:rPr>
              <a:t> </a:t>
            </a:r>
            <a:r>
              <a:rPr sz="1700" dirty="0">
                <a:latin typeface="Times New Roman"/>
                <a:cs typeface="Times New Roman"/>
              </a:rPr>
              <a:t>electronics</a:t>
            </a:r>
            <a:r>
              <a:rPr sz="1700" spc="35" dirty="0">
                <a:latin typeface="Times New Roman"/>
                <a:cs typeface="Times New Roman"/>
              </a:rPr>
              <a:t> </a:t>
            </a:r>
            <a:r>
              <a:rPr sz="1700" spc="-25" dirty="0">
                <a:latin typeface="Times New Roman"/>
                <a:cs typeface="Times New Roman"/>
              </a:rPr>
              <a:t>by </a:t>
            </a:r>
            <a:r>
              <a:rPr sz="1700" dirty="0">
                <a:latin typeface="Times New Roman"/>
                <a:cs typeface="Times New Roman"/>
              </a:rPr>
              <a:t>using</a:t>
            </a:r>
            <a:r>
              <a:rPr sz="1700" spc="-5" dirty="0">
                <a:latin typeface="Times New Roman"/>
                <a:cs typeface="Times New Roman"/>
              </a:rPr>
              <a:t> </a:t>
            </a:r>
            <a:r>
              <a:rPr sz="1700" dirty="0">
                <a:latin typeface="Times New Roman"/>
                <a:cs typeface="Times New Roman"/>
              </a:rPr>
              <a:t>the</a:t>
            </a:r>
            <a:r>
              <a:rPr sz="1700" spc="-20" dirty="0">
                <a:latin typeface="Times New Roman"/>
                <a:cs typeface="Times New Roman"/>
              </a:rPr>
              <a:t> </a:t>
            </a:r>
            <a:r>
              <a:rPr sz="1700" dirty="0">
                <a:latin typeface="Times New Roman"/>
                <a:cs typeface="Times New Roman"/>
              </a:rPr>
              <a:t>ways</a:t>
            </a:r>
            <a:r>
              <a:rPr sz="1700" spc="-25" dirty="0">
                <a:latin typeface="Times New Roman"/>
                <a:cs typeface="Times New Roman"/>
              </a:rPr>
              <a:t> </a:t>
            </a:r>
            <a:r>
              <a:rPr sz="1700" dirty="0">
                <a:latin typeface="Times New Roman"/>
                <a:cs typeface="Times New Roman"/>
              </a:rPr>
              <a:t>that</a:t>
            </a:r>
            <a:r>
              <a:rPr sz="1700" spc="-10" dirty="0">
                <a:latin typeface="Times New Roman"/>
                <a:cs typeface="Times New Roman"/>
              </a:rPr>
              <a:t> </a:t>
            </a:r>
            <a:r>
              <a:rPr sz="1700" dirty="0">
                <a:latin typeface="Times New Roman"/>
                <a:cs typeface="Times New Roman"/>
              </a:rPr>
              <a:t>are</a:t>
            </a:r>
            <a:r>
              <a:rPr sz="1700" spc="-30" dirty="0">
                <a:latin typeface="Times New Roman"/>
                <a:cs typeface="Times New Roman"/>
              </a:rPr>
              <a:t> </a:t>
            </a:r>
            <a:r>
              <a:rPr sz="1700" spc="-10" dirty="0">
                <a:latin typeface="Times New Roman"/>
                <a:cs typeface="Times New Roman"/>
              </a:rPr>
              <a:t>unsafe.</a:t>
            </a:r>
            <a:endParaRPr sz="1700">
              <a:latin typeface="Times New Roman"/>
              <a:cs typeface="Times New Roman"/>
            </a:endParaRPr>
          </a:p>
          <a:p>
            <a:pPr marL="355600" marR="5080" indent="-342900" algn="just">
              <a:lnSpc>
                <a:spcPct val="100000"/>
              </a:lnSpc>
              <a:spcBef>
                <a:spcPts val="409"/>
              </a:spcBef>
              <a:buFont typeface="Arial MT"/>
              <a:buChar char="•"/>
              <a:tabLst>
                <a:tab pos="355600" algn="l"/>
              </a:tabLst>
            </a:pPr>
            <a:r>
              <a:rPr sz="1700" dirty="0">
                <a:latin typeface="Times New Roman"/>
                <a:cs typeface="Times New Roman"/>
              </a:rPr>
              <a:t>Heavy</a:t>
            </a:r>
            <a:r>
              <a:rPr sz="1700" spc="-10" dirty="0">
                <a:latin typeface="Times New Roman"/>
                <a:cs typeface="Times New Roman"/>
              </a:rPr>
              <a:t> </a:t>
            </a:r>
            <a:r>
              <a:rPr sz="1700" dirty="0">
                <a:latin typeface="Times New Roman"/>
                <a:cs typeface="Times New Roman"/>
              </a:rPr>
              <a:t>metals</a:t>
            </a:r>
            <a:r>
              <a:rPr sz="1700" spc="-5" dirty="0">
                <a:latin typeface="Times New Roman"/>
                <a:cs typeface="Times New Roman"/>
              </a:rPr>
              <a:t> </a:t>
            </a:r>
            <a:r>
              <a:rPr sz="1700" dirty="0">
                <a:latin typeface="Times New Roman"/>
                <a:cs typeface="Times New Roman"/>
              </a:rPr>
              <a:t>such</a:t>
            </a:r>
            <a:r>
              <a:rPr sz="1700" spc="-15" dirty="0">
                <a:latin typeface="Times New Roman"/>
                <a:cs typeface="Times New Roman"/>
              </a:rPr>
              <a:t> </a:t>
            </a:r>
            <a:r>
              <a:rPr sz="1700" dirty="0">
                <a:latin typeface="Times New Roman"/>
                <a:cs typeface="Times New Roman"/>
              </a:rPr>
              <a:t>as</a:t>
            </a:r>
            <a:r>
              <a:rPr sz="1700" spc="-20" dirty="0">
                <a:latin typeface="Times New Roman"/>
                <a:cs typeface="Times New Roman"/>
              </a:rPr>
              <a:t> </a:t>
            </a:r>
            <a:r>
              <a:rPr sz="1700" dirty="0">
                <a:latin typeface="Times New Roman"/>
                <a:cs typeface="Times New Roman"/>
              </a:rPr>
              <a:t>cadmium,</a:t>
            </a:r>
            <a:r>
              <a:rPr sz="1700" spc="5" dirty="0">
                <a:latin typeface="Times New Roman"/>
                <a:cs typeface="Times New Roman"/>
              </a:rPr>
              <a:t> </a:t>
            </a:r>
            <a:r>
              <a:rPr sz="1700" dirty="0">
                <a:latin typeface="Times New Roman"/>
                <a:cs typeface="Times New Roman"/>
              </a:rPr>
              <a:t>lead,</a:t>
            </a:r>
            <a:r>
              <a:rPr sz="1700" spc="-15" dirty="0">
                <a:latin typeface="Times New Roman"/>
                <a:cs typeface="Times New Roman"/>
              </a:rPr>
              <a:t> </a:t>
            </a:r>
            <a:r>
              <a:rPr sz="1700" dirty="0">
                <a:latin typeface="Times New Roman"/>
                <a:cs typeface="Times New Roman"/>
              </a:rPr>
              <a:t>and</a:t>
            </a:r>
            <a:r>
              <a:rPr sz="1700" spc="-15" dirty="0">
                <a:latin typeface="Times New Roman"/>
                <a:cs typeface="Times New Roman"/>
              </a:rPr>
              <a:t> </a:t>
            </a:r>
            <a:r>
              <a:rPr sz="1700" dirty="0">
                <a:latin typeface="Times New Roman"/>
                <a:cs typeface="Times New Roman"/>
              </a:rPr>
              <a:t>mercury</a:t>
            </a:r>
            <a:r>
              <a:rPr sz="1700" spc="-20" dirty="0">
                <a:latin typeface="Times New Roman"/>
                <a:cs typeface="Times New Roman"/>
              </a:rPr>
              <a:t> </a:t>
            </a:r>
            <a:r>
              <a:rPr sz="1700" dirty="0">
                <a:latin typeface="Times New Roman"/>
                <a:cs typeface="Times New Roman"/>
              </a:rPr>
              <a:t>that</a:t>
            </a:r>
            <a:r>
              <a:rPr sz="1700" spc="-20" dirty="0">
                <a:latin typeface="Times New Roman"/>
                <a:cs typeface="Times New Roman"/>
              </a:rPr>
              <a:t> </a:t>
            </a:r>
            <a:r>
              <a:rPr sz="1700" dirty="0">
                <a:latin typeface="Times New Roman"/>
                <a:cs typeface="Times New Roman"/>
              </a:rPr>
              <a:t>are</a:t>
            </a:r>
            <a:r>
              <a:rPr sz="1700" spc="-20" dirty="0">
                <a:latin typeface="Times New Roman"/>
                <a:cs typeface="Times New Roman"/>
              </a:rPr>
              <a:t> </a:t>
            </a:r>
            <a:r>
              <a:rPr sz="1700" dirty="0">
                <a:latin typeface="Times New Roman"/>
                <a:cs typeface="Times New Roman"/>
              </a:rPr>
              <a:t>part</a:t>
            </a:r>
            <a:r>
              <a:rPr sz="1700" spc="-10" dirty="0">
                <a:latin typeface="Times New Roman"/>
                <a:cs typeface="Times New Roman"/>
              </a:rPr>
              <a:t> </a:t>
            </a:r>
            <a:r>
              <a:rPr sz="1700" dirty="0">
                <a:latin typeface="Times New Roman"/>
                <a:cs typeface="Times New Roman"/>
              </a:rPr>
              <a:t>of</a:t>
            </a:r>
            <a:r>
              <a:rPr sz="1700" spc="-30" dirty="0">
                <a:latin typeface="Times New Roman"/>
                <a:cs typeface="Times New Roman"/>
              </a:rPr>
              <a:t> </a:t>
            </a:r>
            <a:r>
              <a:rPr sz="1700" spc="-10" dirty="0">
                <a:latin typeface="Times New Roman"/>
                <a:cs typeface="Times New Roman"/>
              </a:rPr>
              <a:t>E-</a:t>
            </a:r>
            <a:r>
              <a:rPr sz="1700" dirty="0">
                <a:latin typeface="Times New Roman"/>
                <a:cs typeface="Times New Roman"/>
              </a:rPr>
              <a:t>waste</a:t>
            </a:r>
            <a:r>
              <a:rPr sz="1700" spc="-10" dirty="0">
                <a:latin typeface="Times New Roman"/>
                <a:cs typeface="Times New Roman"/>
              </a:rPr>
              <a:t> </a:t>
            </a:r>
            <a:r>
              <a:rPr sz="1700" dirty="0">
                <a:latin typeface="Times New Roman"/>
                <a:cs typeface="Times New Roman"/>
              </a:rPr>
              <a:t>pose</a:t>
            </a:r>
            <a:r>
              <a:rPr sz="1700" spc="-15" dirty="0">
                <a:latin typeface="Times New Roman"/>
                <a:cs typeface="Times New Roman"/>
              </a:rPr>
              <a:t> </a:t>
            </a:r>
            <a:r>
              <a:rPr sz="1700" dirty="0">
                <a:latin typeface="Times New Roman"/>
                <a:cs typeface="Times New Roman"/>
              </a:rPr>
              <a:t>a</a:t>
            </a:r>
            <a:r>
              <a:rPr sz="1700" spc="-10" dirty="0">
                <a:latin typeface="Times New Roman"/>
                <a:cs typeface="Times New Roman"/>
              </a:rPr>
              <a:t> </a:t>
            </a:r>
            <a:r>
              <a:rPr sz="1700" dirty="0">
                <a:latin typeface="Times New Roman"/>
                <a:cs typeface="Times New Roman"/>
              </a:rPr>
              <a:t>great</a:t>
            </a:r>
            <a:r>
              <a:rPr sz="1700" spc="-10" dirty="0">
                <a:latin typeface="Times New Roman"/>
                <a:cs typeface="Times New Roman"/>
              </a:rPr>
              <a:t> threat </a:t>
            </a:r>
            <a:r>
              <a:rPr sz="1700" dirty="0">
                <a:latin typeface="Times New Roman"/>
                <a:cs typeface="Times New Roman"/>
              </a:rPr>
              <a:t>to</a:t>
            </a:r>
            <a:r>
              <a:rPr sz="1700" spc="-10" dirty="0">
                <a:latin typeface="Times New Roman"/>
                <a:cs typeface="Times New Roman"/>
              </a:rPr>
              <a:t> </a:t>
            </a:r>
            <a:r>
              <a:rPr sz="1700" dirty="0">
                <a:latin typeface="Times New Roman"/>
                <a:cs typeface="Times New Roman"/>
              </a:rPr>
              <a:t>the</a:t>
            </a:r>
            <a:r>
              <a:rPr sz="1700" spc="-20" dirty="0">
                <a:latin typeface="Times New Roman"/>
                <a:cs typeface="Times New Roman"/>
              </a:rPr>
              <a:t> </a:t>
            </a:r>
            <a:r>
              <a:rPr sz="1700" dirty="0">
                <a:latin typeface="Times New Roman"/>
                <a:cs typeface="Times New Roman"/>
              </a:rPr>
              <a:t>environment</a:t>
            </a:r>
            <a:r>
              <a:rPr sz="1700" spc="-20" dirty="0">
                <a:latin typeface="Times New Roman"/>
                <a:cs typeface="Times New Roman"/>
              </a:rPr>
              <a:t> </a:t>
            </a:r>
            <a:r>
              <a:rPr sz="1700" dirty="0">
                <a:latin typeface="Times New Roman"/>
                <a:cs typeface="Times New Roman"/>
              </a:rPr>
              <a:t>and</a:t>
            </a:r>
            <a:r>
              <a:rPr sz="1700" spc="-20" dirty="0">
                <a:latin typeface="Times New Roman"/>
                <a:cs typeface="Times New Roman"/>
              </a:rPr>
              <a:t> </a:t>
            </a:r>
            <a:r>
              <a:rPr sz="1700" dirty="0">
                <a:latin typeface="Times New Roman"/>
                <a:cs typeface="Times New Roman"/>
              </a:rPr>
              <a:t>human</a:t>
            </a:r>
            <a:r>
              <a:rPr sz="1700" spc="-15" dirty="0">
                <a:latin typeface="Times New Roman"/>
                <a:cs typeface="Times New Roman"/>
              </a:rPr>
              <a:t> </a:t>
            </a:r>
            <a:r>
              <a:rPr sz="1700" spc="-10" dirty="0">
                <a:latin typeface="Times New Roman"/>
                <a:cs typeface="Times New Roman"/>
              </a:rPr>
              <a:t>health.</a:t>
            </a:r>
            <a:endParaRPr sz="1700">
              <a:latin typeface="Times New Roman"/>
              <a:cs typeface="Times New Roman"/>
            </a:endParaRPr>
          </a:p>
          <a:p>
            <a:pPr marL="355600" marR="5080" indent="-342900" algn="just">
              <a:lnSpc>
                <a:spcPct val="100000"/>
              </a:lnSpc>
              <a:spcBef>
                <a:spcPts val="409"/>
              </a:spcBef>
              <a:buFont typeface="Arial MT"/>
              <a:buChar char="•"/>
              <a:tabLst>
                <a:tab pos="355600" algn="l"/>
              </a:tabLst>
            </a:pPr>
            <a:r>
              <a:rPr sz="1700" dirty="0">
                <a:latin typeface="Times New Roman"/>
                <a:cs typeface="Times New Roman"/>
              </a:rPr>
              <a:t>In</a:t>
            </a:r>
            <a:r>
              <a:rPr sz="1700" spc="365" dirty="0">
                <a:latin typeface="Times New Roman"/>
                <a:cs typeface="Times New Roman"/>
              </a:rPr>
              <a:t> </a:t>
            </a:r>
            <a:r>
              <a:rPr sz="1700" dirty="0">
                <a:latin typeface="Times New Roman"/>
                <a:cs typeface="Times New Roman"/>
              </a:rPr>
              <a:t>addition</a:t>
            </a:r>
            <a:r>
              <a:rPr sz="1700" spc="385" dirty="0">
                <a:latin typeface="Times New Roman"/>
                <a:cs typeface="Times New Roman"/>
              </a:rPr>
              <a:t> </a:t>
            </a:r>
            <a:r>
              <a:rPr sz="1700" dirty="0">
                <a:latin typeface="Times New Roman"/>
                <a:cs typeface="Times New Roman"/>
              </a:rPr>
              <a:t>to</a:t>
            </a:r>
            <a:r>
              <a:rPr sz="1700" spc="380" dirty="0">
                <a:latin typeface="Times New Roman"/>
                <a:cs typeface="Times New Roman"/>
              </a:rPr>
              <a:t> </a:t>
            </a:r>
            <a:r>
              <a:rPr sz="1700" dirty="0">
                <a:latin typeface="Times New Roman"/>
                <a:cs typeface="Times New Roman"/>
              </a:rPr>
              <a:t>the</a:t>
            </a:r>
            <a:r>
              <a:rPr sz="1700" spc="380" dirty="0">
                <a:latin typeface="Times New Roman"/>
                <a:cs typeface="Times New Roman"/>
              </a:rPr>
              <a:t> </a:t>
            </a:r>
            <a:r>
              <a:rPr sz="1700" dirty="0">
                <a:latin typeface="Times New Roman"/>
                <a:cs typeface="Times New Roman"/>
              </a:rPr>
              <a:t>toxins</a:t>
            </a:r>
            <a:r>
              <a:rPr sz="1700" spc="370" dirty="0">
                <a:latin typeface="Times New Roman"/>
                <a:cs typeface="Times New Roman"/>
              </a:rPr>
              <a:t> </a:t>
            </a:r>
            <a:r>
              <a:rPr sz="1700" spc="-10" dirty="0">
                <a:latin typeface="Times New Roman"/>
                <a:cs typeface="Times New Roman"/>
              </a:rPr>
              <a:t>E-</a:t>
            </a:r>
            <a:r>
              <a:rPr sz="1700" dirty="0">
                <a:latin typeface="Times New Roman"/>
                <a:cs typeface="Times New Roman"/>
              </a:rPr>
              <a:t>waste</a:t>
            </a:r>
            <a:r>
              <a:rPr sz="1700" spc="370" dirty="0">
                <a:latin typeface="Times New Roman"/>
                <a:cs typeface="Times New Roman"/>
              </a:rPr>
              <a:t> </a:t>
            </a:r>
            <a:r>
              <a:rPr sz="1700" dirty="0">
                <a:latin typeface="Times New Roman"/>
                <a:cs typeface="Times New Roman"/>
              </a:rPr>
              <a:t>also</a:t>
            </a:r>
            <a:r>
              <a:rPr sz="1700" spc="365" dirty="0">
                <a:latin typeface="Times New Roman"/>
                <a:cs typeface="Times New Roman"/>
              </a:rPr>
              <a:t> </a:t>
            </a:r>
            <a:r>
              <a:rPr sz="1700" dirty="0">
                <a:latin typeface="Times New Roman"/>
                <a:cs typeface="Times New Roman"/>
              </a:rPr>
              <a:t>contains</a:t>
            </a:r>
            <a:r>
              <a:rPr sz="1700" spc="380" dirty="0">
                <a:latin typeface="Times New Roman"/>
                <a:cs typeface="Times New Roman"/>
              </a:rPr>
              <a:t> </a:t>
            </a:r>
            <a:r>
              <a:rPr sz="1700" dirty="0">
                <a:latin typeface="Times New Roman"/>
                <a:cs typeface="Times New Roman"/>
              </a:rPr>
              <a:t>the</a:t>
            </a:r>
            <a:r>
              <a:rPr sz="1700" spc="365" dirty="0">
                <a:latin typeface="Times New Roman"/>
                <a:cs typeface="Times New Roman"/>
              </a:rPr>
              <a:t> </a:t>
            </a:r>
            <a:r>
              <a:rPr sz="1700" dirty="0">
                <a:latin typeface="Times New Roman"/>
                <a:cs typeface="Times New Roman"/>
              </a:rPr>
              <a:t>elements</a:t>
            </a:r>
            <a:r>
              <a:rPr sz="1700" spc="370" dirty="0">
                <a:latin typeface="Times New Roman"/>
                <a:cs typeface="Times New Roman"/>
              </a:rPr>
              <a:t> </a:t>
            </a:r>
            <a:r>
              <a:rPr sz="1700" dirty="0">
                <a:latin typeface="Times New Roman"/>
                <a:cs typeface="Times New Roman"/>
              </a:rPr>
              <a:t>which</a:t>
            </a:r>
            <a:r>
              <a:rPr sz="1700" spc="380" dirty="0">
                <a:latin typeface="Times New Roman"/>
                <a:cs typeface="Times New Roman"/>
              </a:rPr>
              <a:t> </a:t>
            </a:r>
            <a:r>
              <a:rPr sz="1700" dirty="0">
                <a:latin typeface="Times New Roman"/>
                <a:cs typeface="Times New Roman"/>
              </a:rPr>
              <a:t>take</a:t>
            </a:r>
            <a:r>
              <a:rPr sz="1700" spc="370" dirty="0">
                <a:latin typeface="Times New Roman"/>
                <a:cs typeface="Times New Roman"/>
              </a:rPr>
              <a:t> </a:t>
            </a:r>
            <a:r>
              <a:rPr sz="1700" dirty="0">
                <a:latin typeface="Times New Roman"/>
                <a:cs typeface="Times New Roman"/>
              </a:rPr>
              <a:t>many</a:t>
            </a:r>
            <a:r>
              <a:rPr sz="1700" spc="380" dirty="0">
                <a:latin typeface="Times New Roman"/>
                <a:cs typeface="Times New Roman"/>
              </a:rPr>
              <a:t> </a:t>
            </a:r>
            <a:r>
              <a:rPr sz="1700" dirty="0">
                <a:latin typeface="Times New Roman"/>
                <a:cs typeface="Times New Roman"/>
              </a:rPr>
              <a:t>years</a:t>
            </a:r>
            <a:r>
              <a:rPr sz="1700" spc="375" dirty="0">
                <a:latin typeface="Times New Roman"/>
                <a:cs typeface="Times New Roman"/>
              </a:rPr>
              <a:t> </a:t>
            </a:r>
            <a:r>
              <a:rPr sz="1700" spc="-25" dirty="0">
                <a:latin typeface="Times New Roman"/>
                <a:cs typeface="Times New Roman"/>
              </a:rPr>
              <a:t>to </a:t>
            </a:r>
            <a:r>
              <a:rPr sz="1700" dirty="0">
                <a:latin typeface="Times New Roman"/>
                <a:cs typeface="Times New Roman"/>
              </a:rPr>
              <a:t>biodegrade,</a:t>
            </a:r>
            <a:r>
              <a:rPr sz="1700" spc="210" dirty="0">
                <a:latin typeface="Times New Roman"/>
                <a:cs typeface="Times New Roman"/>
              </a:rPr>
              <a:t> </a:t>
            </a:r>
            <a:r>
              <a:rPr sz="1700" dirty="0">
                <a:latin typeface="Times New Roman"/>
                <a:cs typeface="Times New Roman"/>
              </a:rPr>
              <a:t>which</a:t>
            </a:r>
            <a:r>
              <a:rPr sz="1700" spc="235" dirty="0">
                <a:latin typeface="Times New Roman"/>
                <a:cs typeface="Times New Roman"/>
              </a:rPr>
              <a:t> </a:t>
            </a:r>
            <a:r>
              <a:rPr sz="1700" dirty="0">
                <a:latin typeface="Times New Roman"/>
                <a:cs typeface="Times New Roman"/>
              </a:rPr>
              <a:t>could</a:t>
            </a:r>
            <a:r>
              <a:rPr sz="1700" spc="225" dirty="0">
                <a:latin typeface="Times New Roman"/>
                <a:cs typeface="Times New Roman"/>
              </a:rPr>
              <a:t> </a:t>
            </a:r>
            <a:r>
              <a:rPr sz="1700" dirty="0">
                <a:latin typeface="Times New Roman"/>
                <a:cs typeface="Times New Roman"/>
              </a:rPr>
              <a:t>mean</a:t>
            </a:r>
            <a:r>
              <a:rPr sz="1700" spc="235" dirty="0">
                <a:latin typeface="Times New Roman"/>
                <a:cs typeface="Times New Roman"/>
              </a:rPr>
              <a:t> </a:t>
            </a:r>
            <a:r>
              <a:rPr sz="1700" dirty="0">
                <a:latin typeface="Times New Roman"/>
                <a:cs typeface="Times New Roman"/>
              </a:rPr>
              <a:t>that</a:t>
            </a:r>
            <a:r>
              <a:rPr sz="1700" spc="225" dirty="0">
                <a:latin typeface="Times New Roman"/>
                <a:cs typeface="Times New Roman"/>
              </a:rPr>
              <a:t> </a:t>
            </a:r>
            <a:r>
              <a:rPr sz="1700" dirty="0">
                <a:latin typeface="Times New Roman"/>
                <a:cs typeface="Times New Roman"/>
              </a:rPr>
              <a:t>landfills</a:t>
            </a:r>
            <a:r>
              <a:rPr sz="1700" spc="225" dirty="0">
                <a:latin typeface="Times New Roman"/>
                <a:cs typeface="Times New Roman"/>
              </a:rPr>
              <a:t> </a:t>
            </a:r>
            <a:r>
              <a:rPr sz="1700" dirty="0">
                <a:latin typeface="Times New Roman"/>
                <a:cs typeface="Times New Roman"/>
              </a:rPr>
              <a:t>with</a:t>
            </a:r>
            <a:r>
              <a:rPr sz="1700" spc="235" dirty="0">
                <a:latin typeface="Times New Roman"/>
                <a:cs typeface="Times New Roman"/>
              </a:rPr>
              <a:t> </a:t>
            </a:r>
            <a:r>
              <a:rPr sz="1700" dirty="0">
                <a:latin typeface="Times New Roman"/>
                <a:cs typeface="Times New Roman"/>
              </a:rPr>
              <a:t>electronic</a:t>
            </a:r>
            <a:r>
              <a:rPr sz="1700" spc="215" dirty="0">
                <a:latin typeface="Times New Roman"/>
                <a:cs typeface="Times New Roman"/>
              </a:rPr>
              <a:t> </a:t>
            </a:r>
            <a:r>
              <a:rPr sz="1700" dirty="0">
                <a:latin typeface="Times New Roman"/>
                <a:cs typeface="Times New Roman"/>
              </a:rPr>
              <a:t>waste</a:t>
            </a:r>
            <a:r>
              <a:rPr sz="1700" spc="220" dirty="0">
                <a:latin typeface="Times New Roman"/>
                <a:cs typeface="Times New Roman"/>
              </a:rPr>
              <a:t> </a:t>
            </a:r>
            <a:r>
              <a:rPr sz="1700" dirty="0">
                <a:latin typeface="Times New Roman"/>
                <a:cs typeface="Times New Roman"/>
              </a:rPr>
              <a:t>could</a:t>
            </a:r>
            <a:r>
              <a:rPr sz="1700" spc="235" dirty="0">
                <a:latin typeface="Times New Roman"/>
                <a:cs typeface="Times New Roman"/>
              </a:rPr>
              <a:t> </a:t>
            </a:r>
            <a:r>
              <a:rPr sz="1700" dirty="0">
                <a:latin typeface="Times New Roman"/>
                <a:cs typeface="Times New Roman"/>
              </a:rPr>
              <a:t>stay</a:t>
            </a:r>
            <a:r>
              <a:rPr sz="1700" spc="225" dirty="0">
                <a:latin typeface="Times New Roman"/>
                <a:cs typeface="Times New Roman"/>
              </a:rPr>
              <a:t> </a:t>
            </a:r>
            <a:r>
              <a:rPr sz="1700" dirty="0">
                <a:latin typeface="Times New Roman"/>
                <a:cs typeface="Times New Roman"/>
              </a:rPr>
              <a:t>like</a:t>
            </a:r>
            <a:r>
              <a:rPr sz="1700" spc="220" dirty="0">
                <a:latin typeface="Times New Roman"/>
                <a:cs typeface="Times New Roman"/>
              </a:rPr>
              <a:t> </a:t>
            </a:r>
            <a:r>
              <a:rPr sz="1700" dirty="0">
                <a:latin typeface="Times New Roman"/>
                <a:cs typeface="Times New Roman"/>
              </a:rPr>
              <a:t>that</a:t>
            </a:r>
            <a:r>
              <a:rPr sz="1700" spc="225" dirty="0">
                <a:latin typeface="Times New Roman"/>
                <a:cs typeface="Times New Roman"/>
              </a:rPr>
              <a:t> </a:t>
            </a:r>
            <a:r>
              <a:rPr sz="1700" spc="-25" dirty="0">
                <a:latin typeface="Times New Roman"/>
                <a:cs typeface="Times New Roman"/>
              </a:rPr>
              <a:t>for </a:t>
            </a:r>
            <a:r>
              <a:rPr sz="1700" spc="-10" dirty="0">
                <a:latin typeface="Times New Roman"/>
                <a:cs typeface="Times New Roman"/>
              </a:rPr>
              <a:t>centuries.</a:t>
            </a:r>
            <a:endParaRPr sz="1700">
              <a:latin typeface="Times New Roman"/>
              <a:cs typeface="Times New Roman"/>
            </a:endParaRPr>
          </a:p>
          <a:p>
            <a:pPr marL="355600" marR="5715" indent="-342900" algn="just">
              <a:lnSpc>
                <a:spcPct val="100000"/>
              </a:lnSpc>
              <a:spcBef>
                <a:spcPts val="409"/>
              </a:spcBef>
              <a:buFont typeface="Arial MT"/>
              <a:buChar char="•"/>
              <a:tabLst>
                <a:tab pos="355600" algn="l"/>
              </a:tabLst>
            </a:pPr>
            <a:r>
              <a:rPr sz="1700" dirty="0">
                <a:latin typeface="Times New Roman"/>
                <a:cs typeface="Times New Roman"/>
              </a:rPr>
              <a:t>According</a:t>
            </a:r>
            <a:r>
              <a:rPr sz="1700" spc="-10" dirty="0">
                <a:latin typeface="Times New Roman"/>
                <a:cs typeface="Times New Roman"/>
              </a:rPr>
              <a:t> </a:t>
            </a:r>
            <a:r>
              <a:rPr sz="1700" dirty="0">
                <a:latin typeface="Times New Roman"/>
                <a:cs typeface="Times New Roman"/>
              </a:rPr>
              <a:t>to</a:t>
            </a:r>
            <a:r>
              <a:rPr sz="1700" spc="5" dirty="0">
                <a:latin typeface="Times New Roman"/>
                <a:cs typeface="Times New Roman"/>
              </a:rPr>
              <a:t> </a:t>
            </a:r>
            <a:r>
              <a:rPr sz="1700" dirty="0">
                <a:latin typeface="Times New Roman"/>
                <a:cs typeface="Times New Roman"/>
              </a:rPr>
              <a:t>the</a:t>
            </a:r>
            <a:r>
              <a:rPr sz="1700" spc="-10" dirty="0">
                <a:latin typeface="Times New Roman"/>
                <a:cs typeface="Times New Roman"/>
              </a:rPr>
              <a:t> law, </a:t>
            </a:r>
            <a:r>
              <a:rPr sz="1700" dirty="0">
                <a:latin typeface="Times New Roman"/>
                <a:cs typeface="Times New Roman"/>
              </a:rPr>
              <a:t>electronic</a:t>
            </a:r>
            <a:r>
              <a:rPr sz="1700" spc="-15" dirty="0">
                <a:latin typeface="Times New Roman"/>
                <a:cs typeface="Times New Roman"/>
              </a:rPr>
              <a:t> </a:t>
            </a:r>
            <a:r>
              <a:rPr sz="1700" dirty="0">
                <a:latin typeface="Times New Roman"/>
                <a:cs typeface="Times New Roman"/>
              </a:rPr>
              <a:t>waste</a:t>
            </a:r>
            <a:r>
              <a:rPr sz="1700" spc="5" dirty="0">
                <a:latin typeface="Times New Roman"/>
                <a:cs typeface="Times New Roman"/>
              </a:rPr>
              <a:t> </a:t>
            </a:r>
            <a:r>
              <a:rPr sz="1700" dirty="0">
                <a:latin typeface="Times New Roman"/>
                <a:cs typeface="Times New Roman"/>
              </a:rPr>
              <a:t>matters</a:t>
            </a:r>
            <a:r>
              <a:rPr sz="1700" spc="-20" dirty="0">
                <a:latin typeface="Times New Roman"/>
                <a:cs typeface="Times New Roman"/>
              </a:rPr>
              <a:t> </a:t>
            </a:r>
            <a:r>
              <a:rPr sz="1700" dirty="0">
                <a:latin typeface="Times New Roman"/>
                <a:cs typeface="Times New Roman"/>
              </a:rPr>
              <a:t>can</a:t>
            </a:r>
            <a:r>
              <a:rPr sz="1700" spc="-5" dirty="0">
                <a:latin typeface="Times New Roman"/>
                <a:cs typeface="Times New Roman"/>
              </a:rPr>
              <a:t> </a:t>
            </a:r>
            <a:r>
              <a:rPr sz="1700" dirty="0">
                <a:latin typeface="Times New Roman"/>
                <a:cs typeface="Times New Roman"/>
              </a:rPr>
              <a:t>only</a:t>
            </a:r>
            <a:r>
              <a:rPr sz="1700" spc="5" dirty="0">
                <a:latin typeface="Times New Roman"/>
                <a:cs typeface="Times New Roman"/>
              </a:rPr>
              <a:t> </a:t>
            </a:r>
            <a:r>
              <a:rPr sz="1700" dirty="0">
                <a:latin typeface="Times New Roman"/>
                <a:cs typeface="Times New Roman"/>
              </a:rPr>
              <a:t>be</a:t>
            </a:r>
            <a:r>
              <a:rPr sz="1700" spc="-15" dirty="0">
                <a:latin typeface="Times New Roman"/>
                <a:cs typeface="Times New Roman"/>
              </a:rPr>
              <a:t> </a:t>
            </a:r>
            <a:r>
              <a:rPr sz="1700" dirty="0">
                <a:latin typeface="Times New Roman"/>
                <a:cs typeface="Times New Roman"/>
              </a:rPr>
              <a:t>discarded</a:t>
            </a:r>
            <a:r>
              <a:rPr sz="1700" spc="-15" dirty="0">
                <a:latin typeface="Times New Roman"/>
                <a:cs typeface="Times New Roman"/>
              </a:rPr>
              <a:t> </a:t>
            </a:r>
            <a:r>
              <a:rPr sz="1700" dirty="0">
                <a:latin typeface="Times New Roman"/>
                <a:cs typeface="Times New Roman"/>
              </a:rPr>
              <a:t>in</a:t>
            </a:r>
            <a:r>
              <a:rPr sz="1700" spc="-10" dirty="0">
                <a:latin typeface="Times New Roman"/>
                <a:cs typeface="Times New Roman"/>
              </a:rPr>
              <a:t> </a:t>
            </a:r>
            <a:r>
              <a:rPr sz="1700" dirty="0">
                <a:latin typeface="Times New Roman"/>
                <a:cs typeface="Times New Roman"/>
              </a:rPr>
              <a:t>a</a:t>
            </a:r>
            <a:r>
              <a:rPr sz="1700" spc="5" dirty="0">
                <a:latin typeface="Times New Roman"/>
                <a:cs typeface="Times New Roman"/>
              </a:rPr>
              <a:t> </a:t>
            </a:r>
            <a:r>
              <a:rPr sz="1700" dirty="0">
                <a:latin typeface="Times New Roman"/>
                <a:cs typeface="Times New Roman"/>
              </a:rPr>
              <a:t>landfill</a:t>
            </a:r>
            <a:r>
              <a:rPr sz="1700" spc="-5" dirty="0">
                <a:latin typeface="Times New Roman"/>
                <a:cs typeface="Times New Roman"/>
              </a:rPr>
              <a:t> </a:t>
            </a:r>
            <a:r>
              <a:rPr sz="1700" dirty="0">
                <a:latin typeface="Times New Roman"/>
                <a:cs typeface="Times New Roman"/>
              </a:rPr>
              <a:t>that</a:t>
            </a:r>
            <a:r>
              <a:rPr sz="1700" spc="-5" dirty="0">
                <a:latin typeface="Times New Roman"/>
                <a:cs typeface="Times New Roman"/>
              </a:rPr>
              <a:t> </a:t>
            </a:r>
            <a:r>
              <a:rPr sz="1700" dirty="0">
                <a:latin typeface="Times New Roman"/>
                <a:cs typeface="Times New Roman"/>
              </a:rPr>
              <a:t>is </a:t>
            </a:r>
            <a:r>
              <a:rPr sz="1700" spc="-10" dirty="0">
                <a:latin typeface="Times New Roman"/>
                <a:cs typeface="Times New Roman"/>
              </a:rPr>
              <a:t>well- </a:t>
            </a:r>
            <a:r>
              <a:rPr sz="1700" dirty="0">
                <a:latin typeface="Times New Roman"/>
                <a:cs typeface="Times New Roman"/>
              </a:rPr>
              <a:t>found</a:t>
            </a:r>
            <a:r>
              <a:rPr sz="1700" spc="300" dirty="0">
                <a:latin typeface="Times New Roman"/>
                <a:cs typeface="Times New Roman"/>
              </a:rPr>
              <a:t> </a:t>
            </a:r>
            <a:r>
              <a:rPr sz="1700" dirty="0">
                <a:latin typeface="Times New Roman"/>
                <a:cs typeface="Times New Roman"/>
              </a:rPr>
              <a:t>to</a:t>
            </a:r>
            <a:r>
              <a:rPr sz="1700" spc="290" dirty="0">
                <a:latin typeface="Times New Roman"/>
                <a:cs typeface="Times New Roman"/>
              </a:rPr>
              <a:t> </a:t>
            </a:r>
            <a:r>
              <a:rPr sz="1700" dirty="0">
                <a:latin typeface="Times New Roman"/>
                <a:cs typeface="Times New Roman"/>
              </a:rPr>
              <a:t>handle</a:t>
            </a:r>
            <a:r>
              <a:rPr sz="1700" spc="290" dirty="0">
                <a:latin typeface="Times New Roman"/>
                <a:cs typeface="Times New Roman"/>
              </a:rPr>
              <a:t> </a:t>
            </a:r>
            <a:r>
              <a:rPr sz="1700" dirty="0">
                <a:latin typeface="Times New Roman"/>
                <a:cs typeface="Times New Roman"/>
              </a:rPr>
              <a:t>toxic</a:t>
            </a:r>
            <a:r>
              <a:rPr sz="1700" spc="310" dirty="0">
                <a:latin typeface="Times New Roman"/>
                <a:cs typeface="Times New Roman"/>
              </a:rPr>
              <a:t> </a:t>
            </a:r>
            <a:r>
              <a:rPr sz="1700" dirty="0">
                <a:latin typeface="Times New Roman"/>
                <a:cs typeface="Times New Roman"/>
              </a:rPr>
              <a:t>substances.</a:t>
            </a:r>
            <a:r>
              <a:rPr sz="1700" spc="300" dirty="0">
                <a:latin typeface="Times New Roman"/>
                <a:cs typeface="Times New Roman"/>
              </a:rPr>
              <a:t> </a:t>
            </a:r>
            <a:r>
              <a:rPr sz="1700" dirty="0">
                <a:latin typeface="Times New Roman"/>
                <a:cs typeface="Times New Roman"/>
              </a:rPr>
              <a:t>Many</a:t>
            </a:r>
            <a:r>
              <a:rPr sz="1700" spc="290" dirty="0">
                <a:latin typeface="Times New Roman"/>
                <a:cs typeface="Times New Roman"/>
              </a:rPr>
              <a:t> </a:t>
            </a:r>
            <a:r>
              <a:rPr sz="1700" dirty="0">
                <a:latin typeface="Times New Roman"/>
                <a:cs typeface="Times New Roman"/>
              </a:rPr>
              <a:t>companies</a:t>
            </a:r>
            <a:r>
              <a:rPr sz="1700" spc="300" dirty="0">
                <a:latin typeface="Times New Roman"/>
                <a:cs typeface="Times New Roman"/>
              </a:rPr>
              <a:t> </a:t>
            </a:r>
            <a:r>
              <a:rPr sz="1700" dirty="0">
                <a:latin typeface="Times New Roman"/>
                <a:cs typeface="Times New Roman"/>
              </a:rPr>
              <a:t>have</a:t>
            </a:r>
            <a:r>
              <a:rPr sz="1700" spc="305" dirty="0">
                <a:latin typeface="Times New Roman"/>
                <a:cs typeface="Times New Roman"/>
              </a:rPr>
              <a:t> </a:t>
            </a:r>
            <a:r>
              <a:rPr sz="1700" dirty="0">
                <a:latin typeface="Times New Roman"/>
                <a:cs typeface="Times New Roman"/>
              </a:rPr>
              <a:t>started</a:t>
            </a:r>
            <a:r>
              <a:rPr sz="1700" spc="295" dirty="0">
                <a:latin typeface="Times New Roman"/>
                <a:cs typeface="Times New Roman"/>
              </a:rPr>
              <a:t> </a:t>
            </a:r>
            <a:r>
              <a:rPr sz="1700" dirty="0">
                <a:latin typeface="Times New Roman"/>
                <a:cs typeface="Times New Roman"/>
              </a:rPr>
              <a:t>taking</a:t>
            </a:r>
            <a:r>
              <a:rPr sz="1700" spc="305" dirty="0">
                <a:latin typeface="Times New Roman"/>
                <a:cs typeface="Times New Roman"/>
              </a:rPr>
              <a:t> </a:t>
            </a:r>
            <a:r>
              <a:rPr sz="1700" dirty="0">
                <a:latin typeface="Times New Roman"/>
                <a:cs typeface="Times New Roman"/>
              </a:rPr>
              <a:t>proper</a:t>
            </a:r>
            <a:r>
              <a:rPr sz="1700" spc="290" dirty="0">
                <a:latin typeface="Times New Roman"/>
                <a:cs typeface="Times New Roman"/>
              </a:rPr>
              <a:t> </a:t>
            </a:r>
            <a:r>
              <a:rPr sz="1700" dirty="0">
                <a:latin typeface="Times New Roman"/>
                <a:cs typeface="Times New Roman"/>
              </a:rPr>
              <a:t>actions</a:t>
            </a:r>
            <a:r>
              <a:rPr sz="1700" spc="300" dirty="0">
                <a:latin typeface="Times New Roman"/>
                <a:cs typeface="Times New Roman"/>
              </a:rPr>
              <a:t> </a:t>
            </a:r>
            <a:r>
              <a:rPr sz="1700" spc="-25" dirty="0">
                <a:latin typeface="Times New Roman"/>
                <a:cs typeface="Times New Roman"/>
              </a:rPr>
              <a:t>to </a:t>
            </a:r>
            <a:r>
              <a:rPr sz="1700" dirty="0">
                <a:latin typeface="Times New Roman"/>
                <a:cs typeface="Times New Roman"/>
              </a:rPr>
              <a:t>significantly reduce</a:t>
            </a:r>
            <a:r>
              <a:rPr sz="1700" spc="-45" dirty="0">
                <a:latin typeface="Times New Roman"/>
                <a:cs typeface="Times New Roman"/>
              </a:rPr>
              <a:t> </a:t>
            </a:r>
            <a:r>
              <a:rPr sz="1700" dirty="0">
                <a:latin typeface="Times New Roman"/>
                <a:cs typeface="Times New Roman"/>
              </a:rPr>
              <a:t>the</a:t>
            </a:r>
            <a:r>
              <a:rPr sz="1700" spc="-10" dirty="0">
                <a:latin typeface="Times New Roman"/>
                <a:cs typeface="Times New Roman"/>
              </a:rPr>
              <a:t> </a:t>
            </a:r>
            <a:r>
              <a:rPr sz="1700" dirty="0">
                <a:latin typeface="Times New Roman"/>
                <a:cs typeface="Times New Roman"/>
              </a:rPr>
              <a:t>amount</a:t>
            </a:r>
            <a:r>
              <a:rPr sz="1700" spc="-25" dirty="0">
                <a:latin typeface="Times New Roman"/>
                <a:cs typeface="Times New Roman"/>
              </a:rPr>
              <a:t> </a:t>
            </a:r>
            <a:r>
              <a:rPr sz="1700" dirty="0">
                <a:latin typeface="Times New Roman"/>
                <a:cs typeface="Times New Roman"/>
              </a:rPr>
              <a:t>of</a:t>
            </a:r>
            <a:r>
              <a:rPr sz="1700" spc="-25" dirty="0">
                <a:latin typeface="Times New Roman"/>
                <a:cs typeface="Times New Roman"/>
              </a:rPr>
              <a:t> </a:t>
            </a:r>
            <a:r>
              <a:rPr sz="1700" spc="-10" dirty="0">
                <a:latin typeface="Times New Roman"/>
                <a:cs typeface="Times New Roman"/>
              </a:rPr>
              <a:t>E-</a:t>
            </a:r>
            <a:r>
              <a:rPr sz="1700" dirty="0">
                <a:latin typeface="Times New Roman"/>
                <a:cs typeface="Times New Roman"/>
              </a:rPr>
              <a:t>waste</a:t>
            </a:r>
            <a:r>
              <a:rPr sz="1700" spc="-35" dirty="0">
                <a:latin typeface="Times New Roman"/>
                <a:cs typeface="Times New Roman"/>
              </a:rPr>
              <a:t> </a:t>
            </a:r>
            <a:r>
              <a:rPr sz="1700" dirty="0">
                <a:latin typeface="Times New Roman"/>
                <a:cs typeface="Times New Roman"/>
              </a:rPr>
              <a:t>that</a:t>
            </a:r>
            <a:r>
              <a:rPr sz="1700" spc="-15" dirty="0">
                <a:latin typeface="Times New Roman"/>
                <a:cs typeface="Times New Roman"/>
              </a:rPr>
              <a:t> </a:t>
            </a:r>
            <a:r>
              <a:rPr sz="1700" dirty="0">
                <a:latin typeface="Times New Roman"/>
                <a:cs typeface="Times New Roman"/>
              </a:rPr>
              <a:t>they</a:t>
            </a:r>
            <a:r>
              <a:rPr sz="1700" spc="-20" dirty="0">
                <a:latin typeface="Times New Roman"/>
                <a:cs typeface="Times New Roman"/>
              </a:rPr>
              <a:t> </a:t>
            </a:r>
            <a:r>
              <a:rPr sz="1700" spc="-10" dirty="0">
                <a:latin typeface="Times New Roman"/>
                <a:cs typeface="Times New Roman"/>
              </a:rPr>
              <a:t>produce.</a:t>
            </a:r>
            <a:endParaRPr sz="1700">
              <a:latin typeface="Times New Roman"/>
              <a:cs typeface="Times New Roman"/>
            </a:endParaRPr>
          </a:p>
          <a:p>
            <a:pPr marL="355600" marR="5715" indent="-342900" algn="just">
              <a:lnSpc>
                <a:spcPct val="100000"/>
              </a:lnSpc>
              <a:spcBef>
                <a:spcPts val="409"/>
              </a:spcBef>
              <a:buFont typeface="Arial MT"/>
              <a:buChar char="•"/>
              <a:tabLst>
                <a:tab pos="355600" algn="l"/>
              </a:tabLst>
            </a:pPr>
            <a:r>
              <a:rPr sz="1700" dirty="0">
                <a:latin typeface="Times New Roman"/>
                <a:cs typeface="Times New Roman"/>
              </a:rPr>
              <a:t>Producers</a:t>
            </a:r>
            <a:r>
              <a:rPr sz="1700" spc="-25" dirty="0">
                <a:latin typeface="Times New Roman"/>
                <a:cs typeface="Times New Roman"/>
              </a:rPr>
              <a:t> </a:t>
            </a:r>
            <a:r>
              <a:rPr sz="1700" dirty="0">
                <a:latin typeface="Times New Roman"/>
                <a:cs typeface="Times New Roman"/>
              </a:rPr>
              <a:t>of</a:t>
            </a:r>
            <a:r>
              <a:rPr sz="1700" spc="-35" dirty="0">
                <a:latin typeface="Times New Roman"/>
                <a:cs typeface="Times New Roman"/>
              </a:rPr>
              <a:t> </a:t>
            </a:r>
            <a:r>
              <a:rPr sz="1700" dirty="0">
                <a:latin typeface="Times New Roman"/>
                <a:cs typeface="Times New Roman"/>
              </a:rPr>
              <a:t>electronic</a:t>
            </a:r>
            <a:r>
              <a:rPr sz="1700" spc="-20" dirty="0">
                <a:latin typeface="Times New Roman"/>
                <a:cs typeface="Times New Roman"/>
              </a:rPr>
              <a:t> </a:t>
            </a:r>
            <a:r>
              <a:rPr sz="1700" dirty="0">
                <a:latin typeface="Times New Roman"/>
                <a:cs typeface="Times New Roman"/>
              </a:rPr>
              <a:t>items</a:t>
            </a:r>
            <a:r>
              <a:rPr sz="1700" spc="-20" dirty="0">
                <a:latin typeface="Times New Roman"/>
                <a:cs typeface="Times New Roman"/>
              </a:rPr>
              <a:t> </a:t>
            </a:r>
            <a:r>
              <a:rPr sz="1700" dirty="0">
                <a:latin typeface="Times New Roman"/>
                <a:cs typeface="Times New Roman"/>
              </a:rPr>
              <a:t>have</a:t>
            </a:r>
            <a:r>
              <a:rPr sz="1700" spc="-35" dirty="0">
                <a:latin typeface="Times New Roman"/>
                <a:cs typeface="Times New Roman"/>
              </a:rPr>
              <a:t> </a:t>
            </a:r>
            <a:r>
              <a:rPr sz="1700" dirty="0">
                <a:latin typeface="Times New Roman"/>
                <a:cs typeface="Times New Roman"/>
              </a:rPr>
              <a:t>started</a:t>
            </a:r>
            <a:r>
              <a:rPr sz="1700" spc="-15" dirty="0">
                <a:latin typeface="Times New Roman"/>
                <a:cs typeface="Times New Roman"/>
              </a:rPr>
              <a:t> </a:t>
            </a:r>
            <a:r>
              <a:rPr sz="1700" dirty="0">
                <a:latin typeface="Times New Roman"/>
                <a:cs typeface="Times New Roman"/>
              </a:rPr>
              <a:t>taking</a:t>
            </a:r>
            <a:r>
              <a:rPr sz="1700" spc="-20" dirty="0">
                <a:latin typeface="Times New Roman"/>
                <a:cs typeface="Times New Roman"/>
              </a:rPr>
              <a:t> </a:t>
            </a:r>
            <a:r>
              <a:rPr sz="1700" dirty="0">
                <a:latin typeface="Times New Roman"/>
                <a:cs typeface="Times New Roman"/>
              </a:rPr>
              <a:t>products</a:t>
            </a:r>
            <a:r>
              <a:rPr sz="1700" spc="-20" dirty="0">
                <a:latin typeface="Times New Roman"/>
                <a:cs typeface="Times New Roman"/>
              </a:rPr>
              <a:t> </a:t>
            </a:r>
            <a:r>
              <a:rPr sz="1700" dirty="0">
                <a:latin typeface="Times New Roman"/>
                <a:cs typeface="Times New Roman"/>
              </a:rPr>
              <a:t>back</a:t>
            </a:r>
            <a:r>
              <a:rPr sz="1700" spc="-35" dirty="0">
                <a:latin typeface="Times New Roman"/>
                <a:cs typeface="Times New Roman"/>
              </a:rPr>
              <a:t> </a:t>
            </a:r>
            <a:r>
              <a:rPr sz="1700" dirty="0">
                <a:latin typeface="Times New Roman"/>
                <a:cs typeface="Times New Roman"/>
              </a:rPr>
              <a:t>when</a:t>
            </a:r>
            <a:r>
              <a:rPr sz="1700" spc="-20" dirty="0">
                <a:latin typeface="Times New Roman"/>
                <a:cs typeface="Times New Roman"/>
              </a:rPr>
              <a:t> </a:t>
            </a:r>
            <a:r>
              <a:rPr sz="1700" dirty="0">
                <a:latin typeface="Times New Roman"/>
                <a:cs typeface="Times New Roman"/>
              </a:rPr>
              <a:t>they</a:t>
            </a:r>
            <a:r>
              <a:rPr sz="1700" spc="-20" dirty="0">
                <a:latin typeface="Times New Roman"/>
                <a:cs typeface="Times New Roman"/>
              </a:rPr>
              <a:t> </a:t>
            </a:r>
            <a:r>
              <a:rPr sz="1700" dirty="0">
                <a:latin typeface="Times New Roman"/>
                <a:cs typeface="Times New Roman"/>
              </a:rPr>
              <a:t>have</a:t>
            </a:r>
            <a:r>
              <a:rPr sz="1700" spc="-20" dirty="0">
                <a:latin typeface="Times New Roman"/>
                <a:cs typeface="Times New Roman"/>
              </a:rPr>
              <a:t> </a:t>
            </a:r>
            <a:r>
              <a:rPr sz="1700" dirty="0">
                <a:latin typeface="Times New Roman"/>
                <a:cs typeface="Times New Roman"/>
              </a:rPr>
              <a:t>outlived</a:t>
            </a:r>
            <a:r>
              <a:rPr sz="1700" spc="-15" dirty="0">
                <a:latin typeface="Times New Roman"/>
                <a:cs typeface="Times New Roman"/>
              </a:rPr>
              <a:t> </a:t>
            </a:r>
            <a:r>
              <a:rPr sz="1700" spc="-10" dirty="0">
                <a:latin typeface="Times New Roman"/>
                <a:cs typeface="Times New Roman"/>
              </a:rPr>
              <a:t>their </a:t>
            </a:r>
            <a:r>
              <a:rPr sz="1700" dirty="0">
                <a:latin typeface="Times New Roman"/>
                <a:cs typeface="Times New Roman"/>
              </a:rPr>
              <a:t>usefulness.</a:t>
            </a:r>
            <a:r>
              <a:rPr sz="1700" spc="125" dirty="0">
                <a:latin typeface="Times New Roman"/>
                <a:cs typeface="Times New Roman"/>
              </a:rPr>
              <a:t> </a:t>
            </a:r>
            <a:r>
              <a:rPr sz="1700" dirty="0">
                <a:latin typeface="Times New Roman"/>
                <a:cs typeface="Times New Roman"/>
              </a:rPr>
              <a:t>Producers</a:t>
            </a:r>
            <a:r>
              <a:rPr sz="1700" spc="114" dirty="0">
                <a:latin typeface="Times New Roman"/>
                <a:cs typeface="Times New Roman"/>
              </a:rPr>
              <a:t> </a:t>
            </a:r>
            <a:r>
              <a:rPr sz="1700" dirty="0">
                <a:latin typeface="Times New Roman"/>
                <a:cs typeface="Times New Roman"/>
              </a:rPr>
              <a:t>safely</a:t>
            </a:r>
            <a:r>
              <a:rPr sz="1700" spc="125" dirty="0">
                <a:latin typeface="Times New Roman"/>
                <a:cs typeface="Times New Roman"/>
              </a:rPr>
              <a:t> </a:t>
            </a:r>
            <a:r>
              <a:rPr sz="1700" dirty="0">
                <a:latin typeface="Times New Roman"/>
                <a:cs typeface="Times New Roman"/>
              </a:rPr>
              <a:t>remove</a:t>
            </a:r>
            <a:r>
              <a:rPr sz="1700" spc="114" dirty="0">
                <a:latin typeface="Times New Roman"/>
                <a:cs typeface="Times New Roman"/>
              </a:rPr>
              <a:t> </a:t>
            </a:r>
            <a:r>
              <a:rPr sz="1700" dirty="0">
                <a:latin typeface="Times New Roman"/>
                <a:cs typeface="Times New Roman"/>
              </a:rPr>
              <a:t>elements</a:t>
            </a:r>
            <a:r>
              <a:rPr sz="1700" spc="120" dirty="0">
                <a:latin typeface="Times New Roman"/>
                <a:cs typeface="Times New Roman"/>
              </a:rPr>
              <a:t> </a:t>
            </a:r>
            <a:r>
              <a:rPr sz="1700" dirty="0">
                <a:latin typeface="Times New Roman"/>
                <a:cs typeface="Times New Roman"/>
              </a:rPr>
              <a:t>like</a:t>
            </a:r>
            <a:r>
              <a:rPr sz="1700" spc="120" dirty="0">
                <a:latin typeface="Times New Roman"/>
                <a:cs typeface="Times New Roman"/>
              </a:rPr>
              <a:t> </a:t>
            </a:r>
            <a:r>
              <a:rPr sz="1700" dirty="0">
                <a:latin typeface="Times New Roman"/>
                <a:cs typeface="Times New Roman"/>
              </a:rPr>
              <a:t>copper</a:t>
            </a:r>
            <a:r>
              <a:rPr sz="1700" spc="110" dirty="0">
                <a:latin typeface="Times New Roman"/>
                <a:cs typeface="Times New Roman"/>
              </a:rPr>
              <a:t> </a:t>
            </a:r>
            <a:r>
              <a:rPr sz="1700" dirty="0">
                <a:latin typeface="Times New Roman"/>
                <a:cs typeface="Times New Roman"/>
              </a:rPr>
              <a:t>and</a:t>
            </a:r>
            <a:r>
              <a:rPr sz="1700" spc="105" dirty="0">
                <a:latin typeface="Times New Roman"/>
                <a:cs typeface="Times New Roman"/>
              </a:rPr>
              <a:t> </a:t>
            </a:r>
            <a:r>
              <a:rPr sz="1700" dirty="0">
                <a:latin typeface="Times New Roman"/>
                <a:cs typeface="Times New Roman"/>
              </a:rPr>
              <a:t>other</a:t>
            </a:r>
            <a:r>
              <a:rPr sz="1700" spc="90" dirty="0">
                <a:latin typeface="Times New Roman"/>
                <a:cs typeface="Times New Roman"/>
              </a:rPr>
              <a:t> </a:t>
            </a:r>
            <a:r>
              <a:rPr sz="1700" dirty="0">
                <a:latin typeface="Times New Roman"/>
                <a:cs typeface="Times New Roman"/>
              </a:rPr>
              <a:t>unsafe</a:t>
            </a:r>
            <a:r>
              <a:rPr sz="1700" spc="110" dirty="0">
                <a:latin typeface="Times New Roman"/>
                <a:cs typeface="Times New Roman"/>
              </a:rPr>
              <a:t> </a:t>
            </a:r>
            <a:r>
              <a:rPr sz="1700" dirty="0">
                <a:latin typeface="Times New Roman"/>
                <a:cs typeface="Times New Roman"/>
              </a:rPr>
              <a:t>metals</a:t>
            </a:r>
            <a:r>
              <a:rPr sz="1700" spc="120" dirty="0">
                <a:latin typeface="Times New Roman"/>
                <a:cs typeface="Times New Roman"/>
              </a:rPr>
              <a:t> </a:t>
            </a:r>
            <a:r>
              <a:rPr sz="1700" dirty="0">
                <a:latin typeface="Times New Roman"/>
                <a:cs typeface="Times New Roman"/>
              </a:rPr>
              <a:t>from</a:t>
            </a:r>
            <a:r>
              <a:rPr sz="1700" spc="110" dirty="0">
                <a:latin typeface="Times New Roman"/>
                <a:cs typeface="Times New Roman"/>
              </a:rPr>
              <a:t> </a:t>
            </a:r>
            <a:r>
              <a:rPr sz="1700" spc="-25" dirty="0">
                <a:latin typeface="Times New Roman"/>
                <a:cs typeface="Times New Roman"/>
              </a:rPr>
              <a:t>the </a:t>
            </a:r>
            <a:r>
              <a:rPr sz="1700" dirty="0">
                <a:latin typeface="Times New Roman"/>
                <a:cs typeface="Times New Roman"/>
              </a:rPr>
              <a:t>electronics</a:t>
            </a:r>
            <a:r>
              <a:rPr sz="1700" spc="70" dirty="0">
                <a:latin typeface="Times New Roman"/>
                <a:cs typeface="Times New Roman"/>
              </a:rPr>
              <a:t> </a:t>
            </a:r>
            <a:r>
              <a:rPr sz="1700" dirty="0">
                <a:latin typeface="Times New Roman"/>
                <a:cs typeface="Times New Roman"/>
              </a:rPr>
              <a:t>and</a:t>
            </a:r>
            <a:r>
              <a:rPr sz="1700" spc="90" dirty="0">
                <a:latin typeface="Times New Roman"/>
                <a:cs typeface="Times New Roman"/>
              </a:rPr>
              <a:t> </a:t>
            </a:r>
            <a:r>
              <a:rPr sz="1700" dirty="0">
                <a:latin typeface="Times New Roman"/>
                <a:cs typeface="Times New Roman"/>
              </a:rPr>
              <a:t>then</a:t>
            </a:r>
            <a:r>
              <a:rPr sz="1700" spc="85" dirty="0">
                <a:latin typeface="Times New Roman"/>
                <a:cs typeface="Times New Roman"/>
              </a:rPr>
              <a:t> </a:t>
            </a:r>
            <a:r>
              <a:rPr sz="1700" dirty="0">
                <a:latin typeface="Times New Roman"/>
                <a:cs typeface="Times New Roman"/>
              </a:rPr>
              <a:t>dispose</a:t>
            </a:r>
            <a:r>
              <a:rPr sz="1700" spc="75" dirty="0">
                <a:latin typeface="Times New Roman"/>
                <a:cs typeface="Times New Roman"/>
              </a:rPr>
              <a:t> </a:t>
            </a:r>
            <a:r>
              <a:rPr sz="1700" dirty="0">
                <a:latin typeface="Times New Roman"/>
                <a:cs typeface="Times New Roman"/>
              </a:rPr>
              <a:t>of</a:t>
            </a:r>
            <a:r>
              <a:rPr sz="1700" spc="85" dirty="0">
                <a:latin typeface="Times New Roman"/>
                <a:cs typeface="Times New Roman"/>
              </a:rPr>
              <a:t> </a:t>
            </a:r>
            <a:r>
              <a:rPr sz="1700" dirty="0">
                <a:latin typeface="Times New Roman"/>
                <a:cs typeface="Times New Roman"/>
              </a:rPr>
              <a:t>the</a:t>
            </a:r>
            <a:r>
              <a:rPr sz="1700" spc="75" dirty="0">
                <a:latin typeface="Times New Roman"/>
                <a:cs typeface="Times New Roman"/>
              </a:rPr>
              <a:t> </a:t>
            </a:r>
            <a:r>
              <a:rPr sz="1700" dirty="0">
                <a:latin typeface="Times New Roman"/>
                <a:cs typeface="Times New Roman"/>
              </a:rPr>
              <a:t>rest</a:t>
            </a:r>
            <a:r>
              <a:rPr sz="1700" spc="75" dirty="0">
                <a:latin typeface="Times New Roman"/>
                <a:cs typeface="Times New Roman"/>
              </a:rPr>
              <a:t> </a:t>
            </a:r>
            <a:r>
              <a:rPr sz="1700" dirty="0">
                <a:latin typeface="Times New Roman"/>
                <a:cs typeface="Times New Roman"/>
              </a:rPr>
              <a:t>of</a:t>
            </a:r>
            <a:r>
              <a:rPr sz="1700" spc="70" dirty="0">
                <a:latin typeface="Times New Roman"/>
                <a:cs typeface="Times New Roman"/>
              </a:rPr>
              <a:t> </a:t>
            </a:r>
            <a:r>
              <a:rPr sz="1700" dirty="0">
                <a:latin typeface="Times New Roman"/>
                <a:cs typeface="Times New Roman"/>
              </a:rPr>
              <a:t>the</a:t>
            </a:r>
            <a:r>
              <a:rPr sz="1700" spc="85" dirty="0">
                <a:latin typeface="Times New Roman"/>
                <a:cs typeface="Times New Roman"/>
              </a:rPr>
              <a:t> </a:t>
            </a:r>
            <a:r>
              <a:rPr sz="1700" dirty="0">
                <a:latin typeface="Times New Roman"/>
                <a:cs typeface="Times New Roman"/>
              </a:rPr>
              <a:t>materials</a:t>
            </a:r>
            <a:r>
              <a:rPr sz="1700" spc="90" dirty="0">
                <a:latin typeface="Times New Roman"/>
                <a:cs typeface="Times New Roman"/>
              </a:rPr>
              <a:t> </a:t>
            </a:r>
            <a:r>
              <a:rPr sz="1700" dirty="0">
                <a:latin typeface="Times New Roman"/>
                <a:cs typeface="Times New Roman"/>
              </a:rPr>
              <a:t>in</a:t>
            </a:r>
            <a:r>
              <a:rPr sz="1700" spc="90" dirty="0">
                <a:latin typeface="Times New Roman"/>
                <a:cs typeface="Times New Roman"/>
              </a:rPr>
              <a:t> </a:t>
            </a:r>
            <a:r>
              <a:rPr sz="1700" dirty="0">
                <a:latin typeface="Times New Roman"/>
                <a:cs typeface="Times New Roman"/>
              </a:rPr>
              <a:t>a</a:t>
            </a:r>
            <a:r>
              <a:rPr sz="1700" spc="80" dirty="0">
                <a:latin typeface="Times New Roman"/>
                <a:cs typeface="Times New Roman"/>
              </a:rPr>
              <a:t> </a:t>
            </a:r>
            <a:r>
              <a:rPr sz="1700" dirty="0">
                <a:latin typeface="Times New Roman"/>
                <a:cs typeface="Times New Roman"/>
              </a:rPr>
              <a:t>safe</a:t>
            </a:r>
            <a:r>
              <a:rPr sz="1700" spc="85" dirty="0">
                <a:latin typeface="Times New Roman"/>
                <a:cs typeface="Times New Roman"/>
              </a:rPr>
              <a:t> </a:t>
            </a:r>
            <a:r>
              <a:rPr sz="1700" dirty="0">
                <a:latin typeface="Times New Roman"/>
                <a:cs typeface="Times New Roman"/>
              </a:rPr>
              <a:t>manner.</a:t>
            </a:r>
            <a:r>
              <a:rPr sz="1700" spc="85" dirty="0">
                <a:latin typeface="Times New Roman"/>
                <a:cs typeface="Times New Roman"/>
              </a:rPr>
              <a:t> </a:t>
            </a:r>
            <a:r>
              <a:rPr sz="1700" dirty="0">
                <a:latin typeface="Times New Roman"/>
                <a:cs typeface="Times New Roman"/>
              </a:rPr>
              <a:t>Such</a:t>
            </a:r>
            <a:r>
              <a:rPr sz="1700" spc="75" dirty="0">
                <a:latin typeface="Times New Roman"/>
                <a:cs typeface="Times New Roman"/>
              </a:rPr>
              <a:t> </a:t>
            </a:r>
            <a:r>
              <a:rPr sz="1700" dirty="0">
                <a:latin typeface="Times New Roman"/>
                <a:cs typeface="Times New Roman"/>
              </a:rPr>
              <a:t>actions</a:t>
            </a:r>
            <a:r>
              <a:rPr sz="1700" spc="85" dirty="0">
                <a:latin typeface="Times New Roman"/>
                <a:cs typeface="Times New Roman"/>
              </a:rPr>
              <a:t> </a:t>
            </a:r>
            <a:r>
              <a:rPr sz="1700" spc="-20" dirty="0">
                <a:latin typeface="Times New Roman"/>
                <a:cs typeface="Times New Roman"/>
              </a:rPr>
              <a:t>need </a:t>
            </a:r>
            <a:r>
              <a:rPr sz="1700" dirty="0">
                <a:latin typeface="Times New Roman"/>
                <a:cs typeface="Times New Roman"/>
              </a:rPr>
              <a:t>to</a:t>
            </a:r>
            <a:r>
              <a:rPr sz="1700" spc="-15" dirty="0">
                <a:latin typeface="Times New Roman"/>
                <a:cs typeface="Times New Roman"/>
              </a:rPr>
              <a:t> </a:t>
            </a:r>
            <a:r>
              <a:rPr sz="1700" dirty="0">
                <a:latin typeface="Times New Roman"/>
                <a:cs typeface="Times New Roman"/>
              </a:rPr>
              <a:t>be</a:t>
            </a:r>
            <a:r>
              <a:rPr sz="1700" spc="-25" dirty="0">
                <a:latin typeface="Times New Roman"/>
                <a:cs typeface="Times New Roman"/>
              </a:rPr>
              <a:t> </a:t>
            </a:r>
            <a:r>
              <a:rPr sz="1700" dirty="0">
                <a:latin typeface="Times New Roman"/>
                <a:cs typeface="Times New Roman"/>
              </a:rPr>
              <a:t>taken</a:t>
            </a:r>
            <a:r>
              <a:rPr sz="1700" spc="-35" dirty="0">
                <a:latin typeface="Times New Roman"/>
                <a:cs typeface="Times New Roman"/>
              </a:rPr>
              <a:t> </a:t>
            </a:r>
            <a:r>
              <a:rPr sz="1700" dirty="0">
                <a:latin typeface="Times New Roman"/>
                <a:cs typeface="Times New Roman"/>
              </a:rPr>
              <a:t>efficiently</a:t>
            </a:r>
            <a:r>
              <a:rPr sz="1700" spc="-15" dirty="0">
                <a:latin typeface="Times New Roman"/>
                <a:cs typeface="Times New Roman"/>
              </a:rPr>
              <a:t> </a:t>
            </a:r>
            <a:r>
              <a:rPr sz="1700" dirty="0">
                <a:latin typeface="Times New Roman"/>
                <a:cs typeface="Times New Roman"/>
              </a:rPr>
              <a:t>in</a:t>
            </a:r>
            <a:r>
              <a:rPr sz="1700" spc="-10" dirty="0">
                <a:latin typeface="Times New Roman"/>
                <a:cs typeface="Times New Roman"/>
              </a:rPr>
              <a:t> </a:t>
            </a:r>
            <a:r>
              <a:rPr sz="1700" dirty="0">
                <a:latin typeface="Times New Roman"/>
                <a:cs typeface="Times New Roman"/>
              </a:rPr>
              <a:t>other</a:t>
            </a:r>
            <a:r>
              <a:rPr sz="1700" spc="-30" dirty="0">
                <a:latin typeface="Times New Roman"/>
                <a:cs typeface="Times New Roman"/>
              </a:rPr>
              <a:t> </a:t>
            </a:r>
            <a:r>
              <a:rPr sz="1700" dirty="0">
                <a:latin typeface="Times New Roman"/>
                <a:cs typeface="Times New Roman"/>
              </a:rPr>
              <a:t>parts</a:t>
            </a:r>
            <a:r>
              <a:rPr sz="1700" spc="-15" dirty="0">
                <a:latin typeface="Times New Roman"/>
                <a:cs typeface="Times New Roman"/>
              </a:rPr>
              <a:t> </a:t>
            </a:r>
            <a:r>
              <a:rPr sz="1700" dirty="0">
                <a:latin typeface="Times New Roman"/>
                <a:cs typeface="Times New Roman"/>
              </a:rPr>
              <a:t>of</a:t>
            </a:r>
            <a:r>
              <a:rPr sz="1700" spc="-30" dirty="0">
                <a:latin typeface="Times New Roman"/>
                <a:cs typeface="Times New Roman"/>
              </a:rPr>
              <a:t> </a:t>
            </a:r>
            <a:r>
              <a:rPr sz="1700" dirty="0">
                <a:latin typeface="Times New Roman"/>
                <a:cs typeface="Times New Roman"/>
              </a:rPr>
              <a:t>the</a:t>
            </a:r>
            <a:r>
              <a:rPr sz="1700" spc="-25" dirty="0">
                <a:latin typeface="Times New Roman"/>
                <a:cs typeface="Times New Roman"/>
              </a:rPr>
              <a:t> </a:t>
            </a:r>
            <a:r>
              <a:rPr sz="1700" spc="-10" dirty="0">
                <a:latin typeface="Times New Roman"/>
                <a:cs typeface="Times New Roman"/>
              </a:rPr>
              <a:t>world.</a:t>
            </a:r>
            <a:endParaRPr sz="1700">
              <a:latin typeface="Times New Roman"/>
              <a:cs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0852" rIns="0" bIns="0" rtlCol="0">
            <a:spAutoFit/>
          </a:bodyPr>
          <a:lstStyle/>
          <a:p>
            <a:pPr marL="1331595">
              <a:lnSpc>
                <a:spcPct val="100000"/>
              </a:lnSpc>
              <a:spcBef>
                <a:spcPts val="105"/>
              </a:spcBef>
            </a:pPr>
            <a:r>
              <a:rPr spc="-20" dirty="0"/>
              <a:t>E-</a:t>
            </a:r>
            <a:r>
              <a:rPr dirty="0"/>
              <a:t>waste</a:t>
            </a:r>
            <a:r>
              <a:rPr spc="-25" dirty="0"/>
              <a:t> </a:t>
            </a:r>
            <a:r>
              <a:rPr dirty="0"/>
              <a:t>management</a:t>
            </a:r>
            <a:r>
              <a:rPr spc="-50" dirty="0"/>
              <a:t> </a:t>
            </a:r>
            <a:r>
              <a:rPr dirty="0"/>
              <a:t>in</a:t>
            </a:r>
            <a:r>
              <a:rPr spc="-10" dirty="0"/>
              <a:t> India</a:t>
            </a:r>
          </a:p>
        </p:txBody>
      </p:sp>
      <p:sp>
        <p:nvSpPr>
          <p:cNvPr id="3" name="object 3"/>
          <p:cNvSpPr txBox="1"/>
          <p:nvPr/>
        </p:nvSpPr>
        <p:spPr>
          <a:xfrm>
            <a:off x="383540" y="1023873"/>
            <a:ext cx="8455660" cy="5256530"/>
          </a:xfrm>
          <a:prstGeom prst="rect">
            <a:avLst/>
          </a:prstGeom>
        </p:spPr>
        <p:txBody>
          <a:bodyPr vert="horz" wrap="square" lIns="0" tIns="76835" rIns="0" bIns="0" rtlCol="0">
            <a:spAutoFit/>
          </a:bodyPr>
          <a:lstStyle/>
          <a:p>
            <a:pPr marL="526415" marR="7620" indent="-514350" algn="just">
              <a:lnSpc>
                <a:spcPts val="2110"/>
              </a:lnSpc>
              <a:spcBef>
                <a:spcPts val="605"/>
              </a:spcBef>
              <a:buAutoNum type="arabicParenBoth"/>
              <a:tabLst>
                <a:tab pos="527685" algn="l"/>
              </a:tabLst>
            </a:pPr>
            <a:r>
              <a:rPr sz="2200" dirty="0">
                <a:latin typeface="Times New Roman"/>
                <a:cs typeface="Times New Roman"/>
              </a:rPr>
              <a:t>In</a:t>
            </a:r>
            <a:r>
              <a:rPr sz="2200" spc="190" dirty="0">
                <a:latin typeface="Times New Roman"/>
                <a:cs typeface="Times New Roman"/>
              </a:rPr>
              <a:t> </a:t>
            </a:r>
            <a:r>
              <a:rPr sz="2200" dirty="0">
                <a:latin typeface="Times New Roman"/>
                <a:cs typeface="Times New Roman"/>
              </a:rPr>
              <a:t>India,</a:t>
            </a:r>
            <a:r>
              <a:rPr sz="2200" spc="190" dirty="0">
                <a:latin typeface="Times New Roman"/>
                <a:cs typeface="Times New Roman"/>
              </a:rPr>
              <a:t> </a:t>
            </a:r>
            <a:r>
              <a:rPr sz="2200" spc="-20" dirty="0">
                <a:latin typeface="Times New Roman"/>
                <a:cs typeface="Times New Roman"/>
              </a:rPr>
              <a:t>E-</a:t>
            </a:r>
            <a:r>
              <a:rPr sz="2200" dirty="0">
                <a:latin typeface="Times New Roman"/>
                <a:cs typeface="Times New Roman"/>
              </a:rPr>
              <a:t>waste</a:t>
            </a:r>
            <a:r>
              <a:rPr sz="2200" spc="195" dirty="0">
                <a:latin typeface="Times New Roman"/>
                <a:cs typeface="Times New Roman"/>
              </a:rPr>
              <a:t> </a:t>
            </a:r>
            <a:r>
              <a:rPr sz="2200" dirty="0">
                <a:latin typeface="Times New Roman"/>
                <a:cs typeface="Times New Roman"/>
              </a:rPr>
              <a:t>management</a:t>
            </a:r>
            <a:r>
              <a:rPr sz="2200" spc="200" dirty="0">
                <a:latin typeface="Times New Roman"/>
                <a:cs typeface="Times New Roman"/>
              </a:rPr>
              <a:t> </a:t>
            </a:r>
            <a:r>
              <a:rPr sz="2200" dirty="0">
                <a:latin typeface="Times New Roman"/>
                <a:cs typeface="Times New Roman"/>
              </a:rPr>
              <a:t>assumes</a:t>
            </a:r>
            <a:r>
              <a:rPr sz="2200" spc="185" dirty="0">
                <a:latin typeface="Times New Roman"/>
                <a:cs typeface="Times New Roman"/>
              </a:rPr>
              <a:t> </a:t>
            </a:r>
            <a:r>
              <a:rPr sz="2200" dirty="0">
                <a:latin typeface="Times New Roman"/>
                <a:cs typeface="Times New Roman"/>
              </a:rPr>
              <a:t>greater</a:t>
            </a:r>
            <a:r>
              <a:rPr sz="2200" spc="185" dirty="0">
                <a:latin typeface="Times New Roman"/>
                <a:cs typeface="Times New Roman"/>
              </a:rPr>
              <a:t> </a:t>
            </a:r>
            <a:r>
              <a:rPr sz="2200" dirty="0">
                <a:latin typeface="Times New Roman"/>
                <a:cs typeface="Times New Roman"/>
              </a:rPr>
              <a:t>significance</a:t>
            </a:r>
            <a:r>
              <a:rPr sz="2200" spc="185" dirty="0">
                <a:latin typeface="Times New Roman"/>
                <a:cs typeface="Times New Roman"/>
              </a:rPr>
              <a:t> </a:t>
            </a:r>
            <a:r>
              <a:rPr sz="2200" dirty="0">
                <a:latin typeface="Times New Roman"/>
                <a:cs typeface="Times New Roman"/>
              </a:rPr>
              <a:t>not</a:t>
            </a:r>
            <a:r>
              <a:rPr sz="2200" spc="185" dirty="0">
                <a:latin typeface="Times New Roman"/>
                <a:cs typeface="Times New Roman"/>
              </a:rPr>
              <a:t> </a:t>
            </a:r>
            <a:r>
              <a:rPr sz="2200" spc="-20" dirty="0">
                <a:latin typeface="Times New Roman"/>
                <a:cs typeface="Times New Roman"/>
              </a:rPr>
              <a:t>only 	</a:t>
            </a:r>
            <a:r>
              <a:rPr sz="2200" dirty="0">
                <a:latin typeface="Times New Roman"/>
                <a:cs typeface="Times New Roman"/>
              </a:rPr>
              <a:t>due</a:t>
            </a:r>
            <a:r>
              <a:rPr sz="2200" spc="140" dirty="0">
                <a:latin typeface="Times New Roman"/>
                <a:cs typeface="Times New Roman"/>
              </a:rPr>
              <a:t>  </a:t>
            </a:r>
            <a:r>
              <a:rPr sz="2200" dirty="0">
                <a:latin typeface="Times New Roman"/>
                <a:cs typeface="Times New Roman"/>
              </a:rPr>
              <a:t>to</a:t>
            </a:r>
            <a:r>
              <a:rPr sz="2200" spc="145" dirty="0">
                <a:latin typeface="Times New Roman"/>
                <a:cs typeface="Times New Roman"/>
              </a:rPr>
              <a:t>  </a:t>
            </a:r>
            <a:r>
              <a:rPr sz="2200" dirty="0">
                <a:latin typeface="Times New Roman"/>
                <a:cs typeface="Times New Roman"/>
              </a:rPr>
              <a:t>its</a:t>
            </a:r>
            <a:r>
              <a:rPr sz="2200" spc="140" dirty="0">
                <a:latin typeface="Times New Roman"/>
                <a:cs typeface="Times New Roman"/>
              </a:rPr>
              <a:t>  </a:t>
            </a:r>
            <a:r>
              <a:rPr sz="2200" dirty="0">
                <a:latin typeface="Times New Roman"/>
                <a:cs typeface="Times New Roman"/>
              </a:rPr>
              <a:t>own</a:t>
            </a:r>
            <a:r>
              <a:rPr sz="2200" spc="145" dirty="0">
                <a:latin typeface="Times New Roman"/>
                <a:cs typeface="Times New Roman"/>
              </a:rPr>
              <a:t>  </a:t>
            </a:r>
            <a:r>
              <a:rPr sz="2200" dirty="0">
                <a:latin typeface="Times New Roman"/>
                <a:cs typeface="Times New Roman"/>
              </a:rPr>
              <a:t>produced</a:t>
            </a:r>
            <a:r>
              <a:rPr sz="2200" spc="145" dirty="0">
                <a:latin typeface="Times New Roman"/>
                <a:cs typeface="Times New Roman"/>
              </a:rPr>
              <a:t>  </a:t>
            </a:r>
            <a:r>
              <a:rPr sz="2200" spc="-20" dirty="0">
                <a:latin typeface="Times New Roman"/>
                <a:cs typeface="Times New Roman"/>
              </a:rPr>
              <a:t>E-</a:t>
            </a:r>
            <a:r>
              <a:rPr sz="2200" dirty="0">
                <a:latin typeface="Times New Roman"/>
                <a:cs typeface="Times New Roman"/>
              </a:rPr>
              <a:t>waste</a:t>
            </a:r>
            <a:r>
              <a:rPr sz="2200" spc="140" dirty="0">
                <a:latin typeface="Times New Roman"/>
                <a:cs typeface="Times New Roman"/>
              </a:rPr>
              <a:t>  </a:t>
            </a:r>
            <a:r>
              <a:rPr sz="2200" dirty="0">
                <a:latin typeface="Times New Roman"/>
                <a:cs typeface="Times New Roman"/>
              </a:rPr>
              <a:t>but</a:t>
            </a:r>
            <a:r>
              <a:rPr sz="2200" spc="145" dirty="0">
                <a:latin typeface="Times New Roman"/>
                <a:cs typeface="Times New Roman"/>
              </a:rPr>
              <a:t>  </a:t>
            </a:r>
            <a:r>
              <a:rPr sz="2200" dirty="0">
                <a:latin typeface="Times New Roman"/>
                <a:cs typeface="Times New Roman"/>
              </a:rPr>
              <a:t>also</a:t>
            </a:r>
            <a:r>
              <a:rPr sz="2200" spc="140" dirty="0">
                <a:latin typeface="Times New Roman"/>
                <a:cs typeface="Times New Roman"/>
              </a:rPr>
              <a:t>  </a:t>
            </a:r>
            <a:r>
              <a:rPr sz="2200" dirty="0">
                <a:latin typeface="Times New Roman"/>
                <a:cs typeface="Times New Roman"/>
              </a:rPr>
              <a:t>because</a:t>
            </a:r>
            <a:r>
              <a:rPr sz="2200" spc="145" dirty="0">
                <a:latin typeface="Times New Roman"/>
                <a:cs typeface="Times New Roman"/>
              </a:rPr>
              <a:t>  </a:t>
            </a:r>
            <a:r>
              <a:rPr sz="2200" dirty="0">
                <a:latin typeface="Times New Roman"/>
                <a:cs typeface="Times New Roman"/>
              </a:rPr>
              <a:t>of</a:t>
            </a:r>
            <a:r>
              <a:rPr sz="2200" spc="140" dirty="0">
                <a:latin typeface="Times New Roman"/>
                <a:cs typeface="Times New Roman"/>
              </a:rPr>
              <a:t>  </a:t>
            </a:r>
            <a:r>
              <a:rPr sz="2200" spc="-10" dirty="0">
                <a:latin typeface="Times New Roman"/>
                <a:cs typeface="Times New Roman"/>
              </a:rPr>
              <a:t>E-waste 	</a:t>
            </a:r>
            <a:r>
              <a:rPr sz="2200" dirty="0">
                <a:latin typeface="Times New Roman"/>
                <a:cs typeface="Times New Roman"/>
              </a:rPr>
              <a:t>discarded</a:t>
            </a:r>
            <a:r>
              <a:rPr sz="2200" spc="-45" dirty="0">
                <a:latin typeface="Times New Roman"/>
                <a:cs typeface="Times New Roman"/>
              </a:rPr>
              <a:t> </a:t>
            </a:r>
            <a:r>
              <a:rPr sz="2200" dirty="0">
                <a:latin typeface="Times New Roman"/>
                <a:cs typeface="Times New Roman"/>
              </a:rPr>
              <a:t>by</a:t>
            </a:r>
            <a:r>
              <a:rPr sz="2200" spc="-55" dirty="0">
                <a:latin typeface="Times New Roman"/>
                <a:cs typeface="Times New Roman"/>
              </a:rPr>
              <a:t> </a:t>
            </a:r>
            <a:r>
              <a:rPr sz="2200" dirty="0">
                <a:latin typeface="Times New Roman"/>
                <a:cs typeface="Times New Roman"/>
              </a:rPr>
              <a:t>other</a:t>
            </a:r>
            <a:r>
              <a:rPr sz="2200" spc="-45" dirty="0">
                <a:latin typeface="Times New Roman"/>
                <a:cs typeface="Times New Roman"/>
              </a:rPr>
              <a:t> </a:t>
            </a:r>
            <a:r>
              <a:rPr sz="2200" dirty="0">
                <a:latin typeface="Times New Roman"/>
                <a:cs typeface="Times New Roman"/>
              </a:rPr>
              <a:t>developed</a:t>
            </a:r>
            <a:r>
              <a:rPr sz="2200" spc="-50" dirty="0">
                <a:latin typeface="Times New Roman"/>
                <a:cs typeface="Times New Roman"/>
              </a:rPr>
              <a:t> </a:t>
            </a:r>
            <a:r>
              <a:rPr sz="2200" dirty="0">
                <a:latin typeface="Times New Roman"/>
                <a:cs typeface="Times New Roman"/>
              </a:rPr>
              <a:t>countries</a:t>
            </a:r>
            <a:r>
              <a:rPr sz="2200" spc="-45" dirty="0">
                <a:latin typeface="Times New Roman"/>
                <a:cs typeface="Times New Roman"/>
              </a:rPr>
              <a:t> </a:t>
            </a:r>
            <a:r>
              <a:rPr sz="2200" dirty="0">
                <a:latin typeface="Times New Roman"/>
                <a:cs typeface="Times New Roman"/>
              </a:rPr>
              <a:t>in</a:t>
            </a:r>
            <a:r>
              <a:rPr sz="2200" spc="-55" dirty="0">
                <a:latin typeface="Times New Roman"/>
                <a:cs typeface="Times New Roman"/>
              </a:rPr>
              <a:t> </a:t>
            </a:r>
            <a:r>
              <a:rPr sz="2200" spc="-10" dirty="0">
                <a:latin typeface="Times New Roman"/>
                <a:cs typeface="Times New Roman"/>
              </a:rPr>
              <a:t>India.</a:t>
            </a:r>
            <a:endParaRPr sz="2200">
              <a:latin typeface="Times New Roman"/>
              <a:cs typeface="Times New Roman"/>
            </a:endParaRPr>
          </a:p>
          <a:p>
            <a:pPr marL="527050" indent="-514350" algn="just">
              <a:lnSpc>
                <a:spcPts val="2375"/>
              </a:lnSpc>
              <a:spcBef>
                <a:spcPts val="25"/>
              </a:spcBef>
              <a:buAutoNum type="arabicParenBoth"/>
              <a:tabLst>
                <a:tab pos="527050" algn="l"/>
              </a:tabLst>
            </a:pPr>
            <a:r>
              <a:rPr sz="2200" dirty="0">
                <a:latin typeface="Times New Roman"/>
                <a:cs typeface="Times New Roman"/>
              </a:rPr>
              <a:t>In</a:t>
            </a:r>
            <a:r>
              <a:rPr sz="2200" spc="-15" dirty="0">
                <a:latin typeface="Times New Roman"/>
                <a:cs typeface="Times New Roman"/>
              </a:rPr>
              <a:t> </a:t>
            </a:r>
            <a:r>
              <a:rPr sz="2200" dirty="0">
                <a:latin typeface="Times New Roman"/>
                <a:cs typeface="Times New Roman"/>
              </a:rPr>
              <a:t>India,</a:t>
            </a:r>
            <a:r>
              <a:rPr sz="2200" spc="-5" dirty="0">
                <a:latin typeface="Times New Roman"/>
                <a:cs typeface="Times New Roman"/>
              </a:rPr>
              <a:t> </a:t>
            </a:r>
            <a:r>
              <a:rPr sz="2200" dirty="0">
                <a:latin typeface="Times New Roman"/>
                <a:cs typeface="Times New Roman"/>
              </a:rPr>
              <a:t>most</a:t>
            </a:r>
            <a:r>
              <a:rPr sz="2200" spc="-15" dirty="0">
                <a:latin typeface="Times New Roman"/>
                <a:cs typeface="Times New Roman"/>
              </a:rPr>
              <a:t> </a:t>
            </a:r>
            <a:r>
              <a:rPr sz="2200" dirty="0">
                <a:latin typeface="Times New Roman"/>
                <a:cs typeface="Times New Roman"/>
              </a:rPr>
              <a:t>of</a:t>
            </a:r>
            <a:r>
              <a:rPr sz="2200" spc="-25" dirty="0">
                <a:latin typeface="Times New Roman"/>
                <a:cs typeface="Times New Roman"/>
              </a:rPr>
              <a:t> </a:t>
            </a:r>
            <a:r>
              <a:rPr sz="2200" dirty="0">
                <a:latin typeface="Times New Roman"/>
                <a:cs typeface="Times New Roman"/>
              </a:rPr>
              <a:t>the</a:t>
            </a:r>
            <a:r>
              <a:rPr sz="2200" spc="-20" dirty="0">
                <a:latin typeface="Times New Roman"/>
                <a:cs typeface="Times New Roman"/>
              </a:rPr>
              <a:t> </a:t>
            </a:r>
            <a:r>
              <a:rPr sz="2200" dirty="0">
                <a:latin typeface="Times New Roman"/>
                <a:cs typeface="Times New Roman"/>
              </a:rPr>
              <a:t>waste</a:t>
            </a:r>
            <a:r>
              <a:rPr sz="2200" spc="-15" dirty="0">
                <a:latin typeface="Times New Roman"/>
                <a:cs typeface="Times New Roman"/>
              </a:rPr>
              <a:t> </a:t>
            </a:r>
            <a:r>
              <a:rPr sz="2200" dirty="0">
                <a:latin typeface="Times New Roman"/>
                <a:cs typeface="Times New Roman"/>
              </a:rPr>
              <a:t>electronic</a:t>
            </a:r>
            <a:r>
              <a:rPr sz="2200" spc="-20" dirty="0">
                <a:latin typeface="Times New Roman"/>
                <a:cs typeface="Times New Roman"/>
              </a:rPr>
              <a:t> </a:t>
            </a:r>
            <a:r>
              <a:rPr sz="2200" dirty="0">
                <a:latin typeface="Times New Roman"/>
                <a:cs typeface="Times New Roman"/>
              </a:rPr>
              <a:t>items</a:t>
            </a:r>
            <a:r>
              <a:rPr sz="2200" spc="-20" dirty="0">
                <a:latin typeface="Times New Roman"/>
                <a:cs typeface="Times New Roman"/>
              </a:rPr>
              <a:t> </a:t>
            </a:r>
            <a:r>
              <a:rPr sz="2200" dirty="0">
                <a:latin typeface="Times New Roman"/>
                <a:cs typeface="Times New Roman"/>
              </a:rPr>
              <a:t>are</a:t>
            </a:r>
            <a:r>
              <a:rPr sz="2200" spc="-25" dirty="0">
                <a:latin typeface="Times New Roman"/>
                <a:cs typeface="Times New Roman"/>
              </a:rPr>
              <a:t> </a:t>
            </a:r>
            <a:r>
              <a:rPr sz="2200" dirty="0">
                <a:latin typeface="Times New Roman"/>
                <a:cs typeface="Times New Roman"/>
              </a:rPr>
              <a:t>stored at</a:t>
            </a:r>
            <a:r>
              <a:rPr sz="2200" spc="-20" dirty="0">
                <a:latin typeface="Times New Roman"/>
                <a:cs typeface="Times New Roman"/>
              </a:rPr>
              <a:t> </a:t>
            </a:r>
            <a:r>
              <a:rPr sz="2200" dirty="0">
                <a:latin typeface="Times New Roman"/>
                <a:cs typeface="Times New Roman"/>
              </a:rPr>
              <a:t>households</a:t>
            </a:r>
            <a:r>
              <a:rPr sz="2200" spc="-25" dirty="0">
                <a:latin typeface="Times New Roman"/>
                <a:cs typeface="Times New Roman"/>
              </a:rPr>
              <a:t> as</a:t>
            </a:r>
            <a:endParaRPr sz="2200">
              <a:latin typeface="Times New Roman"/>
              <a:cs typeface="Times New Roman"/>
            </a:endParaRPr>
          </a:p>
          <a:p>
            <a:pPr marL="527685" algn="just">
              <a:lnSpc>
                <a:spcPts val="2375"/>
              </a:lnSpc>
            </a:pPr>
            <a:r>
              <a:rPr sz="2200" dirty="0">
                <a:latin typeface="Times New Roman"/>
                <a:cs typeface="Times New Roman"/>
              </a:rPr>
              <a:t>people</a:t>
            </a:r>
            <a:r>
              <a:rPr sz="2200" spc="-50" dirty="0">
                <a:latin typeface="Times New Roman"/>
                <a:cs typeface="Times New Roman"/>
              </a:rPr>
              <a:t> </a:t>
            </a:r>
            <a:r>
              <a:rPr sz="2200" dirty="0">
                <a:latin typeface="Times New Roman"/>
                <a:cs typeface="Times New Roman"/>
              </a:rPr>
              <a:t>do</a:t>
            </a:r>
            <a:r>
              <a:rPr sz="2200" spc="-35" dirty="0">
                <a:latin typeface="Times New Roman"/>
                <a:cs typeface="Times New Roman"/>
              </a:rPr>
              <a:t> </a:t>
            </a:r>
            <a:r>
              <a:rPr sz="2200" dirty="0">
                <a:latin typeface="Times New Roman"/>
                <a:cs typeface="Times New Roman"/>
              </a:rPr>
              <a:t>not</a:t>
            </a:r>
            <a:r>
              <a:rPr sz="2200" spc="-50" dirty="0">
                <a:latin typeface="Times New Roman"/>
                <a:cs typeface="Times New Roman"/>
              </a:rPr>
              <a:t> </a:t>
            </a:r>
            <a:r>
              <a:rPr sz="2200" dirty="0">
                <a:latin typeface="Times New Roman"/>
                <a:cs typeface="Times New Roman"/>
              </a:rPr>
              <a:t>know</a:t>
            </a:r>
            <a:r>
              <a:rPr sz="2200" spc="-50" dirty="0">
                <a:latin typeface="Times New Roman"/>
                <a:cs typeface="Times New Roman"/>
              </a:rPr>
              <a:t> </a:t>
            </a:r>
            <a:r>
              <a:rPr sz="2200" dirty="0">
                <a:latin typeface="Times New Roman"/>
                <a:cs typeface="Times New Roman"/>
              </a:rPr>
              <a:t>how</a:t>
            </a:r>
            <a:r>
              <a:rPr sz="2200" spc="-55" dirty="0">
                <a:latin typeface="Times New Roman"/>
                <a:cs typeface="Times New Roman"/>
              </a:rPr>
              <a:t> </a:t>
            </a:r>
            <a:r>
              <a:rPr sz="2200" dirty="0">
                <a:latin typeface="Times New Roman"/>
                <a:cs typeface="Times New Roman"/>
              </a:rPr>
              <a:t>to</a:t>
            </a:r>
            <a:r>
              <a:rPr sz="2200" spc="-35" dirty="0">
                <a:latin typeface="Times New Roman"/>
                <a:cs typeface="Times New Roman"/>
              </a:rPr>
              <a:t> </a:t>
            </a:r>
            <a:r>
              <a:rPr sz="2200" dirty="0">
                <a:latin typeface="Times New Roman"/>
                <a:cs typeface="Times New Roman"/>
              </a:rPr>
              <a:t>discard</a:t>
            </a:r>
            <a:r>
              <a:rPr sz="2200" spc="-40" dirty="0">
                <a:latin typeface="Times New Roman"/>
                <a:cs typeface="Times New Roman"/>
              </a:rPr>
              <a:t> </a:t>
            </a:r>
            <a:r>
              <a:rPr sz="2200" spc="-10" dirty="0">
                <a:latin typeface="Times New Roman"/>
                <a:cs typeface="Times New Roman"/>
              </a:rPr>
              <a:t>them.</a:t>
            </a:r>
            <a:endParaRPr sz="2200">
              <a:latin typeface="Times New Roman"/>
              <a:cs typeface="Times New Roman"/>
            </a:endParaRPr>
          </a:p>
          <a:p>
            <a:pPr marL="526415" marR="5080" indent="-514350" algn="just">
              <a:lnSpc>
                <a:spcPct val="80000"/>
              </a:lnSpc>
              <a:spcBef>
                <a:spcPts val="525"/>
              </a:spcBef>
              <a:buAutoNum type="arabicParenBoth" startAt="3"/>
              <a:tabLst>
                <a:tab pos="527685" algn="l"/>
              </a:tabLst>
            </a:pPr>
            <a:r>
              <a:rPr sz="2200" dirty="0">
                <a:latin typeface="Times New Roman"/>
                <a:cs typeface="Times New Roman"/>
              </a:rPr>
              <a:t>This</a:t>
            </a:r>
            <a:r>
              <a:rPr sz="2200" spc="15" dirty="0">
                <a:latin typeface="Times New Roman"/>
                <a:cs typeface="Times New Roman"/>
              </a:rPr>
              <a:t> </a:t>
            </a:r>
            <a:r>
              <a:rPr sz="2200" spc="-25" dirty="0">
                <a:latin typeface="Times New Roman"/>
                <a:cs typeface="Times New Roman"/>
              </a:rPr>
              <a:t>ever-</a:t>
            </a:r>
            <a:r>
              <a:rPr sz="2200" dirty="0">
                <a:latin typeface="Times New Roman"/>
                <a:cs typeface="Times New Roman"/>
              </a:rPr>
              <a:t>increasing</a:t>
            </a:r>
            <a:r>
              <a:rPr sz="2200" spc="35" dirty="0">
                <a:latin typeface="Times New Roman"/>
                <a:cs typeface="Times New Roman"/>
              </a:rPr>
              <a:t> </a:t>
            </a:r>
            <a:r>
              <a:rPr sz="2200" dirty="0">
                <a:latin typeface="Times New Roman"/>
                <a:cs typeface="Times New Roman"/>
              </a:rPr>
              <a:t>waste</a:t>
            </a:r>
            <a:r>
              <a:rPr sz="2200" spc="15" dirty="0">
                <a:latin typeface="Times New Roman"/>
                <a:cs typeface="Times New Roman"/>
              </a:rPr>
              <a:t> </a:t>
            </a:r>
            <a:r>
              <a:rPr sz="2200" dirty="0">
                <a:latin typeface="Times New Roman"/>
                <a:cs typeface="Times New Roman"/>
              </a:rPr>
              <a:t>is</a:t>
            </a:r>
            <a:r>
              <a:rPr sz="2200" spc="10" dirty="0">
                <a:latin typeface="Times New Roman"/>
                <a:cs typeface="Times New Roman"/>
              </a:rPr>
              <a:t> </a:t>
            </a:r>
            <a:r>
              <a:rPr sz="2200" dirty="0">
                <a:latin typeface="Times New Roman"/>
                <a:cs typeface="Times New Roman"/>
              </a:rPr>
              <a:t>very</a:t>
            </a:r>
            <a:r>
              <a:rPr sz="2200" spc="25" dirty="0">
                <a:latin typeface="Times New Roman"/>
                <a:cs typeface="Times New Roman"/>
              </a:rPr>
              <a:t> </a:t>
            </a:r>
            <a:r>
              <a:rPr sz="2200" dirty="0">
                <a:latin typeface="Times New Roman"/>
                <a:cs typeface="Times New Roman"/>
              </a:rPr>
              <a:t>complex</a:t>
            </a:r>
            <a:r>
              <a:rPr sz="2200" spc="30" dirty="0">
                <a:latin typeface="Times New Roman"/>
                <a:cs typeface="Times New Roman"/>
              </a:rPr>
              <a:t> </a:t>
            </a:r>
            <a:r>
              <a:rPr sz="2200" dirty="0">
                <a:latin typeface="Times New Roman"/>
                <a:cs typeface="Times New Roman"/>
              </a:rPr>
              <a:t>in</a:t>
            </a:r>
            <a:r>
              <a:rPr sz="2200" spc="10" dirty="0">
                <a:latin typeface="Times New Roman"/>
                <a:cs typeface="Times New Roman"/>
              </a:rPr>
              <a:t> </a:t>
            </a:r>
            <a:r>
              <a:rPr sz="2200" dirty="0">
                <a:latin typeface="Times New Roman"/>
                <a:cs typeface="Times New Roman"/>
              </a:rPr>
              <a:t>nature</a:t>
            </a:r>
            <a:r>
              <a:rPr sz="2200" spc="15" dirty="0">
                <a:latin typeface="Times New Roman"/>
                <a:cs typeface="Times New Roman"/>
              </a:rPr>
              <a:t> </a:t>
            </a:r>
            <a:r>
              <a:rPr sz="2200" dirty="0">
                <a:latin typeface="Times New Roman"/>
                <a:cs typeface="Times New Roman"/>
              </a:rPr>
              <a:t>and</a:t>
            </a:r>
            <a:r>
              <a:rPr sz="2200" spc="30" dirty="0">
                <a:latin typeface="Times New Roman"/>
                <a:cs typeface="Times New Roman"/>
              </a:rPr>
              <a:t> </a:t>
            </a:r>
            <a:r>
              <a:rPr sz="2200" dirty="0">
                <a:latin typeface="Times New Roman"/>
                <a:cs typeface="Times New Roman"/>
              </a:rPr>
              <a:t>is</a:t>
            </a:r>
            <a:r>
              <a:rPr sz="2200" spc="15" dirty="0">
                <a:latin typeface="Times New Roman"/>
                <a:cs typeface="Times New Roman"/>
              </a:rPr>
              <a:t> </a:t>
            </a:r>
            <a:r>
              <a:rPr sz="2200" dirty="0">
                <a:latin typeface="Times New Roman"/>
                <a:cs typeface="Times New Roman"/>
              </a:rPr>
              <a:t>also</a:t>
            </a:r>
            <a:r>
              <a:rPr sz="2200" spc="25" dirty="0">
                <a:latin typeface="Times New Roman"/>
                <a:cs typeface="Times New Roman"/>
              </a:rPr>
              <a:t> </a:t>
            </a:r>
            <a:r>
              <a:rPr sz="2200" dirty="0">
                <a:latin typeface="Times New Roman"/>
                <a:cs typeface="Times New Roman"/>
              </a:rPr>
              <a:t>a</a:t>
            </a:r>
            <a:r>
              <a:rPr sz="2200" spc="10" dirty="0">
                <a:latin typeface="Times New Roman"/>
                <a:cs typeface="Times New Roman"/>
              </a:rPr>
              <a:t> </a:t>
            </a:r>
            <a:r>
              <a:rPr sz="2200" spc="-20" dirty="0">
                <a:latin typeface="Times New Roman"/>
                <a:cs typeface="Times New Roman"/>
              </a:rPr>
              <a:t>rich 	</a:t>
            </a:r>
            <a:r>
              <a:rPr sz="2200" dirty="0">
                <a:latin typeface="Times New Roman"/>
                <a:cs typeface="Times New Roman"/>
              </a:rPr>
              <a:t>source</a:t>
            </a:r>
            <a:r>
              <a:rPr sz="2200" spc="25" dirty="0">
                <a:latin typeface="Times New Roman"/>
                <a:cs typeface="Times New Roman"/>
              </a:rPr>
              <a:t>  </a:t>
            </a:r>
            <a:r>
              <a:rPr sz="2200" dirty="0">
                <a:latin typeface="Times New Roman"/>
                <a:cs typeface="Times New Roman"/>
              </a:rPr>
              <a:t>of</a:t>
            </a:r>
            <a:r>
              <a:rPr sz="2200" spc="25" dirty="0">
                <a:latin typeface="Times New Roman"/>
                <a:cs typeface="Times New Roman"/>
              </a:rPr>
              <a:t>  </a:t>
            </a:r>
            <a:r>
              <a:rPr sz="2200" dirty="0">
                <a:latin typeface="Times New Roman"/>
                <a:cs typeface="Times New Roman"/>
              </a:rPr>
              <a:t>metals</a:t>
            </a:r>
            <a:r>
              <a:rPr sz="2200" spc="25" dirty="0">
                <a:latin typeface="Times New Roman"/>
                <a:cs typeface="Times New Roman"/>
              </a:rPr>
              <a:t>  </a:t>
            </a:r>
            <a:r>
              <a:rPr sz="2200" dirty="0">
                <a:latin typeface="Times New Roman"/>
                <a:cs typeface="Times New Roman"/>
              </a:rPr>
              <a:t>such</a:t>
            </a:r>
            <a:r>
              <a:rPr sz="2200" spc="25" dirty="0">
                <a:latin typeface="Times New Roman"/>
                <a:cs typeface="Times New Roman"/>
              </a:rPr>
              <a:t>  </a:t>
            </a:r>
            <a:r>
              <a:rPr sz="2200" dirty="0">
                <a:latin typeface="Times New Roman"/>
                <a:cs typeface="Times New Roman"/>
              </a:rPr>
              <a:t>as</a:t>
            </a:r>
            <a:r>
              <a:rPr sz="2200" spc="25" dirty="0">
                <a:latin typeface="Times New Roman"/>
                <a:cs typeface="Times New Roman"/>
              </a:rPr>
              <a:t>  </a:t>
            </a:r>
            <a:r>
              <a:rPr sz="2200" dirty="0">
                <a:latin typeface="Times New Roman"/>
                <a:cs typeface="Times New Roman"/>
              </a:rPr>
              <a:t>gold,</a:t>
            </a:r>
            <a:r>
              <a:rPr sz="2200" spc="25" dirty="0">
                <a:latin typeface="Times New Roman"/>
                <a:cs typeface="Times New Roman"/>
              </a:rPr>
              <a:t>  </a:t>
            </a:r>
            <a:r>
              <a:rPr sz="2200" dirty="0">
                <a:latin typeface="Times New Roman"/>
                <a:cs typeface="Times New Roman"/>
              </a:rPr>
              <a:t>silver,</a:t>
            </a:r>
            <a:r>
              <a:rPr sz="2200" spc="30" dirty="0">
                <a:latin typeface="Times New Roman"/>
                <a:cs typeface="Times New Roman"/>
              </a:rPr>
              <a:t>  </a:t>
            </a:r>
            <a:r>
              <a:rPr sz="2200" dirty="0">
                <a:latin typeface="Times New Roman"/>
                <a:cs typeface="Times New Roman"/>
              </a:rPr>
              <a:t>and</a:t>
            </a:r>
            <a:r>
              <a:rPr sz="2200" spc="25" dirty="0">
                <a:latin typeface="Times New Roman"/>
                <a:cs typeface="Times New Roman"/>
              </a:rPr>
              <a:t>  </a:t>
            </a:r>
            <a:r>
              <a:rPr sz="2200" dirty="0">
                <a:latin typeface="Times New Roman"/>
                <a:cs typeface="Times New Roman"/>
              </a:rPr>
              <a:t>copper,</a:t>
            </a:r>
            <a:r>
              <a:rPr sz="2200" spc="25" dirty="0">
                <a:latin typeface="Times New Roman"/>
                <a:cs typeface="Times New Roman"/>
              </a:rPr>
              <a:t>  </a:t>
            </a:r>
            <a:r>
              <a:rPr sz="2200" dirty="0">
                <a:latin typeface="Times New Roman"/>
                <a:cs typeface="Times New Roman"/>
              </a:rPr>
              <a:t>which</a:t>
            </a:r>
            <a:r>
              <a:rPr sz="2200" spc="30" dirty="0">
                <a:latin typeface="Times New Roman"/>
                <a:cs typeface="Times New Roman"/>
              </a:rPr>
              <a:t>  </a:t>
            </a:r>
            <a:r>
              <a:rPr sz="2200" dirty="0">
                <a:latin typeface="Times New Roman"/>
                <a:cs typeface="Times New Roman"/>
              </a:rPr>
              <a:t>can</a:t>
            </a:r>
            <a:r>
              <a:rPr sz="2200" spc="25" dirty="0">
                <a:latin typeface="Times New Roman"/>
                <a:cs typeface="Times New Roman"/>
              </a:rPr>
              <a:t>  </a:t>
            </a:r>
            <a:r>
              <a:rPr sz="2200" spc="-25" dirty="0">
                <a:latin typeface="Times New Roman"/>
                <a:cs typeface="Times New Roman"/>
              </a:rPr>
              <a:t>be 	</a:t>
            </a:r>
            <a:r>
              <a:rPr sz="2200" dirty="0">
                <a:latin typeface="Times New Roman"/>
                <a:cs typeface="Times New Roman"/>
              </a:rPr>
              <a:t>recovered</a:t>
            </a:r>
            <a:r>
              <a:rPr sz="2200" spc="470" dirty="0">
                <a:latin typeface="Times New Roman"/>
                <a:cs typeface="Times New Roman"/>
              </a:rPr>
              <a:t> </a:t>
            </a:r>
            <a:r>
              <a:rPr sz="2200" dirty="0">
                <a:latin typeface="Times New Roman"/>
                <a:cs typeface="Times New Roman"/>
              </a:rPr>
              <a:t>and</a:t>
            </a:r>
            <a:r>
              <a:rPr sz="2200" spc="475" dirty="0">
                <a:latin typeface="Times New Roman"/>
                <a:cs typeface="Times New Roman"/>
              </a:rPr>
              <a:t> </a:t>
            </a:r>
            <a:r>
              <a:rPr sz="2200" dirty="0">
                <a:latin typeface="Times New Roman"/>
                <a:cs typeface="Times New Roman"/>
              </a:rPr>
              <a:t>brought</a:t>
            </a:r>
            <a:r>
              <a:rPr sz="2200" spc="465" dirty="0">
                <a:latin typeface="Times New Roman"/>
                <a:cs typeface="Times New Roman"/>
              </a:rPr>
              <a:t> </a:t>
            </a:r>
            <a:r>
              <a:rPr sz="2200" dirty="0">
                <a:latin typeface="Times New Roman"/>
                <a:cs typeface="Times New Roman"/>
              </a:rPr>
              <a:t>back</a:t>
            </a:r>
            <a:r>
              <a:rPr sz="2200" spc="470" dirty="0">
                <a:latin typeface="Times New Roman"/>
                <a:cs typeface="Times New Roman"/>
              </a:rPr>
              <a:t> </a:t>
            </a:r>
            <a:r>
              <a:rPr sz="2200" dirty="0">
                <a:latin typeface="Times New Roman"/>
                <a:cs typeface="Times New Roman"/>
              </a:rPr>
              <a:t>into</a:t>
            </a:r>
            <a:r>
              <a:rPr sz="2200" spc="475" dirty="0">
                <a:latin typeface="Times New Roman"/>
                <a:cs typeface="Times New Roman"/>
              </a:rPr>
              <a:t> </a:t>
            </a:r>
            <a:r>
              <a:rPr sz="2200" dirty="0">
                <a:latin typeface="Times New Roman"/>
                <a:cs typeface="Times New Roman"/>
              </a:rPr>
              <a:t>the</a:t>
            </a:r>
            <a:r>
              <a:rPr sz="2200" spc="465" dirty="0">
                <a:latin typeface="Times New Roman"/>
                <a:cs typeface="Times New Roman"/>
              </a:rPr>
              <a:t> </a:t>
            </a:r>
            <a:r>
              <a:rPr sz="2200" dirty="0">
                <a:latin typeface="Times New Roman"/>
                <a:cs typeface="Times New Roman"/>
              </a:rPr>
              <a:t>production</a:t>
            </a:r>
            <a:r>
              <a:rPr sz="2200" spc="470" dirty="0">
                <a:latin typeface="Times New Roman"/>
                <a:cs typeface="Times New Roman"/>
              </a:rPr>
              <a:t> </a:t>
            </a:r>
            <a:r>
              <a:rPr sz="2200" dirty="0">
                <a:latin typeface="Times New Roman"/>
                <a:cs typeface="Times New Roman"/>
              </a:rPr>
              <a:t>cycle.</a:t>
            </a:r>
            <a:r>
              <a:rPr sz="2200" spc="470" dirty="0">
                <a:latin typeface="Times New Roman"/>
                <a:cs typeface="Times New Roman"/>
              </a:rPr>
              <a:t> </a:t>
            </a:r>
            <a:r>
              <a:rPr sz="2200" dirty="0">
                <a:latin typeface="Times New Roman"/>
                <a:cs typeface="Times New Roman"/>
              </a:rPr>
              <a:t>So</a:t>
            </a:r>
            <a:r>
              <a:rPr sz="2200" spc="470" dirty="0">
                <a:latin typeface="Times New Roman"/>
                <a:cs typeface="Times New Roman"/>
              </a:rPr>
              <a:t> </a:t>
            </a:r>
            <a:r>
              <a:rPr sz="2200" spc="-20" dirty="0">
                <a:latin typeface="Times New Roman"/>
                <a:cs typeface="Times New Roman"/>
              </a:rPr>
              <a:t>e-</a:t>
            </a:r>
            <a:r>
              <a:rPr sz="2200" spc="-10" dirty="0">
                <a:latin typeface="Times New Roman"/>
                <a:cs typeface="Times New Roman"/>
              </a:rPr>
              <a:t>waste 	</a:t>
            </a:r>
            <a:r>
              <a:rPr sz="2200" dirty="0">
                <a:latin typeface="Times New Roman"/>
                <a:cs typeface="Times New Roman"/>
              </a:rPr>
              <a:t>trade</a:t>
            </a:r>
            <a:r>
              <a:rPr sz="2200" spc="135" dirty="0">
                <a:latin typeface="Times New Roman"/>
                <a:cs typeface="Times New Roman"/>
              </a:rPr>
              <a:t> </a:t>
            </a:r>
            <a:r>
              <a:rPr sz="2200" dirty="0">
                <a:latin typeface="Times New Roman"/>
                <a:cs typeface="Times New Roman"/>
              </a:rPr>
              <a:t>and</a:t>
            </a:r>
            <a:r>
              <a:rPr sz="2200" spc="140" dirty="0">
                <a:latin typeface="Times New Roman"/>
                <a:cs typeface="Times New Roman"/>
              </a:rPr>
              <a:t> </a:t>
            </a:r>
            <a:r>
              <a:rPr sz="2200" dirty="0">
                <a:latin typeface="Times New Roman"/>
                <a:cs typeface="Times New Roman"/>
              </a:rPr>
              <a:t>recycling</a:t>
            </a:r>
            <a:r>
              <a:rPr sz="2200" spc="140" dirty="0">
                <a:latin typeface="Times New Roman"/>
                <a:cs typeface="Times New Roman"/>
              </a:rPr>
              <a:t> </a:t>
            </a:r>
            <a:r>
              <a:rPr sz="2200" dirty="0">
                <a:latin typeface="Times New Roman"/>
                <a:cs typeface="Times New Roman"/>
              </a:rPr>
              <a:t>alliances</a:t>
            </a:r>
            <a:r>
              <a:rPr sz="2200" spc="130" dirty="0">
                <a:latin typeface="Times New Roman"/>
                <a:cs typeface="Times New Roman"/>
              </a:rPr>
              <a:t> </a:t>
            </a:r>
            <a:r>
              <a:rPr sz="2200" dirty="0">
                <a:latin typeface="Times New Roman"/>
                <a:cs typeface="Times New Roman"/>
              </a:rPr>
              <a:t>provide</a:t>
            </a:r>
            <a:r>
              <a:rPr sz="2200" spc="145" dirty="0">
                <a:latin typeface="Times New Roman"/>
                <a:cs typeface="Times New Roman"/>
              </a:rPr>
              <a:t> </a:t>
            </a:r>
            <a:r>
              <a:rPr sz="2200" dirty="0">
                <a:latin typeface="Times New Roman"/>
                <a:cs typeface="Times New Roman"/>
              </a:rPr>
              <a:t>employment</a:t>
            </a:r>
            <a:r>
              <a:rPr sz="2200" spc="145" dirty="0">
                <a:latin typeface="Times New Roman"/>
                <a:cs typeface="Times New Roman"/>
              </a:rPr>
              <a:t> </a:t>
            </a:r>
            <a:r>
              <a:rPr sz="2200" dirty="0">
                <a:latin typeface="Times New Roman"/>
                <a:cs typeface="Times New Roman"/>
              </a:rPr>
              <a:t>to</a:t>
            </a:r>
            <a:r>
              <a:rPr sz="2200" spc="140" dirty="0">
                <a:latin typeface="Times New Roman"/>
                <a:cs typeface="Times New Roman"/>
              </a:rPr>
              <a:t> </a:t>
            </a:r>
            <a:r>
              <a:rPr sz="2200" dirty="0">
                <a:latin typeface="Times New Roman"/>
                <a:cs typeface="Times New Roman"/>
              </a:rPr>
              <a:t>many</a:t>
            </a:r>
            <a:r>
              <a:rPr sz="2200" spc="160" dirty="0">
                <a:latin typeface="Times New Roman"/>
                <a:cs typeface="Times New Roman"/>
              </a:rPr>
              <a:t> </a:t>
            </a:r>
            <a:r>
              <a:rPr sz="2200" dirty="0">
                <a:latin typeface="Times New Roman"/>
                <a:cs typeface="Times New Roman"/>
              </a:rPr>
              <a:t>groups</a:t>
            </a:r>
            <a:r>
              <a:rPr sz="2200" spc="135" dirty="0">
                <a:latin typeface="Times New Roman"/>
                <a:cs typeface="Times New Roman"/>
              </a:rPr>
              <a:t> </a:t>
            </a:r>
            <a:r>
              <a:rPr sz="2200" spc="-25" dirty="0">
                <a:latin typeface="Times New Roman"/>
                <a:cs typeface="Times New Roman"/>
              </a:rPr>
              <a:t>of 	</a:t>
            </a:r>
            <a:r>
              <a:rPr sz="2200" spc="-10" dirty="0">
                <a:latin typeface="Times New Roman"/>
                <a:cs typeface="Times New Roman"/>
              </a:rPr>
              <a:t>people.</a:t>
            </a:r>
            <a:endParaRPr sz="2200">
              <a:latin typeface="Times New Roman"/>
              <a:cs typeface="Times New Roman"/>
            </a:endParaRPr>
          </a:p>
          <a:p>
            <a:pPr marL="526415" marR="7620" indent="-514350" algn="just">
              <a:lnSpc>
                <a:spcPts val="2110"/>
              </a:lnSpc>
              <a:spcBef>
                <a:spcPts val="515"/>
              </a:spcBef>
              <a:buAutoNum type="arabicParenBoth" startAt="3"/>
              <a:tabLst>
                <a:tab pos="527685" algn="l"/>
              </a:tabLst>
            </a:pPr>
            <a:r>
              <a:rPr sz="2200" dirty="0">
                <a:latin typeface="Times New Roman"/>
                <a:cs typeface="Times New Roman"/>
              </a:rPr>
              <a:t>Improper</a:t>
            </a:r>
            <a:r>
              <a:rPr sz="2200" spc="270" dirty="0">
                <a:latin typeface="Times New Roman"/>
                <a:cs typeface="Times New Roman"/>
              </a:rPr>
              <a:t> </a:t>
            </a:r>
            <a:r>
              <a:rPr sz="2200" dirty="0">
                <a:latin typeface="Times New Roman"/>
                <a:cs typeface="Times New Roman"/>
              </a:rPr>
              <a:t>dismantling</a:t>
            </a:r>
            <a:r>
              <a:rPr sz="2200" spc="280" dirty="0">
                <a:latin typeface="Times New Roman"/>
                <a:cs typeface="Times New Roman"/>
              </a:rPr>
              <a:t> </a:t>
            </a:r>
            <a:r>
              <a:rPr sz="2200" dirty="0">
                <a:latin typeface="Times New Roman"/>
                <a:cs typeface="Times New Roman"/>
              </a:rPr>
              <a:t>and</a:t>
            </a:r>
            <a:r>
              <a:rPr sz="2200" spc="270" dirty="0">
                <a:latin typeface="Times New Roman"/>
                <a:cs typeface="Times New Roman"/>
              </a:rPr>
              <a:t> </a:t>
            </a:r>
            <a:r>
              <a:rPr sz="2200" dirty="0">
                <a:latin typeface="Times New Roman"/>
                <a:cs typeface="Times New Roman"/>
              </a:rPr>
              <a:t>processing</a:t>
            </a:r>
            <a:r>
              <a:rPr sz="2200" spc="275" dirty="0">
                <a:latin typeface="Times New Roman"/>
                <a:cs typeface="Times New Roman"/>
              </a:rPr>
              <a:t> </a:t>
            </a:r>
            <a:r>
              <a:rPr sz="2200" dirty="0">
                <a:latin typeface="Times New Roman"/>
                <a:cs typeface="Times New Roman"/>
              </a:rPr>
              <a:t>of</a:t>
            </a:r>
            <a:r>
              <a:rPr sz="2200" spc="265" dirty="0">
                <a:latin typeface="Times New Roman"/>
                <a:cs typeface="Times New Roman"/>
              </a:rPr>
              <a:t> </a:t>
            </a:r>
            <a:r>
              <a:rPr sz="2200" spc="-10" dirty="0">
                <a:latin typeface="Times New Roman"/>
                <a:cs typeface="Times New Roman"/>
              </a:rPr>
              <a:t>e-</a:t>
            </a:r>
            <a:r>
              <a:rPr sz="2200" dirty="0">
                <a:latin typeface="Times New Roman"/>
                <a:cs typeface="Times New Roman"/>
              </a:rPr>
              <a:t>waste</a:t>
            </a:r>
            <a:r>
              <a:rPr sz="2200" spc="260" dirty="0">
                <a:latin typeface="Times New Roman"/>
                <a:cs typeface="Times New Roman"/>
              </a:rPr>
              <a:t> </a:t>
            </a:r>
            <a:r>
              <a:rPr sz="2200" dirty="0">
                <a:latin typeface="Times New Roman"/>
                <a:cs typeface="Times New Roman"/>
              </a:rPr>
              <a:t>is</a:t>
            </a:r>
            <a:r>
              <a:rPr sz="2200" spc="270" dirty="0">
                <a:latin typeface="Times New Roman"/>
                <a:cs typeface="Times New Roman"/>
              </a:rPr>
              <a:t> </a:t>
            </a:r>
            <a:r>
              <a:rPr sz="2200" dirty="0">
                <a:latin typeface="Times New Roman"/>
                <a:cs typeface="Times New Roman"/>
              </a:rPr>
              <a:t>unsafe</a:t>
            </a:r>
            <a:r>
              <a:rPr sz="2200" spc="265" dirty="0">
                <a:latin typeface="Times New Roman"/>
                <a:cs typeface="Times New Roman"/>
              </a:rPr>
              <a:t> </a:t>
            </a:r>
            <a:r>
              <a:rPr sz="2200" dirty="0">
                <a:latin typeface="Times New Roman"/>
                <a:cs typeface="Times New Roman"/>
              </a:rPr>
              <a:t>to</a:t>
            </a:r>
            <a:r>
              <a:rPr sz="2200" spc="265" dirty="0">
                <a:latin typeface="Times New Roman"/>
                <a:cs typeface="Times New Roman"/>
              </a:rPr>
              <a:t> </a:t>
            </a:r>
            <a:r>
              <a:rPr sz="2200" spc="-10" dirty="0">
                <a:latin typeface="Times New Roman"/>
                <a:cs typeface="Times New Roman"/>
              </a:rPr>
              <a:t>human 	</a:t>
            </a:r>
            <a:r>
              <a:rPr sz="2200" dirty="0">
                <a:latin typeface="Times New Roman"/>
                <a:cs typeface="Times New Roman"/>
              </a:rPr>
              <a:t>health</a:t>
            </a:r>
            <a:r>
              <a:rPr sz="2200" spc="30" dirty="0">
                <a:latin typeface="Times New Roman"/>
                <a:cs typeface="Times New Roman"/>
              </a:rPr>
              <a:t>  </a:t>
            </a:r>
            <a:r>
              <a:rPr sz="2200" dirty="0">
                <a:latin typeface="Times New Roman"/>
                <a:cs typeface="Times New Roman"/>
              </a:rPr>
              <a:t>and</a:t>
            </a:r>
            <a:r>
              <a:rPr sz="2200" spc="25" dirty="0">
                <a:latin typeface="Times New Roman"/>
                <a:cs typeface="Times New Roman"/>
              </a:rPr>
              <a:t>  </a:t>
            </a:r>
            <a:r>
              <a:rPr sz="2200" dirty="0">
                <a:latin typeface="Times New Roman"/>
                <a:cs typeface="Times New Roman"/>
              </a:rPr>
              <a:t>our</a:t>
            </a:r>
            <a:r>
              <a:rPr sz="2200" spc="30" dirty="0">
                <a:latin typeface="Times New Roman"/>
                <a:cs typeface="Times New Roman"/>
              </a:rPr>
              <a:t>  </a:t>
            </a:r>
            <a:r>
              <a:rPr sz="2200" dirty="0">
                <a:latin typeface="Times New Roman"/>
                <a:cs typeface="Times New Roman"/>
              </a:rPr>
              <a:t>ecosystem.</a:t>
            </a:r>
            <a:r>
              <a:rPr sz="2200" spc="30" dirty="0">
                <a:latin typeface="Times New Roman"/>
                <a:cs typeface="Times New Roman"/>
              </a:rPr>
              <a:t>  </a:t>
            </a:r>
            <a:r>
              <a:rPr sz="2200" dirty="0">
                <a:latin typeface="Times New Roman"/>
                <a:cs typeface="Times New Roman"/>
              </a:rPr>
              <a:t>Therefore,</a:t>
            </a:r>
            <a:r>
              <a:rPr sz="2200" spc="30" dirty="0">
                <a:latin typeface="Times New Roman"/>
                <a:cs typeface="Times New Roman"/>
              </a:rPr>
              <a:t>  </a:t>
            </a:r>
            <a:r>
              <a:rPr sz="2200" dirty="0">
                <a:latin typeface="Times New Roman"/>
                <a:cs typeface="Times New Roman"/>
              </a:rPr>
              <a:t>the</a:t>
            </a:r>
            <a:r>
              <a:rPr sz="2200" spc="30" dirty="0">
                <a:latin typeface="Times New Roman"/>
                <a:cs typeface="Times New Roman"/>
              </a:rPr>
              <a:t>  </a:t>
            </a:r>
            <a:r>
              <a:rPr sz="2200" dirty="0">
                <a:latin typeface="Times New Roman"/>
                <a:cs typeface="Times New Roman"/>
              </a:rPr>
              <a:t>need</a:t>
            </a:r>
            <a:r>
              <a:rPr sz="2200" spc="20" dirty="0">
                <a:latin typeface="Times New Roman"/>
                <a:cs typeface="Times New Roman"/>
              </a:rPr>
              <a:t>  </a:t>
            </a:r>
            <a:r>
              <a:rPr sz="2200" dirty="0">
                <a:latin typeface="Times New Roman"/>
                <a:cs typeface="Times New Roman"/>
              </a:rPr>
              <a:t>of</a:t>
            </a:r>
            <a:r>
              <a:rPr sz="2200" spc="25" dirty="0">
                <a:latin typeface="Times New Roman"/>
                <a:cs typeface="Times New Roman"/>
              </a:rPr>
              <a:t>  </a:t>
            </a:r>
            <a:r>
              <a:rPr sz="2200" dirty="0">
                <a:latin typeface="Times New Roman"/>
                <a:cs typeface="Times New Roman"/>
              </a:rPr>
              <a:t>proper</a:t>
            </a:r>
            <a:r>
              <a:rPr sz="2200" spc="30" dirty="0">
                <a:latin typeface="Times New Roman"/>
                <a:cs typeface="Times New Roman"/>
              </a:rPr>
              <a:t>  </a:t>
            </a:r>
            <a:r>
              <a:rPr sz="2200" spc="-20" dirty="0">
                <a:latin typeface="Times New Roman"/>
                <a:cs typeface="Times New Roman"/>
              </a:rPr>
              <a:t>e-</a:t>
            </a:r>
            <a:r>
              <a:rPr sz="2200" spc="-10" dirty="0">
                <a:latin typeface="Times New Roman"/>
                <a:cs typeface="Times New Roman"/>
              </a:rPr>
              <a:t>waste 	</a:t>
            </a:r>
            <a:r>
              <a:rPr sz="2200" dirty="0">
                <a:latin typeface="Times New Roman"/>
                <a:cs typeface="Times New Roman"/>
              </a:rPr>
              <a:t>management</a:t>
            </a:r>
            <a:r>
              <a:rPr sz="2200" spc="-25" dirty="0">
                <a:latin typeface="Times New Roman"/>
                <a:cs typeface="Times New Roman"/>
              </a:rPr>
              <a:t> </a:t>
            </a:r>
            <a:r>
              <a:rPr sz="2200" dirty="0">
                <a:latin typeface="Times New Roman"/>
                <a:cs typeface="Times New Roman"/>
              </a:rPr>
              <a:t>has</a:t>
            </a:r>
            <a:r>
              <a:rPr sz="2200" spc="-60" dirty="0">
                <a:latin typeface="Times New Roman"/>
                <a:cs typeface="Times New Roman"/>
              </a:rPr>
              <a:t> </a:t>
            </a:r>
            <a:r>
              <a:rPr sz="2200" dirty="0">
                <a:latin typeface="Times New Roman"/>
                <a:cs typeface="Times New Roman"/>
              </a:rPr>
              <a:t>been</a:t>
            </a:r>
            <a:r>
              <a:rPr sz="2200" spc="-50" dirty="0">
                <a:latin typeface="Times New Roman"/>
                <a:cs typeface="Times New Roman"/>
              </a:rPr>
              <a:t> </a:t>
            </a:r>
            <a:r>
              <a:rPr sz="2200" spc="-10" dirty="0">
                <a:latin typeface="Times New Roman"/>
                <a:cs typeface="Times New Roman"/>
              </a:rPr>
              <a:t>realized.</a:t>
            </a:r>
            <a:endParaRPr sz="2200">
              <a:latin typeface="Times New Roman"/>
              <a:cs typeface="Times New Roman"/>
            </a:endParaRPr>
          </a:p>
          <a:p>
            <a:pPr marL="526415" marR="8255" indent="-514350" algn="just">
              <a:lnSpc>
                <a:spcPts val="2110"/>
              </a:lnSpc>
              <a:spcBef>
                <a:spcPts val="535"/>
              </a:spcBef>
              <a:buAutoNum type="arabicParenBoth" startAt="3"/>
              <a:tabLst>
                <a:tab pos="527685" algn="l"/>
              </a:tabLst>
            </a:pPr>
            <a:r>
              <a:rPr sz="2200" dirty="0">
                <a:latin typeface="Times New Roman"/>
                <a:cs typeface="Times New Roman"/>
              </a:rPr>
              <a:t>It</a:t>
            </a:r>
            <a:r>
              <a:rPr sz="2200" spc="540" dirty="0">
                <a:latin typeface="Times New Roman"/>
                <a:cs typeface="Times New Roman"/>
              </a:rPr>
              <a:t> </a:t>
            </a:r>
            <a:r>
              <a:rPr sz="2200" dirty="0">
                <a:latin typeface="Times New Roman"/>
                <a:cs typeface="Times New Roman"/>
              </a:rPr>
              <a:t>is</a:t>
            </a:r>
            <a:r>
              <a:rPr sz="2200" spc="535" dirty="0">
                <a:latin typeface="Times New Roman"/>
                <a:cs typeface="Times New Roman"/>
              </a:rPr>
              <a:t> </a:t>
            </a:r>
            <a:r>
              <a:rPr sz="2200" dirty="0">
                <a:latin typeface="Times New Roman"/>
                <a:cs typeface="Times New Roman"/>
              </a:rPr>
              <a:t>necessary  to</a:t>
            </a:r>
            <a:r>
              <a:rPr sz="2200" spc="545" dirty="0">
                <a:latin typeface="Times New Roman"/>
                <a:cs typeface="Times New Roman"/>
              </a:rPr>
              <a:t> </a:t>
            </a:r>
            <a:r>
              <a:rPr sz="2200" dirty="0">
                <a:latin typeface="Times New Roman"/>
                <a:cs typeface="Times New Roman"/>
              </a:rPr>
              <a:t>review</a:t>
            </a:r>
            <a:r>
              <a:rPr sz="2200" spc="535" dirty="0">
                <a:latin typeface="Times New Roman"/>
                <a:cs typeface="Times New Roman"/>
              </a:rPr>
              <a:t> </a:t>
            </a:r>
            <a:r>
              <a:rPr sz="2200" dirty="0">
                <a:latin typeface="Times New Roman"/>
                <a:cs typeface="Times New Roman"/>
              </a:rPr>
              <a:t>the</a:t>
            </a:r>
            <a:r>
              <a:rPr sz="2200" spc="535" dirty="0">
                <a:latin typeface="Times New Roman"/>
                <a:cs typeface="Times New Roman"/>
              </a:rPr>
              <a:t> </a:t>
            </a:r>
            <a:r>
              <a:rPr sz="2200" dirty="0">
                <a:latin typeface="Times New Roman"/>
                <a:cs typeface="Times New Roman"/>
              </a:rPr>
              <a:t>public</a:t>
            </a:r>
            <a:r>
              <a:rPr sz="2200" spc="530" dirty="0">
                <a:latin typeface="Times New Roman"/>
                <a:cs typeface="Times New Roman"/>
              </a:rPr>
              <a:t> </a:t>
            </a:r>
            <a:r>
              <a:rPr sz="2200" dirty="0">
                <a:latin typeface="Times New Roman"/>
                <a:cs typeface="Times New Roman"/>
              </a:rPr>
              <a:t>health</a:t>
            </a:r>
            <a:r>
              <a:rPr sz="2200" spc="545" dirty="0">
                <a:latin typeface="Times New Roman"/>
                <a:cs typeface="Times New Roman"/>
              </a:rPr>
              <a:t> </a:t>
            </a:r>
            <a:r>
              <a:rPr sz="2200" dirty="0">
                <a:latin typeface="Times New Roman"/>
                <a:cs typeface="Times New Roman"/>
              </a:rPr>
              <a:t>risks</a:t>
            </a:r>
            <a:r>
              <a:rPr sz="2200" spc="525" dirty="0">
                <a:latin typeface="Times New Roman"/>
                <a:cs typeface="Times New Roman"/>
              </a:rPr>
              <a:t> </a:t>
            </a:r>
            <a:r>
              <a:rPr sz="2200" dirty="0">
                <a:latin typeface="Times New Roman"/>
                <a:cs typeface="Times New Roman"/>
              </a:rPr>
              <a:t>and  strategies</a:t>
            </a:r>
            <a:r>
              <a:rPr sz="2200" spc="535" dirty="0">
                <a:latin typeface="Times New Roman"/>
                <a:cs typeface="Times New Roman"/>
              </a:rPr>
              <a:t> </a:t>
            </a:r>
            <a:r>
              <a:rPr sz="2200" spc="-25" dirty="0">
                <a:latin typeface="Times New Roman"/>
                <a:cs typeface="Times New Roman"/>
              </a:rPr>
              <a:t>to 	</a:t>
            </a:r>
            <a:r>
              <a:rPr sz="2200" dirty="0">
                <a:latin typeface="Times New Roman"/>
                <a:cs typeface="Times New Roman"/>
              </a:rPr>
              <a:t>combat</a:t>
            </a:r>
            <a:r>
              <a:rPr sz="2200" spc="-40" dirty="0">
                <a:latin typeface="Times New Roman"/>
                <a:cs typeface="Times New Roman"/>
              </a:rPr>
              <a:t> </a:t>
            </a:r>
            <a:r>
              <a:rPr sz="2200" dirty="0">
                <a:latin typeface="Times New Roman"/>
                <a:cs typeface="Times New Roman"/>
              </a:rPr>
              <a:t>this</a:t>
            </a:r>
            <a:r>
              <a:rPr sz="2200" spc="-55" dirty="0">
                <a:latin typeface="Times New Roman"/>
                <a:cs typeface="Times New Roman"/>
              </a:rPr>
              <a:t> </a:t>
            </a:r>
            <a:r>
              <a:rPr sz="2200" dirty="0">
                <a:latin typeface="Times New Roman"/>
                <a:cs typeface="Times New Roman"/>
              </a:rPr>
              <a:t>growing</a:t>
            </a:r>
            <a:r>
              <a:rPr sz="2200" spc="-55" dirty="0">
                <a:latin typeface="Times New Roman"/>
                <a:cs typeface="Times New Roman"/>
              </a:rPr>
              <a:t> </a:t>
            </a:r>
            <a:r>
              <a:rPr sz="2200" spc="-10" dirty="0">
                <a:latin typeface="Times New Roman"/>
                <a:cs typeface="Times New Roman"/>
              </a:rPr>
              <a:t>menace.</a:t>
            </a:r>
            <a:endParaRPr sz="2200">
              <a:latin typeface="Times New Roman"/>
              <a:cs typeface="Times New Roman"/>
            </a:endParaRPr>
          </a:p>
          <a:p>
            <a:pPr marL="526415" marR="7620" indent="-514350" algn="just">
              <a:lnSpc>
                <a:spcPct val="80000"/>
              </a:lnSpc>
              <a:spcBef>
                <a:spcPts val="550"/>
              </a:spcBef>
              <a:buAutoNum type="arabicParenBoth" startAt="3"/>
              <a:tabLst>
                <a:tab pos="527685" algn="l"/>
              </a:tabLst>
            </a:pPr>
            <a:r>
              <a:rPr sz="2200" dirty="0">
                <a:latin typeface="Times New Roman"/>
                <a:cs typeface="Times New Roman"/>
              </a:rPr>
              <a:t>Need</a:t>
            </a:r>
            <a:r>
              <a:rPr sz="2200" spc="140" dirty="0">
                <a:latin typeface="Times New Roman"/>
                <a:cs typeface="Times New Roman"/>
              </a:rPr>
              <a:t> </a:t>
            </a:r>
            <a:r>
              <a:rPr sz="2200" dirty="0">
                <a:latin typeface="Times New Roman"/>
                <a:cs typeface="Times New Roman"/>
              </a:rPr>
              <a:t>of</a:t>
            </a:r>
            <a:r>
              <a:rPr sz="2200" spc="135" dirty="0">
                <a:latin typeface="Times New Roman"/>
                <a:cs typeface="Times New Roman"/>
              </a:rPr>
              <a:t> </a:t>
            </a:r>
            <a:r>
              <a:rPr sz="2200" dirty="0">
                <a:latin typeface="Times New Roman"/>
                <a:cs typeface="Times New Roman"/>
              </a:rPr>
              <a:t>appropriate</a:t>
            </a:r>
            <a:r>
              <a:rPr sz="2200" spc="160" dirty="0">
                <a:latin typeface="Times New Roman"/>
                <a:cs typeface="Times New Roman"/>
              </a:rPr>
              <a:t> </a:t>
            </a:r>
            <a:r>
              <a:rPr sz="2200" dirty="0">
                <a:latin typeface="Times New Roman"/>
                <a:cs typeface="Times New Roman"/>
              </a:rPr>
              <a:t>management</a:t>
            </a:r>
            <a:r>
              <a:rPr sz="2200" spc="145" dirty="0">
                <a:latin typeface="Times New Roman"/>
                <a:cs typeface="Times New Roman"/>
              </a:rPr>
              <a:t> </a:t>
            </a:r>
            <a:r>
              <a:rPr sz="2200" dirty="0">
                <a:latin typeface="Times New Roman"/>
                <a:cs typeface="Times New Roman"/>
              </a:rPr>
              <a:t>of</a:t>
            </a:r>
            <a:r>
              <a:rPr sz="2200" spc="150" dirty="0">
                <a:latin typeface="Times New Roman"/>
                <a:cs typeface="Times New Roman"/>
              </a:rPr>
              <a:t> </a:t>
            </a:r>
            <a:r>
              <a:rPr sz="2200" spc="-10" dirty="0">
                <a:latin typeface="Times New Roman"/>
                <a:cs typeface="Times New Roman"/>
              </a:rPr>
              <a:t>E-</a:t>
            </a:r>
            <a:r>
              <a:rPr sz="2200" dirty="0">
                <a:latin typeface="Times New Roman"/>
                <a:cs typeface="Times New Roman"/>
              </a:rPr>
              <a:t>waste</a:t>
            </a:r>
            <a:r>
              <a:rPr sz="2200" spc="135" dirty="0">
                <a:latin typeface="Times New Roman"/>
                <a:cs typeface="Times New Roman"/>
              </a:rPr>
              <a:t> </a:t>
            </a:r>
            <a:r>
              <a:rPr sz="2200" dirty="0">
                <a:latin typeface="Times New Roman"/>
                <a:cs typeface="Times New Roman"/>
              </a:rPr>
              <a:t>and</a:t>
            </a:r>
            <a:r>
              <a:rPr sz="2200" spc="145" dirty="0">
                <a:latin typeface="Times New Roman"/>
                <a:cs typeface="Times New Roman"/>
              </a:rPr>
              <a:t> </a:t>
            </a:r>
            <a:r>
              <a:rPr sz="2200" dirty="0">
                <a:latin typeface="Times New Roman"/>
                <a:cs typeface="Times New Roman"/>
              </a:rPr>
              <a:t>responsibilities</a:t>
            </a:r>
            <a:r>
              <a:rPr sz="2200" spc="135" dirty="0">
                <a:latin typeface="Times New Roman"/>
                <a:cs typeface="Times New Roman"/>
              </a:rPr>
              <a:t> </a:t>
            </a:r>
            <a:r>
              <a:rPr sz="2200" spc="-25" dirty="0">
                <a:latin typeface="Times New Roman"/>
                <a:cs typeface="Times New Roman"/>
              </a:rPr>
              <a:t>and 	</a:t>
            </a:r>
            <a:r>
              <a:rPr sz="2200" dirty="0">
                <a:latin typeface="Times New Roman"/>
                <a:cs typeface="Times New Roman"/>
              </a:rPr>
              <a:t>roles</a:t>
            </a:r>
            <a:r>
              <a:rPr sz="2200" spc="95" dirty="0">
                <a:latin typeface="Times New Roman"/>
                <a:cs typeface="Times New Roman"/>
              </a:rPr>
              <a:t> </a:t>
            </a:r>
            <a:r>
              <a:rPr sz="2200" dirty="0">
                <a:latin typeface="Times New Roman"/>
                <a:cs typeface="Times New Roman"/>
              </a:rPr>
              <a:t>of</a:t>
            </a:r>
            <a:r>
              <a:rPr sz="2200" spc="95" dirty="0">
                <a:latin typeface="Times New Roman"/>
                <a:cs typeface="Times New Roman"/>
              </a:rPr>
              <a:t> </a:t>
            </a:r>
            <a:r>
              <a:rPr sz="2200" dirty="0">
                <a:latin typeface="Times New Roman"/>
                <a:cs typeface="Times New Roman"/>
              </a:rPr>
              <a:t>government,</a:t>
            </a:r>
            <a:r>
              <a:rPr sz="2200" spc="110" dirty="0">
                <a:latin typeface="Times New Roman"/>
                <a:cs typeface="Times New Roman"/>
              </a:rPr>
              <a:t> </a:t>
            </a:r>
            <a:r>
              <a:rPr sz="2200" dirty="0">
                <a:latin typeface="Times New Roman"/>
                <a:cs typeface="Times New Roman"/>
              </a:rPr>
              <a:t>producers</a:t>
            </a:r>
            <a:r>
              <a:rPr sz="2200" spc="100" dirty="0">
                <a:latin typeface="Times New Roman"/>
                <a:cs typeface="Times New Roman"/>
              </a:rPr>
              <a:t> </a:t>
            </a:r>
            <a:r>
              <a:rPr sz="2200" dirty="0">
                <a:latin typeface="Times New Roman"/>
                <a:cs typeface="Times New Roman"/>
              </a:rPr>
              <a:t>and</a:t>
            </a:r>
            <a:r>
              <a:rPr sz="2200" spc="105" dirty="0">
                <a:latin typeface="Times New Roman"/>
                <a:cs typeface="Times New Roman"/>
              </a:rPr>
              <a:t> </a:t>
            </a:r>
            <a:r>
              <a:rPr sz="2200" dirty="0">
                <a:latin typeface="Times New Roman"/>
                <a:cs typeface="Times New Roman"/>
              </a:rPr>
              <a:t>consumers</a:t>
            </a:r>
            <a:r>
              <a:rPr sz="2200" spc="100" dirty="0">
                <a:latin typeface="Times New Roman"/>
                <a:cs typeface="Times New Roman"/>
              </a:rPr>
              <a:t> </a:t>
            </a:r>
            <a:r>
              <a:rPr sz="2200" dirty="0">
                <a:latin typeface="Times New Roman"/>
                <a:cs typeface="Times New Roman"/>
              </a:rPr>
              <a:t>to</a:t>
            </a:r>
            <a:r>
              <a:rPr sz="2200" spc="100" dirty="0">
                <a:latin typeface="Times New Roman"/>
                <a:cs typeface="Times New Roman"/>
              </a:rPr>
              <a:t> </a:t>
            </a:r>
            <a:r>
              <a:rPr sz="2200" dirty="0">
                <a:latin typeface="Times New Roman"/>
                <a:cs typeface="Times New Roman"/>
              </a:rPr>
              <a:t>reduce</a:t>
            </a:r>
            <a:r>
              <a:rPr sz="2200" spc="100" dirty="0">
                <a:latin typeface="Times New Roman"/>
                <a:cs typeface="Times New Roman"/>
              </a:rPr>
              <a:t> </a:t>
            </a:r>
            <a:r>
              <a:rPr sz="2200" dirty="0">
                <a:latin typeface="Times New Roman"/>
                <a:cs typeface="Times New Roman"/>
              </a:rPr>
              <a:t>the</a:t>
            </a:r>
            <a:r>
              <a:rPr sz="2200" spc="95" dirty="0">
                <a:latin typeface="Times New Roman"/>
                <a:cs typeface="Times New Roman"/>
              </a:rPr>
              <a:t> </a:t>
            </a:r>
            <a:r>
              <a:rPr sz="2200" spc="-10" dirty="0">
                <a:latin typeface="Times New Roman"/>
                <a:cs typeface="Times New Roman"/>
              </a:rPr>
              <a:t>problem 	</a:t>
            </a:r>
            <a:r>
              <a:rPr sz="2200" dirty="0">
                <a:latin typeface="Times New Roman"/>
                <a:cs typeface="Times New Roman"/>
              </a:rPr>
              <a:t>of</a:t>
            </a:r>
            <a:r>
              <a:rPr sz="2200" spc="-10" dirty="0">
                <a:latin typeface="Times New Roman"/>
                <a:cs typeface="Times New Roman"/>
              </a:rPr>
              <a:t> </a:t>
            </a:r>
            <a:r>
              <a:rPr sz="2200" spc="-20" dirty="0">
                <a:latin typeface="Times New Roman"/>
                <a:cs typeface="Times New Roman"/>
              </a:rPr>
              <a:t>E-</a:t>
            </a:r>
            <a:r>
              <a:rPr sz="2200" dirty="0">
                <a:latin typeface="Times New Roman"/>
                <a:cs typeface="Times New Roman"/>
              </a:rPr>
              <a:t>waste so</a:t>
            </a:r>
            <a:r>
              <a:rPr sz="2200" spc="-5" dirty="0">
                <a:latin typeface="Times New Roman"/>
                <a:cs typeface="Times New Roman"/>
              </a:rPr>
              <a:t> </a:t>
            </a:r>
            <a:r>
              <a:rPr sz="2200" dirty="0">
                <a:latin typeface="Times New Roman"/>
                <a:cs typeface="Times New Roman"/>
              </a:rPr>
              <a:t>as</a:t>
            </a:r>
            <a:r>
              <a:rPr sz="2200" spc="-15" dirty="0">
                <a:latin typeface="Times New Roman"/>
                <a:cs typeface="Times New Roman"/>
              </a:rPr>
              <a:t> </a:t>
            </a:r>
            <a:r>
              <a:rPr sz="2200" dirty="0">
                <a:latin typeface="Times New Roman"/>
                <a:cs typeface="Times New Roman"/>
              </a:rPr>
              <a:t>to</a:t>
            </a:r>
            <a:r>
              <a:rPr sz="2200" spc="-15" dirty="0">
                <a:latin typeface="Times New Roman"/>
                <a:cs typeface="Times New Roman"/>
              </a:rPr>
              <a:t> </a:t>
            </a:r>
            <a:r>
              <a:rPr sz="2200" dirty="0">
                <a:latin typeface="Times New Roman"/>
                <a:cs typeface="Times New Roman"/>
              </a:rPr>
              <a:t>save</a:t>
            </a:r>
            <a:r>
              <a:rPr sz="2200" spc="-10" dirty="0">
                <a:latin typeface="Times New Roman"/>
                <a:cs typeface="Times New Roman"/>
              </a:rPr>
              <a:t> </a:t>
            </a:r>
            <a:r>
              <a:rPr sz="2200" dirty="0">
                <a:latin typeface="Times New Roman"/>
                <a:cs typeface="Times New Roman"/>
              </a:rPr>
              <a:t>the</a:t>
            </a:r>
            <a:r>
              <a:rPr sz="2200" spc="-10" dirty="0">
                <a:latin typeface="Times New Roman"/>
                <a:cs typeface="Times New Roman"/>
              </a:rPr>
              <a:t> environment.</a:t>
            </a:r>
            <a:endParaRPr sz="2200">
              <a:latin typeface="Times New Roman"/>
              <a:cs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1140" y="199135"/>
            <a:ext cx="8607425" cy="5074285"/>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E-</a:t>
            </a:r>
            <a:r>
              <a:rPr sz="1800" b="1" spc="-60" dirty="0">
                <a:latin typeface="Times New Roman"/>
                <a:cs typeface="Times New Roman"/>
              </a:rPr>
              <a:t> </a:t>
            </a:r>
            <a:r>
              <a:rPr sz="1800" b="1" spc="-25" dirty="0">
                <a:latin typeface="Times New Roman"/>
                <a:cs typeface="Times New Roman"/>
              </a:rPr>
              <a:t>WASTE</a:t>
            </a:r>
            <a:r>
              <a:rPr sz="1800" b="1" spc="-20" dirty="0">
                <a:latin typeface="Times New Roman"/>
                <a:cs typeface="Times New Roman"/>
              </a:rPr>
              <a:t> </a:t>
            </a:r>
            <a:r>
              <a:rPr sz="1800" b="1" spc="-10" dirty="0">
                <a:latin typeface="Times New Roman"/>
                <a:cs typeface="Times New Roman"/>
              </a:rPr>
              <a:t>MANAGEMENT</a:t>
            </a:r>
            <a:r>
              <a:rPr sz="1800" b="1" spc="-65" dirty="0">
                <a:latin typeface="Times New Roman"/>
                <a:cs typeface="Times New Roman"/>
              </a:rPr>
              <a:t> </a:t>
            </a:r>
            <a:r>
              <a:rPr sz="1800" b="1" dirty="0">
                <a:latin typeface="Times New Roman"/>
                <a:cs typeface="Times New Roman"/>
              </a:rPr>
              <a:t>IN</a:t>
            </a:r>
            <a:r>
              <a:rPr sz="1800" b="1" spc="-15" dirty="0">
                <a:latin typeface="Times New Roman"/>
                <a:cs typeface="Times New Roman"/>
              </a:rPr>
              <a:t> </a:t>
            </a:r>
            <a:r>
              <a:rPr sz="1800" b="1" spc="-10" dirty="0">
                <a:latin typeface="Times New Roman"/>
                <a:cs typeface="Times New Roman"/>
              </a:rPr>
              <a:t>INDIA</a:t>
            </a:r>
            <a:endParaRPr sz="1800">
              <a:latin typeface="Times New Roman"/>
              <a:cs typeface="Times New Roman"/>
            </a:endParaRPr>
          </a:p>
          <a:p>
            <a:pPr marL="355600" marR="5715" indent="-342900" algn="just">
              <a:lnSpc>
                <a:spcPct val="80000"/>
              </a:lnSpc>
              <a:spcBef>
                <a:spcPts val="430"/>
              </a:spcBef>
              <a:buFont typeface="Arial MT"/>
              <a:buChar char="•"/>
              <a:tabLst>
                <a:tab pos="355600" algn="l"/>
              </a:tabLst>
            </a:pPr>
            <a:r>
              <a:rPr sz="1800" dirty="0">
                <a:latin typeface="Times New Roman"/>
                <a:cs typeface="Times New Roman"/>
              </a:rPr>
              <a:t>India</a:t>
            </a:r>
            <a:r>
              <a:rPr sz="1800" spc="330" dirty="0">
                <a:latin typeface="Times New Roman"/>
                <a:cs typeface="Times New Roman"/>
              </a:rPr>
              <a:t> </a:t>
            </a:r>
            <a:r>
              <a:rPr sz="1800" dirty="0">
                <a:latin typeface="Times New Roman"/>
                <a:cs typeface="Times New Roman"/>
              </a:rPr>
              <a:t>is</a:t>
            </a:r>
            <a:r>
              <a:rPr sz="1800" spc="325" dirty="0">
                <a:latin typeface="Times New Roman"/>
                <a:cs typeface="Times New Roman"/>
              </a:rPr>
              <a:t> </a:t>
            </a:r>
            <a:r>
              <a:rPr sz="1800" dirty="0">
                <a:latin typeface="Times New Roman"/>
                <a:cs typeface="Times New Roman"/>
              </a:rPr>
              <a:t>the</a:t>
            </a:r>
            <a:r>
              <a:rPr sz="1800" spc="330" dirty="0">
                <a:latin typeface="Times New Roman"/>
                <a:cs typeface="Times New Roman"/>
              </a:rPr>
              <a:t> </a:t>
            </a:r>
            <a:r>
              <a:rPr sz="1800" dirty="0">
                <a:latin typeface="Times New Roman"/>
                <a:cs typeface="Times New Roman"/>
              </a:rPr>
              <a:t>fifth</a:t>
            </a:r>
            <a:r>
              <a:rPr sz="1800" spc="330" dirty="0">
                <a:latin typeface="Times New Roman"/>
                <a:cs typeface="Times New Roman"/>
              </a:rPr>
              <a:t> </a:t>
            </a:r>
            <a:r>
              <a:rPr sz="1800" dirty="0">
                <a:latin typeface="Times New Roman"/>
                <a:cs typeface="Times New Roman"/>
              </a:rPr>
              <a:t>largest</a:t>
            </a:r>
            <a:r>
              <a:rPr sz="1800" spc="330" dirty="0">
                <a:latin typeface="Times New Roman"/>
                <a:cs typeface="Times New Roman"/>
              </a:rPr>
              <a:t> </a:t>
            </a:r>
            <a:r>
              <a:rPr sz="1800" dirty="0">
                <a:latin typeface="Times New Roman"/>
                <a:cs typeface="Times New Roman"/>
              </a:rPr>
              <a:t>creator</a:t>
            </a:r>
            <a:r>
              <a:rPr sz="1800" spc="335" dirty="0">
                <a:latin typeface="Times New Roman"/>
                <a:cs typeface="Times New Roman"/>
              </a:rPr>
              <a:t> </a:t>
            </a:r>
            <a:r>
              <a:rPr sz="1800" dirty="0">
                <a:latin typeface="Times New Roman"/>
                <a:cs typeface="Times New Roman"/>
              </a:rPr>
              <a:t>of</a:t>
            </a:r>
            <a:r>
              <a:rPr sz="1800" spc="335" dirty="0">
                <a:latin typeface="Times New Roman"/>
                <a:cs typeface="Times New Roman"/>
              </a:rPr>
              <a:t> </a:t>
            </a:r>
            <a:r>
              <a:rPr sz="1800" spc="-10" dirty="0">
                <a:latin typeface="Times New Roman"/>
                <a:cs typeface="Times New Roman"/>
              </a:rPr>
              <a:t>E-</a:t>
            </a:r>
            <a:r>
              <a:rPr sz="1800" dirty="0">
                <a:latin typeface="Times New Roman"/>
                <a:cs typeface="Times New Roman"/>
              </a:rPr>
              <a:t>waste</a:t>
            </a:r>
            <a:r>
              <a:rPr sz="1800" spc="320" dirty="0">
                <a:latin typeface="Times New Roman"/>
                <a:cs typeface="Times New Roman"/>
              </a:rPr>
              <a:t> </a:t>
            </a:r>
            <a:r>
              <a:rPr sz="1800" dirty="0">
                <a:latin typeface="Times New Roman"/>
                <a:cs typeface="Times New Roman"/>
              </a:rPr>
              <a:t>in</a:t>
            </a:r>
            <a:r>
              <a:rPr sz="1800" spc="325" dirty="0">
                <a:latin typeface="Times New Roman"/>
                <a:cs typeface="Times New Roman"/>
              </a:rPr>
              <a:t> </a:t>
            </a:r>
            <a:r>
              <a:rPr sz="1800" dirty="0">
                <a:latin typeface="Times New Roman"/>
                <a:cs typeface="Times New Roman"/>
              </a:rPr>
              <a:t>the</a:t>
            </a:r>
            <a:r>
              <a:rPr sz="1800" spc="325" dirty="0">
                <a:latin typeface="Times New Roman"/>
                <a:cs typeface="Times New Roman"/>
              </a:rPr>
              <a:t> </a:t>
            </a:r>
            <a:r>
              <a:rPr sz="1800" dirty="0">
                <a:latin typeface="Times New Roman"/>
                <a:cs typeface="Times New Roman"/>
              </a:rPr>
              <a:t>world.</a:t>
            </a:r>
            <a:r>
              <a:rPr sz="1800" spc="330" dirty="0">
                <a:latin typeface="Times New Roman"/>
                <a:cs typeface="Times New Roman"/>
              </a:rPr>
              <a:t> </a:t>
            </a:r>
            <a:r>
              <a:rPr sz="1800" dirty="0">
                <a:latin typeface="Times New Roman"/>
                <a:cs typeface="Times New Roman"/>
              </a:rPr>
              <a:t>The</a:t>
            </a:r>
            <a:r>
              <a:rPr sz="1800" spc="325" dirty="0">
                <a:latin typeface="Times New Roman"/>
                <a:cs typeface="Times New Roman"/>
              </a:rPr>
              <a:t> </a:t>
            </a:r>
            <a:r>
              <a:rPr sz="1800" dirty="0">
                <a:latin typeface="Times New Roman"/>
                <a:cs typeface="Times New Roman"/>
              </a:rPr>
              <a:t>Basel</a:t>
            </a:r>
            <a:r>
              <a:rPr sz="1800" spc="335" dirty="0">
                <a:latin typeface="Times New Roman"/>
                <a:cs typeface="Times New Roman"/>
              </a:rPr>
              <a:t> </a:t>
            </a:r>
            <a:r>
              <a:rPr sz="1800" dirty="0">
                <a:latin typeface="Times New Roman"/>
                <a:cs typeface="Times New Roman"/>
              </a:rPr>
              <a:t>Action</a:t>
            </a:r>
            <a:r>
              <a:rPr sz="1800" spc="305" dirty="0">
                <a:latin typeface="Times New Roman"/>
                <a:cs typeface="Times New Roman"/>
              </a:rPr>
              <a:t> </a:t>
            </a:r>
            <a:r>
              <a:rPr sz="1800" spc="-10" dirty="0">
                <a:latin typeface="Times New Roman"/>
                <a:cs typeface="Times New Roman"/>
              </a:rPr>
              <a:t>Network </a:t>
            </a:r>
            <a:r>
              <a:rPr sz="1800" dirty="0">
                <a:latin typeface="Times New Roman"/>
                <a:cs typeface="Times New Roman"/>
              </a:rPr>
              <a:t>(BAN)</a:t>
            </a:r>
            <a:r>
              <a:rPr sz="1800" spc="30" dirty="0">
                <a:latin typeface="Times New Roman"/>
                <a:cs typeface="Times New Roman"/>
              </a:rPr>
              <a:t> </a:t>
            </a:r>
            <a:r>
              <a:rPr sz="1800" dirty="0">
                <a:latin typeface="Times New Roman"/>
                <a:cs typeface="Times New Roman"/>
              </a:rPr>
              <a:t>which</a:t>
            </a:r>
            <a:r>
              <a:rPr sz="1800" spc="35" dirty="0">
                <a:latin typeface="Times New Roman"/>
                <a:cs typeface="Times New Roman"/>
              </a:rPr>
              <a:t> </a:t>
            </a:r>
            <a:r>
              <a:rPr sz="1800" dirty="0">
                <a:latin typeface="Times New Roman"/>
                <a:cs typeface="Times New Roman"/>
              </a:rPr>
              <a:t>works</a:t>
            </a:r>
            <a:r>
              <a:rPr sz="1800" spc="20" dirty="0">
                <a:latin typeface="Times New Roman"/>
                <a:cs typeface="Times New Roman"/>
              </a:rPr>
              <a:t> </a:t>
            </a:r>
            <a:r>
              <a:rPr sz="1800" dirty="0">
                <a:latin typeface="Times New Roman"/>
                <a:cs typeface="Times New Roman"/>
              </a:rPr>
              <a:t>for</a:t>
            </a:r>
            <a:r>
              <a:rPr sz="1800" spc="35" dirty="0">
                <a:latin typeface="Times New Roman"/>
                <a:cs typeface="Times New Roman"/>
              </a:rPr>
              <a:t> </a:t>
            </a:r>
            <a:r>
              <a:rPr sz="1800" dirty="0">
                <a:latin typeface="Times New Roman"/>
                <a:cs typeface="Times New Roman"/>
              </a:rPr>
              <a:t>deterrence</a:t>
            </a:r>
            <a:r>
              <a:rPr sz="1800" spc="45" dirty="0">
                <a:latin typeface="Times New Roman"/>
                <a:cs typeface="Times New Roman"/>
              </a:rPr>
              <a:t> </a:t>
            </a:r>
            <a:r>
              <a:rPr sz="1800" dirty="0">
                <a:latin typeface="Times New Roman"/>
                <a:cs typeface="Times New Roman"/>
              </a:rPr>
              <a:t>of</a:t>
            </a:r>
            <a:r>
              <a:rPr sz="1800" spc="30" dirty="0">
                <a:latin typeface="Times New Roman"/>
                <a:cs typeface="Times New Roman"/>
              </a:rPr>
              <a:t> </a:t>
            </a:r>
            <a:r>
              <a:rPr sz="1800" dirty="0">
                <a:latin typeface="Times New Roman"/>
                <a:cs typeface="Times New Roman"/>
              </a:rPr>
              <a:t>globalization</a:t>
            </a:r>
            <a:r>
              <a:rPr sz="1800" spc="40" dirty="0">
                <a:latin typeface="Times New Roman"/>
                <a:cs typeface="Times New Roman"/>
              </a:rPr>
              <a:t> </a:t>
            </a:r>
            <a:r>
              <a:rPr sz="1800" dirty="0">
                <a:latin typeface="Times New Roman"/>
                <a:cs typeface="Times New Roman"/>
              </a:rPr>
              <a:t>of</a:t>
            </a:r>
            <a:r>
              <a:rPr sz="1800" spc="35" dirty="0">
                <a:latin typeface="Times New Roman"/>
                <a:cs typeface="Times New Roman"/>
              </a:rPr>
              <a:t> </a:t>
            </a:r>
            <a:r>
              <a:rPr sz="1800" dirty="0">
                <a:latin typeface="Times New Roman"/>
                <a:cs typeface="Times New Roman"/>
              </a:rPr>
              <a:t>poisonous</a:t>
            </a:r>
            <a:r>
              <a:rPr sz="1800" spc="25" dirty="0">
                <a:latin typeface="Times New Roman"/>
                <a:cs typeface="Times New Roman"/>
              </a:rPr>
              <a:t> </a:t>
            </a:r>
            <a:r>
              <a:rPr sz="1800" dirty="0">
                <a:latin typeface="Times New Roman"/>
                <a:cs typeface="Times New Roman"/>
              </a:rPr>
              <a:t>chemicals</a:t>
            </a:r>
            <a:r>
              <a:rPr sz="1800" spc="35" dirty="0">
                <a:latin typeface="Times New Roman"/>
                <a:cs typeface="Times New Roman"/>
              </a:rPr>
              <a:t> </a:t>
            </a:r>
            <a:r>
              <a:rPr sz="1800" dirty="0">
                <a:latin typeface="Times New Roman"/>
                <a:cs typeface="Times New Roman"/>
              </a:rPr>
              <a:t>has</a:t>
            </a:r>
            <a:r>
              <a:rPr sz="1800" spc="35" dirty="0">
                <a:latin typeface="Times New Roman"/>
                <a:cs typeface="Times New Roman"/>
              </a:rPr>
              <a:t> </a:t>
            </a:r>
            <a:r>
              <a:rPr sz="1800" spc="-10" dirty="0">
                <a:latin typeface="Times New Roman"/>
                <a:cs typeface="Times New Roman"/>
              </a:rPr>
              <a:t>specified </a:t>
            </a:r>
            <a:r>
              <a:rPr sz="1800" dirty="0">
                <a:latin typeface="Times New Roman"/>
                <a:cs typeface="Times New Roman"/>
              </a:rPr>
              <a:t>in</a:t>
            </a:r>
            <a:r>
              <a:rPr sz="1800" spc="65" dirty="0">
                <a:latin typeface="Times New Roman"/>
                <a:cs typeface="Times New Roman"/>
              </a:rPr>
              <a:t> </a:t>
            </a:r>
            <a:r>
              <a:rPr sz="1800" dirty="0">
                <a:latin typeface="Times New Roman"/>
                <a:cs typeface="Times New Roman"/>
              </a:rPr>
              <a:t>a</a:t>
            </a:r>
            <a:r>
              <a:rPr sz="1800" spc="85" dirty="0">
                <a:latin typeface="Times New Roman"/>
                <a:cs typeface="Times New Roman"/>
              </a:rPr>
              <a:t> </a:t>
            </a:r>
            <a:r>
              <a:rPr sz="1800" dirty="0">
                <a:latin typeface="Times New Roman"/>
                <a:cs typeface="Times New Roman"/>
              </a:rPr>
              <a:t>report</a:t>
            </a:r>
            <a:r>
              <a:rPr sz="1800" spc="70" dirty="0">
                <a:latin typeface="Times New Roman"/>
                <a:cs typeface="Times New Roman"/>
              </a:rPr>
              <a:t> </a:t>
            </a:r>
            <a:r>
              <a:rPr sz="1800" dirty="0">
                <a:latin typeface="Times New Roman"/>
                <a:cs typeface="Times New Roman"/>
              </a:rPr>
              <a:t>that</a:t>
            </a:r>
            <a:r>
              <a:rPr sz="1800" spc="75" dirty="0">
                <a:latin typeface="Times New Roman"/>
                <a:cs typeface="Times New Roman"/>
              </a:rPr>
              <a:t> </a:t>
            </a:r>
            <a:r>
              <a:rPr sz="1800" dirty="0">
                <a:latin typeface="Times New Roman"/>
                <a:cs typeface="Times New Roman"/>
              </a:rPr>
              <a:t>50</a:t>
            </a:r>
            <a:r>
              <a:rPr sz="1800" spc="80" dirty="0">
                <a:latin typeface="Times New Roman"/>
                <a:cs typeface="Times New Roman"/>
              </a:rPr>
              <a:t> </a:t>
            </a:r>
            <a:r>
              <a:rPr sz="1800" dirty="0">
                <a:latin typeface="Times New Roman"/>
                <a:cs typeface="Times New Roman"/>
              </a:rPr>
              <a:t>to</a:t>
            </a:r>
            <a:r>
              <a:rPr sz="1800" spc="65" dirty="0">
                <a:latin typeface="Times New Roman"/>
                <a:cs typeface="Times New Roman"/>
              </a:rPr>
              <a:t> </a:t>
            </a:r>
            <a:r>
              <a:rPr sz="1800" dirty="0">
                <a:latin typeface="Times New Roman"/>
                <a:cs typeface="Times New Roman"/>
              </a:rPr>
              <a:t>80</a:t>
            </a:r>
            <a:r>
              <a:rPr sz="1800" spc="70" dirty="0">
                <a:latin typeface="Times New Roman"/>
                <a:cs typeface="Times New Roman"/>
              </a:rPr>
              <a:t> </a:t>
            </a:r>
            <a:r>
              <a:rPr sz="1800" dirty="0">
                <a:latin typeface="Times New Roman"/>
                <a:cs typeface="Times New Roman"/>
              </a:rPr>
              <a:t>%</a:t>
            </a:r>
            <a:r>
              <a:rPr sz="1800" spc="70" dirty="0">
                <a:latin typeface="Times New Roman"/>
                <a:cs typeface="Times New Roman"/>
              </a:rPr>
              <a:t> </a:t>
            </a:r>
            <a:r>
              <a:rPr sz="1800" dirty="0">
                <a:latin typeface="Times New Roman"/>
                <a:cs typeface="Times New Roman"/>
              </a:rPr>
              <a:t>of</a:t>
            </a:r>
            <a:r>
              <a:rPr sz="1800" spc="70" dirty="0">
                <a:latin typeface="Times New Roman"/>
                <a:cs typeface="Times New Roman"/>
              </a:rPr>
              <a:t> </a:t>
            </a:r>
            <a:r>
              <a:rPr sz="1800" spc="-25" dirty="0">
                <a:latin typeface="Times New Roman"/>
                <a:cs typeface="Times New Roman"/>
              </a:rPr>
              <a:t>E-</a:t>
            </a:r>
            <a:r>
              <a:rPr sz="1800" dirty="0">
                <a:latin typeface="Times New Roman"/>
                <a:cs typeface="Times New Roman"/>
              </a:rPr>
              <a:t>waste</a:t>
            </a:r>
            <a:r>
              <a:rPr sz="1800" spc="70" dirty="0">
                <a:latin typeface="Times New Roman"/>
                <a:cs typeface="Times New Roman"/>
              </a:rPr>
              <a:t> </a:t>
            </a:r>
            <a:r>
              <a:rPr sz="1800" dirty="0">
                <a:latin typeface="Times New Roman"/>
                <a:cs typeface="Times New Roman"/>
              </a:rPr>
              <a:t>collected</a:t>
            </a:r>
            <a:r>
              <a:rPr sz="1800" spc="80" dirty="0">
                <a:latin typeface="Times New Roman"/>
                <a:cs typeface="Times New Roman"/>
              </a:rPr>
              <a:t> </a:t>
            </a:r>
            <a:r>
              <a:rPr sz="1800" dirty="0">
                <a:latin typeface="Times New Roman"/>
                <a:cs typeface="Times New Roman"/>
              </a:rPr>
              <a:t>by</a:t>
            </a:r>
            <a:r>
              <a:rPr sz="1800" spc="90" dirty="0">
                <a:latin typeface="Times New Roman"/>
                <a:cs typeface="Times New Roman"/>
              </a:rPr>
              <a:t> </a:t>
            </a:r>
            <a:r>
              <a:rPr sz="1800" dirty="0">
                <a:latin typeface="Times New Roman"/>
                <a:cs typeface="Times New Roman"/>
              </a:rPr>
              <a:t>the</a:t>
            </a:r>
            <a:r>
              <a:rPr sz="1800" spc="85" dirty="0">
                <a:latin typeface="Times New Roman"/>
                <a:cs typeface="Times New Roman"/>
              </a:rPr>
              <a:t> </a:t>
            </a:r>
            <a:r>
              <a:rPr sz="1800" dirty="0">
                <a:latin typeface="Times New Roman"/>
                <a:cs typeface="Times New Roman"/>
              </a:rPr>
              <a:t>US</a:t>
            </a:r>
            <a:r>
              <a:rPr sz="1800" spc="60" dirty="0">
                <a:latin typeface="Times New Roman"/>
                <a:cs typeface="Times New Roman"/>
              </a:rPr>
              <a:t> </a:t>
            </a:r>
            <a:r>
              <a:rPr sz="1800" dirty="0">
                <a:latin typeface="Times New Roman"/>
                <a:cs typeface="Times New Roman"/>
              </a:rPr>
              <a:t>is</a:t>
            </a:r>
            <a:r>
              <a:rPr sz="1800" spc="60" dirty="0">
                <a:latin typeface="Times New Roman"/>
                <a:cs typeface="Times New Roman"/>
              </a:rPr>
              <a:t> </a:t>
            </a:r>
            <a:r>
              <a:rPr sz="1800" dirty="0">
                <a:latin typeface="Times New Roman"/>
                <a:cs typeface="Times New Roman"/>
              </a:rPr>
              <a:t>transferred</a:t>
            </a:r>
            <a:r>
              <a:rPr sz="1800" spc="75" dirty="0">
                <a:latin typeface="Times New Roman"/>
                <a:cs typeface="Times New Roman"/>
              </a:rPr>
              <a:t> </a:t>
            </a:r>
            <a:r>
              <a:rPr sz="1800" dirty="0">
                <a:latin typeface="Times New Roman"/>
                <a:cs typeface="Times New Roman"/>
              </a:rPr>
              <a:t>to</a:t>
            </a:r>
            <a:r>
              <a:rPr sz="1800" spc="80" dirty="0">
                <a:latin typeface="Times New Roman"/>
                <a:cs typeface="Times New Roman"/>
              </a:rPr>
              <a:t> </a:t>
            </a:r>
            <a:r>
              <a:rPr sz="1800" dirty="0">
                <a:latin typeface="Times New Roman"/>
                <a:cs typeface="Times New Roman"/>
              </a:rPr>
              <a:t>India,</a:t>
            </a:r>
            <a:r>
              <a:rPr sz="1800" spc="75" dirty="0">
                <a:latin typeface="Times New Roman"/>
                <a:cs typeface="Times New Roman"/>
              </a:rPr>
              <a:t> </a:t>
            </a:r>
            <a:r>
              <a:rPr sz="1800" spc="-10" dirty="0">
                <a:latin typeface="Times New Roman"/>
                <a:cs typeface="Times New Roman"/>
              </a:rPr>
              <a:t>China, </a:t>
            </a:r>
            <a:r>
              <a:rPr sz="1800" dirty="0">
                <a:latin typeface="Times New Roman"/>
                <a:cs typeface="Times New Roman"/>
              </a:rPr>
              <a:t>Pakistan,</a:t>
            </a:r>
            <a:r>
              <a:rPr sz="1800" spc="-100" dirty="0">
                <a:latin typeface="Times New Roman"/>
                <a:cs typeface="Times New Roman"/>
              </a:rPr>
              <a:t> </a:t>
            </a:r>
            <a:r>
              <a:rPr sz="1800" spc="-20" dirty="0">
                <a:latin typeface="Times New Roman"/>
                <a:cs typeface="Times New Roman"/>
              </a:rPr>
              <a:t>Taiwan</a:t>
            </a:r>
            <a:r>
              <a:rPr sz="1800" spc="-50" dirty="0">
                <a:latin typeface="Times New Roman"/>
                <a:cs typeface="Times New Roman"/>
              </a:rPr>
              <a:t> </a:t>
            </a:r>
            <a:r>
              <a:rPr sz="1800" dirty="0">
                <a:latin typeface="Times New Roman"/>
                <a:cs typeface="Times New Roman"/>
              </a:rPr>
              <a:t>and</a:t>
            </a:r>
            <a:r>
              <a:rPr sz="1800" spc="-40" dirty="0">
                <a:latin typeface="Times New Roman"/>
                <a:cs typeface="Times New Roman"/>
              </a:rPr>
              <a:t> </a:t>
            </a:r>
            <a:r>
              <a:rPr sz="1800" dirty="0">
                <a:latin typeface="Times New Roman"/>
                <a:cs typeface="Times New Roman"/>
              </a:rPr>
              <a:t>a</a:t>
            </a:r>
            <a:r>
              <a:rPr sz="1800" spc="-40" dirty="0">
                <a:latin typeface="Times New Roman"/>
                <a:cs typeface="Times New Roman"/>
              </a:rPr>
              <a:t> </a:t>
            </a:r>
            <a:r>
              <a:rPr sz="1800" dirty="0">
                <a:latin typeface="Times New Roman"/>
                <a:cs typeface="Times New Roman"/>
              </a:rPr>
              <a:t>number</a:t>
            </a:r>
            <a:r>
              <a:rPr sz="1800" spc="-20" dirty="0">
                <a:latin typeface="Times New Roman"/>
                <a:cs typeface="Times New Roman"/>
              </a:rPr>
              <a:t> </a:t>
            </a:r>
            <a:r>
              <a:rPr sz="1800" spc="-10" dirty="0">
                <a:latin typeface="Times New Roman"/>
                <a:cs typeface="Times New Roman"/>
              </a:rPr>
              <a:t>of</a:t>
            </a:r>
            <a:r>
              <a:rPr sz="1800" spc="-105" dirty="0">
                <a:latin typeface="Times New Roman"/>
                <a:cs typeface="Times New Roman"/>
              </a:rPr>
              <a:t> </a:t>
            </a:r>
            <a:r>
              <a:rPr sz="1800" dirty="0">
                <a:latin typeface="Times New Roman"/>
                <a:cs typeface="Times New Roman"/>
              </a:rPr>
              <a:t>African</a:t>
            </a:r>
            <a:r>
              <a:rPr sz="1800" spc="-35" dirty="0">
                <a:latin typeface="Times New Roman"/>
                <a:cs typeface="Times New Roman"/>
              </a:rPr>
              <a:t> </a:t>
            </a:r>
            <a:r>
              <a:rPr sz="1800" spc="-10" dirty="0">
                <a:latin typeface="Times New Roman"/>
                <a:cs typeface="Times New Roman"/>
              </a:rPr>
              <a:t>countries.</a:t>
            </a:r>
            <a:endParaRPr sz="1800">
              <a:latin typeface="Times New Roman"/>
              <a:cs typeface="Times New Roman"/>
            </a:endParaRPr>
          </a:p>
          <a:p>
            <a:pPr marL="355600" marR="5080" indent="-342900" algn="just">
              <a:lnSpc>
                <a:spcPct val="80000"/>
              </a:lnSpc>
              <a:spcBef>
                <a:spcPts val="430"/>
              </a:spcBef>
              <a:buFont typeface="Arial MT"/>
              <a:buChar char="•"/>
              <a:tabLst>
                <a:tab pos="355600" algn="l"/>
              </a:tabLst>
            </a:pPr>
            <a:r>
              <a:rPr sz="1800" dirty="0">
                <a:latin typeface="Times New Roman"/>
                <a:cs typeface="Times New Roman"/>
              </a:rPr>
              <a:t>This</a:t>
            </a:r>
            <a:r>
              <a:rPr sz="1800" spc="-20" dirty="0">
                <a:latin typeface="Times New Roman"/>
                <a:cs typeface="Times New Roman"/>
              </a:rPr>
              <a:t> </a:t>
            </a:r>
            <a:r>
              <a:rPr sz="1800" dirty="0">
                <a:latin typeface="Times New Roman"/>
                <a:cs typeface="Times New Roman"/>
              </a:rPr>
              <a:t>is</a:t>
            </a:r>
            <a:r>
              <a:rPr sz="1800" spc="-10" dirty="0">
                <a:latin typeface="Times New Roman"/>
                <a:cs typeface="Times New Roman"/>
              </a:rPr>
              <a:t> </a:t>
            </a:r>
            <a:r>
              <a:rPr sz="1800" dirty="0">
                <a:latin typeface="Times New Roman"/>
                <a:cs typeface="Times New Roman"/>
              </a:rPr>
              <a:t>done</a:t>
            </a:r>
            <a:r>
              <a:rPr sz="1800" spc="-10" dirty="0">
                <a:latin typeface="Times New Roman"/>
                <a:cs typeface="Times New Roman"/>
              </a:rPr>
              <a:t> </a:t>
            </a:r>
            <a:r>
              <a:rPr sz="1800" dirty="0">
                <a:latin typeface="Times New Roman"/>
                <a:cs typeface="Times New Roman"/>
              </a:rPr>
              <a:t>because</a:t>
            </a:r>
            <a:r>
              <a:rPr sz="1800" spc="-15" dirty="0">
                <a:latin typeface="Times New Roman"/>
                <a:cs typeface="Times New Roman"/>
              </a:rPr>
              <a:t> </a:t>
            </a:r>
            <a:r>
              <a:rPr sz="1800" dirty="0">
                <a:latin typeface="Times New Roman"/>
                <a:cs typeface="Times New Roman"/>
              </a:rPr>
              <a:t>low</a:t>
            </a:r>
            <a:r>
              <a:rPr sz="1800" spc="-5" dirty="0">
                <a:latin typeface="Times New Roman"/>
                <a:cs typeface="Times New Roman"/>
              </a:rPr>
              <a:t> </a:t>
            </a:r>
            <a:r>
              <a:rPr sz="1800" dirty="0">
                <a:latin typeface="Times New Roman"/>
                <a:cs typeface="Times New Roman"/>
              </a:rPr>
              <a:t>salaried labor</a:t>
            </a:r>
            <a:r>
              <a:rPr sz="1800" spc="-10" dirty="0">
                <a:latin typeface="Times New Roman"/>
                <a:cs typeface="Times New Roman"/>
              </a:rPr>
              <a:t> </a:t>
            </a:r>
            <a:r>
              <a:rPr sz="1800" dirty="0">
                <a:latin typeface="Times New Roman"/>
                <a:cs typeface="Times New Roman"/>
              </a:rPr>
              <a:t>is</a:t>
            </a:r>
            <a:r>
              <a:rPr sz="1800" spc="-25" dirty="0">
                <a:latin typeface="Times New Roman"/>
                <a:cs typeface="Times New Roman"/>
              </a:rPr>
              <a:t> </a:t>
            </a:r>
            <a:r>
              <a:rPr sz="1800" dirty="0">
                <a:latin typeface="Times New Roman"/>
                <a:cs typeface="Times New Roman"/>
              </a:rPr>
              <a:t>available</a:t>
            </a:r>
            <a:r>
              <a:rPr sz="1800" spc="-10" dirty="0">
                <a:latin typeface="Times New Roman"/>
                <a:cs typeface="Times New Roman"/>
              </a:rPr>
              <a:t> </a:t>
            </a:r>
            <a:r>
              <a:rPr sz="1800" dirty="0">
                <a:latin typeface="Times New Roman"/>
                <a:cs typeface="Times New Roman"/>
              </a:rPr>
              <a:t>for recycling</a:t>
            </a:r>
            <a:r>
              <a:rPr sz="1800" spc="-15" dirty="0">
                <a:latin typeface="Times New Roman"/>
                <a:cs typeface="Times New Roman"/>
              </a:rPr>
              <a:t> </a:t>
            </a:r>
            <a:r>
              <a:rPr sz="1800" dirty="0">
                <a:latin typeface="Times New Roman"/>
                <a:cs typeface="Times New Roman"/>
              </a:rPr>
              <a:t>in</a:t>
            </a:r>
            <a:r>
              <a:rPr sz="1800" spc="-20" dirty="0">
                <a:latin typeface="Times New Roman"/>
                <a:cs typeface="Times New Roman"/>
              </a:rPr>
              <a:t> </a:t>
            </a:r>
            <a:r>
              <a:rPr sz="1800" dirty="0">
                <a:latin typeface="Times New Roman"/>
                <a:cs typeface="Times New Roman"/>
              </a:rPr>
              <a:t>these</a:t>
            </a:r>
            <a:r>
              <a:rPr sz="1800" spc="-5" dirty="0">
                <a:latin typeface="Times New Roman"/>
                <a:cs typeface="Times New Roman"/>
              </a:rPr>
              <a:t> </a:t>
            </a:r>
            <a:r>
              <a:rPr sz="1800" dirty="0">
                <a:latin typeface="Times New Roman"/>
                <a:cs typeface="Times New Roman"/>
              </a:rPr>
              <a:t>countries</a:t>
            </a:r>
            <a:r>
              <a:rPr sz="1800" spc="-5" dirty="0">
                <a:latin typeface="Times New Roman"/>
                <a:cs typeface="Times New Roman"/>
              </a:rPr>
              <a:t> </a:t>
            </a:r>
            <a:r>
              <a:rPr sz="1800" dirty="0">
                <a:latin typeface="Times New Roman"/>
                <a:cs typeface="Times New Roman"/>
              </a:rPr>
              <a:t>and</a:t>
            </a:r>
            <a:r>
              <a:rPr sz="1800" spc="-15" dirty="0">
                <a:latin typeface="Times New Roman"/>
                <a:cs typeface="Times New Roman"/>
              </a:rPr>
              <a:t> </a:t>
            </a:r>
            <a:r>
              <a:rPr sz="1800" spc="-25" dirty="0">
                <a:latin typeface="Times New Roman"/>
                <a:cs typeface="Times New Roman"/>
              </a:rPr>
              <a:t>in </a:t>
            </a:r>
            <a:r>
              <a:rPr sz="1800" dirty="0">
                <a:latin typeface="Times New Roman"/>
                <a:cs typeface="Times New Roman"/>
              </a:rPr>
              <a:t>the</a:t>
            </a:r>
            <a:r>
              <a:rPr sz="1800" spc="95" dirty="0">
                <a:latin typeface="Times New Roman"/>
                <a:cs typeface="Times New Roman"/>
              </a:rPr>
              <a:t> </a:t>
            </a:r>
            <a:r>
              <a:rPr sz="1800" dirty="0">
                <a:latin typeface="Times New Roman"/>
                <a:cs typeface="Times New Roman"/>
              </a:rPr>
              <a:t>US,</a:t>
            </a:r>
            <a:r>
              <a:rPr sz="1800" spc="85" dirty="0">
                <a:latin typeface="Times New Roman"/>
                <a:cs typeface="Times New Roman"/>
              </a:rPr>
              <a:t> </a:t>
            </a:r>
            <a:r>
              <a:rPr sz="1800" dirty="0">
                <a:latin typeface="Times New Roman"/>
                <a:cs typeface="Times New Roman"/>
              </a:rPr>
              <a:t>export</a:t>
            </a:r>
            <a:r>
              <a:rPr sz="1800" spc="90" dirty="0">
                <a:latin typeface="Times New Roman"/>
                <a:cs typeface="Times New Roman"/>
              </a:rPr>
              <a:t> </a:t>
            </a:r>
            <a:r>
              <a:rPr sz="1800" dirty="0">
                <a:latin typeface="Times New Roman"/>
                <a:cs typeface="Times New Roman"/>
              </a:rPr>
              <a:t>of</a:t>
            </a:r>
            <a:r>
              <a:rPr sz="1800" spc="90" dirty="0">
                <a:latin typeface="Times New Roman"/>
                <a:cs typeface="Times New Roman"/>
              </a:rPr>
              <a:t> </a:t>
            </a:r>
            <a:r>
              <a:rPr sz="1800" spc="-10" dirty="0">
                <a:latin typeface="Times New Roman"/>
                <a:cs typeface="Times New Roman"/>
              </a:rPr>
              <a:t>E-</a:t>
            </a:r>
            <a:r>
              <a:rPr sz="1800" dirty="0">
                <a:latin typeface="Times New Roman"/>
                <a:cs typeface="Times New Roman"/>
              </a:rPr>
              <a:t>waste</a:t>
            </a:r>
            <a:r>
              <a:rPr sz="1800" spc="80" dirty="0">
                <a:latin typeface="Times New Roman"/>
                <a:cs typeface="Times New Roman"/>
              </a:rPr>
              <a:t> </a:t>
            </a:r>
            <a:r>
              <a:rPr sz="1800" dirty="0">
                <a:latin typeface="Times New Roman"/>
                <a:cs typeface="Times New Roman"/>
              </a:rPr>
              <a:t>is</a:t>
            </a:r>
            <a:r>
              <a:rPr sz="1800" spc="70" dirty="0">
                <a:latin typeface="Times New Roman"/>
                <a:cs typeface="Times New Roman"/>
              </a:rPr>
              <a:t> </a:t>
            </a:r>
            <a:r>
              <a:rPr sz="1800" dirty="0">
                <a:latin typeface="Times New Roman"/>
                <a:cs typeface="Times New Roman"/>
              </a:rPr>
              <a:t>permitted.</a:t>
            </a:r>
            <a:r>
              <a:rPr sz="1800" spc="85" dirty="0">
                <a:latin typeface="Times New Roman"/>
                <a:cs typeface="Times New Roman"/>
              </a:rPr>
              <a:t> </a:t>
            </a:r>
            <a:r>
              <a:rPr sz="1800" dirty="0">
                <a:latin typeface="Times New Roman"/>
                <a:cs typeface="Times New Roman"/>
              </a:rPr>
              <a:t>The</a:t>
            </a:r>
            <a:r>
              <a:rPr sz="1800" spc="90" dirty="0">
                <a:latin typeface="Times New Roman"/>
                <a:cs typeface="Times New Roman"/>
              </a:rPr>
              <a:t> </a:t>
            </a:r>
            <a:r>
              <a:rPr sz="1800" dirty="0">
                <a:latin typeface="Times New Roman"/>
                <a:cs typeface="Times New Roman"/>
              </a:rPr>
              <a:t>difficulties</a:t>
            </a:r>
            <a:r>
              <a:rPr sz="1800" spc="90" dirty="0">
                <a:latin typeface="Times New Roman"/>
                <a:cs typeface="Times New Roman"/>
              </a:rPr>
              <a:t> </a:t>
            </a:r>
            <a:r>
              <a:rPr sz="1800" dirty="0">
                <a:latin typeface="Times New Roman"/>
                <a:cs typeface="Times New Roman"/>
              </a:rPr>
              <a:t>associated</a:t>
            </a:r>
            <a:r>
              <a:rPr sz="1800" spc="85" dirty="0">
                <a:latin typeface="Times New Roman"/>
                <a:cs typeface="Times New Roman"/>
              </a:rPr>
              <a:t> </a:t>
            </a:r>
            <a:r>
              <a:rPr sz="1800" dirty="0">
                <a:latin typeface="Times New Roman"/>
                <a:cs typeface="Times New Roman"/>
              </a:rPr>
              <a:t>with</a:t>
            </a:r>
            <a:r>
              <a:rPr sz="1800" spc="85" dirty="0">
                <a:latin typeface="Times New Roman"/>
                <a:cs typeface="Times New Roman"/>
              </a:rPr>
              <a:t> </a:t>
            </a:r>
            <a:r>
              <a:rPr sz="1800" spc="-10" dirty="0">
                <a:latin typeface="Times New Roman"/>
                <a:cs typeface="Times New Roman"/>
              </a:rPr>
              <a:t>E-</a:t>
            </a:r>
            <a:r>
              <a:rPr sz="1800" dirty="0">
                <a:latin typeface="Times New Roman"/>
                <a:cs typeface="Times New Roman"/>
              </a:rPr>
              <a:t>waste</a:t>
            </a:r>
            <a:r>
              <a:rPr sz="1800" spc="80" dirty="0">
                <a:latin typeface="Times New Roman"/>
                <a:cs typeface="Times New Roman"/>
              </a:rPr>
              <a:t> </a:t>
            </a:r>
            <a:r>
              <a:rPr sz="1800" dirty="0">
                <a:latin typeface="Times New Roman"/>
                <a:cs typeface="Times New Roman"/>
              </a:rPr>
              <a:t>in</a:t>
            </a:r>
            <a:r>
              <a:rPr sz="1800" spc="85" dirty="0">
                <a:latin typeface="Times New Roman"/>
                <a:cs typeface="Times New Roman"/>
              </a:rPr>
              <a:t> </a:t>
            </a:r>
            <a:r>
              <a:rPr sz="1800" spc="-10" dirty="0">
                <a:latin typeface="Times New Roman"/>
                <a:cs typeface="Times New Roman"/>
              </a:rPr>
              <a:t>India </a:t>
            </a:r>
            <a:r>
              <a:rPr sz="1800" dirty="0">
                <a:latin typeface="Times New Roman"/>
                <a:cs typeface="Times New Roman"/>
              </a:rPr>
              <a:t>started</a:t>
            </a:r>
            <a:r>
              <a:rPr sz="1800" spc="-45" dirty="0">
                <a:latin typeface="Times New Roman"/>
                <a:cs typeface="Times New Roman"/>
              </a:rPr>
              <a:t> </a:t>
            </a:r>
            <a:r>
              <a:rPr sz="1800" dirty="0">
                <a:latin typeface="Times New Roman"/>
                <a:cs typeface="Times New Roman"/>
              </a:rPr>
              <a:t>developing</a:t>
            </a:r>
            <a:r>
              <a:rPr sz="1800" spc="-35" dirty="0">
                <a:latin typeface="Times New Roman"/>
                <a:cs typeface="Times New Roman"/>
              </a:rPr>
              <a:t> </a:t>
            </a:r>
            <a:r>
              <a:rPr sz="1800" dirty="0">
                <a:latin typeface="Times New Roman"/>
                <a:cs typeface="Times New Roman"/>
              </a:rPr>
              <a:t>after</a:t>
            </a:r>
            <a:r>
              <a:rPr sz="1800" spc="-40" dirty="0">
                <a:latin typeface="Times New Roman"/>
                <a:cs typeface="Times New Roman"/>
              </a:rPr>
              <a:t> </a:t>
            </a:r>
            <a:r>
              <a:rPr sz="1800" dirty="0">
                <a:latin typeface="Times New Roman"/>
                <a:cs typeface="Times New Roman"/>
              </a:rPr>
              <a:t>the</a:t>
            </a:r>
            <a:r>
              <a:rPr sz="1800" spc="-30" dirty="0">
                <a:latin typeface="Times New Roman"/>
                <a:cs typeface="Times New Roman"/>
              </a:rPr>
              <a:t> </a:t>
            </a:r>
            <a:r>
              <a:rPr sz="1800" dirty="0">
                <a:latin typeface="Times New Roman"/>
                <a:cs typeface="Times New Roman"/>
              </a:rPr>
              <a:t>first</a:t>
            </a:r>
            <a:r>
              <a:rPr sz="1800" spc="-35" dirty="0">
                <a:latin typeface="Times New Roman"/>
                <a:cs typeface="Times New Roman"/>
              </a:rPr>
              <a:t> </a:t>
            </a:r>
            <a:r>
              <a:rPr sz="1800" dirty="0">
                <a:latin typeface="Times New Roman"/>
                <a:cs typeface="Times New Roman"/>
              </a:rPr>
              <a:t>phase</a:t>
            </a:r>
            <a:r>
              <a:rPr sz="1800" spc="-35" dirty="0">
                <a:latin typeface="Times New Roman"/>
                <a:cs typeface="Times New Roman"/>
              </a:rPr>
              <a:t> </a:t>
            </a:r>
            <a:r>
              <a:rPr sz="1800" dirty="0">
                <a:latin typeface="Times New Roman"/>
                <a:cs typeface="Times New Roman"/>
              </a:rPr>
              <a:t>of</a:t>
            </a:r>
            <a:r>
              <a:rPr sz="1800" spc="-30" dirty="0">
                <a:latin typeface="Times New Roman"/>
                <a:cs typeface="Times New Roman"/>
              </a:rPr>
              <a:t> </a:t>
            </a:r>
            <a:r>
              <a:rPr sz="1800" dirty="0">
                <a:latin typeface="Times New Roman"/>
                <a:cs typeface="Times New Roman"/>
              </a:rPr>
              <a:t>economic</a:t>
            </a:r>
            <a:r>
              <a:rPr sz="1800" spc="-25" dirty="0">
                <a:latin typeface="Times New Roman"/>
                <a:cs typeface="Times New Roman"/>
              </a:rPr>
              <a:t> </a:t>
            </a:r>
            <a:r>
              <a:rPr sz="1800" dirty="0">
                <a:latin typeface="Times New Roman"/>
                <a:cs typeface="Times New Roman"/>
              </a:rPr>
              <a:t>liberalization,</a:t>
            </a:r>
            <a:r>
              <a:rPr sz="1800" spc="-60" dirty="0">
                <a:latin typeface="Times New Roman"/>
                <a:cs typeface="Times New Roman"/>
              </a:rPr>
              <a:t> </a:t>
            </a:r>
            <a:r>
              <a:rPr sz="1800" dirty="0">
                <a:latin typeface="Times New Roman"/>
                <a:cs typeface="Times New Roman"/>
              </a:rPr>
              <a:t>after</a:t>
            </a:r>
            <a:r>
              <a:rPr sz="1800" spc="-35" dirty="0">
                <a:latin typeface="Times New Roman"/>
                <a:cs typeface="Times New Roman"/>
              </a:rPr>
              <a:t> </a:t>
            </a:r>
            <a:r>
              <a:rPr sz="1800" spc="-10" dirty="0">
                <a:latin typeface="Times New Roman"/>
                <a:cs typeface="Times New Roman"/>
              </a:rPr>
              <a:t>1990.</a:t>
            </a:r>
            <a:endParaRPr sz="1800">
              <a:latin typeface="Times New Roman"/>
              <a:cs typeface="Times New Roman"/>
            </a:endParaRPr>
          </a:p>
          <a:p>
            <a:pPr marL="355600" marR="5080" indent="-342900" algn="just">
              <a:lnSpc>
                <a:spcPct val="80000"/>
              </a:lnSpc>
              <a:spcBef>
                <a:spcPts val="434"/>
              </a:spcBef>
              <a:buFont typeface="Arial MT"/>
              <a:buChar char="•"/>
              <a:tabLst>
                <a:tab pos="355600" algn="l"/>
              </a:tabLst>
            </a:pPr>
            <a:r>
              <a:rPr sz="1800" dirty="0">
                <a:latin typeface="Times New Roman"/>
                <a:cs typeface="Times New Roman"/>
              </a:rPr>
              <a:t>Due</a:t>
            </a:r>
            <a:r>
              <a:rPr sz="1800" spc="165" dirty="0">
                <a:latin typeface="Times New Roman"/>
                <a:cs typeface="Times New Roman"/>
              </a:rPr>
              <a:t> </a:t>
            </a:r>
            <a:r>
              <a:rPr sz="1800" dirty="0">
                <a:latin typeface="Times New Roman"/>
                <a:cs typeface="Times New Roman"/>
              </a:rPr>
              <a:t>to</a:t>
            </a:r>
            <a:r>
              <a:rPr sz="1800" spc="150" dirty="0">
                <a:latin typeface="Times New Roman"/>
                <a:cs typeface="Times New Roman"/>
              </a:rPr>
              <a:t> </a:t>
            </a:r>
            <a:r>
              <a:rPr sz="1800" dirty="0">
                <a:latin typeface="Times New Roman"/>
                <a:cs typeface="Times New Roman"/>
              </a:rPr>
              <a:t>the</a:t>
            </a:r>
            <a:r>
              <a:rPr sz="1800" spc="160" dirty="0">
                <a:latin typeface="Times New Roman"/>
                <a:cs typeface="Times New Roman"/>
              </a:rPr>
              <a:t> </a:t>
            </a:r>
            <a:r>
              <a:rPr sz="1800" dirty="0">
                <a:latin typeface="Times New Roman"/>
                <a:cs typeface="Times New Roman"/>
              </a:rPr>
              <a:t>very</a:t>
            </a:r>
            <a:r>
              <a:rPr sz="1800" spc="160" dirty="0">
                <a:latin typeface="Times New Roman"/>
                <a:cs typeface="Times New Roman"/>
              </a:rPr>
              <a:t> </a:t>
            </a:r>
            <a:r>
              <a:rPr sz="1800" dirty="0">
                <a:latin typeface="Times New Roman"/>
                <a:cs typeface="Times New Roman"/>
              </a:rPr>
              <a:t>tough</a:t>
            </a:r>
            <a:r>
              <a:rPr sz="1800" spc="150" dirty="0">
                <a:latin typeface="Times New Roman"/>
                <a:cs typeface="Times New Roman"/>
              </a:rPr>
              <a:t> </a:t>
            </a:r>
            <a:r>
              <a:rPr sz="1800" dirty="0">
                <a:latin typeface="Times New Roman"/>
                <a:cs typeface="Times New Roman"/>
              </a:rPr>
              <a:t>competition</a:t>
            </a:r>
            <a:r>
              <a:rPr sz="1800" spc="165" dirty="0">
                <a:latin typeface="Times New Roman"/>
                <a:cs typeface="Times New Roman"/>
              </a:rPr>
              <a:t> </a:t>
            </a:r>
            <a:r>
              <a:rPr sz="1800" dirty="0">
                <a:latin typeface="Times New Roman"/>
                <a:cs typeface="Times New Roman"/>
              </a:rPr>
              <a:t>in</a:t>
            </a:r>
            <a:r>
              <a:rPr sz="1800" spc="155" dirty="0">
                <a:latin typeface="Times New Roman"/>
                <a:cs typeface="Times New Roman"/>
              </a:rPr>
              <a:t> </a:t>
            </a:r>
            <a:r>
              <a:rPr sz="1800" dirty="0">
                <a:latin typeface="Times New Roman"/>
                <a:cs typeface="Times New Roman"/>
              </a:rPr>
              <a:t>the</a:t>
            </a:r>
            <a:r>
              <a:rPr sz="1800" spc="160" dirty="0">
                <a:latin typeface="Times New Roman"/>
                <a:cs typeface="Times New Roman"/>
              </a:rPr>
              <a:t> </a:t>
            </a:r>
            <a:r>
              <a:rPr sz="1800" dirty="0">
                <a:latin typeface="Times New Roman"/>
                <a:cs typeface="Times New Roman"/>
              </a:rPr>
              <a:t>market</a:t>
            </a:r>
            <a:r>
              <a:rPr sz="1800" spc="170" dirty="0">
                <a:latin typeface="Times New Roman"/>
                <a:cs typeface="Times New Roman"/>
              </a:rPr>
              <a:t> </a:t>
            </a:r>
            <a:r>
              <a:rPr sz="1800" dirty="0">
                <a:latin typeface="Times New Roman"/>
                <a:cs typeface="Times New Roman"/>
              </a:rPr>
              <a:t>of</a:t>
            </a:r>
            <a:r>
              <a:rPr sz="1800" spc="165" dirty="0">
                <a:latin typeface="Times New Roman"/>
                <a:cs typeface="Times New Roman"/>
              </a:rPr>
              <a:t> </a:t>
            </a:r>
            <a:r>
              <a:rPr sz="1800" dirty="0">
                <a:latin typeface="Times New Roman"/>
                <a:cs typeface="Times New Roman"/>
              </a:rPr>
              <a:t>brands,</a:t>
            </a:r>
            <a:r>
              <a:rPr sz="1800" spc="165" dirty="0">
                <a:latin typeface="Times New Roman"/>
                <a:cs typeface="Times New Roman"/>
              </a:rPr>
              <a:t> </a:t>
            </a:r>
            <a:r>
              <a:rPr sz="1800" dirty="0">
                <a:latin typeface="Times New Roman"/>
                <a:cs typeface="Times New Roman"/>
              </a:rPr>
              <a:t>quality,</a:t>
            </a:r>
            <a:r>
              <a:rPr sz="1800" spc="170" dirty="0">
                <a:latin typeface="Times New Roman"/>
                <a:cs typeface="Times New Roman"/>
              </a:rPr>
              <a:t> </a:t>
            </a:r>
            <a:r>
              <a:rPr sz="1800" dirty="0">
                <a:latin typeface="Times New Roman"/>
                <a:cs typeface="Times New Roman"/>
              </a:rPr>
              <a:t>price,</a:t>
            </a:r>
            <a:r>
              <a:rPr sz="1800" spc="160" dirty="0">
                <a:latin typeface="Times New Roman"/>
                <a:cs typeface="Times New Roman"/>
              </a:rPr>
              <a:t> </a:t>
            </a:r>
            <a:r>
              <a:rPr sz="1800" dirty="0">
                <a:latin typeface="Times New Roman"/>
                <a:cs typeface="Times New Roman"/>
              </a:rPr>
              <a:t>and</a:t>
            </a:r>
            <a:r>
              <a:rPr sz="1800" spc="165" dirty="0">
                <a:latin typeface="Times New Roman"/>
                <a:cs typeface="Times New Roman"/>
              </a:rPr>
              <a:t> </a:t>
            </a:r>
            <a:r>
              <a:rPr sz="1800" spc="-10" dirty="0">
                <a:latin typeface="Times New Roman"/>
                <a:cs typeface="Times New Roman"/>
              </a:rPr>
              <a:t>facilities </a:t>
            </a:r>
            <a:r>
              <a:rPr sz="1800" dirty="0">
                <a:latin typeface="Times New Roman"/>
                <a:cs typeface="Times New Roman"/>
              </a:rPr>
              <a:t>accessible</a:t>
            </a:r>
            <a:r>
              <a:rPr sz="1800" spc="5" dirty="0">
                <a:latin typeface="Times New Roman"/>
                <a:cs typeface="Times New Roman"/>
              </a:rPr>
              <a:t> </a:t>
            </a:r>
            <a:r>
              <a:rPr sz="1800" dirty="0">
                <a:latin typeface="Times New Roman"/>
                <a:cs typeface="Times New Roman"/>
              </a:rPr>
              <a:t>between</a:t>
            </a:r>
            <a:r>
              <a:rPr sz="1800" spc="10" dirty="0">
                <a:latin typeface="Times New Roman"/>
                <a:cs typeface="Times New Roman"/>
              </a:rPr>
              <a:t> </a:t>
            </a:r>
            <a:r>
              <a:rPr sz="1800" dirty="0">
                <a:latin typeface="Times New Roman"/>
                <a:cs typeface="Times New Roman"/>
              </a:rPr>
              <a:t>the various</a:t>
            </a:r>
            <a:r>
              <a:rPr sz="1800" spc="5" dirty="0">
                <a:latin typeface="Times New Roman"/>
                <a:cs typeface="Times New Roman"/>
              </a:rPr>
              <a:t> </a:t>
            </a:r>
            <a:r>
              <a:rPr sz="1800" dirty="0">
                <a:latin typeface="Times New Roman"/>
                <a:cs typeface="Times New Roman"/>
              </a:rPr>
              <a:t>Indian</a:t>
            </a:r>
            <a:r>
              <a:rPr sz="1800" spc="5" dirty="0">
                <a:latin typeface="Times New Roman"/>
                <a:cs typeface="Times New Roman"/>
              </a:rPr>
              <a:t> </a:t>
            </a:r>
            <a:r>
              <a:rPr sz="1800" dirty="0">
                <a:latin typeface="Times New Roman"/>
                <a:cs typeface="Times New Roman"/>
              </a:rPr>
              <a:t>and</a:t>
            </a:r>
            <a:r>
              <a:rPr sz="1800" spc="-5" dirty="0">
                <a:latin typeface="Times New Roman"/>
                <a:cs typeface="Times New Roman"/>
              </a:rPr>
              <a:t> </a:t>
            </a:r>
            <a:r>
              <a:rPr sz="1800" dirty="0">
                <a:latin typeface="Times New Roman"/>
                <a:cs typeface="Times New Roman"/>
              </a:rPr>
              <a:t>Foreign</a:t>
            </a:r>
            <a:r>
              <a:rPr sz="1800" spc="5" dirty="0">
                <a:latin typeface="Times New Roman"/>
                <a:cs typeface="Times New Roman"/>
              </a:rPr>
              <a:t> </a:t>
            </a:r>
            <a:r>
              <a:rPr sz="1800" dirty="0">
                <a:latin typeface="Times New Roman"/>
                <a:cs typeface="Times New Roman"/>
              </a:rPr>
              <a:t>companies,</a:t>
            </a:r>
            <a:r>
              <a:rPr sz="1800" spc="-5" dirty="0">
                <a:latin typeface="Times New Roman"/>
                <a:cs typeface="Times New Roman"/>
              </a:rPr>
              <a:t> </a:t>
            </a:r>
            <a:r>
              <a:rPr sz="1800" dirty="0">
                <a:latin typeface="Times New Roman"/>
                <a:cs typeface="Times New Roman"/>
              </a:rPr>
              <a:t>many</a:t>
            </a:r>
            <a:r>
              <a:rPr sz="1800" spc="15" dirty="0">
                <a:latin typeface="Times New Roman"/>
                <a:cs typeface="Times New Roman"/>
              </a:rPr>
              <a:t> </a:t>
            </a:r>
            <a:r>
              <a:rPr sz="1800" dirty="0">
                <a:latin typeface="Times New Roman"/>
                <a:cs typeface="Times New Roman"/>
              </a:rPr>
              <a:t>electronic</a:t>
            </a:r>
            <a:r>
              <a:rPr sz="1800" spc="15" dirty="0">
                <a:latin typeface="Times New Roman"/>
                <a:cs typeface="Times New Roman"/>
              </a:rPr>
              <a:t> </a:t>
            </a:r>
            <a:r>
              <a:rPr sz="1800" spc="-10" dirty="0">
                <a:latin typeface="Times New Roman"/>
                <a:cs typeface="Times New Roman"/>
              </a:rPr>
              <a:t>industries </a:t>
            </a:r>
            <a:r>
              <a:rPr sz="1800" dirty="0">
                <a:latin typeface="Times New Roman"/>
                <a:cs typeface="Times New Roman"/>
              </a:rPr>
              <a:t>raised</a:t>
            </a:r>
            <a:r>
              <a:rPr sz="1800" spc="-25" dirty="0">
                <a:latin typeface="Times New Roman"/>
                <a:cs typeface="Times New Roman"/>
              </a:rPr>
              <a:t> </a:t>
            </a:r>
            <a:r>
              <a:rPr sz="1800" dirty="0">
                <a:latin typeface="Times New Roman"/>
                <a:cs typeface="Times New Roman"/>
              </a:rPr>
              <a:t>in</a:t>
            </a:r>
            <a:r>
              <a:rPr sz="1800" spc="-30" dirty="0">
                <a:latin typeface="Times New Roman"/>
                <a:cs typeface="Times New Roman"/>
              </a:rPr>
              <a:t> </a:t>
            </a:r>
            <a:r>
              <a:rPr sz="1800" spc="-10" dirty="0">
                <a:latin typeface="Times New Roman"/>
                <a:cs typeface="Times New Roman"/>
              </a:rPr>
              <a:t>India.</a:t>
            </a:r>
            <a:endParaRPr sz="1800">
              <a:latin typeface="Times New Roman"/>
              <a:cs typeface="Times New Roman"/>
            </a:endParaRPr>
          </a:p>
          <a:p>
            <a:pPr marL="355600" marR="5715" indent="-342900" algn="just">
              <a:lnSpc>
                <a:spcPct val="80000"/>
              </a:lnSpc>
              <a:spcBef>
                <a:spcPts val="434"/>
              </a:spcBef>
              <a:buFont typeface="Arial MT"/>
              <a:buChar char="•"/>
              <a:tabLst>
                <a:tab pos="355600" algn="l"/>
              </a:tabLst>
            </a:pPr>
            <a:r>
              <a:rPr sz="1800" dirty="0">
                <a:latin typeface="Times New Roman"/>
                <a:cs typeface="Times New Roman"/>
              </a:rPr>
              <a:t>Further,</a:t>
            </a:r>
            <a:r>
              <a:rPr sz="1800" spc="150" dirty="0">
                <a:latin typeface="Times New Roman"/>
                <a:cs typeface="Times New Roman"/>
              </a:rPr>
              <a:t> </a:t>
            </a:r>
            <a:r>
              <a:rPr sz="1800" dirty="0">
                <a:latin typeface="Times New Roman"/>
                <a:cs typeface="Times New Roman"/>
              </a:rPr>
              <a:t>due</a:t>
            </a:r>
            <a:r>
              <a:rPr sz="1800" spc="140" dirty="0">
                <a:latin typeface="Times New Roman"/>
                <a:cs typeface="Times New Roman"/>
              </a:rPr>
              <a:t> </a:t>
            </a:r>
            <a:r>
              <a:rPr sz="1800" dirty="0">
                <a:latin typeface="Times New Roman"/>
                <a:cs typeface="Times New Roman"/>
              </a:rPr>
              <a:t>to</a:t>
            </a:r>
            <a:r>
              <a:rPr sz="1800" spc="140" dirty="0">
                <a:latin typeface="Times New Roman"/>
                <a:cs typeface="Times New Roman"/>
              </a:rPr>
              <a:t> </a:t>
            </a:r>
            <a:r>
              <a:rPr sz="1800" dirty="0">
                <a:latin typeface="Times New Roman"/>
                <a:cs typeface="Times New Roman"/>
              </a:rPr>
              <a:t>infrastructure</a:t>
            </a:r>
            <a:r>
              <a:rPr sz="1800" spc="150" dirty="0">
                <a:latin typeface="Times New Roman"/>
                <a:cs typeface="Times New Roman"/>
              </a:rPr>
              <a:t> </a:t>
            </a:r>
            <a:r>
              <a:rPr sz="1800" dirty="0">
                <a:latin typeface="Times New Roman"/>
                <a:cs typeface="Times New Roman"/>
              </a:rPr>
              <a:t>improvements</a:t>
            </a:r>
            <a:r>
              <a:rPr sz="1800" spc="150" dirty="0">
                <a:latin typeface="Times New Roman"/>
                <a:cs typeface="Times New Roman"/>
              </a:rPr>
              <a:t> </a:t>
            </a:r>
            <a:r>
              <a:rPr sz="1800" dirty="0">
                <a:latin typeface="Times New Roman"/>
                <a:cs typeface="Times New Roman"/>
              </a:rPr>
              <a:t>and</a:t>
            </a:r>
            <a:r>
              <a:rPr sz="1800" spc="140" dirty="0">
                <a:latin typeface="Times New Roman"/>
                <a:cs typeface="Times New Roman"/>
              </a:rPr>
              <a:t> </a:t>
            </a:r>
            <a:r>
              <a:rPr sz="1800" spc="-10" dirty="0">
                <a:latin typeface="Times New Roman"/>
                <a:cs typeface="Times New Roman"/>
              </a:rPr>
              <a:t>e-</a:t>
            </a:r>
            <a:r>
              <a:rPr sz="1800" dirty="0">
                <a:latin typeface="Times New Roman"/>
                <a:cs typeface="Times New Roman"/>
              </a:rPr>
              <a:t>governance,</a:t>
            </a:r>
            <a:r>
              <a:rPr sz="1800" spc="160" dirty="0">
                <a:latin typeface="Times New Roman"/>
                <a:cs typeface="Times New Roman"/>
              </a:rPr>
              <a:t> </a:t>
            </a:r>
            <a:r>
              <a:rPr sz="1800" dirty="0">
                <a:latin typeface="Times New Roman"/>
                <a:cs typeface="Times New Roman"/>
              </a:rPr>
              <a:t>IT</a:t>
            </a:r>
            <a:r>
              <a:rPr sz="1800" spc="114" dirty="0">
                <a:latin typeface="Times New Roman"/>
                <a:cs typeface="Times New Roman"/>
              </a:rPr>
              <a:t> </a:t>
            </a:r>
            <a:r>
              <a:rPr sz="1800" dirty="0">
                <a:latin typeface="Times New Roman"/>
                <a:cs typeface="Times New Roman"/>
              </a:rPr>
              <a:t>revolution</a:t>
            </a:r>
            <a:r>
              <a:rPr sz="1800" spc="145" dirty="0">
                <a:latin typeface="Times New Roman"/>
                <a:cs typeface="Times New Roman"/>
              </a:rPr>
              <a:t> </a:t>
            </a:r>
            <a:r>
              <a:rPr sz="1800" dirty="0">
                <a:latin typeface="Times New Roman"/>
                <a:cs typeface="Times New Roman"/>
              </a:rPr>
              <a:t>in</a:t>
            </a:r>
            <a:r>
              <a:rPr sz="1800" spc="135" dirty="0">
                <a:latin typeface="Times New Roman"/>
                <a:cs typeface="Times New Roman"/>
              </a:rPr>
              <a:t> </a:t>
            </a:r>
            <a:r>
              <a:rPr sz="1800" dirty="0">
                <a:latin typeface="Times New Roman"/>
                <a:cs typeface="Times New Roman"/>
              </a:rPr>
              <a:t>India</a:t>
            </a:r>
            <a:r>
              <a:rPr sz="1800" spc="150" dirty="0">
                <a:latin typeface="Times New Roman"/>
                <a:cs typeface="Times New Roman"/>
              </a:rPr>
              <a:t> </a:t>
            </a:r>
            <a:r>
              <a:rPr sz="1800" spc="-25" dirty="0">
                <a:latin typeface="Times New Roman"/>
                <a:cs typeface="Times New Roman"/>
              </a:rPr>
              <a:t>is </a:t>
            </a:r>
            <a:r>
              <a:rPr sz="1800" dirty="0">
                <a:latin typeface="Times New Roman"/>
                <a:cs typeface="Times New Roman"/>
              </a:rPr>
              <a:t>marked</a:t>
            </a:r>
            <a:r>
              <a:rPr sz="1800" spc="-35" dirty="0">
                <a:latin typeface="Times New Roman"/>
                <a:cs typeface="Times New Roman"/>
              </a:rPr>
              <a:t> </a:t>
            </a:r>
            <a:r>
              <a:rPr sz="1800" dirty="0">
                <a:latin typeface="Times New Roman"/>
                <a:cs typeface="Times New Roman"/>
              </a:rPr>
              <a:t>by</a:t>
            </a:r>
            <a:r>
              <a:rPr sz="1800" spc="-15" dirty="0">
                <a:latin typeface="Times New Roman"/>
                <a:cs typeface="Times New Roman"/>
              </a:rPr>
              <a:t> </a:t>
            </a:r>
            <a:r>
              <a:rPr sz="1800" dirty="0">
                <a:latin typeface="Times New Roman"/>
                <a:cs typeface="Times New Roman"/>
              </a:rPr>
              <a:t>the</a:t>
            </a:r>
            <a:r>
              <a:rPr sz="1800" spc="-25" dirty="0">
                <a:latin typeface="Times New Roman"/>
                <a:cs typeface="Times New Roman"/>
              </a:rPr>
              <a:t> </a:t>
            </a:r>
            <a:r>
              <a:rPr sz="1800" dirty="0">
                <a:latin typeface="Times New Roman"/>
                <a:cs typeface="Times New Roman"/>
              </a:rPr>
              <a:t>application</a:t>
            </a:r>
            <a:r>
              <a:rPr sz="1800" spc="-45" dirty="0">
                <a:latin typeface="Times New Roman"/>
                <a:cs typeface="Times New Roman"/>
              </a:rPr>
              <a:t> </a:t>
            </a:r>
            <a:r>
              <a:rPr sz="1800" dirty="0">
                <a:latin typeface="Times New Roman"/>
                <a:cs typeface="Times New Roman"/>
              </a:rPr>
              <a:t>of</a:t>
            </a:r>
            <a:r>
              <a:rPr sz="1800" spc="-15" dirty="0">
                <a:latin typeface="Times New Roman"/>
                <a:cs typeface="Times New Roman"/>
              </a:rPr>
              <a:t> </a:t>
            </a:r>
            <a:r>
              <a:rPr sz="1800" dirty="0">
                <a:latin typeface="Times New Roman"/>
                <a:cs typeface="Times New Roman"/>
              </a:rPr>
              <a:t>information</a:t>
            </a:r>
            <a:r>
              <a:rPr sz="1800" spc="-40" dirty="0">
                <a:latin typeface="Times New Roman"/>
                <a:cs typeface="Times New Roman"/>
              </a:rPr>
              <a:t> </a:t>
            </a:r>
            <a:r>
              <a:rPr sz="1800" dirty="0">
                <a:latin typeface="Times New Roman"/>
                <a:cs typeface="Times New Roman"/>
              </a:rPr>
              <a:t>technology</a:t>
            </a:r>
            <a:r>
              <a:rPr sz="1800" spc="-30" dirty="0">
                <a:latin typeface="Times New Roman"/>
                <a:cs typeface="Times New Roman"/>
              </a:rPr>
              <a:t> </a:t>
            </a:r>
            <a:r>
              <a:rPr sz="1800" dirty="0">
                <a:latin typeface="Times New Roman"/>
                <a:cs typeface="Times New Roman"/>
              </a:rPr>
              <a:t>in</a:t>
            </a:r>
            <a:r>
              <a:rPr sz="1800" spc="-30" dirty="0">
                <a:latin typeface="Times New Roman"/>
                <a:cs typeface="Times New Roman"/>
              </a:rPr>
              <a:t> </a:t>
            </a:r>
            <a:r>
              <a:rPr sz="1800" dirty="0">
                <a:latin typeface="Times New Roman"/>
                <a:cs typeface="Times New Roman"/>
              </a:rPr>
              <a:t>a</a:t>
            </a:r>
            <a:r>
              <a:rPr sz="1800" spc="-25" dirty="0">
                <a:latin typeface="Times New Roman"/>
                <a:cs typeface="Times New Roman"/>
              </a:rPr>
              <a:t> </a:t>
            </a:r>
            <a:r>
              <a:rPr sz="1800" dirty="0">
                <a:latin typeface="Times New Roman"/>
                <a:cs typeface="Times New Roman"/>
              </a:rPr>
              <a:t>big</a:t>
            </a:r>
            <a:r>
              <a:rPr sz="1800" spc="-30" dirty="0">
                <a:latin typeface="Times New Roman"/>
                <a:cs typeface="Times New Roman"/>
              </a:rPr>
              <a:t> </a:t>
            </a:r>
            <a:r>
              <a:rPr sz="1800" dirty="0">
                <a:latin typeface="Times New Roman"/>
                <a:cs typeface="Times New Roman"/>
              </a:rPr>
              <a:t>way</a:t>
            </a:r>
            <a:r>
              <a:rPr sz="1800" spc="-15" dirty="0">
                <a:latin typeface="Times New Roman"/>
                <a:cs typeface="Times New Roman"/>
              </a:rPr>
              <a:t> </a:t>
            </a:r>
            <a:r>
              <a:rPr sz="1800" dirty="0">
                <a:latin typeface="Times New Roman"/>
                <a:cs typeface="Times New Roman"/>
              </a:rPr>
              <a:t>in</a:t>
            </a:r>
            <a:r>
              <a:rPr sz="1800" spc="-30" dirty="0">
                <a:latin typeface="Times New Roman"/>
                <a:cs typeface="Times New Roman"/>
              </a:rPr>
              <a:t> </a:t>
            </a:r>
            <a:r>
              <a:rPr sz="1800" dirty="0">
                <a:latin typeface="Times New Roman"/>
                <a:cs typeface="Times New Roman"/>
              </a:rPr>
              <a:t>all</a:t>
            </a:r>
            <a:r>
              <a:rPr sz="1800" spc="-30" dirty="0">
                <a:latin typeface="Times New Roman"/>
                <a:cs typeface="Times New Roman"/>
              </a:rPr>
              <a:t> </a:t>
            </a:r>
            <a:r>
              <a:rPr sz="1800" spc="-10" dirty="0">
                <a:latin typeface="Times New Roman"/>
                <a:cs typeface="Times New Roman"/>
              </a:rPr>
              <a:t>zones.</a:t>
            </a:r>
            <a:endParaRPr sz="1800">
              <a:latin typeface="Times New Roman"/>
              <a:cs typeface="Times New Roman"/>
            </a:endParaRPr>
          </a:p>
          <a:p>
            <a:pPr marL="355600" marR="5715" indent="-342900" algn="just">
              <a:lnSpc>
                <a:spcPct val="80000"/>
              </a:lnSpc>
              <a:spcBef>
                <a:spcPts val="430"/>
              </a:spcBef>
              <a:buFont typeface="Arial MT"/>
              <a:buChar char="•"/>
              <a:tabLst>
                <a:tab pos="355600" algn="l"/>
              </a:tabLst>
            </a:pPr>
            <a:r>
              <a:rPr sz="1800" dirty="0">
                <a:latin typeface="Times New Roman"/>
                <a:cs typeface="Times New Roman"/>
              </a:rPr>
              <a:t>According</a:t>
            </a:r>
            <a:r>
              <a:rPr sz="1800" spc="130" dirty="0">
                <a:latin typeface="Times New Roman"/>
                <a:cs typeface="Times New Roman"/>
              </a:rPr>
              <a:t> </a:t>
            </a:r>
            <a:r>
              <a:rPr sz="1800" dirty="0">
                <a:latin typeface="Times New Roman"/>
                <a:cs typeface="Times New Roman"/>
              </a:rPr>
              <a:t>to</a:t>
            </a:r>
            <a:r>
              <a:rPr sz="1800" spc="110" dirty="0">
                <a:latin typeface="Times New Roman"/>
                <a:cs typeface="Times New Roman"/>
              </a:rPr>
              <a:t> </a:t>
            </a:r>
            <a:r>
              <a:rPr sz="1800" dirty="0">
                <a:latin typeface="Times New Roman"/>
                <a:cs typeface="Times New Roman"/>
              </a:rPr>
              <a:t>UNU</a:t>
            </a:r>
            <a:r>
              <a:rPr sz="1800" spc="120" dirty="0">
                <a:latin typeface="Times New Roman"/>
                <a:cs typeface="Times New Roman"/>
              </a:rPr>
              <a:t> </a:t>
            </a:r>
            <a:r>
              <a:rPr sz="1800" dirty="0">
                <a:latin typeface="Times New Roman"/>
                <a:cs typeface="Times New Roman"/>
              </a:rPr>
              <a:t>reports,</a:t>
            </a:r>
            <a:r>
              <a:rPr sz="1800" spc="135" dirty="0">
                <a:latin typeface="Times New Roman"/>
                <a:cs typeface="Times New Roman"/>
              </a:rPr>
              <a:t> </a:t>
            </a:r>
            <a:r>
              <a:rPr sz="1800" dirty="0">
                <a:latin typeface="Times New Roman"/>
                <a:cs typeface="Times New Roman"/>
              </a:rPr>
              <a:t>in</a:t>
            </a:r>
            <a:r>
              <a:rPr sz="1800" spc="114" dirty="0">
                <a:latin typeface="Times New Roman"/>
                <a:cs typeface="Times New Roman"/>
              </a:rPr>
              <a:t> </a:t>
            </a:r>
            <a:r>
              <a:rPr sz="1800" dirty="0">
                <a:latin typeface="Times New Roman"/>
                <a:cs typeface="Times New Roman"/>
              </a:rPr>
              <a:t>2014</a:t>
            </a:r>
            <a:r>
              <a:rPr sz="1800" spc="125" dirty="0">
                <a:latin typeface="Times New Roman"/>
                <a:cs typeface="Times New Roman"/>
              </a:rPr>
              <a:t> </a:t>
            </a:r>
            <a:r>
              <a:rPr sz="1800" dirty="0">
                <a:latin typeface="Times New Roman"/>
                <a:cs typeface="Times New Roman"/>
              </a:rPr>
              <a:t>India</a:t>
            </a:r>
            <a:r>
              <a:rPr sz="1800" spc="130" dirty="0">
                <a:latin typeface="Times New Roman"/>
                <a:cs typeface="Times New Roman"/>
              </a:rPr>
              <a:t> </a:t>
            </a:r>
            <a:r>
              <a:rPr sz="1800" dirty="0">
                <a:latin typeface="Times New Roman"/>
                <a:cs typeface="Times New Roman"/>
              </a:rPr>
              <a:t>has</a:t>
            </a:r>
            <a:r>
              <a:rPr sz="1800" spc="125" dirty="0">
                <a:latin typeface="Times New Roman"/>
                <a:cs typeface="Times New Roman"/>
              </a:rPr>
              <a:t> </a:t>
            </a:r>
            <a:r>
              <a:rPr sz="1800" dirty="0">
                <a:latin typeface="Times New Roman"/>
                <a:cs typeface="Times New Roman"/>
              </a:rPr>
              <a:t>discarded</a:t>
            </a:r>
            <a:r>
              <a:rPr sz="1800" spc="130" dirty="0">
                <a:latin typeface="Times New Roman"/>
                <a:cs typeface="Times New Roman"/>
              </a:rPr>
              <a:t> </a:t>
            </a:r>
            <a:r>
              <a:rPr sz="1800" dirty="0">
                <a:latin typeface="Times New Roman"/>
                <a:cs typeface="Times New Roman"/>
              </a:rPr>
              <a:t>1.7</a:t>
            </a:r>
            <a:r>
              <a:rPr sz="1800" spc="125" dirty="0">
                <a:latin typeface="Times New Roman"/>
                <a:cs typeface="Times New Roman"/>
              </a:rPr>
              <a:t> </a:t>
            </a:r>
            <a:r>
              <a:rPr sz="1800" dirty="0">
                <a:latin typeface="Times New Roman"/>
                <a:cs typeface="Times New Roman"/>
              </a:rPr>
              <a:t>million</a:t>
            </a:r>
            <a:r>
              <a:rPr sz="1800" spc="130" dirty="0">
                <a:latin typeface="Times New Roman"/>
                <a:cs typeface="Times New Roman"/>
              </a:rPr>
              <a:t> </a:t>
            </a:r>
            <a:r>
              <a:rPr sz="1800" dirty="0">
                <a:latin typeface="Times New Roman"/>
                <a:cs typeface="Times New Roman"/>
              </a:rPr>
              <a:t>tonnes</a:t>
            </a:r>
            <a:r>
              <a:rPr sz="1800" spc="130" dirty="0">
                <a:latin typeface="Times New Roman"/>
                <a:cs typeface="Times New Roman"/>
              </a:rPr>
              <a:t> </a:t>
            </a:r>
            <a:r>
              <a:rPr sz="1800" dirty="0">
                <a:latin typeface="Times New Roman"/>
                <a:cs typeface="Times New Roman"/>
              </a:rPr>
              <a:t>of</a:t>
            </a:r>
            <a:r>
              <a:rPr sz="1800" spc="110" dirty="0">
                <a:latin typeface="Times New Roman"/>
                <a:cs typeface="Times New Roman"/>
              </a:rPr>
              <a:t> </a:t>
            </a:r>
            <a:r>
              <a:rPr sz="1800" spc="-10" dirty="0">
                <a:latin typeface="Times New Roman"/>
                <a:cs typeface="Times New Roman"/>
              </a:rPr>
              <a:t>electronic </a:t>
            </a:r>
            <a:r>
              <a:rPr sz="1800" dirty="0">
                <a:latin typeface="Times New Roman"/>
                <a:cs typeface="Times New Roman"/>
              </a:rPr>
              <a:t>and</a:t>
            </a:r>
            <a:r>
              <a:rPr sz="1800" spc="-40" dirty="0">
                <a:latin typeface="Times New Roman"/>
                <a:cs typeface="Times New Roman"/>
              </a:rPr>
              <a:t> </a:t>
            </a:r>
            <a:r>
              <a:rPr sz="1800" dirty="0">
                <a:latin typeface="Times New Roman"/>
                <a:cs typeface="Times New Roman"/>
              </a:rPr>
              <a:t>electrical</a:t>
            </a:r>
            <a:r>
              <a:rPr sz="1800" spc="-50" dirty="0">
                <a:latin typeface="Times New Roman"/>
                <a:cs typeface="Times New Roman"/>
              </a:rPr>
              <a:t> </a:t>
            </a:r>
            <a:r>
              <a:rPr sz="1800" spc="-10" dirty="0">
                <a:latin typeface="Times New Roman"/>
                <a:cs typeface="Times New Roman"/>
              </a:rPr>
              <a:t>equipment.</a:t>
            </a:r>
            <a:endParaRPr sz="1800">
              <a:latin typeface="Times New Roman"/>
              <a:cs typeface="Times New Roman"/>
            </a:endParaRPr>
          </a:p>
          <a:p>
            <a:pPr marL="355600" marR="5715" indent="-342900" algn="just">
              <a:lnSpc>
                <a:spcPct val="80000"/>
              </a:lnSpc>
              <a:spcBef>
                <a:spcPts val="434"/>
              </a:spcBef>
              <a:buFont typeface="Arial MT"/>
              <a:buChar char="•"/>
              <a:tabLst>
                <a:tab pos="355600" algn="l"/>
              </a:tabLst>
            </a:pPr>
            <a:r>
              <a:rPr sz="1800" dirty="0">
                <a:latin typeface="Times New Roman"/>
                <a:cs typeface="Times New Roman"/>
              </a:rPr>
              <a:t>Through</a:t>
            </a:r>
            <a:r>
              <a:rPr sz="1800" spc="409" dirty="0">
                <a:latin typeface="Times New Roman"/>
                <a:cs typeface="Times New Roman"/>
              </a:rPr>
              <a:t> </a:t>
            </a:r>
            <a:r>
              <a:rPr sz="1800" dirty="0">
                <a:latin typeface="Times New Roman"/>
                <a:cs typeface="Times New Roman"/>
              </a:rPr>
              <a:t>inappropriate</a:t>
            </a:r>
            <a:r>
              <a:rPr sz="1800" spc="415" dirty="0">
                <a:latin typeface="Times New Roman"/>
                <a:cs typeface="Times New Roman"/>
              </a:rPr>
              <a:t> </a:t>
            </a:r>
            <a:r>
              <a:rPr sz="1800" dirty="0">
                <a:latin typeface="Times New Roman"/>
                <a:cs typeface="Times New Roman"/>
              </a:rPr>
              <a:t>methods</a:t>
            </a:r>
            <a:r>
              <a:rPr sz="1800" spc="400" dirty="0">
                <a:latin typeface="Times New Roman"/>
                <a:cs typeface="Times New Roman"/>
              </a:rPr>
              <a:t> </a:t>
            </a:r>
            <a:r>
              <a:rPr sz="1800" dirty="0">
                <a:latin typeface="Times New Roman"/>
                <a:cs typeface="Times New Roman"/>
              </a:rPr>
              <a:t>of</a:t>
            </a:r>
            <a:r>
              <a:rPr sz="1800" spc="400" dirty="0">
                <a:latin typeface="Times New Roman"/>
                <a:cs typeface="Times New Roman"/>
              </a:rPr>
              <a:t> </a:t>
            </a:r>
            <a:r>
              <a:rPr sz="1800" spc="-10" dirty="0">
                <a:latin typeface="Times New Roman"/>
                <a:cs typeface="Times New Roman"/>
              </a:rPr>
              <a:t>E-</a:t>
            </a:r>
            <a:r>
              <a:rPr sz="1800" dirty="0">
                <a:latin typeface="Times New Roman"/>
                <a:cs typeface="Times New Roman"/>
              </a:rPr>
              <a:t>waste</a:t>
            </a:r>
            <a:r>
              <a:rPr sz="1800" spc="405" dirty="0">
                <a:latin typeface="Times New Roman"/>
                <a:cs typeface="Times New Roman"/>
              </a:rPr>
              <a:t> </a:t>
            </a:r>
            <a:r>
              <a:rPr sz="1800" dirty="0">
                <a:latin typeface="Times New Roman"/>
                <a:cs typeface="Times New Roman"/>
              </a:rPr>
              <a:t>disposal,</a:t>
            </a:r>
            <a:r>
              <a:rPr sz="1800" spc="420" dirty="0">
                <a:latin typeface="Times New Roman"/>
                <a:cs typeface="Times New Roman"/>
              </a:rPr>
              <a:t> </a:t>
            </a:r>
            <a:r>
              <a:rPr sz="1800" dirty="0">
                <a:latin typeface="Times New Roman"/>
                <a:cs typeface="Times New Roman"/>
              </a:rPr>
              <a:t>massive</a:t>
            </a:r>
            <a:r>
              <a:rPr sz="1800" spc="405" dirty="0">
                <a:latin typeface="Times New Roman"/>
                <a:cs typeface="Times New Roman"/>
              </a:rPr>
              <a:t> </a:t>
            </a:r>
            <a:r>
              <a:rPr sz="1800" dirty="0">
                <a:latin typeface="Times New Roman"/>
                <a:cs typeface="Times New Roman"/>
              </a:rPr>
              <a:t>volumes</a:t>
            </a:r>
            <a:r>
              <a:rPr sz="1800" spc="409" dirty="0">
                <a:latin typeface="Times New Roman"/>
                <a:cs typeface="Times New Roman"/>
              </a:rPr>
              <a:t> </a:t>
            </a:r>
            <a:r>
              <a:rPr sz="1800" dirty="0">
                <a:latin typeface="Times New Roman"/>
                <a:cs typeface="Times New Roman"/>
              </a:rPr>
              <a:t>of</a:t>
            </a:r>
            <a:r>
              <a:rPr sz="1800" spc="400" dirty="0">
                <a:latin typeface="Times New Roman"/>
                <a:cs typeface="Times New Roman"/>
              </a:rPr>
              <a:t> </a:t>
            </a:r>
            <a:r>
              <a:rPr sz="1800" spc="-25" dirty="0">
                <a:latin typeface="Times New Roman"/>
                <a:cs typeface="Times New Roman"/>
              </a:rPr>
              <a:t>E-</a:t>
            </a:r>
            <a:r>
              <a:rPr sz="1800" dirty="0">
                <a:latin typeface="Times New Roman"/>
                <a:cs typeface="Times New Roman"/>
              </a:rPr>
              <a:t>waste</a:t>
            </a:r>
            <a:r>
              <a:rPr sz="1800" spc="405" dirty="0">
                <a:latin typeface="Times New Roman"/>
                <a:cs typeface="Times New Roman"/>
              </a:rPr>
              <a:t> </a:t>
            </a:r>
            <a:r>
              <a:rPr sz="1800" spc="-25" dirty="0">
                <a:latin typeface="Times New Roman"/>
                <a:cs typeface="Times New Roman"/>
              </a:rPr>
              <a:t>is </a:t>
            </a:r>
            <a:r>
              <a:rPr sz="1800" dirty="0">
                <a:latin typeface="Times New Roman"/>
                <a:cs typeface="Times New Roman"/>
              </a:rPr>
              <a:t>potentially</a:t>
            </a:r>
            <a:r>
              <a:rPr sz="1800" spc="55" dirty="0">
                <a:latin typeface="Times New Roman"/>
                <a:cs typeface="Times New Roman"/>
              </a:rPr>
              <a:t>  </a:t>
            </a:r>
            <a:r>
              <a:rPr sz="1800" dirty="0">
                <a:latin typeface="Times New Roman"/>
                <a:cs typeface="Times New Roman"/>
              </a:rPr>
              <a:t>collected</a:t>
            </a:r>
            <a:r>
              <a:rPr sz="1800" spc="55" dirty="0">
                <a:latin typeface="Times New Roman"/>
                <a:cs typeface="Times New Roman"/>
              </a:rPr>
              <a:t>  </a:t>
            </a:r>
            <a:r>
              <a:rPr sz="1800" dirty="0">
                <a:latin typeface="Times New Roman"/>
                <a:cs typeface="Times New Roman"/>
              </a:rPr>
              <a:t>by</a:t>
            </a:r>
            <a:r>
              <a:rPr sz="1800" spc="55" dirty="0">
                <a:latin typeface="Times New Roman"/>
                <a:cs typeface="Times New Roman"/>
              </a:rPr>
              <a:t>  </a:t>
            </a:r>
            <a:r>
              <a:rPr sz="1800" dirty="0">
                <a:latin typeface="Times New Roman"/>
                <a:cs typeface="Times New Roman"/>
              </a:rPr>
              <a:t>the</a:t>
            </a:r>
            <a:r>
              <a:rPr sz="1800" spc="50" dirty="0">
                <a:latin typeface="Times New Roman"/>
                <a:cs typeface="Times New Roman"/>
              </a:rPr>
              <a:t>  </a:t>
            </a:r>
            <a:r>
              <a:rPr sz="1800" dirty="0">
                <a:latin typeface="Times New Roman"/>
                <a:cs typeface="Times New Roman"/>
              </a:rPr>
              <a:t>informal</a:t>
            </a:r>
            <a:r>
              <a:rPr sz="1800" spc="60" dirty="0">
                <a:latin typeface="Times New Roman"/>
                <a:cs typeface="Times New Roman"/>
              </a:rPr>
              <a:t>  </a:t>
            </a:r>
            <a:r>
              <a:rPr sz="1800" dirty="0">
                <a:latin typeface="Times New Roman"/>
                <a:cs typeface="Times New Roman"/>
              </a:rPr>
              <a:t>sector</a:t>
            </a:r>
            <a:r>
              <a:rPr sz="1800" spc="50" dirty="0">
                <a:latin typeface="Times New Roman"/>
                <a:cs typeface="Times New Roman"/>
              </a:rPr>
              <a:t>  </a:t>
            </a:r>
            <a:r>
              <a:rPr sz="1800" dirty="0">
                <a:latin typeface="Times New Roman"/>
                <a:cs typeface="Times New Roman"/>
              </a:rPr>
              <a:t>that</a:t>
            </a:r>
            <a:r>
              <a:rPr sz="1800" spc="55" dirty="0">
                <a:latin typeface="Times New Roman"/>
                <a:cs typeface="Times New Roman"/>
              </a:rPr>
              <a:t>  </a:t>
            </a:r>
            <a:r>
              <a:rPr sz="1800" dirty="0">
                <a:latin typeface="Times New Roman"/>
                <a:cs typeface="Times New Roman"/>
              </a:rPr>
              <a:t>come</a:t>
            </a:r>
            <a:r>
              <a:rPr sz="1800" spc="55" dirty="0">
                <a:latin typeface="Times New Roman"/>
                <a:cs typeface="Times New Roman"/>
              </a:rPr>
              <a:t>  </a:t>
            </a:r>
            <a:r>
              <a:rPr sz="1800" dirty="0">
                <a:latin typeface="Times New Roman"/>
                <a:cs typeface="Times New Roman"/>
              </a:rPr>
              <a:t>in</a:t>
            </a:r>
            <a:r>
              <a:rPr sz="1800" spc="50" dirty="0">
                <a:latin typeface="Times New Roman"/>
                <a:cs typeface="Times New Roman"/>
              </a:rPr>
              <a:t>  </a:t>
            </a:r>
            <a:r>
              <a:rPr sz="1800" dirty="0">
                <a:latin typeface="Times New Roman"/>
                <a:cs typeface="Times New Roman"/>
              </a:rPr>
              <a:t>direct</a:t>
            </a:r>
            <a:r>
              <a:rPr sz="1800" spc="55" dirty="0">
                <a:latin typeface="Times New Roman"/>
                <a:cs typeface="Times New Roman"/>
              </a:rPr>
              <a:t>  </a:t>
            </a:r>
            <a:r>
              <a:rPr sz="1800" dirty="0">
                <a:latin typeface="Times New Roman"/>
                <a:cs typeface="Times New Roman"/>
              </a:rPr>
              <a:t>exposure</a:t>
            </a:r>
            <a:r>
              <a:rPr sz="1800" spc="50" dirty="0">
                <a:latin typeface="Times New Roman"/>
                <a:cs typeface="Times New Roman"/>
              </a:rPr>
              <a:t>  </a:t>
            </a:r>
            <a:r>
              <a:rPr sz="1800" dirty="0">
                <a:latin typeface="Times New Roman"/>
                <a:cs typeface="Times New Roman"/>
              </a:rPr>
              <a:t>to</a:t>
            </a:r>
            <a:r>
              <a:rPr sz="1800" spc="50" dirty="0">
                <a:latin typeface="Times New Roman"/>
                <a:cs typeface="Times New Roman"/>
              </a:rPr>
              <a:t>  </a:t>
            </a:r>
            <a:r>
              <a:rPr sz="1800" spc="-10" dirty="0">
                <a:latin typeface="Times New Roman"/>
                <a:cs typeface="Times New Roman"/>
              </a:rPr>
              <a:t>toxic substances.</a:t>
            </a:r>
            <a:endParaRPr sz="1800">
              <a:latin typeface="Times New Roman"/>
              <a:cs typeface="Times New Roman"/>
            </a:endParaRPr>
          </a:p>
          <a:p>
            <a:pPr marL="355600" marR="6350" indent="-342900" algn="just">
              <a:lnSpc>
                <a:spcPct val="80000"/>
              </a:lnSpc>
              <a:spcBef>
                <a:spcPts val="430"/>
              </a:spcBef>
              <a:buFont typeface="Arial MT"/>
              <a:buChar char="•"/>
              <a:tabLst>
                <a:tab pos="355600" algn="l"/>
              </a:tabLst>
            </a:pPr>
            <a:r>
              <a:rPr sz="1800" dirty="0">
                <a:latin typeface="Times New Roman"/>
                <a:cs typeface="Times New Roman"/>
              </a:rPr>
              <a:t>New</a:t>
            </a:r>
            <a:r>
              <a:rPr sz="1800" spc="65" dirty="0">
                <a:latin typeface="Times New Roman"/>
                <a:cs typeface="Times New Roman"/>
              </a:rPr>
              <a:t> </a:t>
            </a:r>
            <a:r>
              <a:rPr sz="1800" dirty="0">
                <a:latin typeface="Times New Roman"/>
                <a:cs typeface="Times New Roman"/>
              </a:rPr>
              <a:t>guidelines</a:t>
            </a:r>
            <a:r>
              <a:rPr sz="1800" spc="60" dirty="0">
                <a:latin typeface="Times New Roman"/>
                <a:cs typeface="Times New Roman"/>
              </a:rPr>
              <a:t> </a:t>
            </a:r>
            <a:r>
              <a:rPr sz="1800" dirty="0">
                <a:latin typeface="Times New Roman"/>
                <a:cs typeface="Times New Roman"/>
              </a:rPr>
              <a:t>came</a:t>
            </a:r>
            <a:r>
              <a:rPr sz="1800" spc="75" dirty="0">
                <a:latin typeface="Times New Roman"/>
                <a:cs typeface="Times New Roman"/>
              </a:rPr>
              <a:t> </a:t>
            </a:r>
            <a:r>
              <a:rPr sz="1800" dirty="0">
                <a:latin typeface="Times New Roman"/>
                <a:cs typeface="Times New Roman"/>
              </a:rPr>
              <a:t>into</a:t>
            </a:r>
            <a:r>
              <a:rPr sz="1800" spc="75" dirty="0">
                <a:latin typeface="Times New Roman"/>
                <a:cs typeface="Times New Roman"/>
              </a:rPr>
              <a:t> </a:t>
            </a:r>
            <a:r>
              <a:rPr sz="1800" dirty="0">
                <a:latin typeface="Times New Roman"/>
                <a:cs typeface="Times New Roman"/>
              </a:rPr>
              <a:t>effect</a:t>
            </a:r>
            <a:r>
              <a:rPr sz="1800" spc="70" dirty="0">
                <a:latin typeface="Times New Roman"/>
                <a:cs typeface="Times New Roman"/>
              </a:rPr>
              <a:t> </a:t>
            </a:r>
            <a:r>
              <a:rPr sz="1800" dirty="0">
                <a:latin typeface="Times New Roman"/>
                <a:cs typeface="Times New Roman"/>
              </a:rPr>
              <a:t>in</a:t>
            </a:r>
            <a:r>
              <a:rPr sz="1800" spc="65" dirty="0">
                <a:latin typeface="Times New Roman"/>
                <a:cs typeface="Times New Roman"/>
              </a:rPr>
              <a:t> </a:t>
            </a:r>
            <a:r>
              <a:rPr sz="1800" dirty="0">
                <a:latin typeface="Times New Roman"/>
                <a:cs typeface="Times New Roman"/>
              </a:rPr>
              <a:t>May</a:t>
            </a:r>
            <a:r>
              <a:rPr sz="1800" spc="65" dirty="0">
                <a:latin typeface="Times New Roman"/>
                <a:cs typeface="Times New Roman"/>
              </a:rPr>
              <a:t> </a:t>
            </a:r>
            <a:r>
              <a:rPr sz="1800" dirty="0">
                <a:latin typeface="Times New Roman"/>
                <a:cs typeface="Times New Roman"/>
              </a:rPr>
              <a:t>2012,</a:t>
            </a:r>
            <a:r>
              <a:rPr sz="1800" spc="65" dirty="0">
                <a:latin typeface="Times New Roman"/>
                <a:cs typeface="Times New Roman"/>
              </a:rPr>
              <a:t> </a:t>
            </a:r>
            <a:r>
              <a:rPr sz="1800" dirty="0">
                <a:latin typeface="Times New Roman"/>
                <a:cs typeface="Times New Roman"/>
              </a:rPr>
              <a:t>and</a:t>
            </a:r>
            <a:r>
              <a:rPr sz="1800" spc="70" dirty="0">
                <a:latin typeface="Times New Roman"/>
                <a:cs typeface="Times New Roman"/>
              </a:rPr>
              <a:t> </a:t>
            </a:r>
            <a:r>
              <a:rPr sz="1800" dirty="0">
                <a:latin typeface="Times New Roman"/>
                <a:cs typeface="Times New Roman"/>
              </a:rPr>
              <a:t>applied</a:t>
            </a:r>
            <a:r>
              <a:rPr sz="1800" spc="65" dirty="0">
                <a:latin typeface="Times New Roman"/>
                <a:cs typeface="Times New Roman"/>
              </a:rPr>
              <a:t> </a:t>
            </a:r>
            <a:r>
              <a:rPr sz="1800" dirty="0">
                <a:latin typeface="Times New Roman"/>
                <a:cs typeface="Times New Roman"/>
              </a:rPr>
              <a:t>to</a:t>
            </a:r>
            <a:r>
              <a:rPr sz="1800" spc="55" dirty="0">
                <a:latin typeface="Times New Roman"/>
                <a:cs typeface="Times New Roman"/>
              </a:rPr>
              <a:t> </a:t>
            </a:r>
            <a:r>
              <a:rPr sz="1800" dirty="0">
                <a:latin typeface="Times New Roman"/>
                <a:cs typeface="Times New Roman"/>
              </a:rPr>
              <a:t>every</a:t>
            </a:r>
            <a:r>
              <a:rPr sz="1800" spc="85" dirty="0">
                <a:latin typeface="Times New Roman"/>
                <a:cs typeface="Times New Roman"/>
              </a:rPr>
              <a:t> </a:t>
            </a:r>
            <a:r>
              <a:rPr sz="1800" dirty="0">
                <a:latin typeface="Times New Roman"/>
                <a:cs typeface="Times New Roman"/>
              </a:rPr>
              <a:t>manufacturer,</a:t>
            </a:r>
            <a:r>
              <a:rPr sz="1800" spc="80" dirty="0">
                <a:latin typeface="Times New Roman"/>
                <a:cs typeface="Times New Roman"/>
              </a:rPr>
              <a:t> </a:t>
            </a:r>
            <a:r>
              <a:rPr sz="1800" spc="-10" dirty="0">
                <a:latin typeface="Times New Roman"/>
                <a:cs typeface="Times New Roman"/>
              </a:rPr>
              <a:t>buyer </a:t>
            </a:r>
            <a:r>
              <a:rPr sz="1800" dirty="0">
                <a:latin typeface="Times New Roman"/>
                <a:cs typeface="Times New Roman"/>
              </a:rPr>
              <a:t>involved</a:t>
            </a:r>
            <a:r>
              <a:rPr sz="1800" spc="45" dirty="0">
                <a:latin typeface="Times New Roman"/>
                <a:cs typeface="Times New Roman"/>
              </a:rPr>
              <a:t> </a:t>
            </a:r>
            <a:r>
              <a:rPr sz="1800" dirty="0">
                <a:latin typeface="Times New Roman"/>
                <a:cs typeface="Times New Roman"/>
              </a:rPr>
              <a:t>in</a:t>
            </a:r>
            <a:r>
              <a:rPr sz="1800" spc="30" dirty="0">
                <a:latin typeface="Times New Roman"/>
                <a:cs typeface="Times New Roman"/>
              </a:rPr>
              <a:t> </a:t>
            </a:r>
            <a:r>
              <a:rPr sz="1800" dirty="0">
                <a:latin typeface="Times New Roman"/>
                <a:cs typeface="Times New Roman"/>
              </a:rPr>
              <a:t>the</a:t>
            </a:r>
            <a:r>
              <a:rPr sz="1800" spc="40" dirty="0">
                <a:latin typeface="Times New Roman"/>
                <a:cs typeface="Times New Roman"/>
              </a:rPr>
              <a:t> </a:t>
            </a:r>
            <a:r>
              <a:rPr sz="1800" dirty="0">
                <a:latin typeface="Times New Roman"/>
                <a:cs typeface="Times New Roman"/>
              </a:rPr>
              <a:t>production,</a:t>
            </a:r>
            <a:r>
              <a:rPr sz="1800" spc="60" dirty="0">
                <a:latin typeface="Times New Roman"/>
                <a:cs typeface="Times New Roman"/>
              </a:rPr>
              <a:t> </a:t>
            </a:r>
            <a:r>
              <a:rPr sz="1800" dirty="0">
                <a:latin typeface="Times New Roman"/>
                <a:cs typeface="Times New Roman"/>
              </a:rPr>
              <a:t>sale,</a:t>
            </a:r>
            <a:r>
              <a:rPr sz="1800" spc="45" dirty="0">
                <a:latin typeface="Times New Roman"/>
                <a:cs typeface="Times New Roman"/>
              </a:rPr>
              <a:t> </a:t>
            </a:r>
            <a:r>
              <a:rPr sz="1800" dirty="0">
                <a:latin typeface="Times New Roman"/>
                <a:cs typeface="Times New Roman"/>
              </a:rPr>
              <a:t>and</a:t>
            </a:r>
            <a:r>
              <a:rPr sz="1800" spc="45" dirty="0">
                <a:latin typeface="Times New Roman"/>
                <a:cs typeface="Times New Roman"/>
              </a:rPr>
              <a:t> </a:t>
            </a:r>
            <a:r>
              <a:rPr sz="1800" dirty="0">
                <a:latin typeface="Times New Roman"/>
                <a:cs typeface="Times New Roman"/>
              </a:rPr>
              <a:t>purchase</a:t>
            </a:r>
            <a:r>
              <a:rPr sz="1800" spc="45" dirty="0">
                <a:latin typeface="Times New Roman"/>
                <a:cs typeface="Times New Roman"/>
              </a:rPr>
              <a:t> </a:t>
            </a:r>
            <a:r>
              <a:rPr sz="1800" dirty="0">
                <a:latin typeface="Times New Roman"/>
                <a:cs typeface="Times New Roman"/>
              </a:rPr>
              <a:t>and</a:t>
            </a:r>
            <a:r>
              <a:rPr sz="1800" spc="50" dirty="0">
                <a:latin typeface="Times New Roman"/>
                <a:cs typeface="Times New Roman"/>
              </a:rPr>
              <a:t> </a:t>
            </a:r>
            <a:r>
              <a:rPr sz="1800" dirty="0">
                <a:latin typeface="Times New Roman"/>
                <a:cs typeface="Times New Roman"/>
              </a:rPr>
              <a:t>processing</a:t>
            </a:r>
            <a:r>
              <a:rPr sz="1800" spc="55" dirty="0">
                <a:latin typeface="Times New Roman"/>
                <a:cs typeface="Times New Roman"/>
              </a:rPr>
              <a:t> </a:t>
            </a:r>
            <a:r>
              <a:rPr sz="1800" dirty="0">
                <a:latin typeface="Times New Roman"/>
                <a:cs typeface="Times New Roman"/>
              </a:rPr>
              <a:t>of</a:t>
            </a:r>
            <a:r>
              <a:rPr sz="1800" spc="40" dirty="0">
                <a:latin typeface="Times New Roman"/>
                <a:cs typeface="Times New Roman"/>
              </a:rPr>
              <a:t> </a:t>
            </a:r>
            <a:r>
              <a:rPr sz="1800" dirty="0">
                <a:latin typeface="Times New Roman"/>
                <a:cs typeface="Times New Roman"/>
              </a:rPr>
              <a:t>electrical</a:t>
            </a:r>
            <a:r>
              <a:rPr sz="1800" spc="55" dirty="0">
                <a:latin typeface="Times New Roman"/>
                <a:cs typeface="Times New Roman"/>
              </a:rPr>
              <a:t> </a:t>
            </a:r>
            <a:r>
              <a:rPr sz="1800" dirty="0">
                <a:latin typeface="Times New Roman"/>
                <a:cs typeface="Times New Roman"/>
              </a:rPr>
              <a:t>and</a:t>
            </a:r>
            <a:r>
              <a:rPr sz="1800" spc="45" dirty="0">
                <a:latin typeface="Times New Roman"/>
                <a:cs typeface="Times New Roman"/>
              </a:rPr>
              <a:t> </a:t>
            </a:r>
            <a:r>
              <a:rPr sz="1800" spc="-10" dirty="0">
                <a:latin typeface="Times New Roman"/>
                <a:cs typeface="Times New Roman"/>
              </a:rPr>
              <a:t>electronic </a:t>
            </a:r>
            <a:r>
              <a:rPr sz="1800" dirty="0">
                <a:latin typeface="Times New Roman"/>
                <a:cs typeface="Times New Roman"/>
              </a:rPr>
              <a:t>devices,</a:t>
            </a:r>
            <a:r>
              <a:rPr sz="1800" spc="-40" dirty="0">
                <a:latin typeface="Times New Roman"/>
                <a:cs typeface="Times New Roman"/>
              </a:rPr>
              <a:t> </a:t>
            </a:r>
            <a:r>
              <a:rPr sz="1800" dirty="0">
                <a:latin typeface="Times New Roman"/>
                <a:cs typeface="Times New Roman"/>
              </a:rPr>
              <a:t>as</a:t>
            </a:r>
            <a:r>
              <a:rPr sz="1800" spc="-40" dirty="0">
                <a:latin typeface="Times New Roman"/>
                <a:cs typeface="Times New Roman"/>
              </a:rPr>
              <a:t> </a:t>
            </a:r>
            <a:r>
              <a:rPr sz="1800" dirty="0">
                <a:latin typeface="Times New Roman"/>
                <a:cs typeface="Times New Roman"/>
              </a:rPr>
              <a:t>well</a:t>
            </a:r>
            <a:r>
              <a:rPr sz="1800" spc="-25" dirty="0">
                <a:latin typeface="Times New Roman"/>
                <a:cs typeface="Times New Roman"/>
              </a:rPr>
              <a:t> </a:t>
            </a:r>
            <a:r>
              <a:rPr sz="1800" dirty="0">
                <a:latin typeface="Times New Roman"/>
                <a:cs typeface="Times New Roman"/>
              </a:rPr>
              <a:t>as</a:t>
            </a:r>
            <a:r>
              <a:rPr sz="1800" spc="-30" dirty="0">
                <a:latin typeface="Times New Roman"/>
                <a:cs typeface="Times New Roman"/>
              </a:rPr>
              <a:t> </a:t>
            </a:r>
            <a:r>
              <a:rPr sz="1800" dirty="0">
                <a:latin typeface="Times New Roman"/>
                <a:cs typeface="Times New Roman"/>
              </a:rPr>
              <a:t>collection</a:t>
            </a:r>
            <a:r>
              <a:rPr sz="1800" spc="-45" dirty="0">
                <a:latin typeface="Times New Roman"/>
                <a:cs typeface="Times New Roman"/>
              </a:rPr>
              <a:t> </a:t>
            </a:r>
            <a:r>
              <a:rPr sz="1800" dirty="0">
                <a:latin typeface="Times New Roman"/>
                <a:cs typeface="Times New Roman"/>
              </a:rPr>
              <a:t>center</a:t>
            </a:r>
            <a:r>
              <a:rPr sz="1800" spc="-40" dirty="0">
                <a:latin typeface="Times New Roman"/>
                <a:cs typeface="Times New Roman"/>
              </a:rPr>
              <a:t> </a:t>
            </a:r>
            <a:r>
              <a:rPr sz="1800" dirty="0">
                <a:latin typeface="Times New Roman"/>
                <a:cs typeface="Times New Roman"/>
              </a:rPr>
              <a:t>of</a:t>
            </a:r>
            <a:r>
              <a:rPr sz="1800" spc="-20" dirty="0">
                <a:latin typeface="Times New Roman"/>
                <a:cs typeface="Times New Roman"/>
              </a:rPr>
              <a:t> </a:t>
            </a:r>
            <a:r>
              <a:rPr sz="1800" spc="-10" dirty="0">
                <a:latin typeface="Times New Roman"/>
                <a:cs typeface="Times New Roman"/>
              </a:rPr>
              <a:t>E-</a:t>
            </a:r>
            <a:r>
              <a:rPr sz="1800" dirty="0">
                <a:latin typeface="Times New Roman"/>
                <a:cs typeface="Times New Roman"/>
              </a:rPr>
              <a:t>waste</a:t>
            </a:r>
            <a:r>
              <a:rPr sz="1800" spc="-35" dirty="0">
                <a:latin typeface="Times New Roman"/>
                <a:cs typeface="Times New Roman"/>
              </a:rPr>
              <a:t> </a:t>
            </a:r>
            <a:r>
              <a:rPr sz="1800" dirty="0">
                <a:latin typeface="Times New Roman"/>
                <a:cs typeface="Times New Roman"/>
              </a:rPr>
              <a:t>and</a:t>
            </a:r>
            <a:r>
              <a:rPr sz="1800" spc="-25" dirty="0">
                <a:latin typeface="Times New Roman"/>
                <a:cs typeface="Times New Roman"/>
              </a:rPr>
              <a:t> </a:t>
            </a:r>
            <a:r>
              <a:rPr sz="1800" dirty="0">
                <a:latin typeface="Times New Roman"/>
                <a:cs typeface="Times New Roman"/>
              </a:rPr>
              <a:t>recycler</a:t>
            </a:r>
            <a:r>
              <a:rPr sz="1800" spc="-50" dirty="0">
                <a:latin typeface="Times New Roman"/>
                <a:cs typeface="Times New Roman"/>
              </a:rPr>
              <a:t> </a:t>
            </a:r>
            <a:r>
              <a:rPr sz="1800" dirty="0">
                <a:latin typeface="Times New Roman"/>
                <a:cs typeface="Times New Roman"/>
              </a:rPr>
              <a:t>of</a:t>
            </a:r>
            <a:r>
              <a:rPr sz="1800" spc="-35" dirty="0">
                <a:latin typeface="Times New Roman"/>
                <a:cs typeface="Times New Roman"/>
              </a:rPr>
              <a:t> </a:t>
            </a:r>
            <a:r>
              <a:rPr sz="1800" spc="-10" dirty="0">
                <a:latin typeface="Times New Roman"/>
                <a:cs typeface="Times New Roman"/>
              </a:rPr>
              <a:t>E-waste.</a:t>
            </a:r>
            <a:endParaRPr sz="1800">
              <a:latin typeface="Times New Roman"/>
              <a:cs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351535"/>
            <a:ext cx="8380095" cy="5458460"/>
          </a:xfrm>
          <a:prstGeom prst="rect">
            <a:avLst/>
          </a:prstGeom>
        </p:spPr>
        <p:txBody>
          <a:bodyPr vert="horz" wrap="square" lIns="0" tIns="67310" rIns="0" bIns="0" rtlCol="0">
            <a:spAutoFit/>
          </a:bodyPr>
          <a:lstStyle/>
          <a:p>
            <a:pPr marL="355600" marR="6985" indent="-342900" algn="just">
              <a:lnSpc>
                <a:spcPct val="80000"/>
              </a:lnSpc>
              <a:spcBef>
                <a:spcPts val="530"/>
              </a:spcBef>
              <a:buFont typeface="Arial MT"/>
              <a:buChar char="•"/>
              <a:tabLst>
                <a:tab pos="355600" algn="l"/>
              </a:tabLst>
            </a:pPr>
            <a:r>
              <a:rPr sz="1800" dirty="0">
                <a:latin typeface="Times New Roman"/>
                <a:cs typeface="Times New Roman"/>
              </a:rPr>
              <a:t>These</a:t>
            </a:r>
            <a:r>
              <a:rPr sz="1800" spc="25" dirty="0">
                <a:latin typeface="Times New Roman"/>
                <a:cs typeface="Times New Roman"/>
              </a:rPr>
              <a:t> </a:t>
            </a:r>
            <a:r>
              <a:rPr sz="1800" dirty="0">
                <a:latin typeface="Times New Roman"/>
                <a:cs typeface="Times New Roman"/>
              </a:rPr>
              <a:t>guidelines</a:t>
            </a:r>
            <a:r>
              <a:rPr sz="1800" spc="5" dirty="0">
                <a:latin typeface="Times New Roman"/>
                <a:cs typeface="Times New Roman"/>
              </a:rPr>
              <a:t> </a:t>
            </a:r>
            <a:r>
              <a:rPr sz="1800" dirty="0">
                <a:latin typeface="Times New Roman"/>
                <a:cs typeface="Times New Roman"/>
              </a:rPr>
              <a:t>hold</a:t>
            </a:r>
            <a:r>
              <a:rPr sz="1800" spc="25" dirty="0">
                <a:latin typeface="Times New Roman"/>
                <a:cs typeface="Times New Roman"/>
              </a:rPr>
              <a:t> </a:t>
            </a:r>
            <a:r>
              <a:rPr sz="1800" dirty="0">
                <a:latin typeface="Times New Roman"/>
                <a:cs typeface="Times New Roman"/>
              </a:rPr>
              <a:t>these</a:t>
            </a:r>
            <a:r>
              <a:rPr sz="1800" spc="25" dirty="0">
                <a:latin typeface="Times New Roman"/>
                <a:cs typeface="Times New Roman"/>
              </a:rPr>
              <a:t> </a:t>
            </a:r>
            <a:r>
              <a:rPr sz="1800" dirty="0">
                <a:latin typeface="Times New Roman"/>
                <a:cs typeface="Times New Roman"/>
              </a:rPr>
              <a:t>stakeholders</a:t>
            </a:r>
            <a:r>
              <a:rPr sz="1800" spc="15" dirty="0">
                <a:latin typeface="Times New Roman"/>
                <a:cs typeface="Times New Roman"/>
              </a:rPr>
              <a:t> </a:t>
            </a:r>
            <a:r>
              <a:rPr sz="1800" dirty="0">
                <a:latin typeface="Times New Roman"/>
                <a:cs typeface="Times New Roman"/>
              </a:rPr>
              <a:t>accountable</a:t>
            </a:r>
            <a:r>
              <a:rPr sz="1800" spc="30" dirty="0">
                <a:latin typeface="Times New Roman"/>
                <a:cs typeface="Times New Roman"/>
              </a:rPr>
              <a:t> </a:t>
            </a:r>
            <a:r>
              <a:rPr sz="1800" dirty="0">
                <a:latin typeface="Times New Roman"/>
                <a:cs typeface="Times New Roman"/>
              </a:rPr>
              <a:t>for</a:t>
            </a:r>
            <a:r>
              <a:rPr sz="1800" spc="20" dirty="0">
                <a:latin typeface="Times New Roman"/>
                <a:cs typeface="Times New Roman"/>
              </a:rPr>
              <a:t> </a:t>
            </a:r>
            <a:r>
              <a:rPr sz="1800" dirty="0">
                <a:latin typeface="Times New Roman"/>
                <a:cs typeface="Times New Roman"/>
              </a:rPr>
              <a:t>obeying</a:t>
            </a:r>
            <a:r>
              <a:rPr sz="1800" spc="25" dirty="0">
                <a:latin typeface="Times New Roman"/>
                <a:cs typeface="Times New Roman"/>
              </a:rPr>
              <a:t> </a:t>
            </a:r>
            <a:r>
              <a:rPr sz="1800" dirty="0">
                <a:latin typeface="Times New Roman"/>
                <a:cs typeface="Times New Roman"/>
              </a:rPr>
              <a:t>the</a:t>
            </a:r>
            <a:r>
              <a:rPr sz="1800" spc="30" dirty="0">
                <a:latin typeface="Times New Roman"/>
                <a:cs typeface="Times New Roman"/>
              </a:rPr>
              <a:t> </a:t>
            </a:r>
            <a:r>
              <a:rPr sz="1800" dirty="0">
                <a:latin typeface="Times New Roman"/>
                <a:cs typeface="Times New Roman"/>
              </a:rPr>
              <a:t>stated</a:t>
            </a:r>
            <a:r>
              <a:rPr sz="1800" spc="15" dirty="0">
                <a:latin typeface="Times New Roman"/>
                <a:cs typeface="Times New Roman"/>
              </a:rPr>
              <a:t> </a:t>
            </a:r>
            <a:r>
              <a:rPr sz="1800" spc="-10" dirty="0">
                <a:latin typeface="Times New Roman"/>
                <a:cs typeface="Times New Roman"/>
              </a:rPr>
              <a:t>guidelines </a:t>
            </a:r>
            <a:r>
              <a:rPr sz="1800" dirty="0">
                <a:latin typeface="Times New Roman"/>
                <a:cs typeface="Times New Roman"/>
              </a:rPr>
              <a:t>and</a:t>
            </a:r>
            <a:r>
              <a:rPr sz="1800" spc="40" dirty="0">
                <a:latin typeface="Times New Roman"/>
                <a:cs typeface="Times New Roman"/>
              </a:rPr>
              <a:t> </a:t>
            </a:r>
            <a:r>
              <a:rPr sz="1800" dirty="0">
                <a:latin typeface="Times New Roman"/>
                <a:cs typeface="Times New Roman"/>
              </a:rPr>
              <a:t>in</a:t>
            </a:r>
            <a:r>
              <a:rPr sz="1800" spc="45" dirty="0">
                <a:latin typeface="Times New Roman"/>
                <a:cs typeface="Times New Roman"/>
              </a:rPr>
              <a:t> </a:t>
            </a:r>
            <a:r>
              <a:rPr sz="1800" dirty="0">
                <a:latin typeface="Times New Roman"/>
                <a:cs typeface="Times New Roman"/>
              </a:rPr>
              <a:t>case</a:t>
            </a:r>
            <a:r>
              <a:rPr sz="1800" spc="40" dirty="0">
                <a:latin typeface="Times New Roman"/>
                <a:cs typeface="Times New Roman"/>
              </a:rPr>
              <a:t> </a:t>
            </a:r>
            <a:r>
              <a:rPr sz="1800" dirty="0">
                <a:latin typeface="Times New Roman"/>
                <a:cs typeface="Times New Roman"/>
              </a:rPr>
              <a:t>of</a:t>
            </a:r>
            <a:r>
              <a:rPr sz="1800" spc="45" dirty="0">
                <a:latin typeface="Times New Roman"/>
                <a:cs typeface="Times New Roman"/>
              </a:rPr>
              <a:t> </a:t>
            </a:r>
            <a:r>
              <a:rPr sz="1800" dirty="0">
                <a:latin typeface="Times New Roman"/>
                <a:cs typeface="Times New Roman"/>
              </a:rPr>
              <a:t>failure</a:t>
            </a:r>
            <a:r>
              <a:rPr sz="1800" spc="45" dirty="0">
                <a:latin typeface="Times New Roman"/>
                <a:cs typeface="Times New Roman"/>
              </a:rPr>
              <a:t> </a:t>
            </a:r>
            <a:r>
              <a:rPr sz="1800" dirty="0">
                <a:latin typeface="Times New Roman"/>
                <a:cs typeface="Times New Roman"/>
              </a:rPr>
              <a:t>to</a:t>
            </a:r>
            <a:r>
              <a:rPr sz="1800" spc="40" dirty="0">
                <a:latin typeface="Times New Roman"/>
                <a:cs typeface="Times New Roman"/>
              </a:rPr>
              <a:t> </a:t>
            </a:r>
            <a:r>
              <a:rPr sz="1800" dirty="0">
                <a:latin typeface="Times New Roman"/>
                <a:cs typeface="Times New Roman"/>
              </a:rPr>
              <a:t>obey</a:t>
            </a:r>
            <a:r>
              <a:rPr sz="1800" spc="55" dirty="0">
                <a:latin typeface="Times New Roman"/>
                <a:cs typeface="Times New Roman"/>
              </a:rPr>
              <a:t> </a:t>
            </a:r>
            <a:r>
              <a:rPr sz="1800" dirty="0">
                <a:latin typeface="Times New Roman"/>
                <a:cs typeface="Times New Roman"/>
              </a:rPr>
              <a:t>the</a:t>
            </a:r>
            <a:r>
              <a:rPr sz="1800" spc="30" dirty="0">
                <a:latin typeface="Times New Roman"/>
                <a:cs typeface="Times New Roman"/>
              </a:rPr>
              <a:t> </a:t>
            </a:r>
            <a:r>
              <a:rPr sz="1800" dirty="0">
                <a:latin typeface="Times New Roman"/>
                <a:cs typeface="Times New Roman"/>
              </a:rPr>
              <a:t>instructed</a:t>
            </a:r>
            <a:r>
              <a:rPr sz="1800" spc="45" dirty="0">
                <a:latin typeface="Times New Roman"/>
                <a:cs typeface="Times New Roman"/>
              </a:rPr>
              <a:t> </a:t>
            </a:r>
            <a:r>
              <a:rPr sz="1800" dirty="0">
                <a:latin typeface="Times New Roman"/>
                <a:cs typeface="Times New Roman"/>
              </a:rPr>
              <a:t>guidelines</a:t>
            </a:r>
            <a:r>
              <a:rPr sz="1800" spc="45" dirty="0">
                <a:latin typeface="Times New Roman"/>
                <a:cs typeface="Times New Roman"/>
              </a:rPr>
              <a:t> </a:t>
            </a:r>
            <a:r>
              <a:rPr sz="1800" dirty="0">
                <a:latin typeface="Times New Roman"/>
                <a:cs typeface="Times New Roman"/>
              </a:rPr>
              <a:t>by</a:t>
            </a:r>
            <a:r>
              <a:rPr sz="1800" spc="50" dirty="0">
                <a:latin typeface="Times New Roman"/>
                <a:cs typeface="Times New Roman"/>
              </a:rPr>
              <a:t> </a:t>
            </a:r>
            <a:r>
              <a:rPr sz="1800" dirty="0">
                <a:latin typeface="Times New Roman"/>
                <a:cs typeface="Times New Roman"/>
              </a:rPr>
              <a:t>the</a:t>
            </a:r>
            <a:r>
              <a:rPr sz="1800" spc="50" dirty="0">
                <a:latin typeface="Times New Roman"/>
                <a:cs typeface="Times New Roman"/>
              </a:rPr>
              <a:t> </a:t>
            </a:r>
            <a:r>
              <a:rPr sz="1800" dirty="0">
                <a:latin typeface="Times New Roman"/>
                <a:cs typeface="Times New Roman"/>
              </a:rPr>
              <a:t>government</a:t>
            </a:r>
            <a:r>
              <a:rPr sz="1800" spc="50" dirty="0">
                <a:latin typeface="Times New Roman"/>
                <a:cs typeface="Times New Roman"/>
              </a:rPr>
              <a:t> </a:t>
            </a:r>
            <a:r>
              <a:rPr sz="1800" dirty="0">
                <a:latin typeface="Times New Roman"/>
                <a:cs typeface="Times New Roman"/>
              </a:rPr>
              <a:t>of</a:t>
            </a:r>
            <a:r>
              <a:rPr sz="1800" spc="40" dirty="0">
                <a:latin typeface="Times New Roman"/>
                <a:cs typeface="Times New Roman"/>
              </a:rPr>
              <a:t> </a:t>
            </a:r>
            <a:r>
              <a:rPr sz="1800" dirty="0">
                <a:latin typeface="Times New Roman"/>
                <a:cs typeface="Times New Roman"/>
              </a:rPr>
              <a:t>India</a:t>
            </a:r>
            <a:r>
              <a:rPr sz="1800" spc="35" dirty="0">
                <a:latin typeface="Times New Roman"/>
                <a:cs typeface="Times New Roman"/>
              </a:rPr>
              <a:t> </a:t>
            </a:r>
            <a:r>
              <a:rPr sz="1800" spc="-20" dirty="0">
                <a:latin typeface="Times New Roman"/>
                <a:cs typeface="Times New Roman"/>
              </a:rPr>
              <a:t>will </a:t>
            </a:r>
            <a:r>
              <a:rPr sz="1800" dirty="0">
                <a:latin typeface="Times New Roman"/>
                <a:cs typeface="Times New Roman"/>
              </a:rPr>
              <a:t>result</a:t>
            </a:r>
            <a:r>
              <a:rPr sz="1800" spc="155" dirty="0">
                <a:latin typeface="Times New Roman"/>
                <a:cs typeface="Times New Roman"/>
              </a:rPr>
              <a:t> </a:t>
            </a:r>
            <a:r>
              <a:rPr sz="1800" dirty="0">
                <a:latin typeface="Times New Roman"/>
                <a:cs typeface="Times New Roman"/>
              </a:rPr>
              <a:t>in</a:t>
            </a:r>
            <a:r>
              <a:rPr sz="1800" spc="165" dirty="0">
                <a:latin typeface="Times New Roman"/>
                <a:cs typeface="Times New Roman"/>
              </a:rPr>
              <a:t> </a:t>
            </a:r>
            <a:r>
              <a:rPr sz="1800" dirty="0">
                <a:latin typeface="Times New Roman"/>
                <a:cs typeface="Times New Roman"/>
              </a:rPr>
              <a:t>severe</a:t>
            </a:r>
            <a:r>
              <a:rPr sz="1800" spc="160" dirty="0">
                <a:latin typeface="Times New Roman"/>
                <a:cs typeface="Times New Roman"/>
              </a:rPr>
              <a:t> </a:t>
            </a:r>
            <a:r>
              <a:rPr sz="1800" dirty="0">
                <a:latin typeface="Times New Roman"/>
                <a:cs typeface="Times New Roman"/>
              </a:rPr>
              <a:t>penalties.</a:t>
            </a:r>
            <a:r>
              <a:rPr sz="1800" spc="165" dirty="0">
                <a:latin typeface="Times New Roman"/>
                <a:cs typeface="Times New Roman"/>
              </a:rPr>
              <a:t> </a:t>
            </a:r>
            <a:r>
              <a:rPr sz="1800" dirty="0">
                <a:latin typeface="Times New Roman"/>
                <a:cs typeface="Times New Roman"/>
              </a:rPr>
              <a:t>According</a:t>
            </a:r>
            <a:r>
              <a:rPr sz="1800" spc="170" dirty="0">
                <a:latin typeface="Times New Roman"/>
                <a:cs typeface="Times New Roman"/>
              </a:rPr>
              <a:t> </a:t>
            </a:r>
            <a:r>
              <a:rPr sz="1800" dirty="0">
                <a:latin typeface="Times New Roman"/>
                <a:cs typeface="Times New Roman"/>
              </a:rPr>
              <a:t>to</a:t>
            </a:r>
            <a:r>
              <a:rPr sz="1800" spc="155" dirty="0">
                <a:latin typeface="Times New Roman"/>
                <a:cs typeface="Times New Roman"/>
              </a:rPr>
              <a:t> </a:t>
            </a:r>
            <a:r>
              <a:rPr sz="1800" dirty="0">
                <a:latin typeface="Times New Roman"/>
                <a:cs typeface="Times New Roman"/>
              </a:rPr>
              <a:t>a</a:t>
            </a:r>
            <a:r>
              <a:rPr sz="1800" spc="160" dirty="0">
                <a:latin typeface="Times New Roman"/>
                <a:cs typeface="Times New Roman"/>
              </a:rPr>
              <a:t> </a:t>
            </a:r>
            <a:r>
              <a:rPr sz="1800" dirty="0">
                <a:latin typeface="Times New Roman"/>
                <a:cs typeface="Times New Roman"/>
              </a:rPr>
              <a:t>report</a:t>
            </a:r>
            <a:r>
              <a:rPr sz="1800" spc="150" dirty="0">
                <a:latin typeface="Times New Roman"/>
                <a:cs typeface="Times New Roman"/>
              </a:rPr>
              <a:t> </a:t>
            </a:r>
            <a:r>
              <a:rPr sz="1800" dirty="0">
                <a:latin typeface="Times New Roman"/>
                <a:cs typeface="Times New Roman"/>
              </a:rPr>
              <a:t>by</a:t>
            </a:r>
            <a:r>
              <a:rPr sz="1800" spc="180" dirty="0">
                <a:latin typeface="Times New Roman"/>
                <a:cs typeface="Times New Roman"/>
              </a:rPr>
              <a:t> </a:t>
            </a:r>
            <a:r>
              <a:rPr sz="1800" dirty="0">
                <a:latin typeface="Times New Roman"/>
                <a:cs typeface="Times New Roman"/>
              </a:rPr>
              <a:t>the</a:t>
            </a:r>
            <a:r>
              <a:rPr sz="1800" spc="165" dirty="0">
                <a:latin typeface="Times New Roman"/>
                <a:cs typeface="Times New Roman"/>
              </a:rPr>
              <a:t> </a:t>
            </a:r>
            <a:r>
              <a:rPr sz="1800" dirty="0">
                <a:latin typeface="Times New Roman"/>
                <a:cs typeface="Times New Roman"/>
              </a:rPr>
              <a:t>industrial</a:t>
            </a:r>
            <a:r>
              <a:rPr sz="1800" spc="160" dirty="0">
                <a:latin typeface="Times New Roman"/>
                <a:cs typeface="Times New Roman"/>
              </a:rPr>
              <a:t> </a:t>
            </a:r>
            <a:r>
              <a:rPr sz="1800" dirty="0">
                <a:latin typeface="Times New Roman"/>
                <a:cs typeface="Times New Roman"/>
              </a:rPr>
              <a:t>body</a:t>
            </a:r>
            <a:r>
              <a:rPr sz="1800" spc="180" dirty="0">
                <a:latin typeface="Times New Roman"/>
                <a:cs typeface="Times New Roman"/>
              </a:rPr>
              <a:t> </a:t>
            </a:r>
            <a:r>
              <a:rPr sz="1800" spc="-10" dirty="0">
                <a:latin typeface="Times New Roman"/>
                <a:cs typeface="Times New Roman"/>
              </a:rPr>
              <a:t>ASSOCHAM </a:t>
            </a:r>
            <a:r>
              <a:rPr sz="1800" dirty="0">
                <a:latin typeface="Times New Roman"/>
                <a:cs typeface="Times New Roman"/>
              </a:rPr>
              <a:t>August</a:t>
            </a:r>
            <a:r>
              <a:rPr sz="1800" spc="185" dirty="0">
                <a:latin typeface="Times New Roman"/>
                <a:cs typeface="Times New Roman"/>
              </a:rPr>
              <a:t>  </a:t>
            </a:r>
            <a:r>
              <a:rPr sz="1800" dirty="0">
                <a:latin typeface="Times New Roman"/>
                <a:cs typeface="Times New Roman"/>
              </a:rPr>
              <a:t>2014,</a:t>
            </a:r>
            <a:r>
              <a:rPr sz="1800" spc="180" dirty="0">
                <a:latin typeface="Times New Roman"/>
                <a:cs typeface="Times New Roman"/>
              </a:rPr>
              <a:t>  </a:t>
            </a:r>
            <a:r>
              <a:rPr sz="1800" dirty="0">
                <a:latin typeface="Times New Roman"/>
                <a:cs typeface="Times New Roman"/>
              </a:rPr>
              <a:t>augmented</a:t>
            </a:r>
            <a:r>
              <a:rPr sz="1800" spc="190" dirty="0">
                <a:latin typeface="Times New Roman"/>
                <a:cs typeface="Times New Roman"/>
              </a:rPr>
              <a:t>  </a:t>
            </a:r>
            <a:r>
              <a:rPr sz="1800" dirty="0">
                <a:latin typeface="Times New Roman"/>
                <a:cs typeface="Times New Roman"/>
              </a:rPr>
              <a:t>use</a:t>
            </a:r>
            <a:r>
              <a:rPr sz="1800" spc="185" dirty="0">
                <a:latin typeface="Times New Roman"/>
                <a:cs typeface="Times New Roman"/>
              </a:rPr>
              <a:t>  </a:t>
            </a:r>
            <a:r>
              <a:rPr sz="1800" dirty="0">
                <a:latin typeface="Times New Roman"/>
                <a:cs typeface="Times New Roman"/>
              </a:rPr>
              <a:t>of</a:t>
            </a:r>
            <a:r>
              <a:rPr sz="1800" spc="180" dirty="0">
                <a:latin typeface="Times New Roman"/>
                <a:cs typeface="Times New Roman"/>
              </a:rPr>
              <a:t>  </a:t>
            </a:r>
            <a:r>
              <a:rPr sz="1800" dirty="0">
                <a:latin typeface="Times New Roman"/>
                <a:cs typeface="Times New Roman"/>
              </a:rPr>
              <a:t>electronic</a:t>
            </a:r>
            <a:r>
              <a:rPr sz="1800" spc="190" dirty="0">
                <a:latin typeface="Times New Roman"/>
                <a:cs typeface="Times New Roman"/>
              </a:rPr>
              <a:t>  </a:t>
            </a:r>
            <a:r>
              <a:rPr sz="1800" dirty="0">
                <a:latin typeface="Times New Roman"/>
                <a:cs typeface="Times New Roman"/>
              </a:rPr>
              <a:t>devices,</a:t>
            </a:r>
            <a:r>
              <a:rPr sz="1800" spc="180" dirty="0">
                <a:latin typeface="Times New Roman"/>
                <a:cs typeface="Times New Roman"/>
              </a:rPr>
              <a:t>  </a:t>
            </a:r>
            <a:r>
              <a:rPr sz="1800" dirty="0">
                <a:latin typeface="Times New Roman"/>
                <a:cs typeface="Times New Roman"/>
              </a:rPr>
              <a:t>telecom,</a:t>
            </a:r>
            <a:r>
              <a:rPr sz="1800" spc="195" dirty="0">
                <a:latin typeface="Times New Roman"/>
                <a:cs typeface="Times New Roman"/>
              </a:rPr>
              <a:t>  </a:t>
            </a:r>
            <a:r>
              <a:rPr sz="1800" dirty="0">
                <a:latin typeface="Times New Roman"/>
                <a:cs typeface="Times New Roman"/>
              </a:rPr>
              <a:t>information</a:t>
            </a:r>
            <a:r>
              <a:rPr sz="1800" spc="190" dirty="0">
                <a:latin typeface="Times New Roman"/>
                <a:cs typeface="Times New Roman"/>
              </a:rPr>
              <a:t>  </a:t>
            </a:r>
            <a:r>
              <a:rPr sz="1800" spc="-25" dirty="0">
                <a:latin typeface="Times New Roman"/>
                <a:cs typeface="Times New Roman"/>
              </a:rPr>
              <a:t>and </a:t>
            </a:r>
            <a:r>
              <a:rPr sz="1800" dirty="0">
                <a:latin typeface="Times New Roman"/>
                <a:cs typeface="Times New Roman"/>
              </a:rPr>
              <a:t>technology</a:t>
            </a:r>
            <a:r>
              <a:rPr sz="1800" spc="65" dirty="0">
                <a:latin typeface="Times New Roman"/>
                <a:cs typeface="Times New Roman"/>
              </a:rPr>
              <a:t> </a:t>
            </a:r>
            <a:r>
              <a:rPr sz="1800" dirty="0">
                <a:latin typeface="Times New Roman"/>
                <a:cs typeface="Times New Roman"/>
              </a:rPr>
              <a:t>and</a:t>
            </a:r>
            <a:r>
              <a:rPr sz="1800" spc="40" dirty="0">
                <a:latin typeface="Times New Roman"/>
                <a:cs typeface="Times New Roman"/>
              </a:rPr>
              <a:t> </a:t>
            </a:r>
            <a:r>
              <a:rPr sz="1800" dirty="0">
                <a:latin typeface="Times New Roman"/>
                <a:cs typeface="Times New Roman"/>
              </a:rPr>
              <a:t>home</a:t>
            </a:r>
            <a:r>
              <a:rPr sz="1800" spc="65" dirty="0">
                <a:latin typeface="Times New Roman"/>
                <a:cs typeface="Times New Roman"/>
              </a:rPr>
              <a:t> </a:t>
            </a:r>
            <a:r>
              <a:rPr sz="1800" dirty="0">
                <a:latin typeface="Times New Roman"/>
                <a:cs typeface="Times New Roman"/>
              </a:rPr>
              <a:t>appliances</a:t>
            </a:r>
            <a:r>
              <a:rPr sz="1800" spc="55" dirty="0">
                <a:latin typeface="Times New Roman"/>
                <a:cs typeface="Times New Roman"/>
              </a:rPr>
              <a:t> </a:t>
            </a:r>
            <a:r>
              <a:rPr sz="1800" dirty="0">
                <a:latin typeface="Times New Roman"/>
                <a:cs typeface="Times New Roman"/>
              </a:rPr>
              <a:t>have</a:t>
            </a:r>
            <a:r>
              <a:rPr sz="1800" spc="65" dirty="0">
                <a:latin typeface="Times New Roman"/>
                <a:cs typeface="Times New Roman"/>
              </a:rPr>
              <a:t> </a:t>
            </a:r>
            <a:r>
              <a:rPr sz="1800" dirty="0">
                <a:latin typeface="Times New Roman"/>
                <a:cs typeface="Times New Roman"/>
              </a:rPr>
              <a:t>collectively</a:t>
            </a:r>
            <a:r>
              <a:rPr sz="1800" spc="65" dirty="0">
                <a:latin typeface="Times New Roman"/>
                <a:cs typeface="Times New Roman"/>
              </a:rPr>
              <a:t> </a:t>
            </a:r>
            <a:r>
              <a:rPr sz="1800" dirty="0">
                <a:latin typeface="Times New Roman"/>
                <a:cs typeface="Times New Roman"/>
              </a:rPr>
              <a:t>created</a:t>
            </a:r>
            <a:r>
              <a:rPr sz="1800" spc="55" dirty="0">
                <a:latin typeface="Times New Roman"/>
                <a:cs typeface="Times New Roman"/>
              </a:rPr>
              <a:t> </a:t>
            </a:r>
            <a:r>
              <a:rPr sz="1800" dirty="0">
                <a:latin typeface="Times New Roman"/>
                <a:cs typeface="Times New Roman"/>
              </a:rPr>
              <a:t>nearly</a:t>
            </a:r>
            <a:r>
              <a:rPr sz="1800" spc="65" dirty="0">
                <a:latin typeface="Times New Roman"/>
                <a:cs typeface="Times New Roman"/>
              </a:rPr>
              <a:t> </a:t>
            </a:r>
            <a:r>
              <a:rPr sz="1800" dirty="0">
                <a:latin typeface="Times New Roman"/>
                <a:cs typeface="Times New Roman"/>
              </a:rPr>
              <a:t>13</a:t>
            </a:r>
            <a:r>
              <a:rPr sz="1800" spc="60" dirty="0">
                <a:latin typeface="Times New Roman"/>
                <a:cs typeface="Times New Roman"/>
              </a:rPr>
              <a:t> </a:t>
            </a:r>
            <a:r>
              <a:rPr sz="1800" dirty="0">
                <a:latin typeface="Times New Roman"/>
                <a:cs typeface="Times New Roman"/>
              </a:rPr>
              <a:t>lakh</a:t>
            </a:r>
            <a:r>
              <a:rPr sz="1800" spc="50" dirty="0">
                <a:latin typeface="Times New Roman"/>
                <a:cs typeface="Times New Roman"/>
              </a:rPr>
              <a:t> </a:t>
            </a:r>
            <a:r>
              <a:rPr sz="1800" dirty="0">
                <a:latin typeface="Times New Roman"/>
                <a:cs typeface="Times New Roman"/>
              </a:rPr>
              <a:t>tonnes</a:t>
            </a:r>
            <a:r>
              <a:rPr sz="1800" spc="50" dirty="0">
                <a:latin typeface="Times New Roman"/>
                <a:cs typeface="Times New Roman"/>
              </a:rPr>
              <a:t> </a:t>
            </a:r>
            <a:r>
              <a:rPr sz="1800" dirty="0">
                <a:latin typeface="Times New Roman"/>
                <a:cs typeface="Times New Roman"/>
              </a:rPr>
              <a:t>of</a:t>
            </a:r>
            <a:r>
              <a:rPr sz="1800" spc="60" dirty="0">
                <a:latin typeface="Times New Roman"/>
                <a:cs typeface="Times New Roman"/>
              </a:rPr>
              <a:t> </a:t>
            </a:r>
            <a:r>
              <a:rPr sz="1800" spc="-25" dirty="0">
                <a:latin typeface="Times New Roman"/>
                <a:cs typeface="Times New Roman"/>
              </a:rPr>
              <a:t>E- </a:t>
            </a:r>
            <a:r>
              <a:rPr sz="1800" dirty="0">
                <a:latin typeface="Times New Roman"/>
                <a:cs typeface="Times New Roman"/>
              </a:rPr>
              <a:t>waste</a:t>
            </a:r>
            <a:r>
              <a:rPr sz="1800" spc="-25" dirty="0">
                <a:latin typeface="Times New Roman"/>
                <a:cs typeface="Times New Roman"/>
              </a:rPr>
              <a:t> </a:t>
            </a:r>
            <a:r>
              <a:rPr sz="1800" dirty="0">
                <a:latin typeface="Times New Roman"/>
                <a:cs typeface="Times New Roman"/>
              </a:rPr>
              <a:t>annually</a:t>
            </a:r>
            <a:r>
              <a:rPr sz="1800" spc="-40" dirty="0">
                <a:latin typeface="Times New Roman"/>
                <a:cs typeface="Times New Roman"/>
              </a:rPr>
              <a:t> </a:t>
            </a:r>
            <a:r>
              <a:rPr sz="1800" dirty="0">
                <a:latin typeface="Times New Roman"/>
                <a:cs typeface="Times New Roman"/>
              </a:rPr>
              <a:t>in</a:t>
            </a:r>
            <a:r>
              <a:rPr sz="1800" spc="-20" dirty="0">
                <a:latin typeface="Times New Roman"/>
                <a:cs typeface="Times New Roman"/>
              </a:rPr>
              <a:t> </a:t>
            </a:r>
            <a:r>
              <a:rPr sz="1800" spc="-10" dirty="0">
                <a:latin typeface="Times New Roman"/>
                <a:cs typeface="Times New Roman"/>
              </a:rPr>
              <a:t>India.</a:t>
            </a:r>
            <a:endParaRPr sz="1800">
              <a:latin typeface="Times New Roman"/>
              <a:cs typeface="Times New Roman"/>
            </a:endParaRPr>
          </a:p>
          <a:p>
            <a:pPr marL="355600" marR="6985" indent="-342900" algn="just">
              <a:lnSpc>
                <a:spcPct val="80000"/>
              </a:lnSpc>
              <a:spcBef>
                <a:spcPts val="434"/>
              </a:spcBef>
              <a:buFont typeface="Arial MT"/>
              <a:buChar char="•"/>
              <a:tabLst>
                <a:tab pos="355600" algn="l"/>
              </a:tabLst>
            </a:pPr>
            <a:r>
              <a:rPr sz="1800" dirty="0">
                <a:latin typeface="Times New Roman"/>
                <a:cs typeface="Times New Roman"/>
              </a:rPr>
              <a:t>This</a:t>
            </a:r>
            <a:r>
              <a:rPr sz="1800" spc="145" dirty="0">
                <a:latin typeface="Times New Roman"/>
                <a:cs typeface="Times New Roman"/>
              </a:rPr>
              <a:t> </a:t>
            </a:r>
            <a:r>
              <a:rPr sz="1800" dirty="0">
                <a:latin typeface="Times New Roman"/>
                <a:cs typeface="Times New Roman"/>
              </a:rPr>
              <a:t>report</a:t>
            </a:r>
            <a:r>
              <a:rPr sz="1800" spc="155" dirty="0">
                <a:latin typeface="Times New Roman"/>
                <a:cs typeface="Times New Roman"/>
              </a:rPr>
              <a:t> </a:t>
            </a:r>
            <a:r>
              <a:rPr sz="1800" dirty="0">
                <a:latin typeface="Times New Roman"/>
                <a:cs typeface="Times New Roman"/>
              </a:rPr>
              <a:t>has</a:t>
            </a:r>
            <a:r>
              <a:rPr sz="1800" spc="135" dirty="0">
                <a:latin typeface="Times New Roman"/>
                <a:cs typeface="Times New Roman"/>
              </a:rPr>
              <a:t> </a:t>
            </a:r>
            <a:r>
              <a:rPr sz="1800" dirty="0">
                <a:latin typeface="Times New Roman"/>
                <a:cs typeface="Times New Roman"/>
              </a:rPr>
              <a:t>also</a:t>
            </a:r>
            <a:r>
              <a:rPr sz="1800" spc="145" dirty="0">
                <a:latin typeface="Times New Roman"/>
                <a:cs typeface="Times New Roman"/>
              </a:rPr>
              <a:t> </a:t>
            </a:r>
            <a:r>
              <a:rPr sz="1800" dirty="0">
                <a:latin typeface="Times New Roman"/>
                <a:cs typeface="Times New Roman"/>
              </a:rPr>
              <a:t>underlined</a:t>
            </a:r>
            <a:r>
              <a:rPr sz="1800" spc="140" dirty="0">
                <a:latin typeface="Times New Roman"/>
                <a:cs typeface="Times New Roman"/>
              </a:rPr>
              <a:t> </a:t>
            </a:r>
            <a:r>
              <a:rPr sz="1800" dirty="0">
                <a:latin typeface="Times New Roman"/>
                <a:cs typeface="Times New Roman"/>
              </a:rPr>
              <a:t>that</a:t>
            </a:r>
            <a:r>
              <a:rPr sz="1800" spc="150" dirty="0">
                <a:latin typeface="Times New Roman"/>
                <a:cs typeface="Times New Roman"/>
              </a:rPr>
              <a:t> </a:t>
            </a:r>
            <a:r>
              <a:rPr sz="1800" spc="-10" dirty="0">
                <a:latin typeface="Times New Roman"/>
                <a:cs typeface="Times New Roman"/>
              </a:rPr>
              <a:t>Delhi-</a:t>
            </a:r>
            <a:r>
              <a:rPr sz="1800" dirty="0">
                <a:latin typeface="Times New Roman"/>
                <a:cs typeface="Times New Roman"/>
              </a:rPr>
              <a:t>NCR,</a:t>
            </a:r>
            <a:r>
              <a:rPr sz="1800" spc="140" dirty="0">
                <a:latin typeface="Times New Roman"/>
                <a:cs typeface="Times New Roman"/>
              </a:rPr>
              <a:t> </a:t>
            </a:r>
            <a:r>
              <a:rPr sz="1800" dirty="0">
                <a:latin typeface="Times New Roman"/>
                <a:cs typeface="Times New Roman"/>
              </a:rPr>
              <a:t>Mumbai</a:t>
            </a:r>
            <a:r>
              <a:rPr sz="1800" spc="155" dirty="0">
                <a:latin typeface="Times New Roman"/>
                <a:cs typeface="Times New Roman"/>
              </a:rPr>
              <a:t> </a:t>
            </a:r>
            <a:r>
              <a:rPr sz="1800" dirty="0">
                <a:latin typeface="Times New Roman"/>
                <a:cs typeface="Times New Roman"/>
              </a:rPr>
              <a:t>and</a:t>
            </a:r>
            <a:r>
              <a:rPr sz="1800" spc="150" dirty="0">
                <a:latin typeface="Times New Roman"/>
                <a:cs typeface="Times New Roman"/>
              </a:rPr>
              <a:t> </a:t>
            </a:r>
            <a:r>
              <a:rPr sz="1800" dirty="0">
                <a:latin typeface="Times New Roman"/>
                <a:cs typeface="Times New Roman"/>
              </a:rPr>
              <a:t>the</a:t>
            </a:r>
            <a:r>
              <a:rPr sz="1800" spc="155" dirty="0">
                <a:latin typeface="Times New Roman"/>
                <a:cs typeface="Times New Roman"/>
              </a:rPr>
              <a:t> </a:t>
            </a:r>
            <a:r>
              <a:rPr sz="1800" dirty="0">
                <a:latin typeface="Times New Roman"/>
                <a:cs typeface="Times New Roman"/>
              </a:rPr>
              <a:t>IT</a:t>
            </a:r>
            <a:r>
              <a:rPr sz="1800" spc="120" dirty="0">
                <a:latin typeface="Times New Roman"/>
                <a:cs typeface="Times New Roman"/>
              </a:rPr>
              <a:t> </a:t>
            </a:r>
            <a:r>
              <a:rPr sz="1800" dirty="0">
                <a:latin typeface="Times New Roman"/>
                <a:cs typeface="Times New Roman"/>
              </a:rPr>
              <a:t>capital</a:t>
            </a:r>
            <a:r>
              <a:rPr sz="1800" spc="155" dirty="0">
                <a:latin typeface="Times New Roman"/>
                <a:cs typeface="Times New Roman"/>
              </a:rPr>
              <a:t> </a:t>
            </a:r>
            <a:r>
              <a:rPr sz="1800" dirty="0">
                <a:latin typeface="Times New Roman"/>
                <a:cs typeface="Times New Roman"/>
              </a:rPr>
              <a:t>of</a:t>
            </a:r>
            <a:r>
              <a:rPr sz="1800" spc="150" dirty="0">
                <a:latin typeface="Times New Roman"/>
                <a:cs typeface="Times New Roman"/>
              </a:rPr>
              <a:t> </a:t>
            </a:r>
            <a:r>
              <a:rPr sz="1800" spc="-10" dirty="0">
                <a:latin typeface="Times New Roman"/>
                <a:cs typeface="Times New Roman"/>
              </a:rPr>
              <a:t>India, </a:t>
            </a:r>
            <a:r>
              <a:rPr sz="1800" dirty="0">
                <a:latin typeface="Times New Roman"/>
                <a:cs typeface="Times New Roman"/>
              </a:rPr>
              <a:t>Bengaluru</a:t>
            </a:r>
            <a:r>
              <a:rPr sz="1800" spc="-40" dirty="0">
                <a:latin typeface="Times New Roman"/>
                <a:cs typeface="Times New Roman"/>
              </a:rPr>
              <a:t> </a:t>
            </a:r>
            <a:r>
              <a:rPr sz="1800" dirty="0">
                <a:latin typeface="Times New Roman"/>
                <a:cs typeface="Times New Roman"/>
              </a:rPr>
              <a:t>collectively</a:t>
            </a:r>
            <a:r>
              <a:rPr sz="1800" spc="-50" dirty="0">
                <a:latin typeface="Times New Roman"/>
                <a:cs typeface="Times New Roman"/>
              </a:rPr>
              <a:t> </a:t>
            </a:r>
            <a:r>
              <a:rPr sz="1800" dirty="0">
                <a:latin typeface="Times New Roman"/>
                <a:cs typeface="Times New Roman"/>
              </a:rPr>
              <a:t>produces</a:t>
            </a:r>
            <a:r>
              <a:rPr sz="1800" spc="-35" dirty="0">
                <a:latin typeface="Times New Roman"/>
                <a:cs typeface="Times New Roman"/>
              </a:rPr>
              <a:t> </a:t>
            </a:r>
            <a:r>
              <a:rPr sz="1800" dirty="0">
                <a:latin typeface="Times New Roman"/>
                <a:cs typeface="Times New Roman"/>
              </a:rPr>
              <a:t>over</a:t>
            </a:r>
            <a:r>
              <a:rPr sz="1800" spc="-35" dirty="0">
                <a:latin typeface="Times New Roman"/>
                <a:cs typeface="Times New Roman"/>
              </a:rPr>
              <a:t> </a:t>
            </a:r>
            <a:r>
              <a:rPr sz="1800" dirty="0">
                <a:latin typeface="Times New Roman"/>
                <a:cs typeface="Times New Roman"/>
              </a:rPr>
              <a:t>2</a:t>
            </a:r>
            <a:r>
              <a:rPr sz="1800" spc="-25" dirty="0">
                <a:latin typeface="Times New Roman"/>
                <a:cs typeface="Times New Roman"/>
              </a:rPr>
              <a:t> </a:t>
            </a:r>
            <a:r>
              <a:rPr sz="1800" dirty="0">
                <a:latin typeface="Times New Roman"/>
                <a:cs typeface="Times New Roman"/>
              </a:rPr>
              <a:t>lakh</a:t>
            </a:r>
            <a:r>
              <a:rPr sz="1800" spc="-35" dirty="0">
                <a:latin typeface="Times New Roman"/>
                <a:cs typeface="Times New Roman"/>
              </a:rPr>
              <a:t> </a:t>
            </a:r>
            <a:r>
              <a:rPr sz="1800" dirty="0">
                <a:latin typeface="Times New Roman"/>
                <a:cs typeface="Times New Roman"/>
              </a:rPr>
              <a:t>tons</a:t>
            </a:r>
            <a:r>
              <a:rPr sz="1800" spc="-35" dirty="0">
                <a:latin typeface="Times New Roman"/>
                <a:cs typeface="Times New Roman"/>
              </a:rPr>
              <a:t> </a:t>
            </a:r>
            <a:r>
              <a:rPr sz="1800" dirty="0">
                <a:latin typeface="Times New Roman"/>
                <a:cs typeface="Times New Roman"/>
              </a:rPr>
              <a:t>of</a:t>
            </a:r>
            <a:r>
              <a:rPr sz="1800" spc="-30" dirty="0">
                <a:latin typeface="Times New Roman"/>
                <a:cs typeface="Times New Roman"/>
              </a:rPr>
              <a:t> </a:t>
            </a:r>
            <a:r>
              <a:rPr sz="1800" spc="-10" dirty="0">
                <a:latin typeface="Times New Roman"/>
                <a:cs typeface="Times New Roman"/>
              </a:rPr>
              <a:t>E-</a:t>
            </a:r>
            <a:r>
              <a:rPr sz="1800" dirty="0">
                <a:latin typeface="Times New Roman"/>
                <a:cs typeface="Times New Roman"/>
              </a:rPr>
              <a:t>waste</a:t>
            </a:r>
            <a:r>
              <a:rPr sz="1800" spc="-35" dirty="0">
                <a:latin typeface="Times New Roman"/>
                <a:cs typeface="Times New Roman"/>
              </a:rPr>
              <a:t> </a:t>
            </a:r>
            <a:r>
              <a:rPr sz="1800" dirty="0">
                <a:latin typeface="Times New Roman"/>
                <a:cs typeface="Times New Roman"/>
              </a:rPr>
              <a:t>per</a:t>
            </a:r>
            <a:r>
              <a:rPr sz="1800" spc="-35" dirty="0">
                <a:latin typeface="Times New Roman"/>
                <a:cs typeface="Times New Roman"/>
              </a:rPr>
              <a:t> </a:t>
            </a:r>
            <a:r>
              <a:rPr sz="1800" spc="-10" dirty="0">
                <a:latin typeface="Times New Roman"/>
                <a:cs typeface="Times New Roman"/>
              </a:rPr>
              <a:t>annum.</a:t>
            </a:r>
            <a:endParaRPr sz="1800">
              <a:latin typeface="Times New Roman"/>
              <a:cs typeface="Times New Roman"/>
            </a:endParaRPr>
          </a:p>
          <a:p>
            <a:pPr marL="354965" indent="-342265" algn="just">
              <a:lnSpc>
                <a:spcPts val="1945"/>
              </a:lnSpc>
              <a:buFont typeface="Arial MT"/>
              <a:buChar char="•"/>
              <a:tabLst>
                <a:tab pos="354965" algn="l"/>
              </a:tabLst>
            </a:pPr>
            <a:r>
              <a:rPr sz="1800" dirty="0">
                <a:latin typeface="Times New Roman"/>
                <a:cs typeface="Times New Roman"/>
              </a:rPr>
              <a:t>Another</a:t>
            </a:r>
            <a:r>
              <a:rPr sz="1800" spc="335" dirty="0">
                <a:latin typeface="Times New Roman"/>
                <a:cs typeface="Times New Roman"/>
              </a:rPr>
              <a:t> </a:t>
            </a:r>
            <a:r>
              <a:rPr sz="1800" dirty="0">
                <a:latin typeface="Times New Roman"/>
                <a:cs typeface="Times New Roman"/>
              </a:rPr>
              <a:t>report</a:t>
            </a:r>
            <a:r>
              <a:rPr sz="1800" spc="315" dirty="0">
                <a:latin typeface="Times New Roman"/>
                <a:cs typeface="Times New Roman"/>
              </a:rPr>
              <a:t> </a:t>
            </a:r>
            <a:r>
              <a:rPr sz="1800" dirty="0">
                <a:latin typeface="Times New Roman"/>
                <a:cs typeface="Times New Roman"/>
              </a:rPr>
              <a:t>from</a:t>
            </a:r>
            <a:r>
              <a:rPr sz="1800" spc="320" dirty="0">
                <a:latin typeface="Times New Roman"/>
                <a:cs typeface="Times New Roman"/>
              </a:rPr>
              <a:t> </a:t>
            </a:r>
            <a:r>
              <a:rPr sz="1800" dirty="0">
                <a:latin typeface="Times New Roman"/>
                <a:cs typeface="Times New Roman"/>
              </a:rPr>
              <a:t>Markets</a:t>
            </a:r>
            <a:r>
              <a:rPr sz="1800" spc="340" dirty="0">
                <a:latin typeface="Times New Roman"/>
                <a:cs typeface="Times New Roman"/>
              </a:rPr>
              <a:t> </a:t>
            </a:r>
            <a:r>
              <a:rPr sz="1800" dirty="0">
                <a:latin typeface="Times New Roman"/>
                <a:cs typeface="Times New Roman"/>
              </a:rPr>
              <a:t>and</a:t>
            </a:r>
            <a:r>
              <a:rPr sz="1800" spc="330" dirty="0">
                <a:latin typeface="Times New Roman"/>
                <a:cs typeface="Times New Roman"/>
              </a:rPr>
              <a:t> </a:t>
            </a:r>
            <a:r>
              <a:rPr sz="1800" dirty="0">
                <a:latin typeface="Times New Roman"/>
                <a:cs typeface="Times New Roman"/>
              </a:rPr>
              <a:t>Research</a:t>
            </a:r>
            <a:r>
              <a:rPr sz="1800" spc="325" dirty="0">
                <a:latin typeface="Times New Roman"/>
                <a:cs typeface="Times New Roman"/>
              </a:rPr>
              <a:t> </a:t>
            </a:r>
            <a:r>
              <a:rPr sz="1800" dirty="0">
                <a:latin typeface="Times New Roman"/>
                <a:cs typeface="Times New Roman"/>
              </a:rPr>
              <a:t>in</a:t>
            </a:r>
            <a:r>
              <a:rPr sz="1800" spc="325" dirty="0">
                <a:latin typeface="Times New Roman"/>
                <a:cs typeface="Times New Roman"/>
              </a:rPr>
              <a:t> </a:t>
            </a:r>
            <a:r>
              <a:rPr sz="1800" dirty="0">
                <a:latin typeface="Times New Roman"/>
                <a:cs typeface="Times New Roman"/>
              </a:rPr>
              <a:t>January</a:t>
            </a:r>
            <a:r>
              <a:rPr sz="1800" spc="340" dirty="0">
                <a:latin typeface="Times New Roman"/>
                <a:cs typeface="Times New Roman"/>
              </a:rPr>
              <a:t> </a:t>
            </a:r>
            <a:r>
              <a:rPr sz="1800" dirty="0">
                <a:latin typeface="Times New Roman"/>
                <a:cs typeface="Times New Roman"/>
              </a:rPr>
              <a:t>2015</a:t>
            </a:r>
            <a:r>
              <a:rPr sz="1800" spc="335" dirty="0">
                <a:latin typeface="Times New Roman"/>
                <a:cs typeface="Times New Roman"/>
              </a:rPr>
              <a:t> </a:t>
            </a:r>
            <a:r>
              <a:rPr sz="1800" dirty="0">
                <a:latin typeface="Times New Roman"/>
                <a:cs typeface="Times New Roman"/>
              </a:rPr>
              <a:t>has</a:t>
            </a:r>
            <a:r>
              <a:rPr sz="1800" spc="330" dirty="0">
                <a:latin typeface="Times New Roman"/>
                <a:cs typeface="Times New Roman"/>
              </a:rPr>
              <a:t> </a:t>
            </a:r>
            <a:r>
              <a:rPr sz="1800" dirty="0">
                <a:latin typeface="Times New Roman"/>
                <a:cs typeface="Times New Roman"/>
              </a:rPr>
              <a:t>estimated</a:t>
            </a:r>
            <a:r>
              <a:rPr sz="1800" spc="330" dirty="0">
                <a:latin typeface="Times New Roman"/>
                <a:cs typeface="Times New Roman"/>
              </a:rPr>
              <a:t> </a:t>
            </a:r>
            <a:r>
              <a:rPr sz="1800" dirty="0">
                <a:latin typeface="Times New Roman"/>
                <a:cs typeface="Times New Roman"/>
              </a:rPr>
              <a:t>that</a:t>
            </a:r>
            <a:r>
              <a:rPr sz="1800" spc="340" dirty="0">
                <a:latin typeface="Times New Roman"/>
                <a:cs typeface="Times New Roman"/>
              </a:rPr>
              <a:t> </a:t>
            </a:r>
            <a:r>
              <a:rPr sz="1800" spc="-25" dirty="0">
                <a:latin typeface="Times New Roman"/>
                <a:cs typeface="Times New Roman"/>
              </a:rPr>
              <a:t>the</a:t>
            </a:r>
            <a:endParaRPr sz="1800">
              <a:latin typeface="Times New Roman"/>
              <a:cs typeface="Times New Roman"/>
            </a:endParaRPr>
          </a:p>
          <a:p>
            <a:pPr marL="355600" algn="just">
              <a:lnSpc>
                <a:spcPts val="1945"/>
              </a:lnSpc>
            </a:pPr>
            <a:r>
              <a:rPr sz="1800" dirty="0">
                <a:latin typeface="Times New Roman"/>
                <a:cs typeface="Times New Roman"/>
              </a:rPr>
              <a:t>Indian</a:t>
            </a:r>
            <a:r>
              <a:rPr sz="1800" spc="-30" dirty="0">
                <a:latin typeface="Times New Roman"/>
                <a:cs typeface="Times New Roman"/>
              </a:rPr>
              <a:t> </a:t>
            </a:r>
            <a:r>
              <a:rPr sz="1800" spc="-10" dirty="0">
                <a:latin typeface="Times New Roman"/>
                <a:cs typeface="Times New Roman"/>
              </a:rPr>
              <a:t>E-</a:t>
            </a:r>
            <a:r>
              <a:rPr sz="1800" dirty="0">
                <a:latin typeface="Times New Roman"/>
                <a:cs typeface="Times New Roman"/>
              </a:rPr>
              <a:t>waste</a:t>
            </a:r>
            <a:r>
              <a:rPr sz="1800" spc="-25" dirty="0">
                <a:latin typeface="Times New Roman"/>
                <a:cs typeface="Times New Roman"/>
              </a:rPr>
              <a:t> </a:t>
            </a:r>
            <a:r>
              <a:rPr sz="1800" dirty="0">
                <a:latin typeface="Times New Roman"/>
                <a:cs typeface="Times New Roman"/>
              </a:rPr>
              <a:t>market</a:t>
            </a:r>
            <a:r>
              <a:rPr sz="1800" spc="-15" dirty="0">
                <a:latin typeface="Times New Roman"/>
                <a:cs typeface="Times New Roman"/>
              </a:rPr>
              <a:t> </a:t>
            </a:r>
            <a:r>
              <a:rPr sz="1800" dirty="0">
                <a:latin typeface="Times New Roman"/>
                <a:cs typeface="Times New Roman"/>
              </a:rPr>
              <a:t>will</a:t>
            </a:r>
            <a:r>
              <a:rPr sz="1800" spc="-20" dirty="0">
                <a:latin typeface="Times New Roman"/>
                <a:cs typeface="Times New Roman"/>
              </a:rPr>
              <a:t> </a:t>
            </a:r>
            <a:r>
              <a:rPr sz="1800" dirty="0">
                <a:latin typeface="Times New Roman"/>
                <a:cs typeface="Times New Roman"/>
              </a:rPr>
              <a:t>grow</a:t>
            </a:r>
            <a:r>
              <a:rPr sz="1800" spc="-25" dirty="0">
                <a:latin typeface="Times New Roman"/>
                <a:cs typeface="Times New Roman"/>
              </a:rPr>
              <a:t> </a:t>
            </a:r>
            <a:r>
              <a:rPr sz="1800" dirty="0">
                <a:latin typeface="Times New Roman"/>
                <a:cs typeface="Times New Roman"/>
              </a:rPr>
              <a:t>at</a:t>
            </a:r>
            <a:r>
              <a:rPr sz="1800" spc="-35" dirty="0">
                <a:latin typeface="Times New Roman"/>
                <a:cs typeface="Times New Roman"/>
              </a:rPr>
              <a:t> </a:t>
            </a:r>
            <a:r>
              <a:rPr sz="1800" dirty="0">
                <a:latin typeface="Times New Roman"/>
                <a:cs typeface="Times New Roman"/>
              </a:rPr>
              <a:t>26.22%</a:t>
            </a:r>
            <a:r>
              <a:rPr sz="1800" spc="-30" dirty="0">
                <a:latin typeface="Times New Roman"/>
                <a:cs typeface="Times New Roman"/>
              </a:rPr>
              <a:t> </a:t>
            </a:r>
            <a:r>
              <a:rPr sz="1800" dirty="0">
                <a:latin typeface="Times New Roman"/>
                <a:cs typeface="Times New Roman"/>
              </a:rPr>
              <a:t>CAGR</a:t>
            </a:r>
            <a:r>
              <a:rPr sz="1800" spc="-5" dirty="0">
                <a:latin typeface="Times New Roman"/>
                <a:cs typeface="Times New Roman"/>
              </a:rPr>
              <a:t> </a:t>
            </a:r>
            <a:r>
              <a:rPr sz="1800" dirty="0">
                <a:latin typeface="Times New Roman"/>
                <a:cs typeface="Times New Roman"/>
              </a:rPr>
              <a:t>during</a:t>
            </a:r>
            <a:r>
              <a:rPr sz="1800" spc="-25" dirty="0">
                <a:latin typeface="Times New Roman"/>
                <a:cs typeface="Times New Roman"/>
              </a:rPr>
              <a:t> </a:t>
            </a:r>
            <a:r>
              <a:rPr sz="1800" spc="-10" dirty="0">
                <a:latin typeface="Times New Roman"/>
                <a:cs typeface="Times New Roman"/>
              </a:rPr>
              <a:t>2014-2019.</a:t>
            </a:r>
            <a:endParaRPr sz="1800">
              <a:latin typeface="Times New Roman"/>
              <a:cs typeface="Times New Roman"/>
            </a:endParaRPr>
          </a:p>
          <a:p>
            <a:pPr marL="355600" marR="6985" indent="-342900" algn="just">
              <a:lnSpc>
                <a:spcPct val="80000"/>
              </a:lnSpc>
              <a:spcBef>
                <a:spcPts val="430"/>
              </a:spcBef>
              <a:buFont typeface="Arial MT"/>
              <a:buChar char="•"/>
              <a:tabLst>
                <a:tab pos="355600" algn="l"/>
              </a:tabLst>
            </a:pPr>
            <a:r>
              <a:rPr sz="1800" dirty="0">
                <a:latin typeface="Times New Roman"/>
                <a:cs typeface="Times New Roman"/>
              </a:rPr>
              <a:t>However,</a:t>
            </a:r>
            <a:r>
              <a:rPr sz="1800" spc="-20" dirty="0">
                <a:latin typeface="Times New Roman"/>
                <a:cs typeface="Times New Roman"/>
              </a:rPr>
              <a:t> </a:t>
            </a:r>
            <a:r>
              <a:rPr sz="1800" dirty="0">
                <a:latin typeface="Times New Roman"/>
                <a:cs typeface="Times New Roman"/>
              </a:rPr>
              <a:t>a</a:t>
            </a:r>
            <a:r>
              <a:rPr sz="1800" spc="-20" dirty="0">
                <a:latin typeface="Times New Roman"/>
                <a:cs typeface="Times New Roman"/>
              </a:rPr>
              <a:t> </a:t>
            </a:r>
            <a:r>
              <a:rPr sz="1800" dirty="0">
                <a:latin typeface="Times New Roman"/>
                <a:cs typeface="Times New Roman"/>
              </a:rPr>
              <a:t>major</a:t>
            </a:r>
            <a:r>
              <a:rPr sz="1800" spc="-15" dirty="0">
                <a:latin typeface="Times New Roman"/>
                <a:cs typeface="Times New Roman"/>
              </a:rPr>
              <a:t> </a:t>
            </a:r>
            <a:r>
              <a:rPr sz="1800" dirty="0">
                <a:latin typeface="Times New Roman"/>
                <a:cs typeface="Times New Roman"/>
              </a:rPr>
              <a:t>portion</a:t>
            </a:r>
            <a:r>
              <a:rPr sz="1800" spc="-5" dirty="0">
                <a:latin typeface="Times New Roman"/>
                <a:cs typeface="Times New Roman"/>
              </a:rPr>
              <a:t> </a:t>
            </a:r>
            <a:r>
              <a:rPr sz="1800" dirty="0">
                <a:latin typeface="Times New Roman"/>
                <a:cs typeface="Times New Roman"/>
              </a:rPr>
              <a:t>of</a:t>
            </a:r>
            <a:r>
              <a:rPr sz="1800" spc="-25" dirty="0">
                <a:latin typeface="Times New Roman"/>
                <a:cs typeface="Times New Roman"/>
              </a:rPr>
              <a:t> </a:t>
            </a:r>
            <a:r>
              <a:rPr sz="1800" dirty="0">
                <a:latin typeface="Times New Roman"/>
                <a:cs typeface="Times New Roman"/>
              </a:rPr>
              <a:t>so</a:t>
            </a:r>
            <a:r>
              <a:rPr sz="1800" spc="-30" dirty="0">
                <a:latin typeface="Times New Roman"/>
                <a:cs typeface="Times New Roman"/>
              </a:rPr>
              <a:t> </a:t>
            </a:r>
            <a:r>
              <a:rPr sz="1800" dirty="0">
                <a:latin typeface="Times New Roman"/>
                <a:cs typeface="Times New Roman"/>
              </a:rPr>
              <a:t>much</a:t>
            </a:r>
            <a:r>
              <a:rPr sz="1800" spc="-5" dirty="0">
                <a:latin typeface="Times New Roman"/>
                <a:cs typeface="Times New Roman"/>
              </a:rPr>
              <a:t> </a:t>
            </a:r>
            <a:r>
              <a:rPr sz="1800" dirty="0">
                <a:latin typeface="Times New Roman"/>
                <a:cs typeface="Times New Roman"/>
              </a:rPr>
              <a:t>electronic</a:t>
            </a:r>
            <a:r>
              <a:rPr sz="1800" spc="-20" dirty="0">
                <a:latin typeface="Times New Roman"/>
                <a:cs typeface="Times New Roman"/>
              </a:rPr>
              <a:t> </a:t>
            </a:r>
            <a:r>
              <a:rPr sz="1800" dirty="0">
                <a:latin typeface="Times New Roman"/>
                <a:cs typeface="Times New Roman"/>
              </a:rPr>
              <a:t>waste</a:t>
            </a:r>
            <a:r>
              <a:rPr sz="1800" spc="-5" dirty="0">
                <a:latin typeface="Times New Roman"/>
                <a:cs typeface="Times New Roman"/>
              </a:rPr>
              <a:t> </a:t>
            </a:r>
            <a:r>
              <a:rPr sz="1800" dirty="0">
                <a:latin typeface="Times New Roman"/>
                <a:cs typeface="Times New Roman"/>
              </a:rPr>
              <a:t>being</a:t>
            </a:r>
            <a:r>
              <a:rPr sz="1800" spc="-20" dirty="0">
                <a:latin typeface="Times New Roman"/>
                <a:cs typeface="Times New Roman"/>
              </a:rPr>
              <a:t> </a:t>
            </a:r>
            <a:r>
              <a:rPr sz="1800" dirty="0">
                <a:latin typeface="Times New Roman"/>
                <a:cs typeface="Times New Roman"/>
              </a:rPr>
              <a:t>produced</a:t>
            </a:r>
            <a:r>
              <a:rPr sz="1800" spc="-20" dirty="0">
                <a:latin typeface="Times New Roman"/>
                <a:cs typeface="Times New Roman"/>
              </a:rPr>
              <a:t> </a:t>
            </a:r>
            <a:r>
              <a:rPr sz="1800" dirty="0">
                <a:latin typeface="Times New Roman"/>
                <a:cs typeface="Times New Roman"/>
              </a:rPr>
              <a:t>in</a:t>
            </a:r>
            <a:r>
              <a:rPr sz="1800" spc="-20" dirty="0">
                <a:latin typeface="Times New Roman"/>
                <a:cs typeface="Times New Roman"/>
              </a:rPr>
              <a:t> </a:t>
            </a:r>
            <a:r>
              <a:rPr sz="1800" dirty="0">
                <a:latin typeface="Times New Roman"/>
                <a:cs typeface="Times New Roman"/>
              </a:rPr>
              <a:t>the</a:t>
            </a:r>
            <a:r>
              <a:rPr sz="1800" spc="-25" dirty="0">
                <a:latin typeface="Times New Roman"/>
                <a:cs typeface="Times New Roman"/>
              </a:rPr>
              <a:t> </a:t>
            </a:r>
            <a:r>
              <a:rPr sz="1800" dirty="0">
                <a:latin typeface="Times New Roman"/>
                <a:cs typeface="Times New Roman"/>
              </a:rPr>
              <a:t>country</a:t>
            </a:r>
            <a:r>
              <a:rPr sz="1800" spc="-10" dirty="0">
                <a:latin typeface="Times New Roman"/>
                <a:cs typeface="Times New Roman"/>
              </a:rPr>
              <a:t> </a:t>
            </a:r>
            <a:r>
              <a:rPr sz="1800" spc="-25" dirty="0">
                <a:latin typeface="Times New Roman"/>
                <a:cs typeface="Times New Roman"/>
              </a:rPr>
              <a:t>is </a:t>
            </a:r>
            <a:r>
              <a:rPr sz="1800" dirty="0">
                <a:latin typeface="Times New Roman"/>
                <a:cs typeface="Times New Roman"/>
              </a:rPr>
              <a:t>handled</a:t>
            </a:r>
            <a:r>
              <a:rPr sz="1800" spc="370" dirty="0">
                <a:latin typeface="Times New Roman"/>
                <a:cs typeface="Times New Roman"/>
              </a:rPr>
              <a:t> </a:t>
            </a:r>
            <a:r>
              <a:rPr sz="1800" dirty="0">
                <a:latin typeface="Times New Roman"/>
                <a:cs typeface="Times New Roman"/>
              </a:rPr>
              <a:t>by</a:t>
            </a:r>
            <a:r>
              <a:rPr sz="1800" spc="385" dirty="0">
                <a:latin typeface="Times New Roman"/>
                <a:cs typeface="Times New Roman"/>
              </a:rPr>
              <a:t> </a:t>
            </a:r>
            <a:r>
              <a:rPr sz="1800" dirty="0">
                <a:latin typeface="Times New Roman"/>
                <a:cs typeface="Times New Roman"/>
              </a:rPr>
              <a:t>the</a:t>
            </a:r>
            <a:r>
              <a:rPr sz="1800" spc="365" dirty="0">
                <a:latin typeface="Times New Roman"/>
                <a:cs typeface="Times New Roman"/>
              </a:rPr>
              <a:t> </a:t>
            </a:r>
            <a:r>
              <a:rPr sz="1800" dirty="0">
                <a:latin typeface="Times New Roman"/>
                <a:cs typeface="Times New Roman"/>
              </a:rPr>
              <a:t>informal</a:t>
            </a:r>
            <a:r>
              <a:rPr sz="1800" spc="380" dirty="0">
                <a:latin typeface="Times New Roman"/>
                <a:cs typeface="Times New Roman"/>
              </a:rPr>
              <a:t> </a:t>
            </a:r>
            <a:r>
              <a:rPr sz="1800" dirty="0">
                <a:latin typeface="Times New Roman"/>
                <a:cs typeface="Times New Roman"/>
              </a:rPr>
              <a:t>or</a:t>
            </a:r>
            <a:r>
              <a:rPr sz="1800" spc="370" dirty="0">
                <a:latin typeface="Times New Roman"/>
                <a:cs typeface="Times New Roman"/>
              </a:rPr>
              <a:t> </a:t>
            </a:r>
            <a:r>
              <a:rPr sz="1800" dirty="0">
                <a:latin typeface="Times New Roman"/>
                <a:cs typeface="Times New Roman"/>
              </a:rPr>
              <a:t>unorganized</a:t>
            </a:r>
            <a:r>
              <a:rPr sz="1800" spc="365" dirty="0">
                <a:latin typeface="Times New Roman"/>
                <a:cs typeface="Times New Roman"/>
              </a:rPr>
              <a:t> </a:t>
            </a:r>
            <a:r>
              <a:rPr sz="1800" dirty="0">
                <a:latin typeface="Times New Roman"/>
                <a:cs typeface="Times New Roman"/>
              </a:rPr>
              <a:t>sector</a:t>
            </a:r>
            <a:r>
              <a:rPr sz="1800" spc="360" dirty="0">
                <a:latin typeface="Times New Roman"/>
                <a:cs typeface="Times New Roman"/>
              </a:rPr>
              <a:t> </a:t>
            </a:r>
            <a:r>
              <a:rPr sz="1800" dirty="0">
                <a:latin typeface="Times New Roman"/>
                <a:cs typeface="Times New Roman"/>
              </a:rPr>
              <a:t>using</a:t>
            </a:r>
            <a:r>
              <a:rPr sz="1800" spc="370" dirty="0">
                <a:latin typeface="Times New Roman"/>
                <a:cs typeface="Times New Roman"/>
              </a:rPr>
              <a:t> </a:t>
            </a:r>
            <a:r>
              <a:rPr sz="1800" dirty="0">
                <a:latin typeface="Times New Roman"/>
                <a:cs typeface="Times New Roman"/>
              </a:rPr>
              <a:t>improper</a:t>
            </a:r>
            <a:r>
              <a:rPr sz="1800" spc="360" dirty="0">
                <a:latin typeface="Times New Roman"/>
                <a:cs typeface="Times New Roman"/>
              </a:rPr>
              <a:t> </a:t>
            </a:r>
            <a:r>
              <a:rPr sz="1800" dirty="0">
                <a:latin typeface="Times New Roman"/>
                <a:cs typeface="Times New Roman"/>
              </a:rPr>
              <a:t>ways,</a:t>
            </a:r>
            <a:r>
              <a:rPr sz="1800" spc="365" dirty="0">
                <a:latin typeface="Times New Roman"/>
                <a:cs typeface="Times New Roman"/>
              </a:rPr>
              <a:t> </a:t>
            </a:r>
            <a:r>
              <a:rPr sz="1800" dirty="0">
                <a:latin typeface="Times New Roman"/>
                <a:cs typeface="Times New Roman"/>
              </a:rPr>
              <a:t>which</a:t>
            </a:r>
            <a:r>
              <a:rPr sz="1800" spc="370" dirty="0">
                <a:latin typeface="Times New Roman"/>
                <a:cs typeface="Times New Roman"/>
              </a:rPr>
              <a:t> </a:t>
            </a:r>
            <a:r>
              <a:rPr sz="1800" spc="-10" dirty="0">
                <a:latin typeface="Times New Roman"/>
                <a:cs typeface="Times New Roman"/>
              </a:rPr>
              <a:t>cause </a:t>
            </a:r>
            <a:r>
              <a:rPr sz="1800" dirty="0">
                <a:latin typeface="Times New Roman"/>
                <a:cs typeface="Times New Roman"/>
              </a:rPr>
              <a:t>environmental</a:t>
            </a:r>
            <a:r>
              <a:rPr sz="1800" spc="-50" dirty="0">
                <a:latin typeface="Times New Roman"/>
                <a:cs typeface="Times New Roman"/>
              </a:rPr>
              <a:t> </a:t>
            </a:r>
            <a:r>
              <a:rPr sz="1800" dirty="0">
                <a:latin typeface="Times New Roman"/>
                <a:cs typeface="Times New Roman"/>
              </a:rPr>
              <a:t>pollution</a:t>
            </a:r>
            <a:r>
              <a:rPr sz="1800" spc="-50" dirty="0">
                <a:latin typeface="Times New Roman"/>
                <a:cs typeface="Times New Roman"/>
              </a:rPr>
              <a:t> </a:t>
            </a:r>
            <a:r>
              <a:rPr sz="1800" dirty="0">
                <a:latin typeface="Times New Roman"/>
                <a:cs typeface="Times New Roman"/>
              </a:rPr>
              <a:t>and</a:t>
            </a:r>
            <a:r>
              <a:rPr sz="1800" spc="-25" dirty="0">
                <a:latin typeface="Times New Roman"/>
                <a:cs typeface="Times New Roman"/>
              </a:rPr>
              <a:t> </a:t>
            </a:r>
            <a:r>
              <a:rPr sz="1800" dirty="0">
                <a:latin typeface="Times New Roman"/>
                <a:cs typeface="Times New Roman"/>
              </a:rPr>
              <a:t>health</a:t>
            </a:r>
            <a:r>
              <a:rPr sz="1800" spc="-45" dirty="0">
                <a:latin typeface="Times New Roman"/>
                <a:cs typeface="Times New Roman"/>
              </a:rPr>
              <a:t> </a:t>
            </a:r>
            <a:r>
              <a:rPr sz="1800" spc="-10" dirty="0">
                <a:latin typeface="Times New Roman"/>
                <a:cs typeface="Times New Roman"/>
              </a:rPr>
              <a:t>hazards.</a:t>
            </a:r>
            <a:endParaRPr sz="1800">
              <a:latin typeface="Times New Roman"/>
              <a:cs typeface="Times New Roman"/>
            </a:endParaRPr>
          </a:p>
          <a:p>
            <a:pPr marL="355600" marR="5080" indent="-342900" algn="just">
              <a:lnSpc>
                <a:spcPct val="80000"/>
              </a:lnSpc>
              <a:spcBef>
                <a:spcPts val="434"/>
              </a:spcBef>
              <a:buFont typeface="Arial MT"/>
              <a:buChar char="•"/>
              <a:tabLst>
                <a:tab pos="355600" algn="l"/>
              </a:tabLst>
            </a:pPr>
            <a:r>
              <a:rPr sz="1800" dirty="0">
                <a:latin typeface="Times New Roman"/>
                <a:cs typeface="Times New Roman"/>
              </a:rPr>
              <a:t>With</a:t>
            </a:r>
            <a:r>
              <a:rPr sz="1800" spc="95" dirty="0">
                <a:latin typeface="Times New Roman"/>
                <a:cs typeface="Times New Roman"/>
              </a:rPr>
              <a:t> </a:t>
            </a:r>
            <a:r>
              <a:rPr sz="1800" dirty="0">
                <a:latin typeface="Times New Roman"/>
                <a:cs typeface="Times New Roman"/>
              </a:rPr>
              <a:t>the</a:t>
            </a:r>
            <a:r>
              <a:rPr sz="1800" spc="100" dirty="0">
                <a:latin typeface="Times New Roman"/>
                <a:cs typeface="Times New Roman"/>
              </a:rPr>
              <a:t> </a:t>
            </a:r>
            <a:r>
              <a:rPr sz="1800" dirty="0">
                <a:latin typeface="Times New Roman"/>
                <a:cs typeface="Times New Roman"/>
              </a:rPr>
              <a:t>recently</a:t>
            </a:r>
            <a:r>
              <a:rPr sz="1800" spc="110" dirty="0">
                <a:latin typeface="Times New Roman"/>
                <a:cs typeface="Times New Roman"/>
              </a:rPr>
              <a:t> </a:t>
            </a:r>
            <a:r>
              <a:rPr sz="1800" dirty="0">
                <a:latin typeface="Times New Roman"/>
                <a:cs typeface="Times New Roman"/>
              </a:rPr>
              <a:t>imposed</a:t>
            </a:r>
            <a:r>
              <a:rPr sz="1800" spc="100" dirty="0">
                <a:latin typeface="Times New Roman"/>
                <a:cs typeface="Times New Roman"/>
              </a:rPr>
              <a:t> </a:t>
            </a:r>
            <a:r>
              <a:rPr sz="1800" spc="-20" dirty="0">
                <a:latin typeface="Times New Roman"/>
                <a:cs typeface="Times New Roman"/>
              </a:rPr>
              <a:t>“E-</a:t>
            </a:r>
            <a:r>
              <a:rPr sz="1800" dirty="0">
                <a:latin typeface="Times New Roman"/>
                <a:cs typeface="Times New Roman"/>
              </a:rPr>
              <a:t>waste</a:t>
            </a:r>
            <a:r>
              <a:rPr sz="1800" spc="95" dirty="0">
                <a:latin typeface="Times New Roman"/>
                <a:cs typeface="Times New Roman"/>
              </a:rPr>
              <a:t> </a:t>
            </a:r>
            <a:r>
              <a:rPr sz="1800" dirty="0">
                <a:latin typeface="Times New Roman"/>
                <a:cs typeface="Times New Roman"/>
              </a:rPr>
              <a:t>Management</a:t>
            </a:r>
            <a:r>
              <a:rPr sz="1800" spc="110" dirty="0">
                <a:latin typeface="Times New Roman"/>
                <a:cs typeface="Times New Roman"/>
              </a:rPr>
              <a:t> </a:t>
            </a:r>
            <a:r>
              <a:rPr sz="1800" dirty="0">
                <a:latin typeface="Times New Roman"/>
                <a:cs typeface="Times New Roman"/>
              </a:rPr>
              <a:t>Rules</a:t>
            </a:r>
            <a:r>
              <a:rPr sz="1800" spc="90" dirty="0">
                <a:latin typeface="Times New Roman"/>
                <a:cs typeface="Times New Roman"/>
              </a:rPr>
              <a:t> </a:t>
            </a:r>
            <a:r>
              <a:rPr sz="1800" dirty="0">
                <a:latin typeface="Times New Roman"/>
                <a:cs typeface="Times New Roman"/>
              </a:rPr>
              <a:t>2016”,</a:t>
            </a:r>
            <a:r>
              <a:rPr sz="1800" spc="90" dirty="0">
                <a:latin typeface="Times New Roman"/>
                <a:cs typeface="Times New Roman"/>
              </a:rPr>
              <a:t> </a:t>
            </a:r>
            <a:r>
              <a:rPr sz="1800" dirty="0">
                <a:latin typeface="Times New Roman"/>
                <a:cs typeface="Times New Roman"/>
              </a:rPr>
              <a:t>India</a:t>
            </a:r>
            <a:r>
              <a:rPr sz="1800" spc="105" dirty="0">
                <a:latin typeface="Times New Roman"/>
                <a:cs typeface="Times New Roman"/>
              </a:rPr>
              <a:t> </a:t>
            </a:r>
            <a:r>
              <a:rPr sz="1800" dirty="0">
                <a:latin typeface="Times New Roman"/>
                <a:cs typeface="Times New Roman"/>
              </a:rPr>
              <a:t>has</a:t>
            </a:r>
            <a:r>
              <a:rPr sz="1800" spc="90" dirty="0">
                <a:latin typeface="Times New Roman"/>
                <a:cs typeface="Times New Roman"/>
              </a:rPr>
              <a:t> </a:t>
            </a:r>
            <a:r>
              <a:rPr sz="1800" dirty="0">
                <a:latin typeface="Times New Roman"/>
                <a:cs typeface="Times New Roman"/>
              </a:rPr>
              <a:t>witnessed</a:t>
            </a:r>
            <a:r>
              <a:rPr sz="1800" spc="95" dirty="0">
                <a:latin typeface="Times New Roman"/>
                <a:cs typeface="Times New Roman"/>
              </a:rPr>
              <a:t> </a:t>
            </a:r>
            <a:r>
              <a:rPr sz="1800" spc="-50" dirty="0">
                <a:latin typeface="Times New Roman"/>
                <a:cs typeface="Times New Roman"/>
              </a:rPr>
              <a:t>a </a:t>
            </a:r>
            <a:r>
              <a:rPr sz="1800" dirty="0">
                <a:latin typeface="Times New Roman"/>
                <a:cs typeface="Times New Roman"/>
              </a:rPr>
              <a:t>renewed</a:t>
            </a:r>
            <a:r>
              <a:rPr sz="1800" spc="185" dirty="0">
                <a:latin typeface="Times New Roman"/>
                <a:cs typeface="Times New Roman"/>
              </a:rPr>
              <a:t> </a:t>
            </a:r>
            <a:r>
              <a:rPr sz="1800" dirty="0">
                <a:latin typeface="Times New Roman"/>
                <a:cs typeface="Times New Roman"/>
              </a:rPr>
              <a:t>attention</a:t>
            </a:r>
            <a:r>
              <a:rPr sz="1800" spc="195" dirty="0">
                <a:latin typeface="Times New Roman"/>
                <a:cs typeface="Times New Roman"/>
              </a:rPr>
              <a:t> </a:t>
            </a:r>
            <a:r>
              <a:rPr sz="1800" dirty="0">
                <a:latin typeface="Times New Roman"/>
                <a:cs typeface="Times New Roman"/>
              </a:rPr>
              <a:t>on</a:t>
            </a:r>
            <a:r>
              <a:rPr sz="1800" spc="190" dirty="0">
                <a:latin typeface="Times New Roman"/>
                <a:cs typeface="Times New Roman"/>
              </a:rPr>
              <a:t> </a:t>
            </a:r>
            <a:r>
              <a:rPr sz="1800" dirty="0">
                <a:latin typeface="Times New Roman"/>
                <a:cs typeface="Times New Roman"/>
              </a:rPr>
              <a:t>the</a:t>
            </a:r>
            <a:r>
              <a:rPr sz="1800" spc="185" dirty="0">
                <a:latin typeface="Times New Roman"/>
                <a:cs typeface="Times New Roman"/>
              </a:rPr>
              <a:t> </a:t>
            </a:r>
            <a:r>
              <a:rPr sz="1800" dirty="0">
                <a:latin typeface="Times New Roman"/>
                <a:cs typeface="Times New Roman"/>
              </a:rPr>
              <a:t>accountability</a:t>
            </a:r>
            <a:r>
              <a:rPr sz="1800" spc="195" dirty="0">
                <a:latin typeface="Times New Roman"/>
                <a:cs typeface="Times New Roman"/>
              </a:rPr>
              <a:t> </a:t>
            </a:r>
            <a:r>
              <a:rPr sz="1800" dirty="0">
                <a:latin typeface="Times New Roman"/>
                <a:cs typeface="Times New Roman"/>
              </a:rPr>
              <a:t>of</a:t>
            </a:r>
            <a:r>
              <a:rPr sz="1800" spc="190" dirty="0">
                <a:latin typeface="Times New Roman"/>
                <a:cs typeface="Times New Roman"/>
              </a:rPr>
              <a:t> </a:t>
            </a:r>
            <a:r>
              <a:rPr sz="1800" dirty="0">
                <a:latin typeface="Times New Roman"/>
                <a:cs typeface="Times New Roman"/>
              </a:rPr>
              <a:t>producers</a:t>
            </a:r>
            <a:r>
              <a:rPr sz="1800" spc="190" dirty="0">
                <a:latin typeface="Times New Roman"/>
                <a:cs typeface="Times New Roman"/>
              </a:rPr>
              <a:t> </a:t>
            </a:r>
            <a:r>
              <a:rPr sz="1800" dirty="0">
                <a:latin typeface="Times New Roman"/>
                <a:cs typeface="Times New Roman"/>
              </a:rPr>
              <a:t>to</a:t>
            </a:r>
            <a:r>
              <a:rPr sz="1800" spc="180" dirty="0">
                <a:latin typeface="Times New Roman"/>
                <a:cs typeface="Times New Roman"/>
              </a:rPr>
              <a:t> </a:t>
            </a:r>
            <a:r>
              <a:rPr sz="1800" dirty="0">
                <a:latin typeface="Times New Roman"/>
                <a:cs typeface="Times New Roman"/>
              </a:rPr>
              <a:t>restrain</a:t>
            </a:r>
            <a:r>
              <a:rPr sz="1800" spc="195" dirty="0">
                <a:latin typeface="Times New Roman"/>
                <a:cs typeface="Times New Roman"/>
              </a:rPr>
              <a:t> </a:t>
            </a:r>
            <a:r>
              <a:rPr sz="1800" dirty="0">
                <a:latin typeface="Times New Roman"/>
                <a:cs typeface="Times New Roman"/>
              </a:rPr>
              <a:t>the</a:t>
            </a:r>
            <a:r>
              <a:rPr sz="1800" spc="195" dirty="0">
                <a:latin typeface="Times New Roman"/>
                <a:cs typeface="Times New Roman"/>
              </a:rPr>
              <a:t> </a:t>
            </a:r>
            <a:r>
              <a:rPr sz="1800" dirty="0">
                <a:latin typeface="Times New Roman"/>
                <a:cs typeface="Times New Roman"/>
              </a:rPr>
              <a:t>production</a:t>
            </a:r>
            <a:r>
              <a:rPr sz="1800" spc="200" dirty="0">
                <a:latin typeface="Times New Roman"/>
                <a:cs typeface="Times New Roman"/>
              </a:rPr>
              <a:t> </a:t>
            </a:r>
            <a:r>
              <a:rPr sz="1800" dirty="0">
                <a:latin typeface="Times New Roman"/>
                <a:cs typeface="Times New Roman"/>
              </a:rPr>
              <a:t>of</a:t>
            </a:r>
            <a:r>
              <a:rPr sz="1800" spc="190" dirty="0">
                <a:latin typeface="Times New Roman"/>
                <a:cs typeface="Times New Roman"/>
              </a:rPr>
              <a:t> </a:t>
            </a:r>
            <a:r>
              <a:rPr sz="1800" spc="-25" dirty="0">
                <a:latin typeface="Times New Roman"/>
                <a:cs typeface="Times New Roman"/>
              </a:rPr>
              <a:t>E- </a:t>
            </a:r>
            <a:r>
              <a:rPr sz="1800" dirty="0">
                <a:latin typeface="Times New Roman"/>
                <a:cs typeface="Times New Roman"/>
              </a:rPr>
              <a:t>waste</a:t>
            </a:r>
            <a:r>
              <a:rPr sz="1800" spc="-25" dirty="0">
                <a:latin typeface="Times New Roman"/>
                <a:cs typeface="Times New Roman"/>
              </a:rPr>
              <a:t> </a:t>
            </a:r>
            <a:r>
              <a:rPr sz="1800" dirty="0">
                <a:latin typeface="Times New Roman"/>
                <a:cs typeface="Times New Roman"/>
              </a:rPr>
              <a:t>through</a:t>
            </a:r>
            <a:r>
              <a:rPr sz="1800" spc="-25" dirty="0">
                <a:latin typeface="Times New Roman"/>
                <a:cs typeface="Times New Roman"/>
              </a:rPr>
              <a:t> </a:t>
            </a:r>
            <a:r>
              <a:rPr sz="1800" dirty="0">
                <a:latin typeface="Times New Roman"/>
                <a:cs typeface="Times New Roman"/>
              </a:rPr>
              <a:t>diverse</a:t>
            </a:r>
            <a:r>
              <a:rPr sz="1800" spc="-25" dirty="0">
                <a:latin typeface="Times New Roman"/>
                <a:cs typeface="Times New Roman"/>
              </a:rPr>
              <a:t> </a:t>
            </a:r>
            <a:r>
              <a:rPr sz="1800" spc="-10" dirty="0">
                <a:latin typeface="Times New Roman"/>
                <a:cs typeface="Times New Roman"/>
              </a:rPr>
              <a:t>take-</a:t>
            </a:r>
            <a:r>
              <a:rPr sz="1800" dirty="0">
                <a:latin typeface="Times New Roman"/>
                <a:cs typeface="Times New Roman"/>
              </a:rPr>
              <a:t>back</a:t>
            </a:r>
            <a:r>
              <a:rPr sz="1800" spc="-40" dirty="0">
                <a:latin typeface="Times New Roman"/>
                <a:cs typeface="Times New Roman"/>
              </a:rPr>
              <a:t> </a:t>
            </a:r>
            <a:r>
              <a:rPr sz="1800" spc="-10" dirty="0">
                <a:latin typeface="Times New Roman"/>
                <a:cs typeface="Times New Roman"/>
              </a:rPr>
              <a:t>mechanisms.</a:t>
            </a:r>
            <a:endParaRPr sz="1800">
              <a:latin typeface="Times New Roman"/>
              <a:cs typeface="Times New Roman"/>
            </a:endParaRPr>
          </a:p>
          <a:p>
            <a:pPr marL="355600" marR="7620" indent="-342900" algn="just">
              <a:lnSpc>
                <a:spcPct val="80000"/>
              </a:lnSpc>
              <a:spcBef>
                <a:spcPts val="430"/>
              </a:spcBef>
              <a:buFont typeface="Arial MT"/>
              <a:buChar char="•"/>
              <a:tabLst>
                <a:tab pos="355600" algn="l"/>
              </a:tabLst>
            </a:pPr>
            <a:r>
              <a:rPr sz="1800" dirty="0">
                <a:latin typeface="Times New Roman"/>
                <a:cs typeface="Times New Roman"/>
              </a:rPr>
              <a:t>India</a:t>
            </a:r>
            <a:r>
              <a:rPr sz="1800" spc="395" dirty="0">
                <a:latin typeface="Times New Roman"/>
                <a:cs typeface="Times New Roman"/>
              </a:rPr>
              <a:t> </a:t>
            </a:r>
            <a:r>
              <a:rPr sz="1800" dirty="0">
                <a:latin typeface="Times New Roman"/>
                <a:cs typeface="Times New Roman"/>
              </a:rPr>
              <a:t>has</a:t>
            </a:r>
            <a:r>
              <a:rPr sz="1800" spc="390" dirty="0">
                <a:latin typeface="Times New Roman"/>
                <a:cs typeface="Times New Roman"/>
              </a:rPr>
              <a:t> </a:t>
            </a:r>
            <a:r>
              <a:rPr sz="1800" dirty="0">
                <a:latin typeface="Times New Roman"/>
                <a:cs typeface="Times New Roman"/>
              </a:rPr>
              <a:t>set</a:t>
            </a:r>
            <a:r>
              <a:rPr sz="1800" spc="380" dirty="0">
                <a:latin typeface="Times New Roman"/>
                <a:cs typeface="Times New Roman"/>
              </a:rPr>
              <a:t> </a:t>
            </a:r>
            <a:r>
              <a:rPr sz="1800" dirty="0">
                <a:latin typeface="Times New Roman"/>
                <a:cs typeface="Times New Roman"/>
              </a:rPr>
              <a:t>up</a:t>
            </a:r>
            <a:r>
              <a:rPr sz="1800" spc="390" dirty="0">
                <a:latin typeface="Times New Roman"/>
                <a:cs typeface="Times New Roman"/>
              </a:rPr>
              <a:t> </a:t>
            </a:r>
            <a:r>
              <a:rPr sz="1800" dirty="0">
                <a:latin typeface="Times New Roman"/>
                <a:cs typeface="Times New Roman"/>
              </a:rPr>
              <a:t>Producer</a:t>
            </a:r>
            <a:r>
              <a:rPr sz="1800" spc="380" dirty="0">
                <a:latin typeface="Times New Roman"/>
                <a:cs typeface="Times New Roman"/>
              </a:rPr>
              <a:t> </a:t>
            </a:r>
            <a:r>
              <a:rPr sz="1800" dirty="0">
                <a:latin typeface="Times New Roman"/>
                <a:cs typeface="Times New Roman"/>
              </a:rPr>
              <a:t>Responsibility</a:t>
            </a:r>
            <a:r>
              <a:rPr sz="1800" spc="385" dirty="0">
                <a:latin typeface="Times New Roman"/>
                <a:cs typeface="Times New Roman"/>
              </a:rPr>
              <a:t> </a:t>
            </a:r>
            <a:r>
              <a:rPr sz="1800" dirty="0">
                <a:latin typeface="Times New Roman"/>
                <a:cs typeface="Times New Roman"/>
              </a:rPr>
              <a:t>Organization</a:t>
            </a:r>
            <a:r>
              <a:rPr sz="1800" spc="390" dirty="0">
                <a:latin typeface="Times New Roman"/>
                <a:cs typeface="Times New Roman"/>
              </a:rPr>
              <a:t> </a:t>
            </a:r>
            <a:r>
              <a:rPr sz="1800" dirty="0">
                <a:latin typeface="Times New Roman"/>
                <a:cs typeface="Times New Roman"/>
              </a:rPr>
              <a:t>(PRO)</a:t>
            </a:r>
            <a:r>
              <a:rPr sz="1800" spc="375" dirty="0">
                <a:latin typeface="Times New Roman"/>
                <a:cs typeface="Times New Roman"/>
              </a:rPr>
              <a:t> </a:t>
            </a:r>
            <a:r>
              <a:rPr sz="1800" dirty="0">
                <a:latin typeface="Times New Roman"/>
                <a:cs typeface="Times New Roman"/>
              </a:rPr>
              <a:t>and</a:t>
            </a:r>
            <a:r>
              <a:rPr sz="1800" spc="395" dirty="0">
                <a:latin typeface="Times New Roman"/>
                <a:cs typeface="Times New Roman"/>
              </a:rPr>
              <a:t> </a:t>
            </a:r>
            <a:r>
              <a:rPr sz="1800" dirty="0">
                <a:latin typeface="Times New Roman"/>
                <a:cs typeface="Times New Roman"/>
              </a:rPr>
              <a:t>Deposit</a:t>
            </a:r>
            <a:r>
              <a:rPr sz="1800" spc="380" dirty="0">
                <a:latin typeface="Times New Roman"/>
                <a:cs typeface="Times New Roman"/>
              </a:rPr>
              <a:t> </a:t>
            </a:r>
            <a:r>
              <a:rPr sz="1800" spc="-10" dirty="0">
                <a:latin typeface="Times New Roman"/>
                <a:cs typeface="Times New Roman"/>
              </a:rPr>
              <a:t>Refund </a:t>
            </a:r>
            <a:r>
              <a:rPr sz="1800" dirty="0">
                <a:latin typeface="Times New Roman"/>
                <a:cs typeface="Times New Roman"/>
              </a:rPr>
              <a:t>System</a:t>
            </a:r>
            <a:r>
              <a:rPr sz="1800" spc="250" dirty="0">
                <a:latin typeface="Times New Roman"/>
                <a:cs typeface="Times New Roman"/>
              </a:rPr>
              <a:t> </a:t>
            </a:r>
            <a:r>
              <a:rPr sz="1800" dirty="0">
                <a:latin typeface="Times New Roman"/>
                <a:cs typeface="Times New Roman"/>
              </a:rPr>
              <a:t>(DRS)</a:t>
            </a:r>
            <a:r>
              <a:rPr sz="1800" spc="250" dirty="0">
                <a:latin typeface="Times New Roman"/>
                <a:cs typeface="Times New Roman"/>
              </a:rPr>
              <a:t> </a:t>
            </a:r>
            <a:r>
              <a:rPr sz="1800" dirty="0">
                <a:latin typeface="Times New Roman"/>
                <a:cs typeface="Times New Roman"/>
              </a:rPr>
              <a:t>and</a:t>
            </a:r>
            <a:r>
              <a:rPr sz="1800" spc="250" dirty="0">
                <a:latin typeface="Times New Roman"/>
                <a:cs typeface="Times New Roman"/>
              </a:rPr>
              <a:t> </a:t>
            </a:r>
            <a:r>
              <a:rPr sz="1800" dirty="0">
                <a:latin typeface="Times New Roman"/>
                <a:cs typeface="Times New Roman"/>
              </a:rPr>
              <a:t>other</a:t>
            </a:r>
            <a:r>
              <a:rPr sz="1800" spc="260" dirty="0">
                <a:latin typeface="Times New Roman"/>
                <a:cs typeface="Times New Roman"/>
              </a:rPr>
              <a:t> </a:t>
            </a:r>
            <a:r>
              <a:rPr sz="1800" dirty="0">
                <a:latin typeface="Times New Roman"/>
                <a:cs typeface="Times New Roman"/>
              </a:rPr>
              <a:t>organization</a:t>
            </a:r>
            <a:r>
              <a:rPr sz="1800" spc="245" dirty="0">
                <a:latin typeface="Times New Roman"/>
                <a:cs typeface="Times New Roman"/>
              </a:rPr>
              <a:t> </a:t>
            </a:r>
            <a:r>
              <a:rPr sz="1800" dirty="0">
                <a:latin typeface="Times New Roman"/>
                <a:cs typeface="Times New Roman"/>
              </a:rPr>
              <a:t>with</a:t>
            </a:r>
            <a:r>
              <a:rPr sz="1800" spc="254" dirty="0">
                <a:latin typeface="Times New Roman"/>
                <a:cs typeface="Times New Roman"/>
              </a:rPr>
              <a:t> </a:t>
            </a:r>
            <a:r>
              <a:rPr sz="1800" spc="-20" dirty="0">
                <a:latin typeface="Times New Roman"/>
                <a:cs typeface="Times New Roman"/>
              </a:rPr>
              <a:t>pre-</a:t>
            </a:r>
            <a:r>
              <a:rPr sz="1800" dirty="0">
                <a:latin typeface="Times New Roman"/>
                <a:cs typeface="Times New Roman"/>
              </a:rPr>
              <a:t>defined</a:t>
            </a:r>
            <a:r>
              <a:rPr sz="1800" spc="260" dirty="0">
                <a:latin typeface="Times New Roman"/>
                <a:cs typeface="Times New Roman"/>
              </a:rPr>
              <a:t> </a:t>
            </a:r>
            <a:r>
              <a:rPr sz="1800" dirty="0">
                <a:latin typeface="Times New Roman"/>
                <a:cs typeface="Times New Roman"/>
              </a:rPr>
              <a:t>goals</a:t>
            </a:r>
            <a:r>
              <a:rPr sz="1800" spc="245" dirty="0">
                <a:latin typeface="Times New Roman"/>
                <a:cs typeface="Times New Roman"/>
              </a:rPr>
              <a:t> </a:t>
            </a:r>
            <a:r>
              <a:rPr sz="1800" dirty="0">
                <a:latin typeface="Times New Roman"/>
                <a:cs typeface="Times New Roman"/>
              </a:rPr>
              <a:t>that</a:t>
            </a:r>
            <a:r>
              <a:rPr sz="1800" spc="260" dirty="0">
                <a:latin typeface="Times New Roman"/>
                <a:cs typeface="Times New Roman"/>
              </a:rPr>
              <a:t> </a:t>
            </a:r>
            <a:r>
              <a:rPr sz="1800" dirty="0">
                <a:latin typeface="Times New Roman"/>
                <a:cs typeface="Times New Roman"/>
              </a:rPr>
              <a:t>the</a:t>
            </a:r>
            <a:r>
              <a:rPr sz="1800" spc="265" dirty="0">
                <a:latin typeface="Times New Roman"/>
                <a:cs typeface="Times New Roman"/>
              </a:rPr>
              <a:t> </a:t>
            </a:r>
            <a:r>
              <a:rPr sz="1800" spc="-10" dirty="0">
                <a:latin typeface="Times New Roman"/>
                <a:cs typeface="Times New Roman"/>
              </a:rPr>
              <a:t>manufacturers </a:t>
            </a:r>
            <a:r>
              <a:rPr sz="1800" dirty="0">
                <a:latin typeface="Times New Roman"/>
                <a:cs typeface="Times New Roman"/>
              </a:rPr>
              <a:t>will</a:t>
            </a:r>
            <a:r>
              <a:rPr sz="1800" spc="-15" dirty="0">
                <a:latin typeface="Times New Roman"/>
                <a:cs typeface="Times New Roman"/>
              </a:rPr>
              <a:t> </a:t>
            </a:r>
            <a:r>
              <a:rPr sz="1800" dirty="0">
                <a:latin typeface="Times New Roman"/>
                <a:cs typeface="Times New Roman"/>
              </a:rPr>
              <a:t>have</a:t>
            </a:r>
            <a:r>
              <a:rPr sz="1800" spc="-10" dirty="0">
                <a:latin typeface="Times New Roman"/>
                <a:cs typeface="Times New Roman"/>
              </a:rPr>
              <a:t> </a:t>
            </a:r>
            <a:r>
              <a:rPr sz="1800" dirty="0">
                <a:latin typeface="Times New Roman"/>
                <a:cs typeface="Times New Roman"/>
              </a:rPr>
              <a:t>to</a:t>
            </a:r>
            <a:r>
              <a:rPr sz="1800" spc="-20" dirty="0">
                <a:latin typeface="Times New Roman"/>
                <a:cs typeface="Times New Roman"/>
              </a:rPr>
              <a:t> </a:t>
            </a:r>
            <a:r>
              <a:rPr sz="1800" spc="-10" dirty="0">
                <a:latin typeface="Times New Roman"/>
                <a:cs typeface="Times New Roman"/>
              </a:rPr>
              <a:t>achieve.</a:t>
            </a:r>
            <a:endParaRPr sz="1800">
              <a:latin typeface="Times New Roman"/>
              <a:cs typeface="Times New Roman"/>
            </a:endParaRPr>
          </a:p>
          <a:p>
            <a:pPr marL="355600" marR="6985" indent="-342900" algn="just">
              <a:lnSpc>
                <a:spcPct val="80000"/>
              </a:lnSpc>
              <a:spcBef>
                <a:spcPts val="434"/>
              </a:spcBef>
              <a:buFont typeface="Arial MT"/>
              <a:buChar char="•"/>
              <a:tabLst>
                <a:tab pos="355600" algn="l"/>
              </a:tabLst>
            </a:pPr>
            <a:r>
              <a:rPr sz="1800" dirty="0">
                <a:latin typeface="Times New Roman"/>
                <a:cs typeface="Times New Roman"/>
              </a:rPr>
              <a:t>The</a:t>
            </a:r>
            <a:r>
              <a:rPr sz="1800" spc="465" dirty="0">
                <a:latin typeface="Times New Roman"/>
                <a:cs typeface="Times New Roman"/>
              </a:rPr>
              <a:t> </a:t>
            </a:r>
            <a:r>
              <a:rPr sz="1800" dirty="0">
                <a:latin typeface="Times New Roman"/>
                <a:cs typeface="Times New Roman"/>
              </a:rPr>
              <a:t>new</a:t>
            </a:r>
            <a:r>
              <a:rPr sz="1800" spc="470" dirty="0">
                <a:latin typeface="Times New Roman"/>
                <a:cs typeface="Times New Roman"/>
              </a:rPr>
              <a:t> </a:t>
            </a:r>
            <a:r>
              <a:rPr sz="1800" dirty="0">
                <a:latin typeface="Times New Roman"/>
                <a:cs typeface="Times New Roman"/>
              </a:rPr>
              <a:t>amendment</a:t>
            </a:r>
            <a:r>
              <a:rPr sz="1800" spc="480" dirty="0">
                <a:latin typeface="Times New Roman"/>
                <a:cs typeface="Times New Roman"/>
              </a:rPr>
              <a:t> </a:t>
            </a:r>
            <a:r>
              <a:rPr sz="1800" dirty="0">
                <a:latin typeface="Times New Roman"/>
                <a:cs typeface="Times New Roman"/>
              </a:rPr>
              <a:t>made</a:t>
            </a:r>
            <a:r>
              <a:rPr sz="1800" spc="475" dirty="0">
                <a:latin typeface="Times New Roman"/>
                <a:cs typeface="Times New Roman"/>
              </a:rPr>
              <a:t> </a:t>
            </a:r>
            <a:r>
              <a:rPr sz="1800" dirty="0">
                <a:latin typeface="Times New Roman"/>
                <a:cs typeface="Times New Roman"/>
              </a:rPr>
              <a:t>by</a:t>
            </a:r>
            <a:r>
              <a:rPr sz="1800" spc="480" dirty="0">
                <a:latin typeface="Times New Roman"/>
                <a:cs typeface="Times New Roman"/>
              </a:rPr>
              <a:t> </a:t>
            </a:r>
            <a:r>
              <a:rPr sz="1800" dirty="0">
                <a:latin typeface="Times New Roman"/>
                <a:cs typeface="Times New Roman"/>
              </a:rPr>
              <a:t>government</a:t>
            </a:r>
            <a:r>
              <a:rPr sz="1800" spc="480" dirty="0">
                <a:latin typeface="Times New Roman"/>
                <a:cs typeface="Times New Roman"/>
              </a:rPr>
              <a:t> </a:t>
            </a:r>
            <a:r>
              <a:rPr sz="1800" dirty="0">
                <a:latin typeface="Times New Roman"/>
                <a:cs typeface="Times New Roman"/>
              </a:rPr>
              <a:t>aims</a:t>
            </a:r>
            <a:r>
              <a:rPr sz="1800" spc="459" dirty="0">
                <a:latin typeface="Times New Roman"/>
                <a:cs typeface="Times New Roman"/>
              </a:rPr>
              <a:t> </a:t>
            </a:r>
            <a:r>
              <a:rPr sz="1800" dirty="0">
                <a:latin typeface="Times New Roman"/>
                <a:cs typeface="Times New Roman"/>
              </a:rPr>
              <a:t>to</a:t>
            </a:r>
            <a:r>
              <a:rPr sz="1800" spc="470" dirty="0">
                <a:latin typeface="Times New Roman"/>
                <a:cs typeface="Times New Roman"/>
              </a:rPr>
              <a:t> </a:t>
            </a:r>
            <a:r>
              <a:rPr sz="1800" dirty="0">
                <a:latin typeface="Times New Roman"/>
                <a:cs typeface="Times New Roman"/>
              </a:rPr>
              <a:t>channelize</a:t>
            </a:r>
            <a:r>
              <a:rPr sz="1800" spc="484" dirty="0">
                <a:latin typeface="Times New Roman"/>
                <a:cs typeface="Times New Roman"/>
              </a:rPr>
              <a:t> </a:t>
            </a:r>
            <a:r>
              <a:rPr sz="1800" spc="-10" dirty="0">
                <a:latin typeface="Times New Roman"/>
                <a:cs typeface="Times New Roman"/>
              </a:rPr>
              <a:t>E-</a:t>
            </a:r>
            <a:r>
              <a:rPr sz="1800" dirty="0">
                <a:latin typeface="Times New Roman"/>
                <a:cs typeface="Times New Roman"/>
              </a:rPr>
              <a:t>waste</a:t>
            </a:r>
            <a:r>
              <a:rPr sz="1800" spc="459" dirty="0">
                <a:latin typeface="Times New Roman"/>
                <a:cs typeface="Times New Roman"/>
              </a:rPr>
              <a:t> </a:t>
            </a:r>
            <a:r>
              <a:rPr sz="1800" dirty="0">
                <a:latin typeface="Times New Roman"/>
                <a:cs typeface="Times New Roman"/>
              </a:rPr>
              <a:t>from</a:t>
            </a:r>
            <a:r>
              <a:rPr sz="1800" spc="459" dirty="0">
                <a:latin typeface="Times New Roman"/>
                <a:cs typeface="Times New Roman"/>
              </a:rPr>
              <a:t> </a:t>
            </a:r>
            <a:r>
              <a:rPr sz="1800" spc="-25" dirty="0">
                <a:latin typeface="Times New Roman"/>
                <a:cs typeface="Times New Roman"/>
              </a:rPr>
              <a:t>the </a:t>
            </a:r>
            <a:r>
              <a:rPr sz="1800" dirty="0">
                <a:latin typeface="Times New Roman"/>
                <a:cs typeface="Times New Roman"/>
              </a:rPr>
              <a:t>informal</a:t>
            </a:r>
            <a:r>
              <a:rPr sz="1800" spc="40" dirty="0">
                <a:latin typeface="Times New Roman"/>
                <a:cs typeface="Times New Roman"/>
              </a:rPr>
              <a:t> </a:t>
            </a:r>
            <a:r>
              <a:rPr sz="1800" dirty="0">
                <a:latin typeface="Times New Roman"/>
                <a:cs typeface="Times New Roman"/>
              </a:rPr>
              <a:t>sector</a:t>
            </a:r>
            <a:r>
              <a:rPr sz="1800" spc="30" dirty="0">
                <a:latin typeface="Times New Roman"/>
                <a:cs typeface="Times New Roman"/>
              </a:rPr>
              <a:t> </a:t>
            </a:r>
            <a:r>
              <a:rPr sz="1800" dirty="0">
                <a:latin typeface="Times New Roman"/>
                <a:cs typeface="Times New Roman"/>
              </a:rPr>
              <a:t>to</a:t>
            </a:r>
            <a:r>
              <a:rPr sz="1800" spc="35" dirty="0">
                <a:latin typeface="Times New Roman"/>
                <a:cs typeface="Times New Roman"/>
              </a:rPr>
              <a:t> </a:t>
            </a:r>
            <a:r>
              <a:rPr sz="1800" dirty="0">
                <a:latin typeface="Times New Roman"/>
                <a:cs typeface="Times New Roman"/>
              </a:rPr>
              <a:t>the</a:t>
            </a:r>
            <a:r>
              <a:rPr sz="1800" spc="35" dirty="0">
                <a:latin typeface="Times New Roman"/>
                <a:cs typeface="Times New Roman"/>
              </a:rPr>
              <a:t> </a:t>
            </a:r>
            <a:r>
              <a:rPr sz="1800" dirty="0">
                <a:latin typeface="Times New Roman"/>
                <a:cs typeface="Times New Roman"/>
              </a:rPr>
              <a:t>formal</a:t>
            </a:r>
            <a:r>
              <a:rPr sz="1800" spc="35" dirty="0">
                <a:latin typeface="Times New Roman"/>
                <a:cs typeface="Times New Roman"/>
              </a:rPr>
              <a:t> </a:t>
            </a:r>
            <a:r>
              <a:rPr sz="1800" dirty="0">
                <a:latin typeface="Times New Roman"/>
                <a:cs typeface="Times New Roman"/>
              </a:rPr>
              <a:t>sector.</a:t>
            </a:r>
            <a:r>
              <a:rPr sz="1800" spc="40" dirty="0">
                <a:latin typeface="Times New Roman"/>
                <a:cs typeface="Times New Roman"/>
              </a:rPr>
              <a:t> </a:t>
            </a:r>
            <a:r>
              <a:rPr sz="1800" dirty="0">
                <a:latin typeface="Times New Roman"/>
                <a:cs typeface="Times New Roman"/>
              </a:rPr>
              <a:t>In</a:t>
            </a:r>
            <a:r>
              <a:rPr sz="1800" spc="25" dirty="0">
                <a:latin typeface="Times New Roman"/>
                <a:cs typeface="Times New Roman"/>
              </a:rPr>
              <a:t> </a:t>
            </a:r>
            <a:r>
              <a:rPr sz="1800" dirty="0">
                <a:latin typeface="Times New Roman"/>
                <a:cs typeface="Times New Roman"/>
              </a:rPr>
              <a:t>order</a:t>
            </a:r>
            <a:r>
              <a:rPr sz="1800" spc="25" dirty="0">
                <a:latin typeface="Times New Roman"/>
                <a:cs typeface="Times New Roman"/>
              </a:rPr>
              <a:t> </a:t>
            </a:r>
            <a:r>
              <a:rPr sz="1800" dirty="0">
                <a:latin typeface="Times New Roman"/>
                <a:cs typeface="Times New Roman"/>
              </a:rPr>
              <a:t>to</a:t>
            </a:r>
            <a:r>
              <a:rPr sz="1800" spc="30" dirty="0">
                <a:latin typeface="Times New Roman"/>
                <a:cs typeface="Times New Roman"/>
              </a:rPr>
              <a:t> </a:t>
            </a:r>
            <a:r>
              <a:rPr sz="1800" dirty="0">
                <a:latin typeface="Times New Roman"/>
                <a:cs typeface="Times New Roman"/>
              </a:rPr>
              <a:t>confirm</a:t>
            </a:r>
            <a:r>
              <a:rPr sz="1800" spc="35" dirty="0">
                <a:latin typeface="Times New Roman"/>
                <a:cs typeface="Times New Roman"/>
              </a:rPr>
              <a:t> </a:t>
            </a:r>
            <a:r>
              <a:rPr sz="1800" dirty="0">
                <a:latin typeface="Times New Roman"/>
                <a:cs typeface="Times New Roman"/>
              </a:rPr>
              <a:t>that</a:t>
            </a:r>
            <a:r>
              <a:rPr sz="1800" spc="30" dirty="0">
                <a:latin typeface="Times New Roman"/>
                <a:cs typeface="Times New Roman"/>
              </a:rPr>
              <a:t> </a:t>
            </a:r>
            <a:r>
              <a:rPr sz="1800" spc="-10" dirty="0">
                <a:latin typeface="Times New Roman"/>
                <a:cs typeface="Times New Roman"/>
              </a:rPr>
              <a:t>E-</a:t>
            </a:r>
            <a:r>
              <a:rPr sz="1800" dirty="0">
                <a:latin typeface="Times New Roman"/>
                <a:cs typeface="Times New Roman"/>
              </a:rPr>
              <a:t>waste</a:t>
            </a:r>
            <a:r>
              <a:rPr sz="1800" spc="35" dirty="0">
                <a:latin typeface="Times New Roman"/>
                <a:cs typeface="Times New Roman"/>
              </a:rPr>
              <a:t> </a:t>
            </a:r>
            <a:r>
              <a:rPr sz="1800" dirty="0">
                <a:latin typeface="Times New Roman"/>
                <a:cs typeface="Times New Roman"/>
              </a:rPr>
              <a:t>is</a:t>
            </a:r>
            <a:r>
              <a:rPr sz="1800" spc="35" dirty="0">
                <a:latin typeface="Times New Roman"/>
                <a:cs typeface="Times New Roman"/>
              </a:rPr>
              <a:t> </a:t>
            </a:r>
            <a:r>
              <a:rPr sz="1800" dirty="0">
                <a:latin typeface="Times New Roman"/>
                <a:cs typeface="Times New Roman"/>
              </a:rPr>
              <a:t>managed</a:t>
            </a:r>
            <a:r>
              <a:rPr sz="1800" spc="20" dirty="0">
                <a:latin typeface="Times New Roman"/>
                <a:cs typeface="Times New Roman"/>
              </a:rPr>
              <a:t> </a:t>
            </a:r>
            <a:r>
              <a:rPr sz="1800" dirty="0">
                <a:latin typeface="Times New Roman"/>
                <a:cs typeface="Times New Roman"/>
              </a:rPr>
              <a:t>in</a:t>
            </a:r>
            <a:r>
              <a:rPr sz="1800" spc="35" dirty="0">
                <a:latin typeface="Times New Roman"/>
                <a:cs typeface="Times New Roman"/>
              </a:rPr>
              <a:t> </a:t>
            </a:r>
            <a:r>
              <a:rPr sz="1800" spc="-25" dirty="0">
                <a:latin typeface="Times New Roman"/>
                <a:cs typeface="Times New Roman"/>
              </a:rPr>
              <a:t>an </a:t>
            </a:r>
            <a:r>
              <a:rPr sz="1800" dirty="0">
                <a:latin typeface="Times New Roman"/>
                <a:cs typeface="Times New Roman"/>
              </a:rPr>
              <a:t>environment</a:t>
            </a:r>
            <a:r>
              <a:rPr sz="1800" spc="245" dirty="0">
                <a:latin typeface="Times New Roman"/>
                <a:cs typeface="Times New Roman"/>
              </a:rPr>
              <a:t> </a:t>
            </a:r>
            <a:r>
              <a:rPr sz="1800" dirty="0">
                <a:latin typeface="Times New Roman"/>
                <a:cs typeface="Times New Roman"/>
              </a:rPr>
              <a:t>friendly</a:t>
            </a:r>
            <a:r>
              <a:rPr sz="1800" spc="235" dirty="0">
                <a:latin typeface="Times New Roman"/>
                <a:cs typeface="Times New Roman"/>
              </a:rPr>
              <a:t> </a:t>
            </a:r>
            <a:r>
              <a:rPr sz="1800" dirty="0">
                <a:latin typeface="Times New Roman"/>
                <a:cs typeface="Times New Roman"/>
              </a:rPr>
              <a:t>and</a:t>
            </a:r>
            <a:r>
              <a:rPr sz="1800" spc="240" dirty="0">
                <a:latin typeface="Times New Roman"/>
                <a:cs typeface="Times New Roman"/>
              </a:rPr>
              <a:t> </a:t>
            </a:r>
            <a:r>
              <a:rPr sz="1800" dirty="0">
                <a:latin typeface="Times New Roman"/>
                <a:cs typeface="Times New Roman"/>
              </a:rPr>
              <a:t>responsible</a:t>
            </a:r>
            <a:r>
              <a:rPr sz="1800" spc="245" dirty="0">
                <a:latin typeface="Times New Roman"/>
                <a:cs typeface="Times New Roman"/>
              </a:rPr>
              <a:t> </a:t>
            </a:r>
            <a:r>
              <a:rPr sz="1800" dirty="0">
                <a:latin typeface="Times New Roman"/>
                <a:cs typeface="Times New Roman"/>
              </a:rPr>
              <a:t>manner,</a:t>
            </a:r>
            <a:r>
              <a:rPr sz="1800" spc="235" dirty="0">
                <a:latin typeface="Times New Roman"/>
                <a:cs typeface="Times New Roman"/>
              </a:rPr>
              <a:t> </a:t>
            </a:r>
            <a:r>
              <a:rPr sz="1800" dirty="0">
                <a:latin typeface="Times New Roman"/>
                <a:cs typeface="Times New Roman"/>
              </a:rPr>
              <a:t>the</a:t>
            </a:r>
            <a:r>
              <a:rPr sz="1800" spc="245" dirty="0">
                <a:latin typeface="Times New Roman"/>
                <a:cs typeface="Times New Roman"/>
              </a:rPr>
              <a:t> </a:t>
            </a:r>
            <a:r>
              <a:rPr sz="1800" dirty="0">
                <a:latin typeface="Times New Roman"/>
                <a:cs typeface="Times New Roman"/>
              </a:rPr>
              <a:t>Govt.</a:t>
            </a:r>
            <a:r>
              <a:rPr sz="1800" spc="229" dirty="0">
                <a:latin typeface="Times New Roman"/>
                <a:cs typeface="Times New Roman"/>
              </a:rPr>
              <a:t> </a:t>
            </a:r>
            <a:r>
              <a:rPr sz="1800" dirty="0">
                <a:latin typeface="Times New Roman"/>
                <a:cs typeface="Times New Roman"/>
              </a:rPr>
              <a:t>of</a:t>
            </a:r>
            <a:r>
              <a:rPr sz="1800" spc="235" dirty="0">
                <a:latin typeface="Times New Roman"/>
                <a:cs typeface="Times New Roman"/>
              </a:rPr>
              <a:t> </a:t>
            </a:r>
            <a:r>
              <a:rPr sz="1800" dirty="0">
                <a:latin typeface="Times New Roman"/>
                <a:cs typeface="Times New Roman"/>
              </a:rPr>
              <a:t>India</a:t>
            </a:r>
            <a:r>
              <a:rPr sz="1800" spc="229" dirty="0">
                <a:latin typeface="Times New Roman"/>
                <a:cs typeface="Times New Roman"/>
              </a:rPr>
              <a:t> </a:t>
            </a:r>
            <a:r>
              <a:rPr sz="1800" dirty="0">
                <a:latin typeface="Times New Roman"/>
                <a:cs typeface="Times New Roman"/>
              </a:rPr>
              <a:t>set</a:t>
            </a:r>
            <a:r>
              <a:rPr sz="1800" spc="229" dirty="0">
                <a:latin typeface="Times New Roman"/>
                <a:cs typeface="Times New Roman"/>
              </a:rPr>
              <a:t> </a:t>
            </a:r>
            <a:r>
              <a:rPr sz="1800" dirty="0">
                <a:latin typeface="Times New Roman"/>
                <a:cs typeface="Times New Roman"/>
              </a:rPr>
              <a:t>up</a:t>
            </a:r>
            <a:r>
              <a:rPr sz="1800" spc="225" dirty="0">
                <a:latin typeface="Times New Roman"/>
                <a:cs typeface="Times New Roman"/>
              </a:rPr>
              <a:t> </a:t>
            </a:r>
            <a:r>
              <a:rPr sz="1800" dirty="0">
                <a:latin typeface="Times New Roman"/>
                <a:cs typeface="Times New Roman"/>
              </a:rPr>
              <a:t>the</a:t>
            </a:r>
            <a:r>
              <a:rPr sz="1800" spc="229" dirty="0">
                <a:latin typeface="Times New Roman"/>
                <a:cs typeface="Times New Roman"/>
              </a:rPr>
              <a:t> </a:t>
            </a:r>
            <a:r>
              <a:rPr sz="1800" spc="-10" dirty="0">
                <a:latin typeface="Times New Roman"/>
                <a:cs typeface="Times New Roman"/>
              </a:rPr>
              <a:t>E-waste Rules.</a:t>
            </a:r>
            <a:endParaRPr sz="1800">
              <a:latin typeface="Times New Roman"/>
              <a:cs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1140" y="191515"/>
            <a:ext cx="8608695" cy="6306185"/>
          </a:xfrm>
          <a:prstGeom prst="rect">
            <a:avLst/>
          </a:prstGeom>
        </p:spPr>
        <p:txBody>
          <a:bodyPr vert="horz" wrap="square" lIns="0" tIns="71755" rIns="0" bIns="0" rtlCol="0">
            <a:spAutoFit/>
          </a:bodyPr>
          <a:lstStyle/>
          <a:p>
            <a:pPr marL="12700" marR="9525">
              <a:lnSpc>
                <a:spcPts val="1920"/>
              </a:lnSpc>
              <a:spcBef>
                <a:spcPts val="565"/>
              </a:spcBef>
              <a:tabLst>
                <a:tab pos="2379345" algn="l"/>
                <a:tab pos="3955415" algn="l"/>
                <a:tab pos="5786120" algn="l"/>
                <a:tab pos="6499225" algn="l"/>
                <a:tab pos="7665720" algn="l"/>
                <a:tab pos="8225155" algn="l"/>
              </a:tabLst>
            </a:pPr>
            <a:r>
              <a:rPr sz="2000" b="1" spc="-10" dirty="0">
                <a:latin typeface="Times New Roman"/>
                <a:cs typeface="Times New Roman"/>
              </a:rPr>
              <a:t>UNORGANIZED</a:t>
            </a:r>
            <a:r>
              <a:rPr sz="2000" b="1" dirty="0">
                <a:latin typeface="Times New Roman"/>
                <a:cs typeface="Times New Roman"/>
              </a:rPr>
              <a:t>	</a:t>
            </a:r>
            <a:r>
              <a:rPr sz="2000" b="1" spc="-10" dirty="0">
                <a:latin typeface="Times New Roman"/>
                <a:cs typeface="Times New Roman"/>
              </a:rPr>
              <a:t>E-WASTE</a:t>
            </a:r>
            <a:r>
              <a:rPr sz="2000" b="1" dirty="0">
                <a:latin typeface="Times New Roman"/>
                <a:cs typeface="Times New Roman"/>
              </a:rPr>
              <a:t>	</a:t>
            </a:r>
            <a:r>
              <a:rPr sz="2000" b="1" spc="-10" dirty="0">
                <a:latin typeface="Times New Roman"/>
                <a:cs typeface="Times New Roman"/>
              </a:rPr>
              <a:t>HANDLING</a:t>
            </a:r>
            <a:r>
              <a:rPr sz="2000" b="1" dirty="0">
                <a:latin typeface="Times New Roman"/>
                <a:cs typeface="Times New Roman"/>
              </a:rPr>
              <a:t>	</a:t>
            </a:r>
            <a:r>
              <a:rPr sz="2000" b="1" spc="-25" dirty="0">
                <a:latin typeface="Times New Roman"/>
                <a:cs typeface="Times New Roman"/>
              </a:rPr>
              <a:t>IN</a:t>
            </a:r>
            <a:r>
              <a:rPr sz="2000" b="1" dirty="0">
                <a:latin typeface="Times New Roman"/>
                <a:cs typeface="Times New Roman"/>
              </a:rPr>
              <a:t>	</a:t>
            </a:r>
            <a:r>
              <a:rPr sz="2000" b="1" spc="-10" dirty="0">
                <a:latin typeface="Times New Roman"/>
                <a:cs typeface="Times New Roman"/>
              </a:rPr>
              <a:t>INDIA</a:t>
            </a:r>
            <a:r>
              <a:rPr sz="2000" b="1" dirty="0">
                <a:latin typeface="Times New Roman"/>
                <a:cs typeface="Times New Roman"/>
              </a:rPr>
              <a:t>	</a:t>
            </a:r>
            <a:r>
              <a:rPr sz="2000" b="1" spc="-50" dirty="0">
                <a:latin typeface="Times New Roman"/>
                <a:cs typeface="Times New Roman"/>
              </a:rPr>
              <a:t>–</a:t>
            </a:r>
            <a:r>
              <a:rPr sz="2000" b="1" dirty="0">
                <a:latin typeface="Times New Roman"/>
                <a:cs typeface="Times New Roman"/>
              </a:rPr>
              <a:t>	</a:t>
            </a:r>
            <a:r>
              <a:rPr sz="2000" b="1" spc="-35" dirty="0">
                <a:latin typeface="Times New Roman"/>
                <a:cs typeface="Times New Roman"/>
              </a:rPr>
              <a:t>AN </a:t>
            </a:r>
            <a:r>
              <a:rPr sz="2000" b="1" spc="-30" dirty="0">
                <a:latin typeface="Times New Roman"/>
                <a:cs typeface="Times New Roman"/>
              </a:rPr>
              <a:t>ENVIRONMENTAL</a:t>
            </a:r>
            <a:r>
              <a:rPr sz="2000" b="1" spc="-40" dirty="0">
                <a:latin typeface="Times New Roman"/>
                <a:cs typeface="Times New Roman"/>
              </a:rPr>
              <a:t> </a:t>
            </a:r>
            <a:r>
              <a:rPr sz="2000" b="1" spc="-10" dirty="0">
                <a:latin typeface="Times New Roman"/>
                <a:cs typeface="Times New Roman"/>
              </a:rPr>
              <a:t>THREAT</a:t>
            </a:r>
            <a:endParaRPr sz="2000">
              <a:latin typeface="Times New Roman"/>
              <a:cs typeface="Times New Roman"/>
            </a:endParaRPr>
          </a:p>
          <a:p>
            <a:pPr marL="352425" marR="6350" indent="-339725" algn="just">
              <a:lnSpc>
                <a:spcPts val="1920"/>
              </a:lnSpc>
              <a:spcBef>
                <a:spcPts val="484"/>
              </a:spcBef>
              <a:buFont typeface="Arial MT"/>
              <a:buChar char="•"/>
              <a:tabLst>
                <a:tab pos="355600" algn="l"/>
              </a:tabLst>
            </a:pPr>
            <a:r>
              <a:rPr sz="2000" dirty="0">
                <a:latin typeface="Times New Roman"/>
                <a:cs typeface="Times New Roman"/>
              </a:rPr>
              <a:t>Majority</a:t>
            </a:r>
            <a:r>
              <a:rPr sz="2000" spc="484" dirty="0">
                <a:latin typeface="Times New Roman"/>
                <a:cs typeface="Times New Roman"/>
              </a:rPr>
              <a:t> </a:t>
            </a:r>
            <a:r>
              <a:rPr sz="2000" dirty="0">
                <a:latin typeface="Times New Roman"/>
                <a:cs typeface="Times New Roman"/>
              </a:rPr>
              <a:t>of  the  </a:t>
            </a:r>
            <a:r>
              <a:rPr sz="2000" spc="-20" dirty="0">
                <a:latin typeface="Times New Roman"/>
                <a:cs typeface="Times New Roman"/>
              </a:rPr>
              <a:t>E-</a:t>
            </a:r>
            <a:r>
              <a:rPr sz="2000" dirty="0">
                <a:latin typeface="Times New Roman"/>
                <a:cs typeface="Times New Roman"/>
              </a:rPr>
              <a:t>waste  contains  computers,</a:t>
            </a:r>
            <a:r>
              <a:rPr sz="2000" spc="5" dirty="0">
                <a:latin typeface="Times New Roman"/>
                <a:cs typeface="Times New Roman"/>
              </a:rPr>
              <a:t>  </a:t>
            </a:r>
            <a:r>
              <a:rPr sz="2000" dirty="0">
                <a:latin typeface="Times New Roman"/>
                <a:cs typeface="Times New Roman"/>
              </a:rPr>
              <a:t>many</a:t>
            </a:r>
            <a:r>
              <a:rPr sz="2000" spc="5" dirty="0">
                <a:latin typeface="Times New Roman"/>
                <a:cs typeface="Times New Roman"/>
              </a:rPr>
              <a:t>  </a:t>
            </a:r>
            <a:r>
              <a:rPr sz="2000" dirty="0">
                <a:latin typeface="Times New Roman"/>
                <a:cs typeface="Times New Roman"/>
              </a:rPr>
              <a:t>electrical</a:t>
            </a:r>
            <a:r>
              <a:rPr sz="2000" spc="484" dirty="0">
                <a:latin typeface="Times New Roman"/>
                <a:cs typeface="Times New Roman"/>
              </a:rPr>
              <a:t> </a:t>
            </a:r>
            <a:r>
              <a:rPr sz="2000" dirty="0">
                <a:latin typeface="Times New Roman"/>
                <a:cs typeface="Times New Roman"/>
              </a:rPr>
              <a:t>devices,</a:t>
            </a:r>
            <a:r>
              <a:rPr sz="2000" spc="484" dirty="0">
                <a:latin typeface="Times New Roman"/>
                <a:cs typeface="Times New Roman"/>
              </a:rPr>
              <a:t> </a:t>
            </a:r>
            <a:r>
              <a:rPr sz="2000" spc="-20" dirty="0">
                <a:latin typeface="Times New Roman"/>
                <a:cs typeface="Times New Roman"/>
              </a:rPr>
              <a:t>many 	</a:t>
            </a:r>
            <a:r>
              <a:rPr sz="2000" dirty="0">
                <a:latin typeface="Times New Roman"/>
                <a:cs typeface="Times New Roman"/>
              </a:rPr>
              <a:t>home</a:t>
            </a:r>
            <a:r>
              <a:rPr sz="2000" spc="300" dirty="0">
                <a:latin typeface="Times New Roman"/>
                <a:cs typeface="Times New Roman"/>
              </a:rPr>
              <a:t>  </a:t>
            </a:r>
            <a:r>
              <a:rPr sz="2000" dirty="0">
                <a:latin typeface="Times New Roman"/>
                <a:cs typeface="Times New Roman"/>
              </a:rPr>
              <a:t>appliances</a:t>
            </a:r>
            <a:r>
              <a:rPr sz="2000" spc="295" dirty="0">
                <a:latin typeface="Times New Roman"/>
                <a:cs typeface="Times New Roman"/>
              </a:rPr>
              <a:t>  </a:t>
            </a:r>
            <a:r>
              <a:rPr sz="2000" dirty="0">
                <a:latin typeface="Times New Roman"/>
                <a:cs typeface="Times New Roman"/>
              </a:rPr>
              <a:t>and</a:t>
            </a:r>
            <a:r>
              <a:rPr sz="2000" spc="295" dirty="0">
                <a:latin typeface="Times New Roman"/>
                <a:cs typeface="Times New Roman"/>
              </a:rPr>
              <a:t>  </a:t>
            </a:r>
            <a:r>
              <a:rPr sz="2000" dirty="0">
                <a:latin typeface="Times New Roman"/>
                <a:cs typeface="Times New Roman"/>
              </a:rPr>
              <a:t>health</a:t>
            </a:r>
            <a:r>
              <a:rPr sz="2000" spc="295" dirty="0">
                <a:latin typeface="Times New Roman"/>
                <a:cs typeface="Times New Roman"/>
              </a:rPr>
              <a:t>  </a:t>
            </a:r>
            <a:r>
              <a:rPr sz="2000" dirty="0">
                <a:latin typeface="Times New Roman"/>
                <a:cs typeface="Times New Roman"/>
              </a:rPr>
              <a:t>equipment.</a:t>
            </a:r>
            <a:r>
              <a:rPr sz="2000" spc="295" dirty="0">
                <a:latin typeface="Times New Roman"/>
                <a:cs typeface="Times New Roman"/>
              </a:rPr>
              <a:t>  </a:t>
            </a:r>
            <a:r>
              <a:rPr sz="2000" dirty="0">
                <a:latin typeface="Times New Roman"/>
                <a:cs typeface="Times New Roman"/>
              </a:rPr>
              <a:t>Apart</a:t>
            </a:r>
            <a:r>
              <a:rPr sz="2000" spc="285" dirty="0">
                <a:latin typeface="Times New Roman"/>
                <a:cs typeface="Times New Roman"/>
              </a:rPr>
              <a:t>  </a:t>
            </a:r>
            <a:r>
              <a:rPr sz="2000" dirty="0">
                <a:latin typeface="Times New Roman"/>
                <a:cs typeface="Times New Roman"/>
              </a:rPr>
              <a:t>from</a:t>
            </a:r>
            <a:r>
              <a:rPr sz="2000" spc="290" dirty="0">
                <a:latin typeface="Times New Roman"/>
                <a:cs typeface="Times New Roman"/>
              </a:rPr>
              <a:t>  </a:t>
            </a:r>
            <a:r>
              <a:rPr sz="2000" dirty="0">
                <a:latin typeface="Times New Roman"/>
                <a:cs typeface="Times New Roman"/>
              </a:rPr>
              <a:t>various</a:t>
            </a:r>
            <a:r>
              <a:rPr sz="2000" spc="295" dirty="0">
                <a:latin typeface="Times New Roman"/>
                <a:cs typeface="Times New Roman"/>
              </a:rPr>
              <a:t>  </a:t>
            </a:r>
            <a:r>
              <a:rPr sz="2000" spc="-10" dirty="0">
                <a:latin typeface="Times New Roman"/>
                <a:cs typeface="Times New Roman"/>
              </a:rPr>
              <a:t>poisonous 	</a:t>
            </a:r>
            <a:r>
              <a:rPr sz="2000" dirty="0">
                <a:latin typeface="Times New Roman"/>
                <a:cs typeface="Times New Roman"/>
              </a:rPr>
              <a:t>substances</a:t>
            </a:r>
            <a:r>
              <a:rPr sz="2000" spc="50" dirty="0">
                <a:latin typeface="Times New Roman"/>
                <a:cs typeface="Times New Roman"/>
              </a:rPr>
              <a:t>  </a:t>
            </a:r>
            <a:r>
              <a:rPr sz="2000" dirty="0">
                <a:latin typeface="Times New Roman"/>
                <a:cs typeface="Times New Roman"/>
              </a:rPr>
              <a:t>like</a:t>
            </a:r>
            <a:r>
              <a:rPr sz="2000" spc="45" dirty="0">
                <a:latin typeface="Times New Roman"/>
                <a:cs typeface="Times New Roman"/>
              </a:rPr>
              <a:t>  </a:t>
            </a:r>
            <a:r>
              <a:rPr sz="2000" dirty="0">
                <a:latin typeface="Times New Roman"/>
                <a:cs typeface="Times New Roman"/>
              </a:rPr>
              <a:t>lead,</a:t>
            </a:r>
            <a:r>
              <a:rPr sz="2000" spc="55" dirty="0">
                <a:latin typeface="Times New Roman"/>
                <a:cs typeface="Times New Roman"/>
              </a:rPr>
              <a:t>  </a:t>
            </a:r>
            <a:r>
              <a:rPr sz="2000" dirty="0">
                <a:latin typeface="Times New Roman"/>
                <a:cs typeface="Times New Roman"/>
              </a:rPr>
              <a:t>mercury</a:t>
            </a:r>
            <a:r>
              <a:rPr sz="2000" spc="45" dirty="0">
                <a:latin typeface="Times New Roman"/>
                <a:cs typeface="Times New Roman"/>
              </a:rPr>
              <a:t>  </a:t>
            </a:r>
            <a:r>
              <a:rPr sz="2000" dirty="0">
                <a:latin typeface="Times New Roman"/>
                <a:cs typeface="Times New Roman"/>
              </a:rPr>
              <a:t>and</a:t>
            </a:r>
            <a:r>
              <a:rPr sz="2000" spc="50" dirty="0">
                <a:latin typeface="Times New Roman"/>
                <a:cs typeface="Times New Roman"/>
              </a:rPr>
              <a:t>  </a:t>
            </a:r>
            <a:r>
              <a:rPr sz="2000" dirty="0">
                <a:latin typeface="Times New Roman"/>
                <a:cs typeface="Times New Roman"/>
              </a:rPr>
              <a:t>arsenic,</a:t>
            </a:r>
            <a:r>
              <a:rPr sz="2000" spc="55" dirty="0">
                <a:latin typeface="Times New Roman"/>
                <a:cs typeface="Times New Roman"/>
              </a:rPr>
              <a:t>  </a:t>
            </a:r>
            <a:r>
              <a:rPr sz="2000" dirty="0">
                <a:latin typeface="Times New Roman"/>
                <a:cs typeface="Times New Roman"/>
              </a:rPr>
              <a:t>electronic</a:t>
            </a:r>
            <a:r>
              <a:rPr sz="2000" spc="40" dirty="0">
                <a:latin typeface="Times New Roman"/>
                <a:cs typeface="Times New Roman"/>
              </a:rPr>
              <a:t>  </a:t>
            </a:r>
            <a:r>
              <a:rPr sz="2000" dirty="0">
                <a:latin typeface="Times New Roman"/>
                <a:cs typeface="Times New Roman"/>
              </a:rPr>
              <a:t>waste</a:t>
            </a:r>
            <a:r>
              <a:rPr sz="2000" spc="50" dirty="0">
                <a:latin typeface="Times New Roman"/>
                <a:cs typeface="Times New Roman"/>
              </a:rPr>
              <a:t>  </a:t>
            </a:r>
            <a:r>
              <a:rPr sz="2000" dirty="0">
                <a:latin typeface="Times New Roman"/>
                <a:cs typeface="Times New Roman"/>
              </a:rPr>
              <a:t>also</a:t>
            </a:r>
            <a:r>
              <a:rPr sz="2000" spc="55" dirty="0">
                <a:latin typeface="Times New Roman"/>
                <a:cs typeface="Times New Roman"/>
              </a:rPr>
              <a:t>  </a:t>
            </a:r>
            <a:r>
              <a:rPr sz="2000" spc="-10" dirty="0">
                <a:latin typeface="Times New Roman"/>
                <a:cs typeface="Times New Roman"/>
              </a:rPr>
              <a:t>comprises 	</a:t>
            </a:r>
            <a:r>
              <a:rPr sz="2000" dirty="0">
                <a:latin typeface="Times New Roman"/>
                <a:cs typeface="Times New Roman"/>
              </a:rPr>
              <a:t>precious</a:t>
            </a:r>
            <a:r>
              <a:rPr sz="2000" spc="-40" dirty="0">
                <a:latin typeface="Times New Roman"/>
                <a:cs typeface="Times New Roman"/>
              </a:rPr>
              <a:t> </a:t>
            </a:r>
            <a:r>
              <a:rPr sz="2000" dirty="0">
                <a:latin typeface="Times New Roman"/>
                <a:cs typeface="Times New Roman"/>
              </a:rPr>
              <a:t>substances</a:t>
            </a:r>
            <a:r>
              <a:rPr sz="2000" spc="-40" dirty="0">
                <a:latin typeface="Times New Roman"/>
                <a:cs typeface="Times New Roman"/>
              </a:rPr>
              <a:t> </a:t>
            </a:r>
            <a:r>
              <a:rPr sz="2000" dirty="0">
                <a:latin typeface="Times New Roman"/>
                <a:cs typeface="Times New Roman"/>
              </a:rPr>
              <a:t>like gold,</a:t>
            </a:r>
            <a:r>
              <a:rPr sz="2000" spc="-30" dirty="0">
                <a:latin typeface="Times New Roman"/>
                <a:cs typeface="Times New Roman"/>
              </a:rPr>
              <a:t> </a:t>
            </a:r>
            <a:r>
              <a:rPr sz="2000" dirty="0">
                <a:latin typeface="Times New Roman"/>
                <a:cs typeface="Times New Roman"/>
              </a:rPr>
              <a:t>silver</a:t>
            </a:r>
            <a:r>
              <a:rPr sz="2000" spc="-15" dirty="0">
                <a:latin typeface="Times New Roman"/>
                <a:cs typeface="Times New Roman"/>
              </a:rPr>
              <a:t> </a:t>
            </a:r>
            <a:r>
              <a:rPr sz="2000" dirty="0">
                <a:latin typeface="Times New Roman"/>
                <a:cs typeface="Times New Roman"/>
              </a:rPr>
              <a:t>and</a:t>
            </a:r>
            <a:r>
              <a:rPr sz="2000" spc="-10" dirty="0">
                <a:latin typeface="Times New Roman"/>
                <a:cs typeface="Times New Roman"/>
              </a:rPr>
              <a:t> </a:t>
            </a:r>
            <a:r>
              <a:rPr sz="2000" dirty="0">
                <a:latin typeface="Times New Roman"/>
                <a:cs typeface="Times New Roman"/>
              </a:rPr>
              <a:t>rare</a:t>
            </a:r>
            <a:r>
              <a:rPr sz="2000" spc="-20" dirty="0">
                <a:latin typeface="Times New Roman"/>
                <a:cs typeface="Times New Roman"/>
              </a:rPr>
              <a:t> </a:t>
            </a:r>
            <a:r>
              <a:rPr sz="2000" dirty="0">
                <a:latin typeface="Times New Roman"/>
                <a:cs typeface="Times New Roman"/>
              </a:rPr>
              <a:t>earth</a:t>
            </a:r>
            <a:r>
              <a:rPr sz="2000" spc="-20" dirty="0">
                <a:latin typeface="Times New Roman"/>
                <a:cs typeface="Times New Roman"/>
              </a:rPr>
              <a:t> </a:t>
            </a:r>
            <a:r>
              <a:rPr sz="2000" spc="-10" dirty="0">
                <a:latin typeface="Times New Roman"/>
                <a:cs typeface="Times New Roman"/>
              </a:rPr>
              <a:t>elements.</a:t>
            </a:r>
            <a:endParaRPr sz="2000">
              <a:latin typeface="Times New Roman"/>
              <a:cs typeface="Times New Roman"/>
            </a:endParaRPr>
          </a:p>
          <a:p>
            <a:pPr marL="352425" indent="-339725" algn="just">
              <a:lnSpc>
                <a:spcPts val="2160"/>
              </a:lnSpc>
              <a:spcBef>
                <a:spcPts val="15"/>
              </a:spcBef>
              <a:buFont typeface="Arial MT"/>
              <a:buChar char="•"/>
              <a:tabLst>
                <a:tab pos="352425" algn="l"/>
              </a:tabLst>
            </a:pPr>
            <a:r>
              <a:rPr sz="2000" dirty="0">
                <a:latin typeface="Times New Roman"/>
                <a:cs typeface="Times New Roman"/>
              </a:rPr>
              <a:t>When</a:t>
            </a:r>
            <a:r>
              <a:rPr sz="2000" spc="455" dirty="0">
                <a:latin typeface="Times New Roman"/>
                <a:cs typeface="Times New Roman"/>
              </a:rPr>
              <a:t> </a:t>
            </a:r>
            <a:r>
              <a:rPr sz="2000" dirty="0">
                <a:latin typeface="Times New Roman"/>
                <a:cs typeface="Times New Roman"/>
              </a:rPr>
              <a:t>it</a:t>
            </a:r>
            <a:r>
              <a:rPr sz="2000" spc="445" dirty="0">
                <a:latin typeface="Times New Roman"/>
                <a:cs typeface="Times New Roman"/>
              </a:rPr>
              <a:t> </a:t>
            </a:r>
            <a:r>
              <a:rPr sz="2000" dirty="0">
                <a:latin typeface="Times New Roman"/>
                <a:cs typeface="Times New Roman"/>
              </a:rPr>
              <a:t>comes</a:t>
            </a:r>
            <a:r>
              <a:rPr sz="2000" spc="450" dirty="0">
                <a:latin typeface="Times New Roman"/>
                <a:cs typeface="Times New Roman"/>
              </a:rPr>
              <a:t> </a:t>
            </a:r>
            <a:r>
              <a:rPr sz="2000" dirty="0">
                <a:latin typeface="Times New Roman"/>
                <a:cs typeface="Times New Roman"/>
              </a:rPr>
              <a:t>to</a:t>
            </a:r>
            <a:r>
              <a:rPr sz="2000" spc="440" dirty="0">
                <a:latin typeface="Times New Roman"/>
                <a:cs typeface="Times New Roman"/>
              </a:rPr>
              <a:t> </a:t>
            </a:r>
            <a:r>
              <a:rPr sz="2000" dirty="0">
                <a:latin typeface="Times New Roman"/>
                <a:cs typeface="Times New Roman"/>
              </a:rPr>
              <a:t>handling</a:t>
            </a:r>
            <a:r>
              <a:rPr sz="2000" spc="440" dirty="0">
                <a:latin typeface="Times New Roman"/>
                <a:cs typeface="Times New Roman"/>
              </a:rPr>
              <a:t> </a:t>
            </a:r>
            <a:r>
              <a:rPr sz="2000" spc="-10" dirty="0">
                <a:latin typeface="Times New Roman"/>
                <a:cs typeface="Times New Roman"/>
              </a:rPr>
              <a:t>E-</a:t>
            </a:r>
            <a:r>
              <a:rPr sz="2000" dirty="0">
                <a:latin typeface="Times New Roman"/>
                <a:cs typeface="Times New Roman"/>
              </a:rPr>
              <a:t>waste,</a:t>
            </a:r>
            <a:r>
              <a:rPr sz="2000" spc="434" dirty="0">
                <a:latin typeface="Times New Roman"/>
                <a:cs typeface="Times New Roman"/>
              </a:rPr>
              <a:t> </a:t>
            </a:r>
            <a:r>
              <a:rPr sz="2000" dirty="0">
                <a:latin typeface="Times New Roman"/>
                <a:cs typeface="Times New Roman"/>
              </a:rPr>
              <a:t>India</a:t>
            </a:r>
            <a:r>
              <a:rPr sz="2000" spc="434" dirty="0">
                <a:latin typeface="Times New Roman"/>
                <a:cs typeface="Times New Roman"/>
              </a:rPr>
              <a:t> </a:t>
            </a:r>
            <a:r>
              <a:rPr sz="2000" dirty="0">
                <a:latin typeface="Times New Roman"/>
                <a:cs typeface="Times New Roman"/>
              </a:rPr>
              <a:t>depends</a:t>
            </a:r>
            <a:r>
              <a:rPr sz="2000" spc="440" dirty="0">
                <a:latin typeface="Times New Roman"/>
                <a:cs typeface="Times New Roman"/>
              </a:rPr>
              <a:t> </a:t>
            </a:r>
            <a:r>
              <a:rPr sz="2000" dirty="0">
                <a:latin typeface="Times New Roman"/>
                <a:cs typeface="Times New Roman"/>
              </a:rPr>
              <a:t>heavily</a:t>
            </a:r>
            <a:r>
              <a:rPr sz="2000" spc="434" dirty="0">
                <a:latin typeface="Times New Roman"/>
                <a:cs typeface="Times New Roman"/>
              </a:rPr>
              <a:t> </a:t>
            </a:r>
            <a:r>
              <a:rPr sz="2000" dirty="0">
                <a:latin typeface="Times New Roman"/>
                <a:cs typeface="Times New Roman"/>
              </a:rPr>
              <a:t>on</a:t>
            </a:r>
            <a:r>
              <a:rPr sz="2000" spc="455" dirty="0">
                <a:latin typeface="Times New Roman"/>
                <a:cs typeface="Times New Roman"/>
              </a:rPr>
              <a:t> </a:t>
            </a:r>
            <a:r>
              <a:rPr sz="2000" dirty="0">
                <a:latin typeface="Times New Roman"/>
                <a:cs typeface="Times New Roman"/>
              </a:rPr>
              <a:t>the</a:t>
            </a:r>
            <a:r>
              <a:rPr sz="2000" spc="450" dirty="0">
                <a:latin typeface="Times New Roman"/>
                <a:cs typeface="Times New Roman"/>
              </a:rPr>
              <a:t> </a:t>
            </a:r>
            <a:r>
              <a:rPr sz="2000" spc="-10" dirty="0">
                <a:latin typeface="Times New Roman"/>
                <a:cs typeface="Times New Roman"/>
              </a:rPr>
              <a:t>informal</a:t>
            </a:r>
            <a:endParaRPr sz="2000">
              <a:latin typeface="Times New Roman"/>
              <a:cs typeface="Times New Roman"/>
            </a:endParaRPr>
          </a:p>
          <a:p>
            <a:pPr marL="355600" algn="just">
              <a:lnSpc>
                <a:spcPts val="2160"/>
              </a:lnSpc>
            </a:pPr>
            <a:r>
              <a:rPr sz="2000" dirty="0">
                <a:latin typeface="Times New Roman"/>
                <a:cs typeface="Times New Roman"/>
              </a:rPr>
              <a:t>sector</a:t>
            </a:r>
            <a:r>
              <a:rPr sz="2000" spc="-20" dirty="0">
                <a:latin typeface="Times New Roman"/>
                <a:cs typeface="Times New Roman"/>
              </a:rPr>
              <a:t> </a:t>
            </a:r>
            <a:r>
              <a:rPr sz="2000" dirty="0">
                <a:latin typeface="Times New Roman"/>
                <a:cs typeface="Times New Roman"/>
              </a:rPr>
              <a:t>which</a:t>
            </a:r>
            <a:r>
              <a:rPr sz="2000" spc="-30" dirty="0">
                <a:latin typeface="Times New Roman"/>
                <a:cs typeface="Times New Roman"/>
              </a:rPr>
              <a:t> </a:t>
            </a:r>
            <a:r>
              <a:rPr sz="2000" dirty="0">
                <a:latin typeface="Times New Roman"/>
                <a:cs typeface="Times New Roman"/>
              </a:rPr>
              <a:t>accounts</a:t>
            </a:r>
            <a:r>
              <a:rPr sz="2000" spc="-35" dirty="0">
                <a:latin typeface="Times New Roman"/>
                <a:cs typeface="Times New Roman"/>
              </a:rPr>
              <a:t> </a:t>
            </a:r>
            <a:r>
              <a:rPr sz="2000" dirty="0">
                <a:latin typeface="Times New Roman"/>
                <a:cs typeface="Times New Roman"/>
              </a:rPr>
              <a:t>for</a:t>
            </a:r>
            <a:r>
              <a:rPr sz="2000" spc="-20" dirty="0">
                <a:latin typeface="Times New Roman"/>
                <a:cs typeface="Times New Roman"/>
              </a:rPr>
              <a:t> </a:t>
            </a:r>
            <a:r>
              <a:rPr sz="2000" dirty="0">
                <a:latin typeface="Times New Roman"/>
                <a:cs typeface="Times New Roman"/>
              </a:rPr>
              <a:t>over</a:t>
            </a:r>
            <a:r>
              <a:rPr sz="2000" spc="-30" dirty="0">
                <a:latin typeface="Times New Roman"/>
                <a:cs typeface="Times New Roman"/>
              </a:rPr>
              <a:t> </a:t>
            </a:r>
            <a:r>
              <a:rPr sz="2000" dirty="0">
                <a:latin typeface="Times New Roman"/>
                <a:cs typeface="Times New Roman"/>
              </a:rPr>
              <a:t>90</a:t>
            </a:r>
            <a:r>
              <a:rPr sz="2000" spc="-5" dirty="0">
                <a:latin typeface="Times New Roman"/>
                <a:cs typeface="Times New Roman"/>
              </a:rPr>
              <a:t> </a:t>
            </a:r>
            <a:r>
              <a:rPr sz="2000" dirty="0">
                <a:latin typeface="Times New Roman"/>
                <a:cs typeface="Times New Roman"/>
              </a:rPr>
              <a:t>%</a:t>
            </a:r>
            <a:r>
              <a:rPr sz="2000" spc="-20" dirty="0">
                <a:latin typeface="Times New Roman"/>
                <a:cs typeface="Times New Roman"/>
              </a:rPr>
              <a:t> </a:t>
            </a:r>
            <a:r>
              <a:rPr sz="2000" dirty="0">
                <a:latin typeface="Times New Roman"/>
                <a:cs typeface="Times New Roman"/>
              </a:rPr>
              <a:t>of</a:t>
            </a:r>
            <a:r>
              <a:rPr sz="2000" spc="-20"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dirty="0">
                <a:latin typeface="Times New Roman"/>
                <a:cs typeface="Times New Roman"/>
              </a:rPr>
              <a:t>whole</a:t>
            </a:r>
            <a:r>
              <a:rPr sz="2000" spc="-20" dirty="0">
                <a:latin typeface="Times New Roman"/>
                <a:cs typeface="Times New Roman"/>
              </a:rPr>
              <a:t> </a:t>
            </a:r>
            <a:r>
              <a:rPr sz="2000" spc="-10" dirty="0">
                <a:latin typeface="Times New Roman"/>
                <a:cs typeface="Times New Roman"/>
              </a:rPr>
              <a:t>E-</a:t>
            </a:r>
            <a:r>
              <a:rPr sz="2000" dirty="0">
                <a:latin typeface="Times New Roman"/>
                <a:cs typeface="Times New Roman"/>
              </a:rPr>
              <a:t>waste</a:t>
            </a:r>
            <a:r>
              <a:rPr sz="2000" spc="-30" dirty="0">
                <a:latin typeface="Times New Roman"/>
                <a:cs typeface="Times New Roman"/>
              </a:rPr>
              <a:t> </a:t>
            </a:r>
            <a:r>
              <a:rPr sz="2000" dirty="0">
                <a:latin typeface="Times New Roman"/>
                <a:cs typeface="Times New Roman"/>
              </a:rPr>
              <a:t>reprocessing</a:t>
            </a:r>
            <a:r>
              <a:rPr sz="2000" spc="-35" dirty="0">
                <a:latin typeface="Times New Roman"/>
                <a:cs typeface="Times New Roman"/>
              </a:rPr>
              <a:t> </a:t>
            </a:r>
            <a:r>
              <a:rPr sz="2000" spc="-10" dirty="0">
                <a:latin typeface="Times New Roman"/>
                <a:cs typeface="Times New Roman"/>
              </a:rPr>
              <a:t>industry.</a:t>
            </a:r>
            <a:endParaRPr sz="2000">
              <a:latin typeface="Times New Roman"/>
              <a:cs typeface="Times New Roman"/>
            </a:endParaRPr>
          </a:p>
          <a:p>
            <a:pPr marL="352425" marR="6985" indent="-339725" algn="just">
              <a:lnSpc>
                <a:spcPct val="80000"/>
              </a:lnSpc>
              <a:spcBef>
                <a:spcPts val="484"/>
              </a:spcBef>
              <a:buFont typeface="Arial MT"/>
              <a:buChar char="•"/>
              <a:tabLst>
                <a:tab pos="355600" algn="l"/>
              </a:tabLst>
            </a:pPr>
            <a:r>
              <a:rPr sz="2000" dirty="0">
                <a:latin typeface="Times New Roman"/>
                <a:cs typeface="Times New Roman"/>
              </a:rPr>
              <a:t>Unorganized</a:t>
            </a:r>
            <a:r>
              <a:rPr sz="2000" spc="395" dirty="0">
                <a:latin typeface="Times New Roman"/>
                <a:cs typeface="Times New Roman"/>
              </a:rPr>
              <a:t> </a:t>
            </a:r>
            <a:r>
              <a:rPr sz="2000" dirty="0">
                <a:latin typeface="Times New Roman"/>
                <a:cs typeface="Times New Roman"/>
              </a:rPr>
              <a:t>systems</a:t>
            </a:r>
            <a:r>
              <a:rPr sz="2000" spc="390" dirty="0">
                <a:latin typeface="Times New Roman"/>
                <a:cs typeface="Times New Roman"/>
              </a:rPr>
              <a:t> </a:t>
            </a:r>
            <a:r>
              <a:rPr sz="2000" dirty="0">
                <a:latin typeface="Times New Roman"/>
                <a:cs typeface="Times New Roman"/>
              </a:rPr>
              <a:t>usually</a:t>
            </a:r>
            <a:r>
              <a:rPr sz="2000" spc="380" dirty="0">
                <a:latin typeface="Times New Roman"/>
                <a:cs typeface="Times New Roman"/>
              </a:rPr>
              <a:t> </a:t>
            </a:r>
            <a:r>
              <a:rPr sz="2000" dirty="0">
                <a:latin typeface="Times New Roman"/>
                <a:cs typeface="Times New Roman"/>
              </a:rPr>
              <a:t>employ</a:t>
            </a:r>
            <a:r>
              <a:rPr sz="2000" spc="390" dirty="0">
                <a:latin typeface="Times New Roman"/>
                <a:cs typeface="Times New Roman"/>
              </a:rPr>
              <a:t> </a:t>
            </a:r>
            <a:r>
              <a:rPr sz="2000" dirty="0">
                <a:latin typeface="Times New Roman"/>
                <a:cs typeface="Times New Roman"/>
              </a:rPr>
              <a:t>low</a:t>
            </a:r>
            <a:r>
              <a:rPr sz="2000" spc="390" dirty="0">
                <a:latin typeface="Times New Roman"/>
                <a:cs typeface="Times New Roman"/>
              </a:rPr>
              <a:t> </a:t>
            </a:r>
            <a:r>
              <a:rPr sz="2000" dirty="0">
                <a:latin typeface="Times New Roman"/>
                <a:cs typeface="Times New Roman"/>
              </a:rPr>
              <a:t>salaried</a:t>
            </a:r>
            <a:r>
              <a:rPr sz="2000" spc="395" dirty="0">
                <a:latin typeface="Times New Roman"/>
                <a:cs typeface="Times New Roman"/>
              </a:rPr>
              <a:t> </a:t>
            </a:r>
            <a:r>
              <a:rPr sz="2000" dirty="0">
                <a:latin typeface="Times New Roman"/>
                <a:cs typeface="Times New Roman"/>
              </a:rPr>
              <a:t>labors,</a:t>
            </a:r>
            <a:r>
              <a:rPr sz="2000" spc="405" dirty="0">
                <a:latin typeface="Times New Roman"/>
                <a:cs typeface="Times New Roman"/>
              </a:rPr>
              <a:t> </a:t>
            </a:r>
            <a:r>
              <a:rPr sz="2000" dirty="0">
                <a:latin typeface="Times New Roman"/>
                <a:cs typeface="Times New Roman"/>
              </a:rPr>
              <a:t>including</a:t>
            </a:r>
            <a:r>
              <a:rPr sz="2000" spc="400" dirty="0">
                <a:latin typeface="Times New Roman"/>
                <a:cs typeface="Times New Roman"/>
              </a:rPr>
              <a:t> </a:t>
            </a:r>
            <a:r>
              <a:rPr sz="2000" dirty="0">
                <a:latin typeface="Times New Roman"/>
                <a:cs typeface="Times New Roman"/>
              </a:rPr>
              <a:t>over</a:t>
            </a:r>
            <a:r>
              <a:rPr sz="2000" spc="395" dirty="0">
                <a:latin typeface="Times New Roman"/>
                <a:cs typeface="Times New Roman"/>
              </a:rPr>
              <a:t> </a:t>
            </a:r>
            <a:r>
              <a:rPr sz="2000" spc="-25" dirty="0">
                <a:latin typeface="Times New Roman"/>
                <a:cs typeface="Times New Roman"/>
              </a:rPr>
              <a:t>4.5 	</a:t>
            </a:r>
            <a:r>
              <a:rPr sz="2000" dirty="0">
                <a:latin typeface="Times New Roman"/>
                <a:cs typeface="Times New Roman"/>
              </a:rPr>
              <a:t>lakh</a:t>
            </a:r>
            <a:r>
              <a:rPr sz="2000" spc="-10" dirty="0">
                <a:latin typeface="Times New Roman"/>
                <a:cs typeface="Times New Roman"/>
              </a:rPr>
              <a:t> </a:t>
            </a:r>
            <a:r>
              <a:rPr sz="2000" dirty="0">
                <a:latin typeface="Times New Roman"/>
                <a:cs typeface="Times New Roman"/>
              </a:rPr>
              <a:t>children</a:t>
            </a:r>
            <a:r>
              <a:rPr sz="2000" spc="-20" dirty="0">
                <a:latin typeface="Times New Roman"/>
                <a:cs typeface="Times New Roman"/>
              </a:rPr>
              <a:t> </a:t>
            </a:r>
            <a:r>
              <a:rPr sz="2000" dirty="0">
                <a:latin typeface="Times New Roman"/>
                <a:cs typeface="Times New Roman"/>
              </a:rPr>
              <a:t>who</a:t>
            </a:r>
            <a:r>
              <a:rPr sz="2000" spc="-15" dirty="0">
                <a:latin typeface="Times New Roman"/>
                <a:cs typeface="Times New Roman"/>
              </a:rPr>
              <a:t> </a:t>
            </a:r>
            <a:r>
              <a:rPr sz="2000" dirty="0">
                <a:latin typeface="Times New Roman"/>
                <a:cs typeface="Times New Roman"/>
              </a:rPr>
              <a:t>are</a:t>
            </a:r>
            <a:r>
              <a:rPr sz="2000" spc="-5" dirty="0">
                <a:latin typeface="Times New Roman"/>
                <a:cs typeface="Times New Roman"/>
              </a:rPr>
              <a:t> </a:t>
            </a:r>
            <a:r>
              <a:rPr sz="2000" dirty="0">
                <a:latin typeface="Times New Roman"/>
                <a:cs typeface="Times New Roman"/>
              </a:rPr>
              <a:t>not</a:t>
            </a:r>
            <a:r>
              <a:rPr sz="2000" spc="-20" dirty="0">
                <a:latin typeface="Times New Roman"/>
                <a:cs typeface="Times New Roman"/>
              </a:rPr>
              <a:t> </a:t>
            </a:r>
            <a:r>
              <a:rPr sz="2000" dirty="0">
                <a:latin typeface="Times New Roman"/>
                <a:cs typeface="Times New Roman"/>
              </a:rPr>
              <a:t>expert</a:t>
            </a:r>
            <a:r>
              <a:rPr sz="2000" spc="-35" dirty="0">
                <a:latin typeface="Times New Roman"/>
                <a:cs typeface="Times New Roman"/>
              </a:rPr>
              <a:t> </a:t>
            </a:r>
            <a:r>
              <a:rPr sz="2000" dirty="0">
                <a:latin typeface="Times New Roman"/>
                <a:cs typeface="Times New Roman"/>
              </a:rPr>
              <a:t>enough</a:t>
            </a:r>
            <a:r>
              <a:rPr sz="2000" spc="-30" dirty="0">
                <a:latin typeface="Times New Roman"/>
                <a:cs typeface="Times New Roman"/>
              </a:rPr>
              <a:t> </a:t>
            </a:r>
            <a:r>
              <a:rPr sz="2000" dirty="0">
                <a:latin typeface="Times New Roman"/>
                <a:cs typeface="Times New Roman"/>
              </a:rPr>
              <a:t>to</a:t>
            </a:r>
            <a:r>
              <a:rPr sz="2000" spc="-5" dirty="0">
                <a:latin typeface="Times New Roman"/>
                <a:cs typeface="Times New Roman"/>
              </a:rPr>
              <a:t> </a:t>
            </a:r>
            <a:r>
              <a:rPr sz="2000" dirty="0">
                <a:latin typeface="Times New Roman"/>
                <a:cs typeface="Times New Roman"/>
              </a:rPr>
              <a:t>process</a:t>
            </a:r>
            <a:r>
              <a:rPr sz="2000" spc="-20" dirty="0">
                <a:latin typeface="Times New Roman"/>
                <a:cs typeface="Times New Roman"/>
              </a:rPr>
              <a:t> </a:t>
            </a:r>
            <a:r>
              <a:rPr sz="2000" spc="-10" dirty="0">
                <a:latin typeface="Times New Roman"/>
                <a:cs typeface="Times New Roman"/>
              </a:rPr>
              <a:t>E-waste.</a:t>
            </a:r>
            <a:endParaRPr sz="2000">
              <a:latin typeface="Times New Roman"/>
              <a:cs typeface="Times New Roman"/>
            </a:endParaRPr>
          </a:p>
          <a:p>
            <a:pPr marL="352425" marR="5080" indent="-339725" algn="just">
              <a:lnSpc>
                <a:spcPct val="80000"/>
              </a:lnSpc>
              <a:spcBef>
                <a:spcPts val="480"/>
              </a:spcBef>
              <a:buFont typeface="Arial MT"/>
              <a:buChar char="•"/>
              <a:tabLst>
                <a:tab pos="355600" algn="l"/>
              </a:tabLst>
            </a:pPr>
            <a:r>
              <a:rPr sz="2000" dirty="0">
                <a:latin typeface="Times New Roman"/>
                <a:cs typeface="Times New Roman"/>
              </a:rPr>
              <a:t>Working</a:t>
            </a:r>
            <a:r>
              <a:rPr sz="2000" spc="20" dirty="0">
                <a:latin typeface="Times New Roman"/>
                <a:cs typeface="Times New Roman"/>
              </a:rPr>
              <a:t>  </a:t>
            </a:r>
            <a:r>
              <a:rPr sz="2000" dirty="0">
                <a:latin typeface="Times New Roman"/>
                <a:cs typeface="Times New Roman"/>
              </a:rPr>
              <a:t>situations</a:t>
            </a:r>
            <a:r>
              <a:rPr sz="2000" spc="20" dirty="0">
                <a:latin typeface="Times New Roman"/>
                <a:cs typeface="Times New Roman"/>
              </a:rPr>
              <a:t>  </a:t>
            </a:r>
            <a:r>
              <a:rPr sz="2000" dirty="0">
                <a:latin typeface="Times New Roman"/>
                <a:cs typeface="Times New Roman"/>
              </a:rPr>
              <a:t>in</a:t>
            </a:r>
            <a:r>
              <a:rPr sz="2000" spc="20" dirty="0">
                <a:latin typeface="Times New Roman"/>
                <a:cs typeface="Times New Roman"/>
              </a:rPr>
              <a:t>  </a:t>
            </a:r>
            <a:r>
              <a:rPr sz="2000" dirty="0">
                <a:latin typeface="Times New Roman"/>
                <a:cs typeface="Times New Roman"/>
              </a:rPr>
              <a:t>these</a:t>
            </a:r>
            <a:r>
              <a:rPr sz="2000" spc="20" dirty="0">
                <a:latin typeface="Times New Roman"/>
                <a:cs typeface="Times New Roman"/>
              </a:rPr>
              <a:t>  </a:t>
            </a:r>
            <a:r>
              <a:rPr sz="2000" dirty="0">
                <a:latin typeface="Times New Roman"/>
                <a:cs typeface="Times New Roman"/>
              </a:rPr>
              <a:t>informal</a:t>
            </a:r>
            <a:r>
              <a:rPr sz="2000" spc="20" dirty="0">
                <a:latin typeface="Times New Roman"/>
                <a:cs typeface="Times New Roman"/>
              </a:rPr>
              <a:t>  </a:t>
            </a:r>
            <a:r>
              <a:rPr sz="2000" spc="-20" dirty="0">
                <a:latin typeface="Times New Roman"/>
                <a:cs typeface="Times New Roman"/>
              </a:rPr>
              <a:t>E-</a:t>
            </a:r>
            <a:r>
              <a:rPr sz="2000" dirty="0">
                <a:latin typeface="Times New Roman"/>
                <a:cs typeface="Times New Roman"/>
              </a:rPr>
              <a:t>waste</a:t>
            </a:r>
            <a:r>
              <a:rPr sz="2000" spc="15" dirty="0">
                <a:latin typeface="Times New Roman"/>
                <a:cs typeface="Times New Roman"/>
              </a:rPr>
              <a:t>  </a:t>
            </a:r>
            <a:r>
              <a:rPr sz="2000" dirty="0">
                <a:latin typeface="Times New Roman"/>
                <a:cs typeface="Times New Roman"/>
              </a:rPr>
              <a:t>handling</a:t>
            </a:r>
            <a:r>
              <a:rPr sz="2000" spc="20" dirty="0">
                <a:latin typeface="Times New Roman"/>
                <a:cs typeface="Times New Roman"/>
              </a:rPr>
              <a:t>  </a:t>
            </a:r>
            <a:r>
              <a:rPr sz="2000" dirty="0">
                <a:latin typeface="Times New Roman"/>
                <a:cs typeface="Times New Roman"/>
              </a:rPr>
              <a:t>setups</a:t>
            </a:r>
            <a:r>
              <a:rPr sz="2000" spc="25" dirty="0">
                <a:latin typeface="Times New Roman"/>
                <a:cs typeface="Times New Roman"/>
              </a:rPr>
              <a:t>  </a:t>
            </a:r>
            <a:r>
              <a:rPr sz="2000" dirty="0">
                <a:latin typeface="Times New Roman"/>
                <a:cs typeface="Times New Roman"/>
              </a:rPr>
              <a:t>are</a:t>
            </a:r>
            <a:r>
              <a:rPr sz="2000" spc="15" dirty="0">
                <a:latin typeface="Times New Roman"/>
                <a:cs typeface="Times New Roman"/>
              </a:rPr>
              <a:t>  </a:t>
            </a:r>
            <a:r>
              <a:rPr sz="2000" spc="-10" dirty="0">
                <a:latin typeface="Times New Roman"/>
                <a:cs typeface="Times New Roman"/>
              </a:rPr>
              <a:t>austerely 	</a:t>
            </a:r>
            <a:r>
              <a:rPr sz="2000" dirty="0">
                <a:latin typeface="Times New Roman"/>
                <a:cs typeface="Times New Roman"/>
              </a:rPr>
              <a:t>dangerous.</a:t>
            </a:r>
            <a:r>
              <a:rPr sz="2000" spc="85" dirty="0">
                <a:latin typeface="Times New Roman"/>
                <a:cs typeface="Times New Roman"/>
              </a:rPr>
              <a:t>  </a:t>
            </a:r>
            <a:r>
              <a:rPr sz="2000" dirty="0">
                <a:latin typeface="Times New Roman"/>
                <a:cs typeface="Times New Roman"/>
              </a:rPr>
              <a:t>Salvaging</a:t>
            </a:r>
            <a:r>
              <a:rPr sz="2000" spc="80" dirty="0">
                <a:latin typeface="Times New Roman"/>
                <a:cs typeface="Times New Roman"/>
              </a:rPr>
              <a:t>  </a:t>
            </a:r>
            <a:r>
              <a:rPr sz="2000" dirty="0">
                <a:latin typeface="Times New Roman"/>
                <a:cs typeface="Times New Roman"/>
              </a:rPr>
              <a:t>of</a:t>
            </a:r>
            <a:r>
              <a:rPr sz="2000" spc="90" dirty="0">
                <a:latin typeface="Times New Roman"/>
                <a:cs typeface="Times New Roman"/>
              </a:rPr>
              <a:t>  </a:t>
            </a:r>
            <a:r>
              <a:rPr sz="2000" spc="-25" dirty="0">
                <a:latin typeface="Times New Roman"/>
                <a:cs typeface="Times New Roman"/>
              </a:rPr>
              <a:t>E-</a:t>
            </a:r>
            <a:r>
              <a:rPr sz="2000" dirty="0">
                <a:latin typeface="Times New Roman"/>
                <a:cs typeface="Times New Roman"/>
              </a:rPr>
              <a:t>waste</a:t>
            </a:r>
            <a:r>
              <a:rPr sz="2000" spc="80" dirty="0">
                <a:latin typeface="Times New Roman"/>
                <a:cs typeface="Times New Roman"/>
              </a:rPr>
              <a:t>  </a:t>
            </a:r>
            <a:r>
              <a:rPr sz="2000" dirty="0">
                <a:latin typeface="Times New Roman"/>
                <a:cs typeface="Times New Roman"/>
              </a:rPr>
              <a:t>in</a:t>
            </a:r>
            <a:r>
              <a:rPr sz="2000" spc="85" dirty="0">
                <a:latin typeface="Times New Roman"/>
                <a:cs typeface="Times New Roman"/>
              </a:rPr>
              <a:t>  </a:t>
            </a:r>
            <a:r>
              <a:rPr sz="2000" dirty="0">
                <a:latin typeface="Times New Roman"/>
                <a:cs typeface="Times New Roman"/>
              </a:rPr>
              <a:t>the</a:t>
            </a:r>
            <a:r>
              <a:rPr sz="2000" spc="80" dirty="0">
                <a:latin typeface="Times New Roman"/>
                <a:cs typeface="Times New Roman"/>
              </a:rPr>
              <a:t>  </a:t>
            </a:r>
            <a:r>
              <a:rPr sz="2000" dirty="0">
                <a:latin typeface="Times New Roman"/>
                <a:cs typeface="Times New Roman"/>
              </a:rPr>
              <a:t>informal</a:t>
            </a:r>
            <a:r>
              <a:rPr sz="2000" spc="90" dirty="0">
                <a:latin typeface="Times New Roman"/>
                <a:cs typeface="Times New Roman"/>
              </a:rPr>
              <a:t>  </a:t>
            </a:r>
            <a:r>
              <a:rPr sz="2000" dirty="0">
                <a:latin typeface="Times New Roman"/>
                <a:cs typeface="Times New Roman"/>
              </a:rPr>
              <a:t>sector</a:t>
            </a:r>
            <a:r>
              <a:rPr sz="2000" spc="85" dirty="0">
                <a:latin typeface="Times New Roman"/>
                <a:cs typeface="Times New Roman"/>
              </a:rPr>
              <a:t>  </a:t>
            </a:r>
            <a:r>
              <a:rPr sz="2000" dirty="0">
                <a:latin typeface="Times New Roman"/>
                <a:cs typeface="Times New Roman"/>
              </a:rPr>
              <a:t>using</a:t>
            </a:r>
            <a:r>
              <a:rPr sz="2000" spc="85" dirty="0">
                <a:latin typeface="Times New Roman"/>
                <a:cs typeface="Times New Roman"/>
              </a:rPr>
              <a:t>  </a:t>
            </a:r>
            <a:r>
              <a:rPr sz="2000" dirty="0">
                <a:latin typeface="Times New Roman"/>
                <a:cs typeface="Times New Roman"/>
              </a:rPr>
              <a:t>simple</a:t>
            </a:r>
            <a:r>
              <a:rPr sz="2000" spc="90" dirty="0">
                <a:latin typeface="Times New Roman"/>
                <a:cs typeface="Times New Roman"/>
              </a:rPr>
              <a:t>  </a:t>
            </a:r>
            <a:r>
              <a:rPr sz="2000" spc="-25" dirty="0">
                <a:latin typeface="Times New Roman"/>
                <a:cs typeface="Times New Roman"/>
              </a:rPr>
              <a:t>and 	</a:t>
            </a:r>
            <a:r>
              <a:rPr sz="2000" dirty="0">
                <a:latin typeface="Times New Roman"/>
                <a:cs typeface="Times New Roman"/>
              </a:rPr>
              <a:t>primeval</a:t>
            </a:r>
            <a:r>
              <a:rPr sz="2000" spc="45" dirty="0">
                <a:latin typeface="Times New Roman"/>
                <a:cs typeface="Times New Roman"/>
              </a:rPr>
              <a:t>  </a:t>
            </a:r>
            <a:r>
              <a:rPr sz="2000" dirty="0">
                <a:latin typeface="Times New Roman"/>
                <a:cs typeface="Times New Roman"/>
              </a:rPr>
              <a:t>procedures</a:t>
            </a:r>
            <a:r>
              <a:rPr sz="2000" spc="45" dirty="0">
                <a:latin typeface="Times New Roman"/>
                <a:cs typeface="Times New Roman"/>
              </a:rPr>
              <a:t>  </a:t>
            </a:r>
            <a:r>
              <a:rPr sz="2000" dirty="0">
                <a:latin typeface="Times New Roman"/>
                <a:cs typeface="Times New Roman"/>
              </a:rPr>
              <a:t>with</a:t>
            </a:r>
            <a:r>
              <a:rPr sz="2000" spc="45" dirty="0">
                <a:latin typeface="Times New Roman"/>
                <a:cs typeface="Times New Roman"/>
              </a:rPr>
              <a:t>  </a:t>
            </a:r>
            <a:r>
              <a:rPr sz="2000" dirty="0">
                <a:latin typeface="Times New Roman"/>
                <a:cs typeface="Times New Roman"/>
              </a:rPr>
              <a:t>bare</a:t>
            </a:r>
            <a:r>
              <a:rPr sz="2000" spc="45" dirty="0">
                <a:latin typeface="Times New Roman"/>
                <a:cs typeface="Times New Roman"/>
              </a:rPr>
              <a:t>  </a:t>
            </a:r>
            <a:r>
              <a:rPr sz="2000" dirty="0">
                <a:latin typeface="Times New Roman"/>
                <a:cs typeface="Times New Roman"/>
              </a:rPr>
              <a:t>hands</a:t>
            </a:r>
            <a:r>
              <a:rPr sz="2000" spc="45" dirty="0">
                <a:latin typeface="Times New Roman"/>
                <a:cs typeface="Times New Roman"/>
              </a:rPr>
              <a:t>  </a:t>
            </a:r>
            <a:r>
              <a:rPr sz="2000" dirty="0">
                <a:latin typeface="Times New Roman"/>
                <a:cs typeface="Times New Roman"/>
              </a:rPr>
              <a:t>and</a:t>
            </a:r>
            <a:r>
              <a:rPr sz="2000" spc="50" dirty="0">
                <a:latin typeface="Times New Roman"/>
                <a:cs typeface="Times New Roman"/>
              </a:rPr>
              <a:t>  </a:t>
            </a:r>
            <a:r>
              <a:rPr sz="2000" dirty="0">
                <a:latin typeface="Times New Roman"/>
                <a:cs typeface="Times New Roman"/>
              </a:rPr>
              <a:t>without</a:t>
            </a:r>
            <a:r>
              <a:rPr sz="2000" spc="45" dirty="0">
                <a:latin typeface="Times New Roman"/>
                <a:cs typeface="Times New Roman"/>
              </a:rPr>
              <a:t>  </a:t>
            </a:r>
            <a:r>
              <a:rPr sz="2000" dirty="0">
                <a:latin typeface="Times New Roman"/>
                <a:cs typeface="Times New Roman"/>
              </a:rPr>
              <a:t>any</a:t>
            </a:r>
            <a:r>
              <a:rPr sz="2000" spc="40" dirty="0">
                <a:latin typeface="Times New Roman"/>
                <a:cs typeface="Times New Roman"/>
              </a:rPr>
              <a:t>  </a:t>
            </a:r>
            <a:r>
              <a:rPr sz="2000" dirty="0">
                <a:latin typeface="Times New Roman"/>
                <a:cs typeface="Times New Roman"/>
              </a:rPr>
              <a:t>facemask,</a:t>
            </a:r>
            <a:r>
              <a:rPr sz="2000" spc="50" dirty="0">
                <a:latin typeface="Times New Roman"/>
                <a:cs typeface="Times New Roman"/>
              </a:rPr>
              <a:t>  </a:t>
            </a:r>
            <a:r>
              <a:rPr sz="2000" dirty="0">
                <a:latin typeface="Times New Roman"/>
                <a:cs typeface="Times New Roman"/>
              </a:rPr>
              <a:t>like</a:t>
            </a:r>
            <a:r>
              <a:rPr sz="2000" spc="50" dirty="0">
                <a:latin typeface="Times New Roman"/>
                <a:cs typeface="Times New Roman"/>
              </a:rPr>
              <a:t>  </a:t>
            </a:r>
            <a:r>
              <a:rPr sz="2000" spc="-20" dirty="0">
                <a:latin typeface="Times New Roman"/>
                <a:cs typeface="Times New Roman"/>
              </a:rPr>
              <a:t>acid 	</a:t>
            </a:r>
            <a:r>
              <a:rPr sz="2000" dirty="0">
                <a:latin typeface="Times New Roman"/>
                <a:cs typeface="Times New Roman"/>
              </a:rPr>
              <a:t>stripping</a:t>
            </a:r>
            <a:r>
              <a:rPr sz="2000" spc="65" dirty="0">
                <a:latin typeface="Times New Roman"/>
                <a:cs typeface="Times New Roman"/>
              </a:rPr>
              <a:t> </a:t>
            </a:r>
            <a:r>
              <a:rPr sz="2000" dirty="0">
                <a:latin typeface="Times New Roman"/>
                <a:cs typeface="Times New Roman"/>
              </a:rPr>
              <a:t>and</a:t>
            </a:r>
            <a:r>
              <a:rPr sz="2000" spc="60" dirty="0">
                <a:latin typeface="Times New Roman"/>
                <a:cs typeface="Times New Roman"/>
              </a:rPr>
              <a:t> </a:t>
            </a:r>
            <a:r>
              <a:rPr sz="2000" dirty="0">
                <a:latin typeface="Times New Roman"/>
                <a:cs typeface="Times New Roman"/>
              </a:rPr>
              <a:t>open</a:t>
            </a:r>
            <a:r>
              <a:rPr sz="2000" spc="65" dirty="0">
                <a:latin typeface="Times New Roman"/>
                <a:cs typeface="Times New Roman"/>
              </a:rPr>
              <a:t> </a:t>
            </a:r>
            <a:r>
              <a:rPr sz="2000" dirty="0">
                <a:latin typeface="Times New Roman"/>
                <a:cs typeface="Times New Roman"/>
              </a:rPr>
              <a:t>air</a:t>
            </a:r>
            <a:r>
              <a:rPr sz="2000" spc="40" dirty="0">
                <a:latin typeface="Times New Roman"/>
                <a:cs typeface="Times New Roman"/>
              </a:rPr>
              <a:t> </a:t>
            </a:r>
            <a:r>
              <a:rPr sz="2000" dirty="0">
                <a:latin typeface="Times New Roman"/>
                <a:cs typeface="Times New Roman"/>
              </a:rPr>
              <a:t>burning</a:t>
            </a:r>
            <a:r>
              <a:rPr sz="2000" spc="70" dirty="0">
                <a:latin typeface="Times New Roman"/>
                <a:cs typeface="Times New Roman"/>
              </a:rPr>
              <a:t> </a:t>
            </a:r>
            <a:r>
              <a:rPr sz="2000" dirty="0">
                <a:latin typeface="Times New Roman"/>
                <a:cs typeface="Times New Roman"/>
              </a:rPr>
              <a:t>releases</a:t>
            </a:r>
            <a:r>
              <a:rPr sz="2000" spc="55" dirty="0">
                <a:latin typeface="Times New Roman"/>
                <a:cs typeface="Times New Roman"/>
              </a:rPr>
              <a:t> </a:t>
            </a:r>
            <a:r>
              <a:rPr sz="2000" dirty="0">
                <a:latin typeface="Times New Roman"/>
                <a:cs typeface="Times New Roman"/>
              </a:rPr>
              <a:t>numerous</a:t>
            </a:r>
            <a:r>
              <a:rPr sz="2000" spc="55" dirty="0">
                <a:latin typeface="Times New Roman"/>
                <a:cs typeface="Times New Roman"/>
              </a:rPr>
              <a:t> </a:t>
            </a:r>
            <a:r>
              <a:rPr sz="2000" dirty="0">
                <a:latin typeface="Times New Roman"/>
                <a:cs typeface="Times New Roman"/>
              </a:rPr>
              <a:t>toxic</a:t>
            </a:r>
            <a:r>
              <a:rPr sz="2000" spc="50" dirty="0">
                <a:latin typeface="Times New Roman"/>
                <a:cs typeface="Times New Roman"/>
              </a:rPr>
              <a:t> </a:t>
            </a:r>
            <a:r>
              <a:rPr sz="2000" dirty="0">
                <a:latin typeface="Times New Roman"/>
                <a:cs typeface="Times New Roman"/>
              </a:rPr>
              <a:t>chemicals</a:t>
            </a:r>
            <a:r>
              <a:rPr sz="2000" spc="60" dirty="0">
                <a:latin typeface="Times New Roman"/>
                <a:cs typeface="Times New Roman"/>
              </a:rPr>
              <a:t> </a:t>
            </a:r>
            <a:r>
              <a:rPr sz="2000" dirty="0">
                <a:latin typeface="Times New Roman"/>
                <a:cs typeface="Times New Roman"/>
              </a:rPr>
              <a:t>like</a:t>
            </a:r>
            <a:r>
              <a:rPr sz="2000" spc="60" dirty="0">
                <a:latin typeface="Times New Roman"/>
                <a:cs typeface="Times New Roman"/>
              </a:rPr>
              <a:t> </a:t>
            </a:r>
            <a:r>
              <a:rPr sz="2000" spc="-10" dirty="0">
                <a:latin typeface="Times New Roman"/>
                <a:cs typeface="Times New Roman"/>
              </a:rPr>
              <a:t>polyvinyl 	</a:t>
            </a:r>
            <a:r>
              <a:rPr sz="2000" dirty="0">
                <a:latin typeface="Times New Roman"/>
                <a:cs typeface="Times New Roman"/>
              </a:rPr>
              <a:t>chloride,</a:t>
            </a:r>
            <a:r>
              <a:rPr sz="2000" spc="215" dirty="0">
                <a:latin typeface="Times New Roman"/>
                <a:cs typeface="Times New Roman"/>
              </a:rPr>
              <a:t> </a:t>
            </a:r>
            <a:r>
              <a:rPr sz="2000" dirty="0">
                <a:latin typeface="Times New Roman"/>
                <a:cs typeface="Times New Roman"/>
              </a:rPr>
              <a:t>chlorofluorocarbons,</a:t>
            </a:r>
            <a:r>
              <a:rPr sz="2000" spc="220" dirty="0">
                <a:latin typeface="Times New Roman"/>
                <a:cs typeface="Times New Roman"/>
              </a:rPr>
              <a:t> </a:t>
            </a:r>
            <a:r>
              <a:rPr sz="2000" dirty="0">
                <a:latin typeface="Times New Roman"/>
                <a:cs typeface="Times New Roman"/>
              </a:rPr>
              <a:t>arsenic,</a:t>
            </a:r>
            <a:r>
              <a:rPr sz="2000" spc="210" dirty="0">
                <a:latin typeface="Times New Roman"/>
                <a:cs typeface="Times New Roman"/>
              </a:rPr>
              <a:t> </a:t>
            </a:r>
            <a:r>
              <a:rPr sz="2000" dirty="0">
                <a:latin typeface="Times New Roman"/>
                <a:cs typeface="Times New Roman"/>
              </a:rPr>
              <a:t>nickel</a:t>
            </a:r>
            <a:r>
              <a:rPr sz="2000" spc="210" dirty="0">
                <a:latin typeface="Times New Roman"/>
                <a:cs typeface="Times New Roman"/>
              </a:rPr>
              <a:t> </a:t>
            </a:r>
            <a:r>
              <a:rPr sz="2000" dirty="0">
                <a:latin typeface="Times New Roman"/>
                <a:cs typeface="Times New Roman"/>
              </a:rPr>
              <a:t>and</a:t>
            </a:r>
            <a:r>
              <a:rPr sz="2000" spc="204" dirty="0">
                <a:latin typeface="Times New Roman"/>
                <a:cs typeface="Times New Roman"/>
              </a:rPr>
              <a:t> </a:t>
            </a:r>
            <a:r>
              <a:rPr sz="2000" dirty="0">
                <a:latin typeface="Times New Roman"/>
                <a:cs typeface="Times New Roman"/>
              </a:rPr>
              <a:t>barium</a:t>
            </a:r>
            <a:r>
              <a:rPr sz="2000" spc="195" dirty="0">
                <a:latin typeface="Times New Roman"/>
                <a:cs typeface="Times New Roman"/>
              </a:rPr>
              <a:t> </a:t>
            </a:r>
            <a:r>
              <a:rPr sz="2000" dirty="0">
                <a:latin typeface="Times New Roman"/>
                <a:cs typeface="Times New Roman"/>
              </a:rPr>
              <a:t>into</a:t>
            </a:r>
            <a:r>
              <a:rPr sz="2000" spc="220" dirty="0">
                <a:latin typeface="Times New Roman"/>
                <a:cs typeface="Times New Roman"/>
              </a:rPr>
              <a:t> </a:t>
            </a:r>
            <a:r>
              <a:rPr sz="2000" dirty="0">
                <a:latin typeface="Times New Roman"/>
                <a:cs typeface="Times New Roman"/>
              </a:rPr>
              <a:t>the</a:t>
            </a:r>
            <a:r>
              <a:rPr sz="2000" spc="220" dirty="0">
                <a:latin typeface="Times New Roman"/>
                <a:cs typeface="Times New Roman"/>
              </a:rPr>
              <a:t> </a:t>
            </a:r>
            <a:r>
              <a:rPr sz="2000" spc="-10" dirty="0">
                <a:latin typeface="Times New Roman"/>
                <a:cs typeface="Times New Roman"/>
              </a:rPr>
              <a:t>environment 	</a:t>
            </a:r>
            <a:r>
              <a:rPr sz="2000" dirty="0">
                <a:latin typeface="Times New Roman"/>
                <a:cs typeface="Times New Roman"/>
              </a:rPr>
              <a:t>causing</a:t>
            </a:r>
            <a:r>
              <a:rPr sz="2000" spc="220" dirty="0">
                <a:latin typeface="Times New Roman"/>
                <a:cs typeface="Times New Roman"/>
              </a:rPr>
              <a:t>  </a:t>
            </a:r>
            <a:r>
              <a:rPr sz="2000" dirty="0">
                <a:latin typeface="Times New Roman"/>
                <a:cs typeface="Times New Roman"/>
              </a:rPr>
              <a:t>medical</a:t>
            </a:r>
            <a:r>
              <a:rPr sz="2000" spc="220" dirty="0">
                <a:latin typeface="Times New Roman"/>
                <a:cs typeface="Times New Roman"/>
              </a:rPr>
              <a:t>  </a:t>
            </a:r>
            <a:r>
              <a:rPr sz="2000" dirty="0">
                <a:latin typeface="Times New Roman"/>
                <a:cs typeface="Times New Roman"/>
              </a:rPr>
              <a:t>illnesses</a:t>
            </a:r>
            <a:r>
              <a:rPr sz="2000" spc="215" dirty="0">
                <a:latin typeface="Times New Roman"/>
                <a:cs typeface="Times New Roman"/>
              </a:rPr>
              <a:t>  </a:t>
            </a:r>
            <a:r>
              <a:rPr sz="2000" dirty="0">
                <a:latin typeface="Times New Roman"/>
                <a:cs typeface="Times New Roman"/>
              </a:rPr>
              <a:t>like</a:t>
            </a:r>
            <a:r>
              <a:rPr sz="2000" spc="229" dirty="0">
                <a:latin typeface="Times New Roman"/>
                <a:cs typeface="Times New Roman"/>
              </a:rPr>
              <a:t>  </a:t>
            </a:r>
            <a:r>
              <a:rPr sz="2000" dirty="0">
                <a:latin typeface="Times New Roman"/>
                <a:cs typeface="Times New Roman"/>
              </a:rPr>
              <a:t>cancer,</a:t>
            </a:r>
            <a:r>
              <a:rPr sz="2000" spc="215" dirty="0">
                <a:latin typeface="Times New Roman"/>
                <a:cs typeface="Times New Roman"/>
              </a:rPr>
              <a:t>  </a:t>
            </a:r>
            <a:r>
              <a:rPr sz="2000" dirty="0">
                <a:latin typeface="Times New Roman"/>
                <a:cs typeface="Times New Roman"/>
              </a:rPr>
              <a:t>asthma,</a:t>
            </a:r>
            <a:r>
              <a:rPr sz="2000" spc="225" dirty="0">
                <a:latin typeface="Times New Roman"/>
                <a:cs typeface="Times New Roman"/>
              </a:rPr>
              <a:t>  </a:t>
            </a:r>
            <a:r>
              <a:rPr sz="2000" dirty="0">
                <a:latin typeface="Times New Roman"/>
                <a:cs typeface="Times New Roman"/>
              </a:rPr>
              <a:t>bone</a:t>
            </a:r>
            <a:r>
              <a:rPr sz="2000" spc="220" dirty="0">
                <a:latin typeface="Times New Roman"/>
                <a:cs typeface="Times New Roman"/>
              </a:rPr>
              <a:t>  </a:t>
            </a:r>
            <a:r>
              <a:rPr sz="2000" dirty="0">
                <a:latin typeface="Times New Roman"/>
                <a:cs typeface="Times New Roman"/>
              </a:rPr>
              <a:t>ailments</a:t>
            </a:r>
            <a:r>
              <a:rPr sz="2000" spc="225" dirty="0">
                <a:latin typeface="Times New Roman"/>
                <a:cs typeface="Times New Roman"/>
              </a:rPr>
              <a:t>  </a:t>
            </a:r>
            <a:r>
              <a:rPr sz="2000" dirty="0">
                <a:latin typeface="Times New Roman"/>
                <a:cs typeface="Times New Roman"/>
              </a:rPr>
              <a:t>and</a:t>
            </a:r>
            <a:r>
              <a:rPr sz="2000" spc="225" dirty="0">
                <a:latin typeface="Times New Roman"/>
                <a:cs typeface="Times New Roman"/>
              </a:rPr>
              <a:t>  </a:t>
            </a:r>
            <a:r>
              <a:rPr sz="2000" spc="-10" dirty="0">
                <a:latin typeface="Times New Roman"/>
                <a:cs typeface="Times New Roman"/>
              </a:rPr>
              <a:t>brain 	syndromes.</a:t>
            </a:r>
            <a:endParaRPr sz="2000">
              <a:latin typeface="Times New Roman"/>
              <a:cs typeface="Times New Roman"/>
            </a:endParaRPr>
          </a:p>
          <a:p>
            <a:pPr marL="352425" marR="6985" indent="-339725" algn="just">
              <a:lnSpc>
                <a:spcPct val="80000"/>
              </a:lnSpc>
              <a:spcBef>
                <a:spcPts val="480"/>
              </a:spcBef>
              <a:buFont typeface="Arial MT"/>
              <a:buChar char="•"/>
              <a:tabLst>
                <a:tab pos="355600" algn="l"/>
              </a:tabLst>
            </a:pPr>
            <a:r>
              <a:rPr sz="2000" dirty="0">
                <a:latin typeface="Times New Roman"/>
                <a:cs typeface="Times New Roman"/>
              </a:rPr>
              <a:t>Salvaging</a:t>
            </a:r>
            <a:r>
              <a:rPr sz="2000" spc="25" dirty="0">
                <a:latin typeface="Times New Roman"/>
                <a:cs typeface="Times New Roman"/>
              </a:rPr>
              <a:t>  </a:t>
            </a:r>
            <a:r>
              <a:rPr sz="2000" dirty="0">
                <a:latin typeface="Times New Roman"/>
                <a:cs typeface="Times New Roman"/>
              </a:rPr>
              <a:t>of</a:t>
            </a:r>
            <a:r>
              <a:rPr sz="2000" spc="25" dirty="0">
                <a:latin typeface="Times New Roman"/>
                <a:cs typeface="Times New Roman"/>
              </a:rPr>
              <a:t>  </a:t>
            </a:r>
            <a:r>
              <a:rPr sz="2000" spc="-10" dirty="0">
                <a:latin typeface="Times New Roman"/>
                <a:cs typeface="Times New Roman"/>
              </a:rPr>
              <a:t>E-</a:t>
            </a:r>
            <a:r>
              <a:rPr sz="2000" dirty="0">
                <a:latin typeface="Times New Roman"/>
                <a:cs typeface="Times New Roman"/>
              </a:rPr>
              <a:t>waste</a:t>
            </a:r>
            <a:r>
              <a:rPr sz="2000" spc="20" dirty="0">
                <a:latin typeface="Times New Roman"/>
                <a:cs typeface="Times New Roman"/>
              </a:rPr>
              <a:t>  </a:t>
            </a:r>
            <a:r>
              <a:rPr sz="2000" dirty="0">
                <a:latin typeface="Times New Roman"/>
                <a:cs typeface="Times New Roman"/>
              </a:rPr>
              <a:t>in</a:t>
            </a:r>
            <a:r>
              <a:rPr sz="2000" spc="25" dirty="0">
                <a:latin typeface="Times New Roman"/>
                <a:cs typeface="Times New Roman"/>
              </a:rPr>
              <a:t>  </a:t>
            </a:r>
            <a:r>
              <a:rPr sz="2000" dirty="0">
                <a:latin typeface="Times New Roman"/>
                <a:cs typeface="Times New Roman"/>
              </a:rPr>
              <a:t>western</a:t>
            </a:r>
            <a:r>
              <a:rPr sz="2000" spc="20" dirty="0">
                <a:latin typeface="Times New Roman"/>
                <a:cs typeface="Times New Roman"/>
              </a:rPr>
              <a:t>  </a:t>
            </a:r>
            <a:r>
              <a:rPr sz="2000" dirty="0">
                <a:latin typeface="Times New Roman"/>
                <a:cs typeface="Times New Roman"/>
              </a:rPr>
              <a:t>nations</a:t>
            </a:r>
            <a:r>
              <a:rPr sz="2000" spc="25" dirty="0">
                <a:latin typeface="Times New Roman"/>
                <a:cs typeface="Times New Roman"/>
              </a:rPr>
              <a:t>  </a:t>
            </a:r>
            <a:r>
              <a:rPr sz="2000" dirty="0">
                <a:latin typeface="Times New Roman"/>
                <a:cs typeface="Times New Roman"/>
              </a:rPr>
              <a:t>is</a:t>
            </a:r>
            <a:r>
              <a:rPr sz="2000" spc="20" dirty="0">
                <a:latin typeface="Times New Roman"/>
                <a:cs typeface="Times New Roman"/>
              </a:rPr>
              <a:t>  </a:t>
            </a:r>
            <a:r>
              <a:rPr sz="2000" dirty="0">
                <a:latin typeface="Times New Roman"/>
                <a:cs typeface="Times New Roman"/>
              </a:rPr>
              <a:t>high</a:t>
            </a:r>
            <a:r>
              <a:rPr sz="2000" spc="30" dirty="0">
                <a:latin typeface="Times New Roman"/>
                <a:cs typeface="Times New Roman"/>
              </a:rPr>
              <a:t>  </a:t>
            </a:r>
            <a:r>
              <a:rPr sz="2000" dirty="0">
                <a:latin typeface="Times New Roman"/>
                <a:cs typeface="Times New Roman"/>
              </a:rPr>
              <a:t>as</a:t>
            </a:r>
            <a:r>
              <a:rPr sz="2000" spc="20" dirty="0">
                <a:latin typeface="Times New Roman"/>
                <a:cs typeface="Times New Roman"/>
              </a:rPr>
              <a:t>  </a:t>
            </a:r>
            <a:r>
              <a:rPr sz="2000" dirty="0">
                <a:latin typeface="Times New Roman"/>
                <a:cs typeface="Times New Roman"/>
              </a:rPr>
              <a:t>compared</a:t>
            </a:r>
            <a:r>
              <a:rPr sz="2000" spc="30" dirty="0">
                <a:latin typeface="Times New Roman"/>
                <a:cs typeface="Times New Roman"/>
              </a:rPr>
              <a:t>  </a:t>
            </a:r>
            <a:r>
              <a:rPr sz="2000" dirty="0">
                <a:latin typeface="Times New Roman"/>
                <a:cs typeface="Times New Roman"/>
              </a:rPr>
              <a:t>to</a:t>
            </a:r>
            <a:r>
              <a:rPr sz="2000" spc="25" dirty="0">
                <a:latin typeface="Times New Roman"/>
                <a:cs typeface="Times New Roman"/>
              </a:rPr>
              <a:t>  </a:t>
            </a:r>
            <a:r>
              <a:rPr sz="2000" spc="-10" dirty="0">
                <a:latin typeface="Times New Roman"/>
                <a:cs typeface="Times New Roman"/>
              </a:rPr>
              <a:t>emerging 	</a:t>
            </a:r>
            <a:r>
              <a:rPr sz="2000" dirty="0">
                <a:latin typeface="Times New Roman"/>
                <a:cs typeface="Times New Roman"/>
              </a:rPr>
              <a:t>countries</a:t>
            </a:r>
            <a:r>
              <a:rPr sz="2000" spc="-45" dirty="0">
                <a:latin typeface="Times New Roman"/>
                <a:cs typeface="Times New Roman"/>
              </a:rPr>
              <a:t> </a:t>
            </a:r>
            <a:r>
              <a:rPr sz="2000" dirty="0">
                <a:latin typeface="Times New Roman"/>
                <a:cs typeface="Times New Roman"/>
              </a:rPr>
              <a:t>like</a:t>
            </a:r>
            <a:r>
              <a:rPr sz="2000" spc="-5" dirty="0">
                <a:latin typeface="Times New Roman"/>
                <a:cs typeface="Times New Roman"/>
              </a:rPr>
              <a:t> </a:t>
            </a:r>
            <a:r>
              <a:rPr sz="2000" dirty="0">
                <a:latin typeface="Times New Roman"/>
                <a:cs typeface="Times New Roman"/>
              </a:rPr>
              <a:t>India</a:t>
            </a:r>
            <a:r>
              <a:rPr sz="2000" spc="-30" dirty="0">
                <a:latin typeface="Times New Roman"/>
                <a:cs typeface="Times New Roman"/>
              </a:rPr>
              <a:t> </a:t>
            </a:r>
            <a:r>
              <a:rPr sz="2000" dirty="0">
                <a:latin typeface="Times New Roman"/>
                <a:cs typeface="Times New Roman"/>
              </a:rPr>
              <a:t>which</a:t>
            </a:r>
            <a:r>
              <a:rPr sz="2000" spc="-15" dirty="0">
                <a:latin typeface="Times New Roman"/>
                <a:cs typeface="Times New Roman"/>
              </a:rPr>
              <a:t> </a:t>
            </a:r>
            <a:r>
              <a:rPr sz="2000" dirty="0">
                <a:latin typeface="Times New Roman"/>
                <a:cs typeface="Times New Roman"/>
              </a:rPr>
              <a:t>have</a:t>
            </a:r>
            <a:r>
              <a:rPr sz="2000" spc="-20" dirty="0">
                <a:latin typeface="Times New Roman"/>
                <a:cs typeface="Times New Roman"/>
              </a:rPr>
              <a:t> </a:t>
            </a:r>
            <a:r>
              <a:rPr sz="2000" dirty="0">
                <a:latin typeface="Times New Roman"/>
                <a:cs typeface="Times New Roman"/>
              </a:rPr>
              <a:t>copious</a:t>
            </a:r>
            <a:r>
              <a:rPr sz="2000" spc="-30" dirty="0">
                <a:latin typeface="Times New Roman"/>
                <a:cs typeface="Times New Roman"/>
              </a:rPr>
              <a:t> </a:t>
            </a:r>
            <a:r>
              <a:rPr sz="2000" dirty="0">
                <a:latin typeface="Times New Roman"/>
                <a:cs typeface="Times New Roman"/>
              </a:rPr>
              <a:t>space</a:t>
            </a:r>
            <a:r>
              <a:rPr sz="2000" spc="-25" dirty="0">
                <a:latin typeface="Times New Roman"/>
                <a:cs typeface="Times New Roman"/>
              </a:rPr>
              <a:t> </a:t>
            </a:r>
            <a:r>
              <a:rPr sz="2000" dirty="0">
                <a:latin typeface="Times New Roman"/>
                <a:cs typeface="Times New Roman"/>
              </a:rPr>
              <a:t>to</a:t>
            </a:r>
            <a:r>
              <a:rPr sz="2000" spc="-5" dirty="0">
                <a:latin typeface="Times New Roman"/>
                <a:cs typeface="Times New Roman"/>
              </a:rPr>
              <a:t> </a:t>
            </a:r>
            <a:r>
              <a:rPr sz="2000" dirty="0">
                <a:latin typeface="Times New Roman"/>
                <a:cs typeface="Times New Roman"/>
              </a:rPr>
              <a:t>absorb</a:t>
            </a:r>
            <a:r>
              <a:rPr sz="2000" spc="-35" dirty="0">
                <a:latin typeface="Times New Roman"/>
                <a:cs typeface="Times New Roman"/>
              </a:rPr>
              <a:t> </a:t>
            </a:r>
            <a:r>
              <a:rPr sz="2000" dirty="0">
                <a:latin typeface="Times New Roman"/>
                <a:cs typeface="Times New Roman"/>
              </a:rPr>
              <a:t>any kind</a:t>
            </a:r>
            <a:r>
              <a:rPr sz="2000" spc="-20" dirty="0">
                <a:latin typeface="Times New Roman"/>
                <a:cs typeface="Times New Roman"/>
              </a:rPr>
              <a:t> </a:t>
            </a:r>
            <a:r>
              <a:rPr sz="2000" dirty="0">
                <a:latin typeface="Times New Roman"/>
                <a:cs typeface="Times New Roman"/>
              </a:rPr>
              <a:t>of</a:t>
            </a:r>
            <a:r>
              <a:rPr sz="2000" spc="-20" dirty="0">
                <a:latin typeface="Times New Roman"/>
                <a:cs typeface="Times New Roman"/>
              </a:rPr>
              <a:t> </a:t>
            </a:r>
            <a:r>
              <a:rPr sz="2000" spc="-10" dirty="0">
                <a:latin typeface="Times New Roman"/>
                <a:cs typeface="Times New Roman"/>
              </a:rPr>
              <a:t>waste.</a:t>
            </a:r>
            <a:endParaRPr sz="2000">
              <a:latin typeface="Times New Roman"/>
              <a:cs typeface="Times New Roman"/>
            </a:endParaRPr>
          </a:p>
          <a:p>
            <a:pPr marL="351790" marR="5080" indent="-339090" algn="just">
              <a:lnSpc>
                <a:spcPct val="80000"/>
              </a:lnSpc>
              <a:spcBef>
                <a:spcPts val="480"/>
              </a:spcBef>
              <a:buFont typeface="Arial MT"/>
              <a:buChar char="•"/>
              <a:tabLst>
                <a:tab pos="355600" algn="l"/>
              </a:tabLst>
            </a:pPr>
            <a:r>
              <a:rPr sz="2000" dirty="0">
                <a:latin typeface="Times New Roman"/>
                <a:cs typeface="Times New Roman"/>
              </a:rPr>
              <a:t>It</a:t>
            </a:r>
            <a:r>
              <a:rPr sz="2000" spc="150" dirty="0">
                <a:latin typeface="Times New Roman"/>
                <a:cs typeface="Times New Roman"/>
              </a:rPr>
              <a:t>  </a:t>
            </a:r>
            <a:r>
              <a:rPr sz="2000" dirty="0">
                <a:latin typeface="Times New Roman"/>
                <a:cs typeface="Times New Roman"/>
              </a:rPr>
              <a:t>is</a:t>
            </a:r>
            <a:r>
              <a:rPr sz="2000" spc="160" dirty="0">
                <a:latin typeface="Times New Roman"/>
                <a:cs typeface="Times New Roman"/>
              </a:rPr>
              <a:t>  </a:t>
            </a:r>
            <a:r>
              <a:rPr sz="2000" dirty="0">
                <a:latin typeface="Times New Roman"/>
                <a:cs typeface="Times New Roman"/>
              </a:rPr>
              <a:t>ten</a:t>
            </a:r>
            <a:r>
              <a:rPr sz="2000" spc="155" dirty="0">
                <a:latin typeface="Times New Roman"/>
                <a:cs typeface="Times New Roman"/>
              </a:rPr>
              <a:t>  </a:t>
            </a:r>
            <a:r>
              <a:rPr sz="2000" dirty="0">
                <a:latin typeface="Times New Roman"/>
                <a:cs typeface="Times New Roman"/>
              </a:rPr>
              <a:t>times</a:t>
            </a:r>
            <a:r>
              <a:rPr sz="2000" spc="160" dirty="0">
                <a:latin typeface="Times New Roman"/>
                <a:cs typeface="Times New Roman"/>
              </a:rPr>
              <a:t>  </a:t>
            </a:r>
            <a:r>
              <a:rPr sz="2000" dirty="0">
                <a:latin typeface="Times New Roman"/>
                <a:cs typeface="Times New Roman"/>
              </a:rPr>
              <a:t>inexpensive</a:t>
            </a:r>
            <a:r>
              <a:rPr sz="2000" spc="165" dirty="0">
                <a:latin typeface="Times New Roman"/>
                <a:cs typeface="Times New Roman"/>
              </a:rPr>
              <a:t>  </a:t>
            </a:r>
            <a:r>
              <a:rPr sz="2000" dirty="0">
                <a:latin typeface="Times New Roman"/>
                <a:cs typeface="Times New Roman"/>
              </a:rPr>
              <a:t>for</a:t>
            </a:r>
            <a:r>
              <a:rPr sz="2000" spc="160" dirty="0">
                <a:latin typeface="Times New Roman"/>
                <a:cs typeface="Times New Roman"/>
              </a:rPr>
              <a:t>  </a:t>
            </a:r>
            <a:r>
              <a:rPr sz="2000" dirty="0">
                <a:latin typeface="Times New Roman"/>
                <a:cs typeface="Times New Roman"/>
              </a:rPr>
              <a:t>USA</a:t>
            </a:r>
            <a:r>
              <a:rPr sz="2000" spc="110" dirty="0">
                <a:latin typeface="Times New Roman"/>
                <a:cs typeface="Times New Roman"/>
              </a:rPr>
              <a:t>  </a:t>
            </a:r>
            <a:r>
              <a:rPr sz="2000" dirty="0">
                <a:latin typeface="Times New Roman"/>
                <a:cs typeface="Times New Roman"/>
              </a:rPr>
              <a:t>to</a:t>
            </a:r>
            <a:r>
              <a:rPr sz="2000" spc="165" dirty="0">
                <a:latin typeface="Times New Roman"/>
                <a:cs typeface="Times New Roman"/>
              </a:rPr>
              <a:t>  </a:t>
            </a:r>
            <a:r>
              <a:rPr sz="2000" dirty="0">
                <a:latin typeface="Times New Roman"/>
                <a:cs typeface="Times New Roman"/>
              </a:rPr>
              <a:t>transport</a:t>
            </a:r>
            <a:r>
              <a:rPr sz="2000" spc="150" dirty="0">
                <a:latin typeface="Times New Roman"/>
                <a:cs typeface="Times New Roman"/>
              </a:rPr>
              <a:t>  </a:t>
            </a:r>
            <a:r>
              <a:rPr sz="2000" spc="-10" dirty="0">
                <a:latin typeface="Times New Roman"/>
                <a:cs typeface="Times New Roman"/>
              </a:rPr>
              <a:t>E-</a:t>
            </a:r>
            <a:r>
              <a:rPr sz="2000" dirty="0">
                <a:latin typeface="Times New Roman"/>
                <a:cs typeface="Times New Roman"/>
              </a:rPr>
              <a:t>waste</a:t>
            </a:r>
            <a:r>
              <a:rPr sz="2000" spc="155" dirty="0">
                <a:latin typeface="Times New Roman"/>
                <a:cs typeface="Times New Roman"/>
              </a:rPr>
              <a:t>  </a:t>
            </a:r>
            <a:r>
              <a:rPr sz="2000" dirty="0">
                <a:latin typeface="Times New Roman"/>
                <a:cs typeface="Times New Roman"/>
              </a:rPr>
              <a:t>to</a:t>
            </a:r>
            <a:r>
              <a:rPr sz="2000" spc="165" dirty="0">
                <a:latin typeface="Times New Roman"/>
                <a:cs typeface="Times New Roman"/>
              </a:rPr>
              <a:t>  </a:t>
            </a:r>
            <a:r>
              <a:rPr sz="2000" dirty="0">
                <a:latin typeface="Times New Roman"/>
                <a:cs typeface="Times New Roman"/>
              </a:rPr>
              <a:t>Asia</a:t>
            </a:r>
            <a:r>
              <a:rPr sz="2000" spc="160" dirty="0">
                <a:latin typeface="Times New Roman"/>
                <a:cs typeface="Times New Roman"/>
              </a:rPr>
              <a:t>  </a:t>
            </a:r>
            <a:r>
              <a:rPr sz="2000" spc="-20" dirty="0">
                <a:latin typeface="Times New Roman"/>
                <a:cs typeface="Times New Roman"/>
              </a:rPr>
              <a:t>than 	</a:t>
            </a:r>
            <a:r>
              <a:rPr sz="2000" dirty="0">
                <a:latin typeface="Times New Roman"/>
                <a:cs typeface="Times New Roman"/>
              </a:rPr>
              <a:t>reprocessing.</a:t>
            </a:r>
            <a:r>
              <a:rPr sz="2000" spc="-55" dirty="0">
                <a:latin typeface="Times New Roman"/>
                <a:cs typeface="Times New Roman"/>
              </a:rPr>
              <a:t> </a:t>
            </a:r>
            <a:r>
              <a:rPr sz="2000" dirty="0">
                <a:latin typeface="Times New Roman"/>
                <a:cs typeface="Times New Roman"/>
              </a:rPr>
              <a:t>According</a:t>
            </a:r>
            <a:r>
              <a:rPr sz="2000" spc="-25" dirty="0">
                <a:latin typeface="Times New Roman"/>
                <a:cs typeface="Times New Roman"/>
              </a:rPr>
              <a:t> </a:t>
            </a:r>
            <a:r>
              <a:rPr sz="2000" dirty="0">
                <a:latin typeface="Times New Roman"/>
                <a:cs typeface="Times New Roman"/>
              </a:rPr>
              <a:t>to</a:t>
            </a:r>
            <a:r>
              <a:rPr sz="2000" spc="-30" dirty="0">
                <a:latin typeface="Times New Roman"/>
                <a:cs typeface="Times New Roman"/>
              </a:rPr>
              <a:t> </a:t>
            </a:r>
            <a:r>
              <a:rPr sz="2000" dirty="0">
                <a:latin typeface="Times New Roman"/>
                <a:cs typeface="Times New Roman"/>
              </a:rPr>
              <a:t>the</a:t>
            </a:r>
            <a:r>
              <a:rPr sz="2000" spc="-30" dirty="0">
                <a:latin typeface="Times New Roman"/>
                <a:cs typeface="Times New Roman"/>
              </a:rPr>
              <a:t> </a:t>
            </a:r>
            <a:r>
              <a:rPr sz="2000" dirty="0">
                <a:latin typeface="Times New Roman"/>
                <a:cs typeface="Times New Roman"/>
              </a:rPr>
              <a:t>reports</a:t>
            </a:r>
            <a:r>
              <a:rPr sz="2000" spc="-35" dirty="0">
                <a:latin typeface="Times New Roman"/>
                <a:cs typeface="Times New Roman"/>
              </a:rPr>
              <a:t> </a:t>
            </a:r>
            <a:r>
              <a:rPr sz="2000" dirty="0">
                <a:latin typeface="Times New Roman"/>
                <a:cs typeface="Times New Roman"/>
              </a:rPr>
              <a:t>of</a:t>
            </a:r>
            <a:r>
              <a:rPr sz="2000" spc="-55" dirty="0">
                <a:latin typeface="Times New Roman"/>
                <a:cs typeface="Times New Roman"/>
              </a:rPr>
              <a:t> </a:t>
            </a:r>
            <a:r>
              <a:rPr sz="2000" dirty="0">
                <a:latin typeface="Times New Roman"/>
                <a:cs typeface="Times New Roman"/>
              </a:rPr>
              <a:t>ASSOCHAM</a:t>
            </a:r>
            <a:r>
              <a:rPr sz="2000" spc="-40" dirty="0">
                <a:latin typeface="Times New Roman"/>
                <a:cs typeface="Times New Roman"/>
              </a:rPr>
              <a:t> </a:t>
            </a:r>
            <a:r>
              <a:rPr sz="2000" dirty="0">
                <a:latin typeface="Times New Roman"/>
                <a:cs typeface="Times New Roman"/>
              </a:rPr>
              <a:t>(Associated</a:t>
            </a:r>
            <a:r>
              <a:rPr sz="2000" spc="-35" dirty="0">
                <a:latin typeface="Times New Roman"/>
                <a:cs typeface="Times New Roman"/>
              </a:rPr>
              <a:t> </a:t>
            </a:r>
            <a:r>
              <a:rPr sz="2000" spc="-10" dirty="0">
                <a:latin typeface="Times New Roman"/>
                <a:cs typeface="Times New Roman"/>
              </a:rPr>
              <a:t>Chambers</a:t>
            </a:r>
            <a:r>
              <a:rPr sz="2000" spc="-45" dirty="0">
                <a:latin typeface="Times New Roman"/>
                <a:cs typeface="Times New Roman"/>
              </a:rPr>
              <a:t> </a:t>
            </a:r>
            <a:r>
              <a:rPr sz="2000" spc="-25" dirty="0">
                <a:latin typeface="Times New Roman"/>
                <a:cs typeface="Times New Roman"/>
              </a:rPr>
              <a:t>of 	</a:t>
            </a:r>
            <a:r>
              <a:rPr sz="2000" dirty="0">
                <a:latin typeface="Times New Roman"/>
                <a:cs typeface="Times New Roman"/>
              </a:rPr>
              <a:t>Commerce</a:t>
            </a:r>
            <a:r>
              <a:rPr sz="2000" spc="130" dirty="0">
                <a:latin typeface="Times New Roman"/>
                <a:cs typeface="Times New Roman"/>
              </a:rPr>
              <a:t> </a:t>
            </a:r>
            <a:r>
              <a:rPr sz="2000" dirty="0">
                <a:latin typeface="Times New Roman"/>
                <a:cs typeface="Times New Roman"/>
              </a:rPr>
              <a:t>and</a:t>
            </a:r>
            <a:r>
              <a:rPr sz="2000" spc="120" dirty="0">
                <a:latin typeface="Times New Roman"/>
                <a:cs typeface="Times New Roman"/>
              </a:rPr>
              <a:t> </a:t>
            </a:r>
            <a:r>
              <a:rPr sz="2000" dirty="0">
                <a:latin typeface="Times New Roman"/>
                <a:cs typeface="Times New Roman"/>
              </a:rPr>
              <a:t>Industry</a:t>
            </a:r>
            <a:r>
              <a:rPr sz="2000" spc="130" dirty="0">
                <a:latin typeface="Times New Roman"/>
                <a:cs typeface="Times New Roman"/>
              </a:rPr>
              <a:t> </a:t>
            </a:r>
            <a:r>
              <a:rPr sz="2000" dirty="0">
                <a:latin typeface="Times New Roman"/>
                <a:cs typeface="Times New Roman"/>
              </a:rPr>
              <a:t>of</a:t>
            </a:r>
            <a:r>
              <a:rPr sz="2000" spc="125" dirty="0">
                <a:latin typeface="Times New Roman"/>
                <a:cs typeface="Times New Roman"/>
              </a:rPr>
              <a:t> </a:t>
            </a:r>
            <a:r>
              <a:rPr sz="2000" dirty="0">
                <a:latin typeface="Times New Roman"/>
                <a:cs typeface="Times New Roman"/>
              </a:rPr>
              <a:t>India),</a:t>
            </a:r>
            <a:r>
              <a:rPr sz="2000" spc="130" dirty="0">
                <a:latin typeface="Times New Roman"/>
                <a:cs typeface="Times New Roman"/>
              </a:rPr>
              <a:t> </a:t>
            </a:r>
            <a:r>
              <a:rPr sz="2000" dirty="0">
                <a:latin typeface="Times New Roman"/>
                <a:cs typeface="Times New Roman"/>
              </a:rPr>
              <a:t>United</a:t>
            </a:r>
            <a:r>
              <a:rPr sz="2000" spc="120" dirty="0">
                <a:latin typeface="Times New Roman"/>
                <a:cs typeface="Times New Roman"/>
              </a:rPr>
              <a:t> </a:t>
            </a:r>
            <a:r>
              <a:rPr sz="2000" dirty="0">
                <a:latin typeface="Times New Roman"/>
                <a:cs typeface="Times New Roman"/>
              </a:rPr>
              <a:t>States</a:t>
            </a:r>
            <a:r>
              <a:rPr sz="2000" spc="120" dirty="0">
                <a:latin typeface="Times New Roman"/>
                <a:cs typeface="Times New Roman"/>
              </a:rPr>
              <a:t> </a:t>
            </a:r>
            <a:r>
              <a:rPr sz="2000" dirty="0">
                <a:latin typeface="Times New Roman"/>
                <a:cs typeface="Times New Roman"/>
              </a:rPr>
              <a:t>of</a:t>
            </a:r>
            <a:r>
              <a:rPr sz="2000" spc="130" dirty="0">
                <a:latin typeface="Times New Roman"/>
                <a:cs typeface="Times New Roman"/>
              </a:rPr>
              <a:t> </a:t>
            </a:r>
            <a:r>
              <a:rPr sz="2000" dirty="0">
                <a:latin typeface="Times New Roman"/>
                <a:cs typeface="Times New Roman"/>
              </a:rPr>
              <a:t>America</a:t>
            </a:r>
            <a:r>
              <a:rPr sz="2000" spc="125" dirty="0">
                <a:latin typeface="Times New Roman"/>
                <a:cs typeface="Times New Roman"/>
              </a:rPr>
              <a:t> </a:t>
            </a:r>
            <a:r>
              <a:rPr sz="2000" dirty="0">
                <a:latin typeface="Times New Roman"/>
                <a:cs typeface="Times New Roman"/>
              </a:rPr>
              <a:t>is</a:t>
            </a:r>
            <a:r>
              <a:rPr sz="2000" spc="125" dirty="0">
                <a:latin typeface="Times New Roman"/>
                <a:cs typeface="Times New Roman"/>
              </a:rPr>
              <a:t> </a:t>
            </a:r>
            <a:r>
              <a:rPr sz="2000" dirty="0">
                <a:latin typeface="Times New Roman"/>
                <a:cs typeface="Times New Roman"/>
              </a:rPr>
              <a:t>at</a:t>
            </a:r>
            <a:r>
              <a:rPr sz="2000" spc="114" dirty="0">
                <a:latin typeface="Times New Roman"/>
                <a:cs typeface="Times New Roman"/>
              </a:rPr>
              <a:t> </a:t>
            </a:r>
            <a:r>
              <a:rPr sz="2000" dirty="0">
                <a:latin typeface="Times New Roman"/>
                <a:cs typeface="Times New Roman"/>
              </a:rPr>
              <a:t>top</a:t>
            </a:r>
            <a:r>
              <a:rPr sz="2000" spc="120" dirty="0">
                <a:latin typeface="Times New Roman"/>
                <a:cs typeface="Times New Roman"/>
              </a:rPr>
              <a:t> </a:t>
            </a:r>
            <a:r>
              <a:rPr sz="2000" dirty="0">
                <a:latin typeface="Times New Roman"/>
                <a:cs typeface="Times New Roman"/>
              </a:rPr>
              <a:t>of</a:t>
            </a:r>
            <a:r>
              <a:rPr sz="2000" spc="120" dirty="0">
                <a:latin typeface="Times New Roman"/>
                <a:cs typeface="Times New Roman"/>
              </a:rPr>
              <a:t> </a:t>
            </a:r>
            <a:r>
              <a:rPr sz="2000" dirty="0">
                <a:latin typeface="Times New Roman"/>
                <a:cs typeface="Times New Roman"/>
              </a:rPr>
              <a:t>the</a:t>
            </a:r>
            <a:r>
              <a:rPr sz="2000" spc="130" dirty="0">
                <a:latin typeface="Times New Roman"/>
                <a:cs typeface="Times New Roman"/>
              </a:rPr>
              <a:t> </a:t>
            </a:r>
            <a:r>
              <a:rPr sz="2000" spc="-20" dirty="0">
                <a:latin typeface="Times New Roman"/>
                <a:cs typeface="Times New Roman"/>
              </a:rPr>
              <a:t>list 	</a:t>
            </a:r>
            <a:r>
              <a:rPr sz="2000" dirty="0">
                <a:latin typeface="Times New Roman"/>
                <a:cs typeface="Times New Roman"/>
              </a:rPr>
              <a:t>of</a:t>
            </a:r>
            <a:r>
              <a:rPr sz="2000" spc="75" dirty="0">
                <a:latin typeface="Times New Roman"/>
                <a:cs typeface="Times New Roman"/>
              </a:rPr>
              <a:t> </a:t>
            </a:r>
            <a:r>
              <a:rPr sz="2000" dirty="0">
                <a:latin typeface="Times New Roman"/>
                <a:cs typeface="Times New Roman"/>
              </a:rPr>
              <a:t>nations</a:t>
            </a:r>
            <a:r>
              <a:rPr sz="2000" spc="85" dirty="0">
                <a:latin typeface="Times New Roman"/>
                <a:cs typeface="Times New Roman"/>
              </a:rPr>
              <a:t> </a:t>
            </a:r>
            <a:r>
              <a:rPr sz="2000" dirty="0">
                <a:latin typeface="Times New Roman"/>
                <a:cs typeface="Times New Roman"/>
              </a:rPr>
              <a:t>from</a:t>
            </a:r>
            <a:r>
              <a:rPr sz="2000" spc="65" dirty="0">
                <a:latin typeface="Times New Roman"/>
                <a:cs typeface="Times New Roman"/>
              </a:rPr>
              <a:t> </a:t>
            </a:r>
            <a:r>
              <a:rPr sz="2000" dirty="0">
                <a:latin typeface="Times New Roman"/>
                <a:cs typeface="Times New Roman"/>
              </a:rPr>
              <a:t>which</a:t>
            </a:r>
            <a:r>
              <a:rPr sz="2000" spc="75" dirty="0">
                <a:latin typeface="Times New Roman"/>
                <a:cs typeface="Times New Roman"/>
              </a:rPr>
              <a:t> </a:t>
            </a:r>
            <a:r>
              <a:rPr sz="2000" dirty="0">
                <a:latin typeface="Times New Roman"/>
                <a:cs typeface="Times New Roman"/>
              </a:rPr>
              <a:t>India</a:t>
            </a:r>
            <a:r>
              <a:rPr sz="2000" spc="85" dirty="0">
                <a:latin typeface="Times New Roman"/>
                <a:cs typeface="Times New Roman"/>
              </a:rPr>
              <a:t> </a:t>
            </a:r>
            <a:r>
              <a:rPr sz="2000" dirty="0">
                <a:latin typeface="Times New Roman"/>
                <a:cs typeface="Times New Roman"/>
              </a:rPr>
              <a:t>imports</a:t>
            </a:r>
            <a:r>
              <a:rPr sz="2000" spc="70" dirty="0">
                <a:latin typeface="Times New Roman"/>
                <a:cs typeface="Times New Roman"/>
              </a:rPr>
              <a:t> </a:t>
            </a:r>
            <a:r>
              <a:rPr sz="2000" dirty="0">
                <a:latin typeface="Times New Roman"/>
                <a:cs typeface="Times New Roman"/>
              </a:rPr>
              <a:t>42%</a:t>
            </a:r>
            <a:r>
              <a:rPr sz="2000" spc="80" dirty="0">
                <a:latin typeface="Times New Roman"/>
                <a:cs typeface="Times New Roman"/>
              </a:rPr>
              <a:t> </a:t>
            </a:r>
            <a:r>
              <a:rPr sz="2000" dirty="0">
                <a:latin typeface="Times New Roman"/>
                <a:cs typeface="Times New Roman"/>
              </a:rPr>
              <a:t>of</a:t>
            </a:r>
            <a:r>
              <a:rPr sz="2000" spc="90" dirty="0">
                <a:latin typeface="Times New Roman"/>
                <a:cs typeface="Times New Roman"/>
              </a:rPr>
              <a:t> </a:t>
            </a:r>
            <a:r>
              <a:rPr sz="2000" dirty="0">
                <a:latin typeface="Times New Roman"/>
                <a:cs typeface="Times New Roman"/>
              </a:rPr>
              <a:t>total</a:t>
            </a:r>
            <a:r>
              <a:rPr sz="2000" spc="80" dirty="0">
                <a:latin typeface="Times New Roman"/>
                <a:cs typeface="Times New Roman"/>
              </a:rPr>
              <a:t> </a:t>
            </a:r>
            <a:r>
              <a:rPr sz="2000" spc="-20" dirty="0">
                <a:latin typeface="Times New Roman"/>
                <a:cs typeface="Times New Roman"/>
              </a:rPr>
              <a:t>E-</a:t>
            </a:r>
            <a:r>
              <a:rPr sz="2000" dirty="0">
                <a:latin typeface="Times New Roman"/>
                <a:cs typeface="Times New Roman"/>
              </a:rPr>
              <a:t>waste</a:t>
            </a:r>
            <a:r>
              <a:rPr sz="2000" spc="90" dirty="0">
                <a:latin typeface="Times New Roman"/>
                <a:cs typeface="Times New Roman"/>
              </a:rPr>
              <a:t> </a:t>
            </a:r>
            <a:r>
              <a:rPr sz="2000" dirty="0">
                <a:latin typeface="Times New Roman"/>
                <a:cs typeface="Times New Roman"/>
              </a:rPr>
              <a:t>which</a:t>
            </a:r>
            <a:r>
              <a:rPr sz="2000" spc="90" dirty="0">
                <a:latin typeface="Times New Roman"/>
                <a:cs typeface="Times New Roman"/>
              </a:rPr>
              <a:t> </a:t>
            </a:r>
            <a:r>
              <a:rPr sz="2000" dirty="0">
                <a:latin typeface="Times New Roman"/>
                <a:cs typeface="Times New Roman"/>
              </a:rPr>
              <a:t>is</a:t>
            </a:r>
            <a:r>
              <a:rPr sz="2000" spc="85" dirty="0">
                <a:latin typeface="Times New Roman"/>
                <a:cs typeface="Times New Roman"/>
              </a:rPr>
              <a:t> </a:t>
            </a:r>
            <a:r>
              <a:rPr sz="2000" dirty="0">
                <a:latin typeface="Times New Roman"/>
                <a:cs typeface="Times New Roman"/>
              </a:rPr>
              <a:t>followed</a:t>
            </a:r>
            <a:r>
              <a:rPr sz="2000" spc="90" dirty="0">
                <a:latin typeface="Times New Roman"/>
                <a:cs typeface="Times New Roman"/>
              </a:rPr>
              <a:t> </a:t>
            </a:r>
            <a:r>
              <a:rPr sz="2000" spc="-25" dirty="0">
                <a:latin typeface="Times New Roman"/>
                <a:cs typeface="Times New Roman"/>
              </a:rPr>
              <a:t>by 	</a:t>
            </a:r>
            <a:r>
              <a:rPr sz="2000" dirty="0">
                <a:latin typeface="Times New Roman"/>
                <a:cs typeface="Times New Roman"/>
              </a:rPr>
              <a:t>China and</a:t>
            </a:r>
            <a:r>
              <a:rPr sz="2000" spc="-5" dirty="0">
                <a:latin typeface="Times New Roman"/>
                <a:cs typeface="Times New Roman"/>
              </a:rPr>
              <a:t> </a:t>
            </a:r>
            <a:r>
              <a:rPr sz="2000" dirty="0">
                <a:latin typeface="Times New Roman"/>
                <a:cs typeface="Times New Roman"/>
              </a:rPr>
              <a:t>European</a:t>
            </a:r>
            <a:r>
              <a:rPr sz="2000" spc="-35" dirty="0">
                <a:latin typeface="Times New Roman"/>
                <a:cs typeface="Times New Roman"/>
              </a:rPr>
              <a:t> </a:t>
            </a:r>
            <a:r>
              <a:rPr sz="2000" spc="-10" dirty="0">
                <a:latin typeface="Times New Roman"/>
                <a:cs typeface="Times New Roman"/>
              </a:rPr>
              <a:t>Union.</a:t>
            </a:r>
            <a:endParaRPr sz="2000">
              <a:latin typeface="Times New Roman"/>
              <a:cs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77800"/>
            <a:ext cx="8072120" cy="574040"/>
          </a:xfrm>
          <a:prstGeom prst="rect">
            <a:avLst/>
          </a:prstGeom>
        </p:spPr>
        <p:txBody>
          <a:bodyPr vert="horz" wrap="square" lIns="0" tIns="12700" rIns="0" bIns="0" rtlCol="0">
            <a:spAutoFit/>
          </a:bodyPr>
          <a:lstStyle/>
          <a:p>
            <a:pPr marL="12700" marR="5080">
              <a:lnSpc>
                <a:spcPct val="100000"/>
              </a:lnSpc>
              <a:spcBef>
                <a:spcPts val="100"/>
              </a:spcBef>
              <a:tabLst>
                <a:tab pos="2376170" algn="l"/>
                <a:tab pos="2786380" algn="l"/>
                <a:tab pos="3778885" algn="l"/>
                <a:tab pos="4305935" algn="l"/>
                <a:tab pos="6254115" algn="l"/>
                <a:tab pos="7868284" algn="l"/>
              </a:tabLst>
            </a:pPr>
            <a:r>
              <a:rPr sz="1800" b="1" spc="-10" dirty="0">
                <a:latin typeface="Times New Roman"/>
                <a:cs typeface="Times New Roman"/>
              </a:rPr>
              <a:t>RESPONSIBILITIES</a:t>
            </a:r>
            <a:r>
              <a:rPr sz="1800" b="1" dirty="0">
                <a:latin typeface="Times New Roman"/>
                <a:cs typeface="Times New Roman"/>
              </a:rPr>
              <a:t>	</a:t>
            </a:r>
            <a:r>
              <a:rPr sz="1800" b="1" spc="-50" dirty="0">
                <a:latin typeface="Times New Roman"/>
                <a:cs typeface="Times New Roman"/>
              </a:rPr>
              <a:t>&amp;</a:t>
            </a:r>
            <a:r>
              <a:rPr sz="1800" b="1" dirty="0">
                <a:latin typeface="Times New Roman"/>
                <a:cs typeface="Times New Roman"/>
              </a:rPr>
              <a:t>	</a:t>
            </a:r>
            <a:r>
              <a:rPr sz="1800" b="1" spc="-10" dirty="0">
                <a:latin typeface="Times New Roman"/>
                <a:cs typeface="Times New Roman"/>
              </a:rPr>
              <a:t>ROLES</a:t>
            </a:r>
            <a:r>
              <a:rPr sz="1800" b="1" dirty="0">
                <a:latin typeface="Times New Roman"/>
                <a:cs typeface="Times New Roman"/>
              </a:rPr>
              <a:t>	</a:t>
            </a:r>
            <a:r>
              <a:rPr sz="1800" b="1" spc="-25" dirty="0">
                <a:latin typeface="Times New Roman"/>
                <a:cs typeface="Times New Roman"/>
              </a:rPr>
              <a:t>OF</a:t>
            </a:r>
            <a:r>
              <a:rPr sz="1800" b="1" dirty="0">
                <a:latin typeface="Times New Roman"/>
                <a:cs typeface="Times New Roman"/>
              </a:rPr>
              <a:t>	</a:t>
            </a:r>
            <a:r>
              <a:rPr sz="1800" b="1" spc="-10" dirty="0">
                <a:latin typeface="Times New Roman"/>
                <a:cs typeface="Times New Roman"/>
              </a:rPr>
              <a:t>GOVERNMENT,</a:t>
            </a:r>
            <a:r>
              <a:rPr sz="1800" b="1" dirty="0">
                <a:latin typeface="Times New Roman"/>
                <a:cs typeface="Times New Roman"/>
              </a:rPr>
              <a:t>	</a:t>
            </a:r>
            <a:r>
              <a:rPr sz="1800" b="1" spc="-10" dirty="0">
                <a:latin typeface="Times New Roman"/>
                <a:cs typeface="Times New Roman"/>
              </a:rPr>
              <a:t>INDUSTRIES</a:t>
            </a:r>
            <a:r>
              <a:rPr sz="1800" b="1" dirty="0">
                <a:latin typeface="Times New Roman"/>
                <a:cs typeface="Times New Roman"/>
              </a:rPr>
              <a:t>	</a:t>
            </a:r>
            <a:r>
              <a:rPr sz="1800" b="1" spc="-50" dirty="0">
                <a:latin typeface="Times New Roman"/>
                <a:cs typeface="Times New Roman"/>
              </a:rPr>
              <a:t>&amp; </a:t>
            </a:r>
            <a:r>
              <a:rPr sz="1800" b="1" spc="-10" dirty="0">
                <a:latin typeface="Times New Roman"/>
                <a:cs typeface="Times New Roman"/>
              </a:rPr>
              <a:t>CITIZENS</a:t>
            </a:r>
            <a:endParaRPr sz="1800">
              <a:latin typeface="Times New Roman"/>
              <a:cs typeface="Times New Roman"/>
            </a:endParaRPr>
          </a:p>
        </p:txBody>
      </p:sp>
      <p:sp>
        <p:nvSpPr>
          <p:cNvPr id="3" name="object 3"/>
          <p:cNvSpPr txBox="1">
            <a:spLocks noGrp="1"/>
          </p:cNvSpPr>
          <p:nvPr>
            <p:ph type="title"/>
          </p:nvPr>
        </p:nvSpPr>
        <p:spPr>
          <a:xfrm>
            <a:off x="383540" y="786130"/>
            <a:ext cx="8072755" cy="940435"/>
          </a:xfrm>
          <a:prstGeom prst="rect">
            <a:avLst/>
          </a:prstGeom>
        </p:spPr>
        <p:txBody>
          <a:bodyPr vert="horz" wrap="square" lIns="0" tIns="13335" rIns="0" bIns="0" rtlCol="0">
            <a:spAutoFit/>
          </a:bodyPr>
          <a:lstStyle/>
          <a:p>
            <a:pPr marL="12700" marR="5080" algn="just">
              <a:lnSpc>
                <a:spcPct val="100000"/>
              </a:lnSpc>
              <a:spcBef>
                <a:spcPts val="105"/>
              </a:spcBef>
            </a:pPr>
            <a:r>
              <a:rPr sz="2000" b="0" dirty="0">
                <a:latin typeface="Times New Roman"/>
                <a:cs typeface="Times New Roman"/>
              </a:rPr>
              <a:t>It</a:t>
            </a:r>
            <a:r>
              <a:rPr sz="2000" b="0" spc="310" dirty="0">
                <a:latin typeface="Times New Roman"/>
                <a:cs typeface="Times New Roman"/>
              </a:rPr>
              <a:t> </a:t>
            </a:r>
            <a:r>
              <a:rPr sz="2000" b="0" dirty="0">
                <a:latin typeface="Times New Roman"/>
                <a:cs typeface="Times New Roman"/>
              </a:rPr>
              <a:t>is</a:t>
            </a:r>
            <a:r>
              <a:rPr sz="2000" b="0" spc="315" dirty="0">
                <a:latin typeface="Times New Roman"/>
                <a:cs typeface="Times New Roman"/>
              </a:rPr>
              <a:t> </a:t>
            </a:r>
            <a:r>
              <a:rPr sz="2000" b="0" dirty="0">
                <a:latin typeface="Times New Roman"/>
                <a:cs typeface="Times New Roman"/>
              </a:rPr>
              <a:t>imperative</a:t>
            </a:r>
            <a:r>
              <a:rPr sz="2000" b="0" spc="315" dirty="0">
                <a:latin typeface="Times New Roman"/>
                <a:cs typeface="Times New Roman"/>
              </a:rPr>
              <a:t> </a:t>
            </a:r>
            <a:r>
              <a:rPr sz="2000" b="0" dirty="0">
                <a:latin typeface="Times New Roman"/>
                <a:cs typeface="Times New Roman"/>
              </a:rPr>
              <a:t>to</a:t>
            </a:r>
            <a:r>
              <a:rPr sz="2000" b="0" spc="320" dirty="0">
                <a:latin typeface="Times New Roman"/>
                <a:cs typeface="Times New Roman"/>
              </a:rPr>
              <a:t> </a:t>
            </a:r>
            <a:r>
              <a:rPr sz="2000" b="0" dirty="0">
                <a:latin typeface="Times New Roman"/>
                <a:cs typeface="Times New Roman"/>
              </a:rPr>
              <a:t>adopt</a:t>
            </a:r>
            <a:r>
              <a:rPr sz="2000" b="0" spc="305" dirty="0">
                <a:latin typeface="Times New Roman"/>
                <a:cs typeface="Times New Roman"/>
              </a:rPr>
              <a:t> </a:t>
            </a:r>
            <a:r>
              <a:rPr sz="2000" b="0" dirty="0">
                <a:latin typeface="Times New Roman"/>
                <a:cs typeface="Times New Roman"/>
              </a:rPr>
              <a:t>certain</a:t>
            </a:r>
            <a:r>
              <a:rPr sz="2000" b="0" spc="320" dirty="0">
                <a:latin typeface="Times New Roman"/>
                <a:cs typeface="Times New Roman"/>
              </a:rPr>
              <a:t> </a:t>
            </a:r>
            <a:r>
              <a:rPr sz="2000" b="0" dirty="0">
                <a:latin typeface="Times New Roman"/>
                <a:cs typeface="Times New Roman"/>
              </a:rPr>
              <a:t>management</a:t>
            </a:r>
            <a:r>
              <a:rPr sz="2000" b="0" spc="310" dirty="0">
                <a:latin typeface="Times New Roman"/>
                <a:cs typeface="Times New Roman"/>
              </a:rPr>
              <a:t> </a:t>
            </a:r>
            <a:r>
              <a:rPr sz="2000" b="0" dirty="0">
                <a:latin typeface="Times New Roman"/>
                <a:cs typeface="Times New Roman"/>
              </a:rPr>
              <a:t>options</a:t>
            </a:r>
            <a:r>
              <a:rPr sz="2000" b="0" spc="315" dirty="0">
                <a:latin typeface="Times New Roman"/>
                <a:cs typeface="Times New Roman"/>
              </a:rPr>
              <a:t> </a:t>
            </a:r>
            <a:r>
              <a:rPr sz="2000" b="0" dirty="0">
                <a:latin typeface="Times New Roman"/>
                <a:cs typeface="Times New Roman"/>
              </a:rPr>
              <a:t>to</a:t>
            </a:r>
            <a:r>
              <a:rPr sz="2000" b="0" spc="305" dirty="0">
                <a:latin typeface="Times New Roman"/>
                <a:cs typeface="Times New Roman"/>
              </a:rPr>
              <a:t> </a:t>
            </a:r>
            <a:r>
              <a:rPr sz="2000" b="0" dirty="0">
                <a:latin typeface="Times New Roman"/>
                <a:cs typeface="Times New Roman"/>
              </a:rPr>
              <a:t>handle</a:t>
            </a:r>
            <a:r>
              <a:rPr sz="2000" b="0" spc="305" dirty="0">
                <a:latin typeface="Times New Roman"/>
                <a:cs typeface="Times New Roman"/>
              </a:rPr>
              <a:t> </a:t>
            </a:r>
            <a:r>
              <a:rPr sz="2000" b="0" dirty="0">
                <a:latin typeface="Times New Roman"/>
                <a:cs typeface="Times New Roman"/>
              </a:rPr>
              <a:t>the</a:t>
            </a:r>
            <a:r>
              <a:rPr sz="2000" b="0" spc="320" dirty="0">
                <a:latin typeface="Times New Roman"/>
                <a:cs typeface="Times New Roman"/>
              </a:rPr>
              <a:t> </a:t>
            </a:r>
            <a:r>
              <a:rPr sz="2000" b="0" dirty="0">
                <a:latin typeface="Times New Roman"/>
                <a:cs typeface="Times New Roman"/>
              </a:rPr>
              <a:t>bulk</a:t>
            </a:r>
            <a:r>
              <a:rPr sz="2000" b="0" spc="325" dirty="0">
                <a:latin typeface="Times New Roman"/>
                <a:cs typeface="Times New Roman"/>
              </a:rPr>
              <a:t> </a:t>
            </a:r>
            <a:r>
              <a:rPr sz="2000" b="0" spc="-25" dirty="0">
                <a:latin typeface="Times New Roman"/>
                <a:cs typeface="Times New Roman"/>
              </a:rPr>
              <a:t>E- </a:t>
            </a:r>
            <a:r>
              <a:rPr sz="2000" b="0" dirty="0">
                <a:latin typeface="Times New Roman"/>
                <a:cs typeface="Times New Roman"/>
              </a:rPr>
              <a:t>wastes.</a:t>
            </a:r>
            <a:r>
              <a:rPr sz="2000" b="0" spc="465" dirty="0">
                <a:latin typeface="Times New Roman"/>
                <a:cs typeface="Times New Roman"/>
              </a:rPr>
              <a:t> </a:t>
            </a:r>
            <a:r>
              <a:rPr sz="2000" b="0" dirty="0">
                <a:latin typeface="Times New Roman"/>
                <a:cs typeface="Times New Roman"/>
              </a:rPr>
              <a:t>Following</a:t>
            </a:r>
            <a:r>
              <a:rPr sz="2000" b="0" spc="470" dirty="0">
                <a:latin typeface="Times New Roman"/>
                <a:cs typeface="Times New Roman"/>
              </a:rPr>
              <a:t> </a:t>
            </a:r>
            <a:r>
              <a:rPr sz="2000" b="0" dirty="0">
                <a:latin typeface="Times New Roman"/>
                <a:cs typeface="Times New Roman"/>
              </a:rPr>
              <a:t>are</a:t>
            </a:r>
            <a:r>
              <a:rPr sz="2000" b="0" spc="450" dirty="0">
                <a:latin typeface="Times New Roman"/>
                <a:cs typeface="Times New Roman"/>
              </a:rPr>
              <a:t> </a:t>
            </a:r>
            <a:r>
              <a:rPr sz="2000" b="0" dirty="0">
                <a:latin typeface="Times New Roman"/>
                <a:cs typeface="Times New Roman"/>
              </a:rPr>
              <a:t>some</a:t>
            </a:r>
            <a:r>
              <a:rPr sz="2000" b="0" spc="470" dirty="0">
                <a:latin typeface="Times New Roman"/>
                <a:cs typeface="Times New Roman"/>
              </a:rPr>
              <a:t> </a:t>
            </a:r>
            <a:r>
              <a:rPr sz="2000" b="0" dirty="0">
                <a:latin typeface="Times New Roman"/>
                <a:cs typeface="Times New Roman"/>
              </a:rPr>
              <a:t>of</a:t>
            </a:r>
            <a:r>
              <a:rPr sz="2000" b="0" spc="459" dirty="0">
                <a:latin typeface="Times New Roman"/>
                <a:cs typeface="Times New Roman"/>
              </a:rPr>
              <a:t> </a:t>
            </a:r>
            <a:r>
              <a:rPr sz="2000" b="0" dirty="0">
                <a:latin typeface="Times New Roman"/>
                <a:cs typeface="Times New Roman"/>
              </a:rPr>
              <a:t>the</a:t>
            </a:r>
            <a:r>
              <a:rPr sz="2000" b="0" spc="450" dirty="0">
                <a:latin typeface="Times New Roman"/>
                <a:cs typeface="Times New Roman"/>
              </a:rPr>
              <a:t> </a:t>
            </a:r>
            <a:r>
              <a:rPr sz="2000" b="0" dirty="0">
                <a:latin typeface="Times New Roman"/>
                <a:cs typeface="Times New Roman"/>
              </a:rPr>
              <a:t>suggested</a:t>
            </a:r>
            <a:r>
              <a:rPr sz="2000" b="0" spc="475" dirty="0">
                <a:latin typeface="Times New Roman"/>
                <a:cs typeface="Times New Roman"/>
              </a:rPr>
              <a:t> </a:t>
            </a:r>
            <a:r>
              <a:rPr sz="2000" b="0" dirty="0">
                <a:latin typeface="Times New Roman"/>
                <a:cs typeface="Times New Roman"/>
              </a:rPr>
              <a:t>management</a:t>
            </a:r>
            <a:r>
              <a:rPr sz="2000" b="0" spc="465" dirty="0">
                <a:latin typeface="Times New Roman"/>
                <a:cs typeface="Times New Roman"/>
              </a:rPr>
              <a:t> </a:t>
            </a:r>
            <a:r>
              <a:rPr sz="2000" b="0" dirty="0">
                <a:latin typeface="Times New Roman"/>
                <a:cs typeface="Times New Roman"/>
              </a:rPr>
              <a:t>options</a:t>
            </a:r>
            <a:r>
              <a:rPr sz="2000" b="0" spc="459" dirty="0">
                <a:latin typeface="Times New Roman"/>
                <a:cs typeface="Times New Roman"/>
              </a:rPr>
              <a:t> </a:t>
            </a:r>
            <a:r>
              <a:rPr sz="2000" b="0" dirty="0">
                <a:latin typeface="Times New Roman"/>
                <a:cs typeface="Times New Roman"/>
              </a:rPr>
              <a:t>for</a:t>
            </a:r>
            <a:r>
              <a:rPr sz="2000" b="0" spc="470" dirty="0">
                <a:latin typeface="Times New Roman"/>
                <a:cs typeface="Times New Roman"/>
              </a:rPr>
              <a:t> </a:t>
            </a:r>
            <a:r>
              <a:rPr sz="2000" b="0" spc="-25" dirty="0">
                <a:latin typeface="Times New Roman"/>
                <a:cs typeface="Times New Roman"/>
              </a:rPr>
              <a:t>the </a:t>
            </a:r>
            <a:r>
              <a:rPr sz="2000" b="0" dirty="0">
                <a:latin typeface="Times New Roman"/>
                <a:cs typeface="Times New Roman"/>
              </a:rPr>
              <a:t>government,</a:t>
            </a:r>
            <a:r>
              <a:rPr sz="2000" b="0" spc="-50" dirty="0">
                <a:latin typeface="Times New Roman"/>
                <a:cs typeface="Times New Roman"/>
              </a:rPr>
              <a:t> </a:t>
            </a:r>
            <a:r>
              <a:rPr sz="2000" b="0" dirty="0">
                <a:latin typeface="Times New Roman"/>
                <a:cs typeface="Times New Roman"/>
              </a:rPr>
              <a:t>manufacturing</a:t>
            </a:r>
            <a:r>
              <a:rPr sz="2000" b="0" spc="-45" dirty="0">
                <a:latin typeface="Times New Roman"/>
                <a:cs typeface="Times New Roman"/>
              </a:rPr>
              <a:t> </a:t>
            </a:r>
            <a:r>
              <a:rPr sz="2000" b="0" dirty="0">
                <a:latin typeface="Times New Roman"/>
                <a:cs typeface="Times New Roman"/>
              </a:rPr>
              <a:t>industries</a:t>
            </a:r>
            <a:r>
              <a:rPr sz="2000" b="0" spc="-50" dirty="0">
                <a:latin typeface="Times New Roman"/>
                <a:cs typeface="Times New Roman"/>
              </a:rPr>
              <a:t> </a:t>
            </a:r>
            <a:r>
              <a:rPr sz="2000" b="0" dirty="0">
                <a:latin typeface="Times New Roman"/>
                <a:cs typeface="Times New Roman"/>
              </a:rPr>
              <a:t>and</a:t>
            </a:r>
            <a:r>
              <a:rPr sz="2000" b="0" spc="-25" dirty="0">
                <a:latin typeface="Times New Roman"/>
                <a:cs typeface="Times New Roman"/>
              </a:rPr>
              <a:t> </a:t>
            </a:r>
            <a:r>
              <a:rPr sz="2000" b="0" dirty="0">
                <a:latin typeface="Times New Roman"/>
                <a:cs typeface="Times New Roman"/>
              </a:rPr>
              <a:t>the</a:t>
            </a:r>
            <a:r>
              <a:rPr sz="2000" b="0" spc="-20" dirty="0">
                <a:latin typeface="Times New Roman"/>
                <a:cs typeface="Times New Roman"/>
              </a:rPr>
              <a:t> </a:t>
            </a:r>
            <a:r>
              <a:rPr sz="2000" b="0" spc="-10" dirty="0">
                <a:latin typeface="Times New Roman"/>
                <a:cs typeface="Times New Roman"/>
              </a:rPr>
              <a:t>public.</a:t>
            </a:r>
            <a:endParaRPr sz="2000">
              <a:latin typeface="Times New Roman"/>
              <a:cs typeface="Times New Roman"/>
            </a:endParaRPr>
          </a:p>
        </p:txBody>
      </p:sp>
      <p:sp>
        <p:nvSpPr>
          <p:cNvPr id="4" name="object 4"/>
          <p:cNvSpPr txBox="1">
            <a:spLocks noGrp="1"/>
          </p:cNvSpPr>
          <p:nvPr>
            <p:ph type="body" idx="1"/>
          </p:nvPr>
        </p:nvSpPr>
        <p:spPr>
          <a:prstGeom prst="rect">
            <a:avLst/>
          </a:prstGeom>
        </p:spPr>
        <p:txBody>
          <a:bodyPr vert="horz" wrap="square" lIns="0" tIns="13335" rIns="0" bIns="0" rtlCol="0">
            <a:spAutoFit/>
          </a:bodyPr>
          <a:lstStyle/>
          <a:p>
            <a:pPr marL="526415" marR="5715" indent="-514350" algn="just">
              <a:lnSpc>
                <a:spcPct val="100000"/>
              </a:lnSpc>
              <a:spcBef>
                <a:spcPts val="105"/>
              </a:spcBef>
              <a:buAutoNum type="alphaUcPeriod"/>
              <a:tabLst>
                <a:tab pos="527685" algn="l"/>
              </a:tabLst>
            </a:pPr>
            <a:r>
              <a:rPr dirty="0"/>
              <a:t>What Should</a:t>
            </a:r>
            <a:r>
              <a:rPr spc="-15" dirty="0"/>
              <a:t> </a:t>
            </a:r>
            <a:r>
              <a:rPr dirty="0"/>
              <a:t>Be</a:t>
            </a:r>
            <a:r>
              <a:rPr spc="10" dirty="0"/>
              <a:t> </a:t>
            </a:r>
            <a:r>
              <a:rPr dirty="0"/>
              <a:t>the</a:t>
            </a:r>
            <a:r>
              <a:rPr spc="15" dirty="0"/>
              <a:t> </a:t>
            </a:r>
            <a:r>
              <a:rPr dirty="0"/>
              <a:t>Responsibilities of</a:t>
            </a:r>
            <a:r>
              <a:rPr spc="5" dirty="0"/>
              <a:t> </a:t>
            </a:r>
            <a:r>
              <a:rPr dirty="0"/>
              <a:t>Government</a:t>
            </a:r>
            <a:r>
              <a:rPr spc="5" dirty="0"/>
              <a:t> </a:t>
            </a:r>
            <a:r>
              <a:rPr dirty="0"/>
              <a:t>to Reduce the </a:t>
            </a:r>
            <a:r>
              <a:rPr spc="-25" dirty="0"/>
              <a:t>E- 	</a:t>
            </a:r>
            <a:r>
              <a:rPr spc="-10" dirty="0"/>
              <a:t>Waste?</a:t>
            </a:r>
          </a:p>
          <a:p>
            <a:pPr marL="352425" marR="5715" lvl="1" indent="-339725" algn="just">
              <a:lnSpc>
                <a:spcPct val="100000"/>
              </a:lnSpc>
              <a:spcBef>
                <a:spcPts val="480"/>
              </a:spcBef>
              <a:buFont typeface="Arial MT"/>
              <a:buChar char="•"/>
              <a:tabLst>
                <a:tab pos="355600" algn="l"/>
              </a:tabLst>
            </a:pPr>
            <a:r>
              <a:rPr sz="2000" dirty="0">
                <a:latin typeface="Times New Roman"/>
                <a:cs typeface="Times New Roman"/>
              </a:rPr>
              <a:t>Governments</a:t>
            </a:r>
            <a:r>
              <a:rPr sz="2000" spc="45" dirty="0">
                <a:latin typeface="Times New Roman"/>
                <a:cs typeface="Times New Roman"/>
              </a:rPr>
              <a:t> </a:t>
            </a:r>
            <a:r>
              <a:rPr sz="2000" dirty="0">
                <a:latin typeface="Times New Roman"/>
                <a:cs typeface="Times New Roman"/>
              </a:rPr>
              <a:t>should</a:t>
            </a:r>
            <a:r>
              <a:rPr sz="2000" spc="65" dirty="0">
                <a:latin typeface="Times New Roman"/>
                <a:cs typeface="Times New Roman"/>
              </a:rPr>
              <a:t> </a:t>
            </a:r>
            <a:r>
              <a:rPr sz="2000" dirty="0">
                <a:latin typeface="Times New Roman"/>
                <a:cs typeface="Times New Roman"/>
              </a:rPr>
              <a:t>set</a:t>
            </a:r>
            <a:r>
              <a:rPr sz="2000" spc="40" dirty="0">
                <a:latin typeface="Times New Roman"/>
                <a:cs typeface="Times New Roman"/>
              </a:rPr>
              <a:t> </a:t>
            </a:r>
            <a:r>
              <a:rPr sz="2000" dirty="0">
                <a:latin typeface="Times New Roman"/>
                <a:cs typeface="Times New Roman"/>
              </a:rPr>
              <a:t>up</a:t>
            </a:r>
            <a:r>
              <a:rPr sz="2000" spc="50" dirty="0">
                <a:latin typeface="Times New Roman"/>
                <a:cs typeface="Times New Roman"/>
              </a:rPr>
              <a:t> </a:t>
            </a:r>
            <a:r>
              <a:rPr sz="2000" dirty="0">
                <a:latin typeface="Times New Roman"/>
                <a:cs typeface="Times New Roman"/>
              </a:rPr>
              <a:t>regulatory</a:t>
            </a:r>
            <a:r>
              <a:rPr sz="2000" spc="55" dirty="0">
                <a:latin typeface="Times New Roman"/>
                <a:cs typeface="Times New Roman"/>
              </a:rPr>
              <a:t> </a:t>
            </a:r>
            <a:r>
              <a:rPr sz="2000" dirty="0">
                <a:latin typeface="Times New Roman"/>
                <a:cs typeface="Times New Roman"/>
              </a:rPr>
              <a:t>organizations</a:t>
            </a:r>
            <a:r>
              <a:rPr sz="2000" spc="70" dirty="0">
                <a:latin typeface="Times New Roman"/>
                <a:cs typeface="Times New Roman"/>
              </a:rPr>
              <a:t> </a:t>
            </a:r>
            <a:r>
              <a:rPr sz="2000" dirty="0">
                <a:latin typeface="Times New Roman"/>
                <a:cs typeface="Times New Roman"/>
              </a:rPr>
              <a:t>in</a:t>
            </a:r>
            <a:r>
              <a:rPr sz="2000" spc="60" dirty="0">
                <a:latin typeface="Times New Roman"/>
                <a:cs typeface="Times New Roman"/>
              </a:rPr>
              <a:t> </a:t>
            </a:r>
            <a:r>
              <a:rPr sz="2000" dirty="0">
                <a:latin typeface="Times New Roman"/>
                <a:cs typeface="Times New Roman"/>
              </a:rPr>
              <a:t>each</a:t>
            </a:r>
            <a:r>
              <a:rPr sz="2000" spc="65" dirty="0">
                <a:latin typeface="Times New Roman"/>
                <a:cs typeface="Times New Roman"/>
              </a:rPr>
              <a:t> </a:t>
            </a:r>
            <a:r>
              <a:rPr sz="2000" dirty="0">
                <a:latin typeface="Times New Roman"/>
                <a:cs typeface="Times New Roman"/>
              </a:rPr>
              <a:t>district,</a:t>
            </a:r>
            <a:r>
              <a:rPr sz="2000" spc="65" dirty="0">
                <a:latin typeface="Times New Roman"/>
                <a:cs typeface="Times New Roman"/>
              </a:rPr>
              <a:t> </a:t>
            </a:r>
            <a:r>
              <a:rPr sz="2000" spc="-10" dirty="0">
                <a:latin typeface="Times New Roman"/>
                <a:cs typeface="Times New Roman"/>
              </a:rPr>
              <a:t>which 	</a:t>
            </a:r>
            <a:r>
              <a:rPr sz="2000" dirty="0">
                <a:latin typeface="Times New Roman"/>
                <a:cs typeface="Times New Roman"/>
              </a:rPr>
              <a:t>are</a:t>
            </a:r>
            <a:r>
              <a:rPr sz="2000" spc="265" dirty="0">
                <a:latin typeface="Times New Roman"/>
                <a:cs typeface="Times New Roman"/>
              </a:rPr>
              <a:t> </a:t>
            </a:r>
            <a:r>
              <a:rPr sz="2000" dirty="0">
                <a:latin typeface="Times New Roman"/>
                <a:cs typeface="Times New Roman"/>
              </a:rPr>
              <a:t>vested</a:t>
            </a:r>
            <a:r>
              <a:rPr sz="2000" spc="285" dirty="0">
                <a:latin typeface="Times New Roman"/>
                <a:cs typeface="Times New Roman"/>
              </a:rPr>
              <a:t> </a:t>
            </a:r>
            <a:r>
              <a:rPr sz="2000" dirty="0">
                <a:latin typeface="Times New Roman"/>
                <a:cs typeface="Times New Roman"/>
              </a:rPr>
              <a:t>with</a:t>
            </a:r>
            <a:r>
              <a:rPr sz="2000" spc="280" dirty="0">
                <a:latin typeface="Times New Roman"/>
                <a:cs typeface="Times New Roman"/>
              </a:rPr>
              <a:t> </a:t>
            </a:r>
            <a:r>
              <a:rPr sz="2000" dirty="0">
                <a:latin typeface="Times New Roman"/>
                <a:cs typeface="Times New Roman"/>
              </a:rPr>
              <a:t>the</a:t>
            </a:r>
            <a:r>
              <a:rPr sz="2000" spc="280" dirty="0">
                <a:latin typeface="Times New Roman"/>
                <a:cs typeface="Times New Roman"/>
              </a:rPr>
              <a:t> </a:t>
            </a:r>
            <a:r>
              <a:rPr sz="2000" dirty="0">
                <a:latin typeface="Times New Roman"/>
                <a:cs typeface="Times New Roman"/>
              </a:rPr>
              <a:t>responsibilities</a:t>
            </a:r>
            <a:r>
              <a:rPr sz="2000" spc="270" dirty="0">
                <a:latin typeface="Times New Roman"/>
                <a:cs typeface="Times New Roman"/>
              </a:rPr>
              <a:t> </a:t>
            </a:r>
            <a:r>
              <a:rPr sz="2000" dirty="0">
                <a:latin typeface="Times New Roman"/>
                <a:cs typeface="Times New Roman"/>
              </a:rPr>
              <a:t>of</a:t>
            </a:r>
            <a:r>
              <a:rPr sz="2000" spc="280" dirty="0">
                <a:latin typeface="Times New Roman"/>
                <a:cs typeface="Times New Roman"/>
              </a:rPr>
              <a:t> </a:t>
            </a:r>
            <a:r>
              <a:rPr sz="2000" dirty="0">
                <a:latin typeface="Times New Roman"/>
                <a:cs typeface="Times New Roman"/>
              </a:rPr>
              <a:t>coordinating</a:t>
            </a:r>
            <a:r>
              <a:rPr sz="2000" spc="290" dirty="0">
                <a:latin typeface="Times New Roman"/>
                <a:cs typeface="Times New Roman"/>
              </a:rPr>
              <a:t> </a:t>
            </a:r>
            <a:r>
              <a:rPr sz="2000" dirty="0">
                <a:latin typeface="Times New Roman"/>
                <a:cs typeface="Times New Roman"/>
              </a:rPr>
              <a:t>and</a:t>
            </a:r>
            <a:r>
              <a:rPr sz="2000" spc="275" dirty="0">
                <a:latin typeface="Times New Roman"/>
                <a:cs typeface="Times New Roman"/>
              </a:rPr>
              <a:t> </a:t>
            </a:r>
            <a:r>
              <a:rPr sz="2000" dirty="0">
                <a:latin typeface="Times New Roman"/>
                <a:cs typeface="Times New Roman"/>
              </a:rPr>
              <a:t>consolidating</a:t>
            </a:r>
            <a:r>
              <a:rPr sz="2000" spc="275" dirty="0">
                <a:latin typeface="Times New Roman"/>
                <a:cs typeface="Times New Roman"/>
              </a:rPr>
              <a:t> </a:t>
            </a:r>
            <a:r>
              <a:rPr sz="2000" spc="-25" dirty="0">
                <a:latin typeface="Times New Roman"/>
                <a:cs typeface="Times New Roman"/>
              </a:rPr>
              <a:t>the 	</a:t>
            </a:r>
            <a:r>
              <a:rPr sz="2000" dirty="0">
                <a:latin typeface="Times New Roman"/>
                <a:cs typeface="Times New Roman"/>
              </a:rPr>
              <a:t>regulatory</a:t>
            </a:r>
            <a:r>
              <a:rPr sz="2000" spc="60" dirty="0">
                <a:latin typeface="Times New Roman"/>
                <a:cs typeface="Times New Roman"/>
              </a:rPr>
              <a:t> </a:t>
            </a:r>
            <a:r>
              <a:rPr sz="2000" dirty="0">
                <a:latin typeface="Times New Roman"/>
                <a:cs typeface="Times New Roman"/>
              </a:rPr>
              <a:t>roles</a:t>
            </a:r>
            <a:r>
              <a:rPr sz="2000" spc="75" dirty="0">
                <a:latin typeface="Times New Roman"/>
                <a:cs typeface="Times New Roman"/>
              </a:rPr>
              <a:t> </a:t>
            </a:r>
            <a:r>
              <a:rPr sz="2000" dirty="0">
                <a:latin typeface="Times New Roman"/>
                <a:cs typeface="Times New Roman"/>
              </a:rPr>
              <a:t>of</a:t>
            </a:r>
            <a:r>
              <a:rPr sz="2000" spc="70" dirty="0">
                <a:latin typeface="Times New Roman"/>
                <a:cs typeface="Times New Roman"/>
              </a:rPr>
              <a:t> </a:t>
            </a:r>
            <a:r>
              <a:rPr sz="2000" dirty="0">
                <a:latin typeface="Times New Roman"/>
                <a:cs typeface="Times New Roman"/>
              </a:rPr>
              <a:t>the</a:t>
            </a:r>
            <a:r>
              <a:rPr sz="2000" spc="70" dirty="0">
                <a:latin typeface="Times New Roman"/>
                <a:cs typeface="Times New Roman"/>
              </a:rPr>
              <a:t> </a:t>
            </a:r>
            <a:r>
              <a:rPr sz="2000" dirty="0">
                <a:latin typeface="Times New Roman"/>
                <a:cs typeface="Times New Roman"/>
              </a:rPr>
              <a:t>various</a:t>
            </a:r>
            <a:r>
              <a:rPr sz="2000" spc="65" dirty="0">
                <a:latin typeface="Times New Roman"/>
                <a:cs typeface="Times New Roman"/>
              </a:rPr>
              <a:t> </a:t>
            </a:r>
            <a:r>
              <a:rPr sz="2000" dirty="0">
                <a:latin typeface="Times New Roman"/>
                <a:cs typeface="Times New Roman"/>
              </a:rPr>
              <a:t>government</a:t>
            </a:r>
            <a:r>
              <a:rPr sz="2000" spc="60" dirty="0">
                <a:latin typeface="Times New Roman"/>
                <a:cs typeface="Times New Roman"/>
              </a:rPr>
              <a:t> </a:t>
            </a:r>
            <a:r>
              <a:rPr sz="2000" dirty="0">
                <a:latin typeface="Times New Roman"/>
                <a:cs typeface="Times New Roman"/>
              </a:rPr>
              <a:t>authorities</a:t>
            </a:r>
            <a:r>
              <a:rPr sz="2000" spc="60" dirty="0">
                <a:latin typeface="Times New Roman"/>
                <a:cs typeface="Times New Roman"/>
              </a:rPr>
              <a:t> </a:t>
            </a:r>
            <a:r>
              <a:rPr sz="2000" dirty="0">
                <a:latin typeface="Times New Roman"/>
                <a:cs typeface="Times New Roman"/>
              </a:rPr>
              <a:t>regarding</a:t>
            </a:r>
            <a:r>
              <a:rPr sz="2000" spc="65" dirty="0">
                <a:latin typeface="Times New Roman"/>
                <a:cs typeface="Times New Roman"/>
              </a:rPr>
              <a:t> </a:t>
            </a:r>
            <a:r>
              <a:rPr sz="2000" spc="-10" dirty="0">
                <a:latin typeface="Times New Roman"/>
                <a:cs typeface="Times New Roman"/>
              </a:rPr>
              <a:t>dangerous 	E-waste.</a:t>
            </a:r>
            <a:endParaRPr sz="2000">
              <a:latin typeface="Times New Roman"/>
              <a:cs typeface="Times New Roman"/>
            </a:endParaRPr>
          </a:p>
          <a:p>
            <a:pPr marL="351790" lvl="1" indent="-339090" algn="just">
              <a:lnSpc>
                <a:spcPct val="100000"/>
              </a:lnSpc>
              <a:spcBef>
                <a:spcPts val="484"/>
              </a:spcBef>
              <a:buFont typeface="Arial MT"/>
              <a:buChar char="•"/>
              <a:tabLst>
                <a:tab pos="351790" algn="l"/>
              </a:tabLst>
            </a:pPr>
            <a:r>
              <a:rPr sz="2000" dirty="0">
                <a:latin typeface="Times New Roman"/>
                <a:cs typeface="Times New Roman"/>
              </a:rPr>
              <a:t>Governments</a:t>
            </a:r>
            <a:r>
              <a:rPr sz="2000" spc="100" dirty="0">
                <a:latin typeface="Times New Roman"/>
                <a:cs typeface="Times New Roman"/>
              </a:rPr>
              <a:t> </a:t>
            </a:r>
            <a:r>
              <a:rPr sz="2000" dirty="0">
                <a:latin typeface="Times New Roman"/>
                <a:cs typeface="Times New Roman"/>
              </a:rPr>
              <a:t>should</a:t>
            </a:r>
            <a:r>
              <a:rPr sz="2000" spc="114" dirty="0">
                <a:latin typeface="Times New Roman"/>
                <a:cs typeface="Times New Roman"/>
              </a:rPr>
              <a:t> </a:t>
            </a:r>
            <a:r>
              <a:rPr sz="2000" dirty="0">
                <a:latin typeface="Times New Roman"/>
                <a:cs typeface="Times New Roman"/>
              </a:rPr>
              <a:t>be</a:t>
            </a:r>
            <a:r>
              <a:rPr sz="2000" spc="105" dirty="0">
                <a:latin typeface="Times New Roman"/>
                <a:cs typeface="Times New Roman"/>
              </a:rPr>
              <a:t> </a:t>
            </a:r>
            <a:r>
              <a:rPr sz="2000" dirty="0">
                <a:latin typeface="Times New Roman"/>
                <a:cs typeface="Times New Roman"/>
              </a:rPr>
              <a:t>accountable</a:t>
            </a:r>
            <a:r>
              <a:rPr sz="2000" spc="90" dirty="0">
                <a:latin typeface="Times New Roman"/>
                <a:cs typeface="Times New Roman"/>
              </a:rPr>
              <a:t> </a:t>
            </a:r>
            <a:r>
              <a:rPr sz="2000" dirty="0">
                <a:latin typeface="Times New Roman"/>
                <a:cs typeface="Times New Roman"/>
              </a:rPr>
              <a:t>for</a:t>
            </a:r>
            <a:r>
              <a:rPr sz="2000" spc="110" dirty="0">
                <a:latin typeface="Times New Roman"/>
                <a:cs typeface="Times New Roman"/>
              </a:rPr>
              <a:t> </a:t>
            </a:r>
            <a:r>
              <a:rPr sz="2000" dirty="0">
                <a:latin typeface="Times New Roman"/>
                <a:cs typeface="Times New Roman"/>
              </a:rPr>
              <a:t>providing</a:t>
            </a:r>
            <a:r>
              <a:rPr sz="2000" spc="110" dirty="0">
                <a:latin typeface="Times New Roman"/>
                <a:cs typeface="Times New Roman"/>
              </a:rPr>
              <a:t> </a:t>
            </a:r>
            <a:r>
              <a:rPr sz="2000" dirty="0">
                <a:latin typeface="Times New Roman"/>
                <a:cs typeface="Times New Roman"/>
              </a:rPr>
              <a:t>a</a:t>
            </a:r>
            <a:r>
              <a:rPr sz="2000" spc="105" dirty="0">
                <a:latin typeface="Times New Roman"/>
                <a:cs typeface="Times New Roman"/>
              </a:rPr>
              <a:t> </a:t>
            </a:r>
            <a:r>
              <a:rPr sz="2000" dirty="0">
                <a:latin typeface="Times New Roman"/>
                <a:cs typeface="Times New Roman"/>
              </a:rPr>
              <a:t>satisfactory</a:t>
            </a:r>
            <a:r>
              <a:rPr sz="2000" spc="120" dirty="0">
                <a:latin typeface="Times New Roman"/>
                <a:cs typeface="Times New Roman"/>
              </a:rPr>
              <a:t> </a:t>
            </a:r>
            <a:r>
              <a:rPr sz="2000" dirty="0">
                <a:latin typeface="Times New Roman"/>
                <a:cs typeface="Times New Roman"/>
              </a:rPr>
              <a:t>system</a:t>
            </a:r>
            <a:r>
              <a:rPr sz="2000" spc="95" dirty="0">
                <a:latin typeface="Times New Roman"/>
                <a:cs typeface="Times New Roman"/>
              </a:rPr>
              <a:t> </a:t>
            </a:r>
            <a:r>
              <a:rPr sz="2000" spc="-25" dirty="0">
                <a:latin typeface="Times New Roman"/>
                <a:cs typeface="Times New Roman"/>
              </a:rPr>
              <a:t>of</a:t>
            </a:r>
            <a:endParaRPr sz="2000">
              <a:latin typeface="Times New Roman"/>
              <a:cs typeface="Times New Roman"/>
            </a:endParaRPr>
          </a:p>
          <a:p>
            <a:pPr marL="355600" algn="just">
              <a:lnSpc>
                <a:spcPct val="100000"/>
              </a:lnSpc>
            </a:pPr>
            <a:r>
              <a:rPr b="0" dirty="0">
                <a:latin typeface="Times New Roman"/>
                <a:cs typeface="Times New Roman"/>
              </a:rPr>
              <a:t>laws,</a:t>
            </a:r>
            <a:r>
              <a:rPr b="0" spc="-10" dirty="0">
                <a:latin typeface="Times New Roman"/>
                <a:cs typeface="Times New Roman"/>
              </a:rPr>
              <a:t> </a:t>
            </a:r>
            <a:r>
              <a:rPr b="0" dirty="0">
                <a:latin typeface="Times New Roman"/>
                <a:cs typeface="Times New Roman"/>
              </a:rPr>
              <a:t>controls</a:t>
            </a:r>
            <a:r>
              <a:rPr b="0" spc="-35" dirty="0">
                <a:latin typeface="Times New Roman"/>
                <a:cs typeface="Times New Roman"/>
              </a:rPr>
              <a:t> </a:t>
            </a:r>
            <a:r>
              <a:rPr b="0" dirty="0">
                <a:latin typeface="Times New Roman"/>
                <a:cs typeface="Times New Roman"/>
              </a:rPr>
              <a:t>and</a:t>
            </a:r>
            <a:r>
              <a:rPr b="0" spc="-20" dirty="0">
                <a:latin typeface="Times New Roman"/>
                <a:cs typeface="Times New Roman"/>
              </a:rPr>
              <a:t> </a:t>
            </a:r>
            <a:r>
              <a:rPr b="0" dirty="0">
                <a:latin typeface="Times New Roman"/>
                <a:cs typeface="Times New Roman"/>
              </a:rPr>
              <a:t>administrative</a:t>
            </a:r>
            <a:r>
              <a:rPr b="0" spc="-30" dirty="0">
                <a:latin typeface="Times New Roman"/>
                <a:cs typeface="Times New Roman"/>
              </a:rPr>
              <a:t> </a:t>
            </a:r>
            <a:r>
              <a:rPr b="0" dirty="0">
                <a:latin typeface="Times New Roman"/>
                <a:cs typeface="Times New Roman"/>
              </a:rPr>
              <a:t>processes</a:t>
            </a:r>
            <a:r>
              <a:rPr b="0" spc="-50" dirty="0">
                <a:latin typeface="Times New Roman"/>
                <a:cs typeface="Times New Roman"/>
              </a:rPr>
              <a:t> </a:t>
            </a:r>
            <a:r>
              <a:rPr b="0" dirty="0">
                <a:latin typeface="Times New Roman"/>
                <a:cs typeface="Times New Roman"/>
              </a:rPr>
              <a:t>for</a:t>
            </a:r>
            <a:r>
              <a:rPr b="0" spc="-30" dirty="0">
                <a:latin typeface="Times New Roman"/>
                <a:cs typeface="Times New Roman"/>
              </a:rPr>
              <a:t> </a:t>
            </a:r>
            <a:r>
              <a:rPr b="0" dirty="0">
                <a:latin typeface="Times New Roman"/>
                <a:cs typeface="Times New Roman"/>
              </a:rPr>
              <a:t>harmful</a:t>
            </a:r>
            <a:r>
              <a:rPr b="0" spc="-30" dirty="0">
                <a:latin typeface="Times New Roman"/>
                <a:cs typeface="Times New Roman"/>
              </a:rPr>
              <a:t> </a:t>
            </a:r>
            <a:r>
              <a:rPr b="0" dirty="0">
                <a:latin typeface="Times New Roman"/>
                <a:cs typeface="Times New Roman"/>
              </a:rPr>
              <a:t>waste</a:t>
            </a:r>
            <a:r>
              <a:rPr b="0" spc="-20" dirty="0">
                <a:latin typeface="Times New Roman"/>
                <a:cs typeface="Times New Roman"/>
              </a:rPr>
              <a:t> </a:t>
            </a:r>
            <a:r>
              <a:rPr b="0" spc="-10" dirty="0">
                <a:latin typeface="Times New Roman"/>
                <a:cs typeface="Times New Roman"/>
              </a:rPr>
              <a:t>management.</a:t>
            </a:r>
          </a:p>
          <a:p>
            <a:pPr marL="352425" marR="5080" lvl="1" indent="-339725" algn="just">
              <a:lnSpc>
                <a:spcPct val="100000"/>
              </a:lnSpc>
              <a:spcBef>
                <a:spcPts val="480"/>
              </a:spcBef>
              <a:buFont typeface="Arial MT"/>
              <a:buChar char="•"/>
              <a:tabLst>
                <a:tab pos="355600" algn="l"/>
              </a:tabLst>
            </a:pPr>
            <a:r>
              <a:rPr sz="2000" dirty="0">
                <a:latin typeface="Times New Roman"/>
                <a:cs typeface="Times New Roman"/>
              </a:rPr>
              <a:t>Existing</a:t>
            </a:r>
            <a:r>
              <a:rPr sz="2000" spc="10" dirty="0">
                <a:latin typeface="Times New Roman"/>
                <a:cs typeface="Times New Roman"/>
              </a:rPr>
              <a:t>  </a:t>
            </a:r>
            <a:r>
              <a:rPr sz="2000" dirty="0">
                <a:latin typeface="Times New Roman"/>
                <a:cs typeface="Times New Roman"/>
              </a:rPr>
              <a:t>laws</a:t>
            </a:r>
            <a:r>
              <a:rPr sz="2000" spc="5" dirty="0">
                <a:latin typeface="Times New Roman"/>
                <a:cs typeface="Times New Roman"/>
              </a:rPr>
              <a:t>  </a:t>
            </a:r>
            <a:r>
              <a:rPr sz="2000" dirty="0">
                <a:latin typeface="Times New Roman"/>
                <a:cs typeface="Times New Roman"/>
              </a:rPr>
              <a:t>concerning</a:t>
            </a:r>
            <a:r>
              <a:rPr sz="2000" spc="15" dirty="0">
                <a:latin typeface="Times New Roman"/>
                <a:cs typeface="Times New Roman"/>
              </a:rPr>
              <a:t>  </a:t>
            </a:r>
            <a:r>
              <a:rPr sz="2000" dirty="0">
                <a:latin typeface="Times New Roman"/>
                <a:cs typeface="Times New Roman"/>
              </a:rPr>
              <a:t>disposal</a:t>
            </a:r>
            <a:r>
              <a:rPr sz="2000" spc="10" dirty="0">
                <a:latin typeface="Times New Roman"/>
                <a:cs typeface="Times New Roman"/>
              </a:rPr>
              <a:t>  </a:t>
            </a:r>
            <a:r>
              <a:rPr sz="2000" dirty="0">
                <a:latin typeface="Times New Roman"/>
                <a:cs typeface="Times New Roman"/>
              </a:rPr>
              <a:t>of</a:t>
            </a:r>
            <a:r>
              <a:rPr sz="2000" spc="10" dirty="0">
                <a:latin typeface="Times New Roman"/>
                <a:cs typeface="Times New Roman"/>
              </a:rPr>
              <a:t>  </a:t>
            </a:r>
            <a:r>
              <a:rPr sz="2000" spc="-25" dirty="0">
                <a:latin typeface="Times New Roman"/>
                <a:cs typeface="Times New Roman"/>
              </a:rPr>
              <a:t>E-</a:t>
            </a:r>
            <a:r>
              <a:rPr sz="2000" dirty="0">
                <a:latin typeface="Times New Roman"/>
                <a:cs typeface="Times New Roman"/>
              </a:rPr>
              <a:t>waste</a:t>
            </a:r>
            <a:r>
              <a:rPr sz="2000" spc="10" dirty="0">
                <a:latin typeface="Times New Roman"/>
                <a:cs typeface="Times New Roman"/>
              </a:rPr>
              <a:t>  </a:t>
            </a:r>
            <a:r>
              <a:rPr sz="2000" dirty="0">
                <a:latin typeface="Times New Roman"/>
                <a:cs typeface="Times New Roman"/>
              </a:rPr>
              <a:t>should</a:t>
            </a:r>
            <a:r>
              <a:rPr sz="2000" spc="10" dirty="0">
                <a:latin typeface="Times New Roman"/>
                <a:cs typeface="Times New Roman"/>
              </a:rPr>
              <a:t>  </a:t>
            </a:r>
            <a:r>
              <a:rPr sz="2000" dirty="0">
                <a:latin typeface="Times New Roman"/>
                <a:cs typeface="Times New Roman"/>
              </a:rPr>
              <a:t>be</a:t>
            </a:r>
            <a:r>
              <a:rPr sz="2000" spc="10" dirty="0">
                <a:latin typeface="Times New Roman"/>
                <a:cs typeface="Times New Roman"/>
              </a:rPr>
              <a:t>  </a:t>
            </a:r>
            <a:r>
              <a:rPr sz="2000" dirty="0">
                <a:latin typeface="Times New Roman"/>
                <a:cs typeface="Times New Roman"/>
              </a:rPr>
              <a:t>reviewed</a:t>
            </a:r>
            <a:r>
              <a:rPr sz="2000" spc="15" dirty="0">
                <a:latin typeface="Times New Roman"/>
                <a:cs typeface="Times New Roman"/>
              </a:rPr>
              <a:t>  </a:t>
            </a:r>
            <a:r>
              <a:rPr sz="2000" spc="-25" dirty="0">
                <a:latin typeface="Times New Roman"/>
                <a:cs typeface="Times New Roman"/>
              </a:rPr>
              <a:t>and 	</a:t>
            </a:r>
            <a:r>
              <a:rPr sz="2000" dirty="0">
                <a:latin typeface="Times New Roman"/>
                <a:cs typeface="Times New Roman"/>
              </a:rPr>
              <a:t>refurbished.</a:t>
            </a:r>
            <a:r>
              <a:rPr sz="2000" spc="20" dirty="0">
                <a:latin typeface="Times New Roman"/>
                <a:cs typeface="Times New Roman"/>
              </a:rPr>
              <a:t>  </a:t>
            </a:r>
            <a:r>
              <a:rPr sz="2000" dirty="0">
                <a:latin typeface="Times New Roman"/>
                <a:cs typeface="Times New Roman"/>
              </a:rPr>
              <a:t>A</a:t>
            </a:r>
            <a:r>
              <a:rPr sz="2000" spc="440" dirty="0">
                <a:latin typeface="Times New Roman"/>
                <a:cs typeface="Times New Roman"/>
              </a:rPr>
              <a:t> </a:t>
            </a:r>
            <a:r>
              <a:rPr sz="2000" dirty="0">
                <a:latin typeface="Times New Roman"/>
                <a:cs typeface="Times New Roman"/>
              </a:rPr>
              <a:t>comprehensive</a:t>
            </a:r>
            <a:r>
              <a:rPr sz="2000" spc="20" dirty="0">
                <a:latin typeface="Times New Roman"/>
                <a:cs typeface="Times New Roman"/>
              </a:rPr>
              <a:t>  </a:t>
            </a:r>
            <a:r>
              <a:rPr sz="2000" dirty="0">
                <a:latin typeface="Times New Roman"/>
                <a:cs typeface="Times New Roman"/>
              </a:rPr>
              <a:t>law</a:t>
            </a:r>
            <a:r>
              <a:rPr sz="2000" spc="25" dirty="0">
                <a:latin typeface="Times New Roman"/>
                <a:cs typeface="Times New Roman"/>
              </a:rPr>
              <a:t>  </a:t>
            </a:r>
            <a:r>
              <a:rPr sz="2000" dirty="0">
                <a:latin typeface="Times New Roman"/>
                <a:cs typeface="Times New Roman"/>
              </a:rPr>
              <a:t>is</a:t>
            </a:r>
            <a:r>
              <a:rPr sz="2000" spc="15" dirty="0">
                <a:latin typeface="Times New Roman"/>
                <a:cs typeface="Times New Roman"/>
              </a:rPr>
              <a:t>  </a:t>
            </a:r>
            <a:r>
              <a:rPr sz="2000" dirty="0">
                <a:latin typeface="Times New Roman"/>
                <a:cs typeface="Times New Roman"/>
              </a:rPr>
              <a:t>required</a:t>
            </a:r>
            <a:r>
              <a:rPr sz="2000" spc="25" dirty="0">
                <a:latin typeface="Times New Roman"/>
                <a:cs typeface="Times New Roman"/>
              </a:rPr>
              <a:t>  </a:t>
            </a:r>
            <a:r>
              <a:rPr sz="2000" dirty="0">
                <a:latin typeface="Times New Roman"/>
                <a:cs typeface="Times New Roman"/>
              </a:rPr>
              <a:t>which</a:t>
            </a:r>
            <a:r>
              <a:rPr sz="2000" spc="20" dirty="0">
                <a:latin typeface="Times New Roman"/>
                <a:cs typeface="Times New Roman"/>
              </a:rPr>
              <a:t>  </a:t>
            </a:r>
            <a:r>
              <a:rPr sz="2000" dirty="0">
                <a:latin typeface="Times New Roman"/>
                <a:cs typeface="Times New Roman"/>
              </a:rPr>
              <a:t>provides</a:t>
            </a:r>
            <a:r>
              <a:rPr sz="2000" spc="25" dirty="0">
                <a:latin typeface="Times New Roman"/>
                <a:cs typeface="Times New Roman"/>
              </a:rPr>
              <a:t>  </a:t>
            </a:r>
            <a:r>
              <a:rPr sz="2000" spc="-20" dirty="0">
                <a:latin typeface="Times New Roman"/>
                <a:cs typeface="Times New Roman"/>
              </a:rPr>
              <a:t>E-</a:t>
            </a:r>
            <a:r>
              <a:rPr sz="2000" spc="-10" dirty="0">
                <a:latin typeface="Times New Roman"/>
                <a:cs typeface="Times New Roman"/>
              </a:rPr>
              <a:t>waste 	</a:t>
            </a:r>
            <a:r>
              <a:rPr sz="2000" dirty="0">
                <a:latin typeface="Times New Roman"/>
                <a:cs typeface="Times New Roman"/>
              </a:rPr>
              <a:t>regulation,</a:t>
            </a:r>
            <a:r>
              <a:rPr sz="2000" spc="-40" dirty="0">
                <a:latin typeface="Times New Roman"/>
                <a:cs typeface="Times New Roman"/>
              </a:rPr>
              <a:t> </a:t>
            </a:r>
            <a:r>
              <a:rPr sz="2000" dirty="0">
                <a:latin typeface="Times New Roman"/>
                <a:cs typeface="Times New Roman"/>
              </a:rPr>
              <a:t>management</a:t>
            </a:r>
            <a:r>
              <a:rPr sz="2000" spc="5" dirty="0">
                <a:latin typeface="Times New Roman"/>
                <a:cs typeface="Times New Roman"/>
              </a:rPr>
              <a:t> </a:t>
            </a:r>
            <a:r>
              <a:rPr sz="2000" dirty="0">
                <a:latin typeface="Times New Roman"/>
                <a:cs typeface="Times New Roman"/>
              </a:rPr>
              <a:t>and</a:t>
            </a:r>
            <a:r>
              <a:rPr sz="2000" spc="-10" dirty="0">
                <a:latin typeface="Times New Roman"/>
                <a:cs typeface="Times New Roman"/>
              </a:rPr>
              <a:t> </a:t>
            </a:r>
            <a:r>
              <a:rPr sz="2000" dirty="0">
                <a:latin typeface="Times New Roman"/>
                <a:cs typeface="Times New Roman"/>
              </a:rPr>
              <a:t>proper</a:t>
            </a:r>
            <a:r>
              <a:rPr sz="2000" spc="-45" dirty="0">
                <a:latin typeface="Times New Roman"/>
                <a:cs typeface="Times New Roman"/>
              </a:rPr>
              <a:t> </a:t>
            </a:r>
            <a:r>
              <a:rPr sz="2000" dirty="0">
                <a:latin typeface="Times New Roman"/>
                <a:cs typeface="Times New Roman"/>
              </a:rPr>
              <a:t>disposal</a:t>
            </a:r>
            <a:r>
              <a:rPr sz="2000" spc="-35" dirty="0">
                <a:latin typeface="Times New Roman"/>
                <a:cs typeface="Times New Roman"/>
              </a:rPr>
              <a:t> </a:t>
            </a:r>
            <a:r>
              <a:rPr sz="2000" dirty="0">
                <a:latin typeface="Times New Roman"/>
                <a:cs typeface="Times New Roman"/>
              </a:rPr>
              <a:t>of</a:t>
            </a:r>
            <a:r>
              <a:rPr sz="2000" spc="-25" dirty="0">
                <a:latin typeface="Times New Roman"/>
                <a:cs typeface="Times New Roman"/>
              </a:rPr>
              <a:t> </a:t>
            </a:r>
            <a:r>
              <a:rPr sz="2000" dirty="0">
                <a:latin typeface="Times New Roman"/>
                <a:cs typeface="Times New Roman"/>
              </a:rPr>
              <a:t>unsafe</a:t>
            </a:r>
            <a:r>
              <a:rPr sz="2000" spc="-30" dirty="0">
                <a:latin typeface="Times New Roman"/>
                <a:cs typeface="Times New Roman"/>
              </a:rPr>
              <a:t> </a:t>
            </a:r>
            <a:r>
              <a:rPr sz="2000" spc="-10" dirty="0">
                <a:latin typeface="Times New Roman"/>
                <a:cs typeface="Times New Roman"/>
              </a:rPr>
              <a:t>wastes.</a:t>
            </a:r>
            <a:endParaRPr sz="2000">
              <a:latin typeface="Times New Roman"/>
              <a:cs typeface="Times New Roman"/>
            </a:endParaRPr>
          </a:p>
          <a:p>
            <a:pPr marL="351790" lvl="1" indent="-339090" algn="just">
              <a:lnSpc>
                <a:spcPct val="100000"/>
              </a:lnSpc>
              <a:spcBef>
                <a:spcPts val="480"/>
              </a:spcBef>
              <a:buFont typeface="Arial MT"/>
              <a:buChar char="•"/>
              <a:tabLst>
                <a:tab pos="351790" algn="l"/>
              </a:tabLst>
            </a:pPr>
            <a:r>
              <a:rPr sz="2000" dirty="0">
                <a:latin typeface="Times New Roman"/>
                <a:cs typeface="Times New Roman"/>
              </a:rPr>
              <a:t>Such</a:t>
            </a:r>
            <a:r>
              <a:rPr sz="2000" spc="10" dirty="0">
                <a:latin typeface="Times New Roman"/>
                <a:cs typeface="Times New Roman"/>
              </a:rPr>
              <a:t> </a:t>
            </a:r>
            <a:r>
              <a:rPr sz="2000" dirty="0">
                <a:latin typeface="Times New Roman"/>
                <a:cs typeface="Times New Roman"/>
              </a:rPr>
              <a:t>a</a:t>
            </a:r>
            <a:r>
              <a:rPr sz="2000" spc="5" dirty="0">
                <a:latin typeface="Times New Roman"/>
                <a:cs typeface="Times New Roman"/>
              </a:rPr>
              <a:t> </a:t>
            </a:r>
            <a:r>
              <a:rPr sz="2000" dirty="0">
                <a:latin typeface="Times New Roman"/>
                <a:cs typeface="Times New Roman"/>
              </a:rPr>
              <a:t>law</a:t>
            </a:r>
            <a:r>
              <a:rPr sz="2000" spc="5" dirty="0">
                <a:latin typeface="Times New Roman"/>
                <a:cs typeface="Times New Roman"/>
              </a:rPr>
              <a:t> </a:t>
            </a:r>
            <a:r>
              <a:rPr sz="2000" dirty="0">
                <a:latin typeface="Times New Roman"/>
                <a:cs typeface="Times New Roman"/>
              </a:rPr>
              <a:t>should</a:t>
            </a:r>
            <a:r>
              <a:rPr sz="2000" spc="10" dirty="0">
                <a:latin typeface="Times New Roman"/>
                <a:cs typeface="Times New Roman"/>
              </a:rPr>
              <a:t> </a:t>
            </a:r>
            <a:r>
              <a:rPr sz="2000" dirty="0">
                <a:latin typeface="Times New Roman"/>
                <a:cs typeface="Times New Roman"/>
              </a:rPr>
              <a:t>empower</a:t>
            </a:r>
            <a:r>
              <a:rPr sz="2000" spc="1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agency to</a:t>
            </a:r>
            <a:r>
              <a:rPr sz="2000" spc="5" dirty="0">
                <a:latin typeface="Times New Roman"/>
                <a:cs typeface="Times New Roman"/>
              </a:rPr>
              <a:t> </a:t>
            </a:r>
            <a:r>
              <a:rPr sz="2000" dirty="0">
                <a:latin typeface="Times New Roman"/>
                <a:cs typeface="Times New Roman"/>
              </a:rPr>
              <a:t>control,</a:t>
            </a:r>
            <a:r>
              <a:rPr sz="2000" spc="10" dirty="0">
                <a:latin typeface="Times New Roman"/>
                <a:cs typeface="Times New Roman"/>
              </a:rPr>
              <a:t> </a:t>
            </a:r>
            <a:r>
              <a:rPr sz="2000" dirty="0">
                <a:latin typeface="Times New Roman"/>
                <a:cs typeface="Times New Roman"/>
              </a:rPr>
              <a:t>manage</a:t>
            </a:r>
            <a:r>
              <a:rPr sz="2000" spc="-5" dirty="0">
                <a:latin typeface="Times New Roman"/>
                <a:cs typeface="Times New Roman"/>
              </a:rPr>
              <a:t> </a:t>
            </a:r>
            <a:r>
              <a:rPr sz="2000" dirty="0">
                <a:latin typeface="Times New Roman"/>
                <a:cs typeface="Times New Roman"/>
              </a:rPr>
              <a:t>and regulate</a:t>
            </a:r>
            <a:r>
              <a:rPr sz="2000" spc="5" dirty="0">
                <a:latin typeface="Times New Roman"/>
                <a:cs typeface="Times New Roman"/>
              </a:rPr>
              <a:t> </a:t>
            </a:r>
            <a:r>
              <a:rPr sz="2000" spc="-25" dirty="0">
                <a:latin typeface="Times New Roman"/>
                <a:cs typeface="Times New Roman"/>
              </a:rPr>
              <a:t>the</a:t>
            </a:r>
            <a:endParaRPr sz="2000">
              <a:latin typeface="Times New Roman"/>
              <a:cs typeface="Times New Roman"/>
            </a:endParaRPr>
          </a:p>
          <a:p>
            <a:pPr marL="355600" algn="just">
              <a:lnSpc>
                <a:spcPct val="100000"/>
              </a:lnSpc>
            </a:pPr>
            <a:r>
              <a:rPr b="0" dirty="0">
                <a:latin typeface="Times New Roman"/>
                <a:cs typeface="Times New Roman"/>
              </a:rPr>
              <a:t>related</a:t>
            </a:r>
            <a:r>
              <a:rPr b="0" spc="-40" dirty="0">
                <a:latin typeface="Times New Roman"/>
                <a:cs typeface="Times New Roman"/>
              </a:rPr>
              <a:t> </a:t>
            </a:r>
            <a:r>
              <a:rPr b="0" dirty="0">
                <a:latin typeface="Times New Roman"/>
                <a:cs typeface="Times New Roman"/>
              </a:rPr>
              <a:t>activities</a:t>
            </a:r>
            <a:r>
              <a:rPr b="0" spc="-50" dirty="0">
                <a:latin typeface="Times New Roman"/>
                <a:cs typeface="Times New Roman"/>
              </a:rPr>
              <a:t> </a:t>
            </a:r>
            <a:r>
              <a:rPr b="0" dirty="0">
                <a:latin typeface="Times New Roman"/>
                <a:cs typeface="Times New Roman"/>
              </a:rPr>
              <a:t>of</a:t>
            </a:r>
            <a:r>
              <a:rPr b="0" spc="-20" dirty="0">
                <a:latin typeface="Times New Roman"/>
                <a:cs typeface="Times New Roman"/>
              </a:rPr>
              <a:t> </a:t>
            </a:r>
            <a:r>
              <a:rPr b="0" dirty="0">
                <a:latin typeface="Times New Roman"/>
                <a:cs typeface="Times New Roman"/>
              </a:rPr>
              <a:t>government</a:t>
            </a:r>
            <a:r>
              <a:rPr b="0" spc="-35" dirty="0">
                <a:latin typeface="Times New Roman"/>
                <a:cs typeface="Times New Roman"/>
              </a:rPr>
              <a:t> </a:t>
            </a:r>
            <a:r>
              <a:rPr b="0" spc="-10" dirty="0">
                <a:latin typeface="Times New Roman"/>
                <a:cs typeface="Times New Roman"/>
              </a:rPr>
              <a:t>sectors.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566369"/>
            <a:ext cx="8074025" cy="5122545"/>
          </a:xfrm>
          <a:prstGeom prst="rect">
            <a:avLst/>
          </a:prstGeom>
        </p:spPr>
        <p:txBody>
          <a:bodyPr vert="horz" wrap="square" lIns="0" tIns="79375" rIns="0" bIns="0" rtlCol="0">
            <a:spAutoFit/>
          </a:bodyPr>
          <a:lstStyle/>
          <a:p>
            <a:pPr marL="355600" marR="5080" indent="-342900" algn="just">
              <a:lnSpc>
                <a:spcPct val="80000"/>
              </a:lnSpc>
              <a:spcBef>
                <a:spcPts val="625"/>
              </a:spcBef>
              <a:buFont typeface="Arial MT"/>
              <a:buChar char="•"/>
              <a:tabLst>
                <a:tab pos="355600" algn="l"/>
              </a:tabLst>
            </a:pPr>
            <a:r>
              <a:rPr sz="2200" dirty="0">
                <a:latin typeface="Times New Roman"/>
                <a:cs typeface="Times New Roman"/>
              </a:rPr>
              <a:t>Under</a:t>
            </a:r>
            <a:r>
              <a:rPr sz="2200" spc="445" dirty="0">
                <a:latin typeface="Times New Roman"/>
                <a:cs typeface="Times New Roman"/>
              </a:rPr>
              <a:t> </a:t>
            </a:r>
            <a:r>
              <a:rPr sz="2200" dirty="0">
                <a:latin typeface="Times New Roman"/>
                <a:cs typeface="Times New Roman"/>
              </a:rPr>
              <a:t>this</a:t>
            </a:r>
            <a:r>
              <a:rPr sz="2200" spc="450" dirty="0">
                <a:latin typeface="Times New Roman"/>
                <a:cs typeface="Times New Roman"/>
              </a:rPr>
              <a:t> </a:t>
            </a:r>
            <a:r>
              <a:rPr sz="2200" dirty="0">
                <a:latin typeface="Times New Roman"/>
                <a:cs typeface="Times New Roman"/>
              </a:rPr>
              <a:t>law,</a:t>
            </a:r>
            <a:r>
              <a:rPr sz="2200" spc="450" dirty="0">
                <a:latin typeface="Times New Roman"/>
                <a:cs typeface="Times New Roman"/>
              </a:rPr>
              <a:t> </a:t>
            </a:r>
            <a:r>
              <a:rPr sz="2200" dirty="0">
                <a:latin typeface="Times New Roman"/>
                <a:cs typeface="Times New Roman"/>
              </a:rPr>
              <a:t>the</a:t>
            </a:r>
            <a:r>
              <a:rPr sz="2200" spc="450" dirty="0">
                <a:latin typeface="Times New Roman"/>
                <a:cs typeface="Times New Roman"/>
              </a:rPr>
              <a:t> </a:t>
            </a:r>
            <a:r>
              <a:rPr sz="2200" dirty="0">
                <a:latin typeface="Times New Roman"/>
                <a:cs typeface="Times New Roman"/>
              </a:rPr>
              <a:t>agency</a:t>
            </a:r>
            <a:r>
              <a:rPr sz="2200" spc="459" dirty="0">
                <a:latin typeface="Times New Roman"/>
                <a:cs typeface="Times New Roman"/>
              </a:rPr>
              <a:t> </a:t>
            </a:r>
            <a:r>
              <a:rPr sz="2200" dirty="0">
                <a:latin typeface="Times New Roman"/>
                <a:cs typeface="Times New Roman"/>
              </a:rPr>
              <a:t>concerned</a:t>
            </a:r>
            <a:r>
              <a:rPr sz="2200" spc="450" dirty="0">
                <a:latin typeface="Times New Roman"/>
                <a:cs typeface="Times New Roman"/>
              </a:rPr>
              <a:t> </a:t>
            </a:r>
            <a:r>
              <a:rPr sz="2200" dirty="0">
                <a:latin typeface="Times New Roman"/>
                <a:cs typeface="Times New Roman"/>
              </a:rPr>
              <a:t>should</a:t>
            </a:r>
            <a:r>
              <a:rPr sz="2200" spc="455" dirty="0">
                <a:latin typeface="Times New Roman"/>
                <a:cs typeface="Times New Roman"/>
              </a:rPr>
              <a:t> </a:t>
            </a:r>
            <a:r>
              <a:rPr sz="2200" dirty="0">
                <a:latin typeface="Times New Roman"/>
                <a:cs typeface="Times New Roman"/>
              </a:rPr>
              <a:t>be</a:t>
            </a:r>
            <a:r>
              <a:rPr sz="2200" spc="445" dirty="0">
                <a:latin typeface="Times New Roman"/>
                <a:cs typeface="Times New Roman"/>
              </a:rPr>
              <a:t> </a:t>
            </a:r>
            <a:r>
              <a:rPr sz="2200" dirty="0">
                <a:latin typeface="Times New Roman"/>
                <a:cs typeface="Times New Roman"/>
              </a:rPr>
              <a:t>to</a:t>
            </a:r>
            <a:r>
              <a:rPr sz="2200" spc="445" dirty="0">
                <a:latin typeface="Times New Roman"/>
                <a:cs typeface="Times New Roman"/>
              </a:rPr>
              <a:t> </a:t>
            </a:r>
            <a:r>
              <a:rPr sz="2200" dirty="0">
                <a:latin typeface="Times New Roman"/>
                <a:cs typeface="Times New Roman"/>
              </a:rPr>
              <a:t>collect</a:t>
            </a:r>
            <a:r>
              <a:rPr sz="2200" spc="445" dirty="0">
                <a:latin typeface="Times New Roman"/>
                <a:cs typeface="Times New Roman"/>
              </a:rPr>
              <a:t> </a:t>
            </a:r>
            <a:r>
              <a:rPr sz="2200" spc="-10" dirty="0">
                <a:latin typeface="Times New Roman"/>
                <a:cs typeface="Times New Roman"/>
              </a:rPr>
              <a:t>basic </a:t>
            </a:r>
            <a:r>
              <a:rPr sz="2200" dirty="0">
                <a:latin typeface="Times New Roman"/>
                <a:cs typeface="Times New Roman"/>
              </a:rPr>
              <a:t>statistics</a:t>
            </a:r>
            <a:r>
              <a:rPr sz="2200" spc="175" dirty="0">
                <a:latin typeface="Times New Roman"/>
                <a:cs typeface="Times New Roman"/>
              </a:rPr>
              <a:t> </a:t>
            </a:r>
            <a:r>
              <a:rPr sz="2200" dirty="0">
                <a:latin typeface="Times New Roman"/>
                <a:cs typeface="Times New Roman"/>
              </a:rPr>
              <a:t>of</a:t>
            </a:r>
            <a:r>
              <a:rPr sz="2200" spc="175" dirty="0">
                <a:latin typeface="Times New Roman"/>
                <a:cs typeface="Times New Roman"/>
              </a:rPr>
              <a:t> </a:t>
            </a:r>
            <a:r>
              <a:rPr sz="2200" dirty="0">
                <a:latin typeface="Times New Roman"/>
                <a:cs typeface="Times New Roman"/>
              </a:rPr>
              <a:t>the</a:t>
            </a:r>
            <a:r>
              <a:rPr sz="2200" spc="180" dirty="0">
                <a:latin typeface="Times New Roman"/>
                <a:cs typeface="Times New Roman"/>
              </a:rPr>
              <a:t> </a:t>
            </a:r>
            <a:r>
              <a:rPr sz="2200" dirty="0">
                <a:latin typeface="Times New Roman"/>
                <a:cs typeface="Times New Roman"/>
              </a:rPr>
              <a:t>materials</a:t>
            </a:r>
            <a:r>
              <a:rPr sz="2200" spc="190" dirty="0">
                <a:latin typeface="Times New Roman"/>
                <a:cs typeface="Times New Roman"/>
              </a:rPr>
              <a:t> </a:t>
            </a:r>
            <a:r>
              <a:rPr sz="2200" dirty="0">
                <a:latin typeface="Times New Roman"/>
                <a:cs typeface="Times New Roman"/>
              </a:rPr>
              <a:t>from</a:t>
            </a:r>
            <a:r>
              <a:rPr sz="2200" spc="160" dirty="0">
                <a:latin typeface="Times New Roman"/>
                <a:cs typeface="Times New Roman"/>
              </a:rPr>
              <a:t> </a:t>
            </a:r>
            <a:r>
              <a:rPr sz="2200" dirty="0">
                <a:latin typeface="Times New Roman"/>
                <a:cs typeface="Times New Roman"/>
              </a:rPr>
              <a:t>producers,</a:t>
            </a:r>
            <a:r>
              <a:rPr sz="2200" spc="185" dirty="0">
                <a:latin typeface="Times New Roman"/>
                <a:cs typeface="Times New Roman"/>
              </a:rPr>
              <a:t> </a:t>
            </a:r>
            <a:r>
              <a:rPr sz="2200" dirty="0">
                <a:latin typeface="Times New Roman"/>
                <a:cs typeface="Times New Roman"/>
              </a:rPr>
              <a:t>processors</a:t>
            </a:r>
            <a:r>
              <a:rPr sz="2200" spc="175" dirty="0">
                <a:latin typeface="Times New Roman"/>
                <a:cs typeface="Times New Roman"/>
              </a:rPr>
              <a:t> </a:t>
            </a:r>
            <a:r>
              <a:rPr sz="2200" dirty="0">
                <a:latin typeface="Times New Roman"/>
                <a:cs typeface="Times New Roman"/>
              </a:rPr>
              <a:t>and</a:t>
            </a:r>
            <a:r>
              <a:rPr sz="2200" spc="190" dirty="0">
                <a:latin typeface="Times New Roman"/>
                <a:cs typeface="Times New Roman"/>
              </a:rPr>
              <a:t> </a:t>
            </a:r>
            <a:r>
              <a:rPr sz="2200" spc="-10" dirty="0">
                <a:latin typeface="Times New Roman"/>
                <a:cs typeface="Times New Roman"/>
              </a:rPr>
              <a:t>importers </a:t>
            </a:r>
            <a:r>
              <a:rPr sz="2200" dirty="0">
                <a:latin typeface="Times New Roman"/>
                <a:cs typeface="Times New Roman"/>
              </a:rPr>
              <a:t>and</a:t>
            </a:r>
            <a:r>
              <a:rPr sz="2200" spc="505" dirty="0">
                <a:latin typeface="Times New Roman"/>
                <a:cs typeface="Times New Roman"/>
              </a:rPr>
              <a:t> </a:t>
            </a:r>
            <a:r>
              <a:rPr sz="2200" dirty="0">
                <a:latin typeface="Times New Roman"/>
                <a:cs typeface="Times New Roman"/>
              </a:rPr>
              <a:t>to</a:t>
            </a:r>
            <a:r>
              <a:rPr sz="2200" spc="520" dirty="0">
                <a:latin typeface="Times New Roman"/>
                <a:cs typeface="Times New Roman"/>
              </a:rPr>
              <a:t> </a:t>
            </a:r>
            <a:r>
              <a:rPr sz="2200" dirty="0">
                <a:latin typeface="Times New Roman"/>
                <a:cs typeface="Times New Roman"/>
              </a:rPr>
              <a:t>maintain</a:t>
            </a:r>
            <a:r>
              <a:rPr sz="2200" spc="509" dirty="0">
                <a:latin typeface="Times New Roman"/>
                <a:cs typeface="Times New Roman"/>
              </a:rPr>
              <a:t> </a:t>
            </a:r>
            <a:r>
              <a:rPr sz="2200" dirty="0">
                <a:latin typeface="Times New Roman"/>
                <a:cs typeface="Times New Roman"/>
              </a:rPr>
              <a:t>a</a:t>
            </a:r>
            <a:r>
              <a:rPr sz="2200" spc="500" dirty="0">
                <a:latin typeface="Times New Roman"/>
                <a:cs typeface="Times New Roman"/>
              </a:rPr>
              <a:t> </a:t>
            </a:r>
            <a:r>
              <a:rPr sz="2200" dirty="0">
                <a:latin typeface="Times New Roman"/>
                <a:cs typeface="Times New Roman"/>
              </a:rPr>
              <a:t>record</a:t>
            </a:r>
            <a:r>
              <a:rPr sz="2200" spc="520" dirty="0">
                <a:latin typeface="Times New Roman"/>
                <a:cs typeface="Times New Roman"/>
              </a:rPr>
              <a:t> </a:t>
            </a:r>
            <a:r>
              <a:rPr sz="2200" dirty="0">
                <a:latin typeface="Times New Roman"/>
                <a:cs typeface="Times New Roman"/>
              </a:rPr>
              <a:t>of</a:t>
            </a:r>
            <a:r>
              <a:rPr sz="2200" spc="509" dirty="0">
                <a:latin typeface="Times New Roman"/>
                <a:cs typeface="Times New Roman"/>
              </a:rPr>
              <a:t> </a:t>
            </a:r>
            <a:r>
              <a:rPr sz="2200" dirty="0">
                <a:latin typeface="Times New Roman"/>
                <a:cs typeface="Times New Roman"/>
              </a:rPr>
              <a:t>these</a:t>
            </a:r>
            <a:r>
              <a:rPr sz="2200" spc="500" dirty="0">
                <a:latin typeface="Times New Roman"/>
                <a:cs typeface="Times New Roman"/>
              </a:rPr>
              <a:t> </a:t>
            </a:r>
            <a:r>
              <a:rPr sz="2200" dirty="0">
                <a:latin typeface="Times New Roman"/>
                <a:cs typeface="Times New Roman"/>
              </a:rPr>
              <a:t>materials,</a:t>
            </a:r>
            <a:r>
              <a:rPr sz="2200" spc="515" dirty="0">
                <a:latin typeface="Times New Roman"/>
                <a:cs typeface="Times New Roman"/>
              </a:rPr>
              <a:t> </a:t>
            </a:r>
            <a:r>
              <a:rPr sz="2200" dirty="0">
                <a:latin typeface="Times New Roman"/>
                <a:cs typeface="Times New Roman"/>
              </a:rPr>
              <a:t>to</a:t>
            </a:r>
            <a:r>
              <a:rPr sz="2200" spc="520" dirty="0">
                <a:latin typeface="Times New Roman"/>
                <a:cs typeface="Times New Roman"/>
              </a:rPr>
              <a:t> </a:t>
            </a:r>
            <a:r>
              <a:rPr sz="2200" dirty="0">
                <a:latin typeface="Times New Roman"/>
                <a:cs typeface="Times New Roman"/>
              </a:rPr>
              <a:t>identify</a:t>
            </a:r>
            <a:r>
              <a:rPr sz="2200" spc="530" dirty="0">
                <a:latin typeface="Times New Roman"/>
                <a:cs typeface="Times New Roman"/>
              </a:rPr>
              <a:t> </a:t>
            </a:r>
            <a:r>
              <a:rPr sz="2200" spc="-10" dirty="0">
                <a:latin typeface="Times New Roman"/>
                <a:cs typeface="Times New Roman"/>
              </a:rPr>
              <a:t>harmful </a:t>
            </a:r>
            <a:r>
              <a:rPr sz="2200" dirty="0">
                <a:latin typeface="Times New Roman"/>
                <a:cs typeface="Times New Roman"/>
              </a:rPr>
              <a:t>substances</a:t>
            </a:r>
            <a:r>
              <a:rPr sz="2200" spc="484" dirty="0">
                <a:latin typeface="Times New Roman"/>
                <a:cs typeface="Times New Roman"/>
              </a:rPr>
              <a:t> </a:t>
            </a:r>
            <a:r>
              <a:rPr sz="2200" dirty="0">
                <a:latin typeface="Times New Roman"/>
                <a:cs typeface="Times New Roman"/>
              </a:rPr>
              <a:t>and</a:t>
            </a:r>
            <a:r>
              <a:rPr sz="2200" spc="495" dirty="0">
                <a:latin typeface="Times New Roman"/>
                <a:cs typeface="Times New Roman"/>
              </a:rPr>
              <a:t> </a:t>
            </a:r>
            <a:r>
              <a:rPr sz="2200" dirty="0">
                <a:latin typeface="Times New Roman"/>
                <a:cs typeface="Times New Roman"/>
              </a:rPr>
              <a:t>industry</a:t>
            </a:r>
            <a:r>
              <a:rPr sz="2200" spc="500" dirty="0">
                <a:latin typeface="Times New Roman"/>
                <a:cs typeface="Times New Roman"/>
              </a:rPr>
              <a:t> </a:t>
            </a:r>
            <a:r>
              <a:rPr sz="2200" dirty="0">
                <a:latin typeface="Times New Roman"/>
                <a:cs typeface="Times New Roman"/>
              </a:rPr>
              <a:t>should</a:t>
            </a:r>
            <a:r>
              <a:rPr sz="2200" spc="500" dirty="0">
                <a:latin typeface="Times New Roman"/>
                <a:cs typeface="Times New Roman"/>
              </a:rPr>
              <a:t> </a:t>
            </a:r>
            <a:r>
              <a:rPr sz="2200" dirty="0">
                <a:latin typeface="Times New Roman"/>
                <a:cs typeface="Times New Roman"/>
              </a:rPr>
              <a:t>test</a:t>
            </a:r>
            <a:r>
              <a:rPr sz="2200" spc="490" dirty="0">
                <a:latin typeface="Times New Roman"/>
                <a:cs typeface="Times New Roman"/>
              </a:rPr>
              <a:t> </a:t>
            </a:r>
            <a:r>
              <a:rPr sz="2200" dirty="0">
                <a:latin typeface="Times New Roman"/>
                <a:cs typeface="Times New Roman"/>
              </a:rPr>
              <a:t>them</a:t>
            </a:r>
            <a:r>
              <a:rPr sz="2200" spc="475" dirty="0">
                <a:latin typeface="Times New Roman"/>
                <a:cs typeface="Times New Roman"/>
              </a:rPr>
              <a:t> </a:t>
            </a:r>
            <a:r>
              <a:rPr sz="2200" dirty="0">
                <a:latin typeface="Times New Roman"/>
                <a:cs typeface="Times New Roman"/>
              </a:rPr>
              <a:t>for</a:t>
            </a:r>
            <a:r>
              <a:rPr sz="2200" spc="505" dirty="0">
                <a:latin typeface="Times New Roman"/>
                <a:cs typeface="Times New Roman"/>
              </a:rPr>
              <a:t> </a:t>
            </a:r>
            <a:r>
              <a:rPr sz="2200" dirty="0">
                <a:latin typeface="Times New Roman"/>
                <a:cs typeface="Times New Roman"/>
              </a:rPr>
              <a:t>adverse</a:t>
            </a:r>
            <a:r>
              <a:rPr sz="2200" spc="484" dirty="0">
                <a:latin typeface="Times New Roman"/>
                <a:cs typeface="Times New Roman"/>
              </a:rPr>
              <a:t> </a:t>
            </a:r>
            <a:r>
              <a:rPr sz="2200" dirty="0">
                <a:latin typeface="Times New Roman"/>
                <a:cs typeface="Times New Roman"/>
              </a:rPr>
              <a:t>health</a:t>
            </a:r>
            <a:r>
              <a:rPr sz="2200" spc="500" dirty="0">
                <a:latin typeface="Times New Roman"/>
                <a:cs typeface="Times New Roman"/>
              </a:rPr>
              <a:t> </a:t>
            </a:r>
            <a:r>
              <a:rPr sz="2200" spc="-25" dirty="0">
                <a:latin typeface="Times New Roman"/>
                <a:cs typeface="Times New Roman"/>
              </a:rPr>
              <a:t>and </a:t>
            </a:r>
            <a:r>
              <a:rPr sz="2200" dirty="0">
                <a:latin typeface="Times New Roman"/>
                <a:cs typeface="Times New Roman"/>
              </a:rPr>
              <a:t>environmental</a:t>
            </a:r>
            <a:r>
              <a:rPr sz="2200" spc="455" dirty="0">
                <a:latin typeface="Times New Roman"/>
                <a:cs typeface="Times New Roman"/>
              </a:rPr>
              <a:t>  </a:t>
            </a:r>
            <a:r>
              <a:rPr sz="2200" dirty="0">
                <a:latin typeface="Times New Roman"/>
                <a:cs typeface="Times New Roman"/>
              </a:rPr>
              <a:t>effects,</a:t>
            </a:r>
            <a:r>
              <a:rPr sz="2200" spc="455" dirty="0">
                <a:latin typeface="Times New Roman"/>
                <a:cs typeface="Times New Roman"/>
              </a:rPr>
              <a:t>  </a:t>
            </a:r>
            <a:r>
              <a:rPr sz="2200" dirty="0">
                <a:latin typeface="Times New Roman"/>
                <a:cs typeface="Times New Roman"/>
              </a:rPr>
              <a:t>to</a:t>
            </a:r>
            <a:r>
              <a:rPr sz="2200" spc="455" dirty="0">
                <a:latin typeface="Times New Roman"/>
                <a:cs typeface="Times New Roman"/>
              </a:rPr>
              <a:t>  </a:t>
            </a:r>
            <a:r>
              <a:rPr sz="2200" dirty="0">
                <a:latin typeface="Times New Roman"/>
                <a:cs typeface="Times New Roman"/>
              </a:rPr>
              <a:t>control</a:t>
            </a:r>
            <a:r>
              <a:rPr sz="2200" spc="459" dirty="0">
                <a:latin typeface="Times New Roman"/>
                <a:cs typeface="Times New Roman"/>
              </a:rPr>
              <a:t>  </a:t>
            </a:r>
            <a:r>
              <a:rPr sz="2200" dirty="0">
                <a:latin typeface="Times New Roman"/>
                <a:cs typeface="Times New Roman"/>
              </a:rPr>
              <a:t>dangers</a:t>
            </a:r>
            <a:r>
              <a:rPr sz="2200" spc="450" dirty="0">
                <a:latin typeface="Times New Roman"/>
                <a:cs typeface="Times New Roman"/>
              </a:rPr>
              <a:t>  </a:t>
            </a:r>
            <a:r>
              <a:rPr sz="2200" dirty="0">
                <a:latin typeface="Times New Roman"/>
                <a:cs typeface="Times New Roman"/>
              </a:rPr>
              <a:t>from</a:t>
            </a:r>
            <a:r>
              <a:rPr sz="2200" spc="455" dirty="0">
                <a:latin typeface="Times New Roman"/>
                <a:cs typeface="Times New Roman"/>
              </a:rPr>
              <a:t>  </a:t>
            </a:r>
            <a:r>
              <a:rPr sz="2200" spc="-10" dirty="0">
                <a:latin typeface="Times New Roman"/>
                <a:cs typeface="Times New Roman"/>
              </a:rPr>
              <a:t>production, </a:t>
            </a:r>
            <a:r>
              <a:rPr sz="2200" dirty="0">
                <a:latin typeface="Times New Roman"/>
                <a:cs typeface="Times New Roman"/>
              </a:rPr>
              <a:t>processing,</a:t>
            </a:r>
            <a:r>
              <a:rPr sz="2200" spc="335" dirty="0">
                <a:latin typeface="Times New Roman"/>
                <a:cs typeface="Times New Roman"/>
              </a:rPr>
              <a:t> </a:t>
            </a:r>
            <a:r>
              <a:rPr sz="2200" dirty="0">
                <a:latin typeface="Times New Roman"/>
                <a:cs typeface="Times New Roman"/>
              </a:rPr>
              <a:t>distribution,</a:t>
            </a:r>
            <a:r>
              <a:rPr sz="2200" spc="350" dirty="0">
                <a:latin typeface="Times New Roman"/>
                <a:cs typeface="Times New Roman"/>
              </a:rPr>
              <a:t> </a:t>
            </a:r>
            <a:r>
              <a:rPr sz="2200" dirty="0">
                <a:latin typeface="Times New Roman"/>
                <a:cs typeface="Times New Roman"/>
              </a:rPr>
              <a:t>use</a:t>
            </a:r>
            <a:r>
              <a:rPr sz="2200" spc="335" dirty="0">
                <a:latin typeface="Times New Roman"/>
                <a:cs typeface="Times New Roman"/>
              </a:rPr>
              <a:t> </a:t>
            </a:r>
            <a:r>
              <a:rPr sz="2200" dirty="0">
                <a:latin typeface="Times New Roman"/>
                <a:cs typeface="Times New Roman"/>
              </a:rPr>
              <a:t>and</a:t>
            </a:r>
            <a:r>
              <a:rPr sz="2200" spc="340" dirty="0">
                <a:latin typeface="Times New Roman"/>
                <a:cs typeface="Times New Roman"/>
              </a:rPr>
              <a:t> </a:t>
            </a:r>
            <a:r>
              <a:rPr sz="2200" dirty="0">
                <a:latin typeface="Times New Roman"/>
                <a:cs typeface="Times New Roman"/>
              </a:rPr>
              <a:t>dumping</a:t>
            </a:r>
            <a:r>
              <a:rPr sz="2200" spc="355" dirty="0">
                <a:latin typeface="Times New Roman"/>
                <a:cs typeface="Times New Roman"/>
              </a:rPr>
              <a:t> </a:t>
            </a:r>
            <a:r>
              <a:rPr sz="2200" dirty="0">
                <a:latin typeface="Times New Roman"/>
                <a:cs typeface="Times New Roman"/>
              </a:rPr>
              <a:t>of</a:t>
            </a:r>
            <a:r>
              <a:rPr sz="2200" spc="340" dirty="0">
                <a:latin typeface="Times New Roman"/>
                <a:cs typeface="Times New Roman"/>
              </a:rPr>
              <a:t> </a:t>
            </a:r>
            <a:r>
              <a:rPr sz="2200" dirty="0">
                <a:latin typeface="Times New Roman"/>
                <a:cs typeface="Times New Roman"/>
              </a:rPr>
              <a:t>electronic</a:t>
            </a:r>
            <a:r>
              <a:rPr sz="2200" spc="345" dirty="0">
                <a:latin typeface="Times New Roman"/>
                <a:cs typeface="Times New Roman"/>
              </a:rPr>
              <a:t> </a:t>
            </a:r>
            <a:r>
              <a:rPr sz="2200" dirty="0">
                <a:latin typeface="Times New Roman"/>
                <a:cs typeface="Times New Roman"/>
              </a:rPr>
              <a:t>wastes,</a:t>
            </a:r>
            <a:r>
              <a:rPr sz="2200" spc="325" dirty="0">
                <a:latin typeface="Times New Roman"/>
                <a:cs typeface="Times New Roman"/>
              </a:rPr>
              <a:t> </a:t>
            </a:r>
            <a:r>
              <a:rPr sz="2200" spc="-25" dirty="0">
                <a:latin typeface="Times New Roman"/>
                <a:cs typeface="Times New Roman"/>
              </a:rPr>
              <a:t>to </a:t>
            </a:r>
            <a:r>
              <a:rPr sz="2200" dirty="0">
                <a:latin typeface="Times New Roman"/>
                <a:cs typeface="Times New Roman"/>
              </a:rPr>
              <a:t>encourage</a:t>
            </a:r>
            <a:r>
              <a:rPr sz="2200" spc="434" dirty="0">
                <a:latin typeface="Times New Roman"/>
                <a:cs typeface="Times New Roman"/>
              </a:rPr>
              <a:t>  </a:t>
            </a:r>
            <a:r>
              <a:rPr sz="2200" dirty="0">
                <a:latin typeface="Times New Roman"/>
                <a:cs typeface="Times New Roman"/>
              </a:rPr>
              <a:t>advantageous</a:t>
            </a:r>
            <a:r>
              <a:rPr sz="2200" spc="430" dirty="0">
                <a:latin typeface="Times New Roman"/>
                <a:cs typeface="Times New Roman"/>
              </a:rPr>
              <a:t>  </a:t>
            </a:r>
            <a:r>
              <a:rPr sz="2200" dirty="0">
                <a:latin typeface="Times New Roman"/>
                <a:cs typeface="Times New Roman"/>
              </a:rPr>
              <a:t>reuse</a:t>
            </a:r>
            <a:r>
              <a:rPr sz="2200" spc="430" dirty="0">
                <a:latin typeface="Times New Roman"/>
                <a:cs typeface="Times New Roman"/>
              </a:rPr>
              <a:t>  </a:t>
            </a:r>
            <a:r>
              <a:rPr sz="2200" dirty="0">
                <a:latin typeface="Times New Roman"/>
                <a:cs typeface="Times New Roman"/>
              </a:rPr>
              <a:t>of</a:t>
            </a:r>
            <a:r>
              <a:rPr sz="2200" spc="440" dirty="0">
                <a:latin typeface="Times New Roman"/>
                <a:cs typeface="Times New Roman"/>
              </a:rPr>
              <a:t>  </a:t>
            </a:r>
            <a:r>
              <a:rPr sz="2200" spc="-20" dirty="0">
                <a:latin typeface="Times New Roman"/>
                <a:cs typeface="Times New Roman"/>
              </a:rPr>
              <a:t>E-</a:t>
            </a:r>
            <a:r>
              <a:rPr sz="2200" dirty="0">
                <a:latin typeface="Times New Roman"/>
                <a:cs typeface="Times New Roman"/>
              </a:rPr>
              <a:t>waste</a:t>
            </a:r>
            <a:r>
              <a:rPr sz="2200" spc="430" dirty="0">
                <a:latin typeface="Times New Roman"/>
                <a:cs typeface="Times New Roman"/>
              </a:rPr>
              <a:t>  </a:t>
            </a:r>
            <a:r>
              <a:rPr sz="2200" dirty="0">
                <a:latin typeface="Times New Roman"/>
                <a:cs typeface="Times New Roman"/>
              </a:rPr>
              <a:t>and</a:t>
            </a:r>
            <a:r>
              <a:rPr sz="2200" spc="440" dirty="0">
                <a:latin typeface="Times New Roman"/>
                <a:cs typeface="Times New Roman"/>
              </a:rPr>
              <a:t>  </a:t>
            </a:r>
            <a:r>
              <a:rPr sz="2200" spc="-10" dirty="0">
                <a:latin typeface="Times New Roman"/>
                <a:cs typeface="Times New Roman"/>
              </a:rPr>
              <a:t>encouraging </a:t>
            </a:r>
            <a:r>
              <a:rPr sz="2200" dirty="0">
                <a:latin typeface="Times New Roman"/>
                <a:cs typeface="Times New Roman"/>
              </a:rPr>
              <a:t>commercial</a:t>
            </a:r>
            <a:r>
              <a:rPr sz="2200" spc="210" dirty="0">
                <a:latin typeface="Times New Roman"/>
                <a:cs typeface="Times New Roman"/>
              </a:rPr>
              <a:t>  </a:t>
            </a:r>
            <a:r>
              <a:rPr sz="2200" dirty="0">
                <a:latin typeface="Times New Roman"/>
                <a:cs typeface="Times New Roman"/>
              </a:rPr>
              <a:t>activities</a:t>
            </a:r>
            <a:r>
              <a:rPr sz="2200" spc="204" dirty="0">
                <a:latin typeface="Times New Roman"/>
                <a:cs typeface="Times New Roman"/>
              </a:rPr>
              <a:t>  </a:t>
            </a:r>
            <a:r>
              <a:rPr sz="2200" dirty="0">
                <a:latin typeface="Times New Roman"/>
                <a:cs typeface="Times New Roman"/>
              </a:rPr>
              <a:t>that</a:t>
            </a:r>
            <a:r>
              <a:rPr sz="2200" spc="210" dirty="0">
                <a:latin typeface="Times New Roman"/>
                <a:cs typeface="Times New Roman"/>
              </a:rPr>
              <a:t>  </a:t>
            </a:r>
            <a:r>
              <a:rPr sz="2200" dirty="0">
                <a:latin typeface="Times New Roman"/>
                <a:cs typeface="Times New Roman"/>
              </a:rPr>
              <a:t>use</a:t>
            </a:r>
            <a:r>
              <a:rPr sz="2200" spc="200" dirty="0">
                <a:latin typeface="Times New Roman"/>
                <a:cs typeface="Times New Roman"/>
              </a:rPr>
              <a:t>  </a:t>
            </a:r>
            <a:r>
              <a:rPr sz="2200" dirty="0">
                <a:latin typeface="Times New Roman"/>
                <a:cs typeface="Times New Roman"/>
              </a:rPr>
              <a:t>waste</a:t>
            </a:r>
            <a:r>
              <a:rPr sz="2200" spc="210" dirty="0">
                <a:latin typeface="Times New Roman"/>
                <a:cs typeface="Times New Roman"/>
              </a:rPr>
              <a:t>  </a:t>
            </a:r>
            <a:r>
              <a:rPr sz="2200" dirty="0">
                <a:latin typeface="Times New Roman"/>
                <a:cs typeface="Times New Roman"/>
              </a:rPr>
              <a:t>and</a:t>
            </a:r>
            <a:r>
              <a:rPr sz="2200" spc="210" dirty="0">
                <a:latin typeface="Times New Roman"/>
                <a:cs typeface="Times New Roman"/>
              </a:rPr>
              <a:t>  </a:t>
            </a:r>
            <a:r>
              <a:rPr sz="2200" dirty="0">
                <a:latin typeface="Times New Roman"/>
                <a:cs typeface="Times New Roman"/>
              </a:rPr>
              <a:t>to</a:t>
            </a:r>
            <a:r>
              <a:rPr sz="2200" spc="204" dirty="0">
                <a:latin typeface="Times New Roman"/>
                <a:cs typeface="Times New Roman"/>
              </a:rPr>
              <a:t>  </a:t>
            </a:r>
            <a:r>
              <a:rPr sz="2200" dirty="0">
                <a:latin typeface="Times New Roman"/>
                <a:cs typeface="Times New Roman"/>
              </a:rPr>
              <a:t>educate</a:t>
            </a:r>
            <a:r>
              <a:rPr sz="2200" spc="200" dirty="0">
                <a:latin typeface="Times New Roman"/>
                <a:cs typeface="Times New Roman"/>
              </a:rPr>
              <a:t>  </a:t>
            </a:r>
            <a:r>
              <a:rPr sz="2200" spc="-10" dirty="0">
                <a:latin typeface="Times New Roman"/>
                <a:cs typeface="Times New Roman"/>
              </a:rPr>
              <a:t>E-waste </a:t>
            </a:r>
            <a:r>
              <a:rPr sz="2200" dirty="0">
                <a:latin typeface="Times New Roman"/>
                <a:cs typeface="Times New Roman"/>
              </a:rPr>
              <a:t>producers</a:t>
            </a:r>
            <a:r>
              <a:rPr sz="2200" spc="-45" dirty="0">
                <a:latin typeface="Times New Roman"/>
                <a:cs typeface="Times New Roman"/>
              </a:rPr>
              <a:t> </a:t>
            </a:r>
            <a:r>
              <a:rPr sz="2200" dirty="0">
                <a:latin typeface="Times New Roman"/>
                <a:cs typeface="Times New Roman"/>
              </a:rPr>
              <a:t>on</a:t>
            </a:r>
            <a:r>
              <a:rPr sz="2200" spc="-55" dirty="0">
                <a:latin typeface="Times New Roman"/>
                <a:cs typeface="Times New Roman"/>
              </a:rPr>
              <a:t> </a:t>
            </a:r>
            <a:r>
              <a:rPr sz="2200" dirty="0">
                <a:latin typeface="Times New Roman"/>
                <a:cs typeface="Times New Roman"/>
              </a:rPr>
              <a:t>reuse</a:t>
            </a:r>
            <a:r>
              <a:rPr sz="2200" spc="-50" dirty="0">
                <a:latin typeface="Times New Roman"/>
                <a:cs typeface="Times New Roman"/>
              </a:rPr>
              <a:t> </a:t>
            </a:r>
            <a:r>
              <a:rPr sz="2200" dirty="0">
                <a:latin typeface="Times New Roman"/>
                <a:cs typeface="Times New Roman"/>
              </a:rPr>
              <a:t>and</a:t>
            </a:r>
            <a:r>
              <a:rPr sz="2200" spc="-40" dirty="0">
                <a:latin typeface="Times New Roman"/>
                <a:cs typeface="Times New Roman"/>
              </a:rPr>
              <a:t> </a:t>
            </a:r>
            <a:r>
              <a:rPr sz="2200" dirty="0">
                <a:latin typeface="Times New Roman"/>
                <a:cs typeface="Times New Roman"/>
              </a:rPr>
              <a:t>recycling</a:t>
            </a:r>
            <a:r>
              <a:rPr sz="2200" spc="-45" dirty="0">
                <a:latin typeface="Times New Roman"/>
                <a:cs typeface="Times New Roman"/>
              </a:rPr>
              <a:t> </a:t>
            </a:r>
            <a:r>
              <a:rPr sz="2200" spc="-10" dirty="0">
                <a:latin typeface="Times New Roman"/>
                <a:cs typeface="Times New Roman"/>
              </a:rPr>
              <a:t>options.</a:t>
            </a:r>
            <a:endParaRPr sz="2200">
              <a:latin typeface="Times New Roman"/>
              <a:cs typeface="Times New Roman"/>
            </a:endParaRPr>
          </a:p>
          <a:p>
            <a:pPr marL="355600" marR="6985" indent="-342900" algn="just">
              <a:lnSpc>
                <a:spcPct val="80000"/>
              </a:lnSpc>
              <a:spcBef>
                <a:spcPts val="530"/>
              </a:spcBef>
              <a:buFont typeface="Arial MT"/>
              <a:buChar char="•"/>
              <a:tabLst>
                <a:tab pos="355600" algn="l"/>
              </a:tabLst>
            </a:pPr>
            <a:r>
              <a:rPr sz="2200" dirty="0">
                <a:latin typeface="Times New Roman"/>
                <a:cs typeface="Times New Roman"/>
              </a:rPr>
              <a:t>Governments</a:t>
            </a:r>
            <a:r>
              <a:rPr sz="2200" spc="204" dirty="0">
                <a:latin typeface="Times New Roman"/>
                <a:cs typeface="Times New Roman"/>
              </a:rPr>
              <a:t> </a:t>
            </a:r>
            <a:r>
              <a:rPr sz="2200" dirty="0">
                <a:latin typeface="Times New Roman"/>
                <a:cs typeface="Times New Roman"/>
              </a:rPr>
              <a:t>should</a:t>
            </a:r>
            <a:r>
              <a:rPr sz="2200" spc="229" dirty="0">
                <a:latin typeface="Times New Roman"/>
                <a:cs typeface="Times New Roman"/>
              </a:rPr>
              <a:t> </a:t>
            </a:r>
            <a:r>
              <a:rPr sz="2200" dirty="0">
                <a:latin typeface="Times New Roman"/>
                <a:cs typeface="Times New Roman"/>
              </a:rPr>
              <a:t>apply</a:t>
            </a:r>
            <a:r>
              <a:rPr sz="2200" spc="229" dirty="0">
                <a:latin typeface="Times New Roman"/>
                <a:cs typeface="Times New Roman"/>
              </a:rPr>
              <a:t> </a:t>
            </a:r>
            <a:r>
              <a:rPr sz="2200" dirty="0">
                <a:latin typeface="Times New Roman"/>
                <a:cs typeface="Times New Roman"/>
              </a:rPr>
              <a:t>strict</a:t>
            </a:r>
            <a:r>
              <a:rPr sz="2200" spc="215" dirty="0">
                <a:latin typeface="Times New Roman"/>
                <a:cs typeface="Times New Roman"/>
              </a:rPr>
              <a:t> </a:t>
            </a:r>
            <a:r>
              <a:rPr sz="2200" dirty="0">
                <a:latin typeface="Times New Roman"/>
                <a:cs typeface="Times New Roman"/>
              </a:rPr>
              <a:t>guidelines</a:t>
            </a:r>
            <a:r>
              <a:rPr sz="2200" spc="225" dirty="0">
                <a:latin typeface="Times New Roman"/>
                <a:cs typeface="Times New Roman"/>
              </a:rPr>
              <a:t> </a:t>
            </a:r>
            <a:r>
              <a:rPr sz="2200" dirty="0">
                <a:latin typeface="Times New Roman"/>
                <a:cs typeface="Times New Roman"/>
              </a:rPr>
              <a:t>against</a:t>
            </a:r>
            <a:r>
              <a:rPr sz="2200" spc="220" dirty="0">
                <a:latin typeface="Times New Roman"/>
                <a:cs typeface="Times New Roman"/>
              </a:rPr>
              <a:t> </a:t>
            </a:r>
            <a:r>
              <a:rPr sz="2200" dirty="0">
                <a:latin typeface="Times New Roman"/>
                <a:cs typeface="Times New Roman"/>
              </a:rPr>
              <a:t>dumping</a:t>
            </a:r>
            <a:r>
              <a:rPr sz="2200" spc="235" dirty="0">
                <a:latin typeface="Times New Roman"/>
                <a:cs typeface="Times New Roman"/>
              </a:rPr>
              <a:t> </a:t>
            </a:r>
            <a:r>
              <a:rPr sz="2200" dirty="0">
                <a:latin typeface="Times New Roman"/>
                <a:cs typeface="Times New Roman"/>
              </a:rPr>
              <a:t>of</a:t>
            </a:r>
            <a:r>
              <a:rPr sz="2200" spc="229" dirty="0">
                <a:latin typeface="Times New Roman"/>
                <a:cs typeface="Times New Roman"/>
              </a:rPr>
              <a:t> </a:t>
            </a:r>
            <a:r>
              <a:rPr sz="2200" spc="-25" dirty="0">
                <a:latin typeface="Times New Roman"/>
                <a:cs typeface="Times New Roman"/>
              </a:rPr>
              <a:t>E- </a:t>
            </a:r>
            <a:r>
              <a:rPr sz="2200" dirty="0">
                <a:latin typeface="Times New Roman"/>
                <a:cs typeface="Times New Roman"/>
              </a:rPr>
              <a:t>waste</a:t>
            </a:r>
            <a:r>
              <a:rPr sz="2200" spc="25" dirty="0">
                <a:latin typeface="Times New Roman"/>
                <a:cs typeface="Times New Roman"/>
              </a:rPr>
              <a:t>  </a:t>
            </a:r>
            <a:r>
              <a:rPr sz="2200" dirty="0">
                <a:latin typeface="Times New Roman"/>
                <a:cs typeface="Times New Roman"/>
              </a:rPr>
              <a:t>in</a:t>
            </a:r>
            <a:r>
              <a:rPr sz="2200" spc="25" dirty="0">
                <a:latin typeface="Times New Roman"/>
                <a:cs typeface="Times New Roman"/>
              </a:rPr>
              <a:t>  </a:t>
            </a:r>
            <a:r>
              <a:rPr sz="2200" dirty="0">
                <a:latin typeface="Times New Roman"/>
                <a:cs typeface="Times New Roman"/>
              </a:rPr>
              <a:t>the</a:t>
            </a:r>
            <a:r>
              <a:rPr sz="2200" spc="35" dirty="0">
                <a:latin typeface="Times New Roman"/>
                <a:cs typeface="Times New Roman"/>
              </a:rPr>
              <a:t>  </a:t>
            </a:r>
            <a:r>
              <a:rPr sz="2200" dirty="0">
                <a:latin typeface="Times New Roman"/>
                <a:cs typeface="Times New Roman"/>
              </a:rPr>
              <a:t>country</a:t>
            </a:r>
            <a:r>
              <a:rPr sz="2200" spc="40" dirty="0">
                <a:latin typeface="Times New Roman"/>
                <a:cs typeface="Times New Roman"/>
              </a:rPr>
              <a:t>  </a:t>
            </a:r>
            <a:r>
              <a:rPr sz="2200" dirty="0">
                <a:latin typeface="Times New Roman"/>
                <a:cs typeface="Times New Roman"/>
              </a:rPr>
              <a:t>by</a:t>
            </a:r>
            <a:r>
              <a:rPr sz="2200" spc="20" dirty="0">
                <a:latin typeface="Times New Roman"/>
                <a:cs typeface="Times New Roman"/>
              </a:rPr>
              <a:t>  </a:t>
            </a:r>
            <a:r>
              <a:rPr sz="2200" dirty="0">
                <a:latin typeface="Times New Roman"/>
                <a:cs typeface="Times New Roman"/>
              </a:rPr>
              <a:t>outsiders.</a:t>
            </a:r>
            <a:r>
              <a:rPr sz="2200" spc="30" dirty="0">
                <a:latin typeface="Times New Roman"/>
                <a:cs typeface="Times New Roman"/>
              </a:rPr>
              <a:t>  </a:t>
            </a:r>
            <a:r>
              <a:rPr sz="2200" dirty="0">
                <a:latin typeface="Times New Roman"/>
                <a:cs typeface="Times New Roman"/>
              </a:rPr>
              <a:t>Where</a:t>
            </a:r>
            <a:r>
              <a:rPr sz="2200" spc="25" dirty="0">
                <a:latin typeface="Times New Roman"/>
                <a:cs typeface="Times New Roman"/>
              </a:rPr>
              <a:t>  </a:t>
            </a:r>
            <a:r>
              <a:rPr sz="2200" dirty="0">
                <a:latin typeface="Times New Roman"/>
                <a:cs typeface="Times New Roman"/>
              </a:rPr>
              <a:t>the</a:t>
            </a:r>
            <a:r>
              <a:rPr sz="2200" spc="25" dirty="0">
                <a:latin typeface="Times New Roman"/>
                <a:cs typeface="Times New Roman"/>
              </a:rPr>
              <a:t>  </a:t>
            </a:r>
            <a:r>
              <a:rPr sz="2200" dirty="0">
                <a:latin typeface="Times New Roman"/>
                <a:cs typeface="Times New Roman"/>
              </a:rPr>
              <a:t>laws</a:t>
            </a:r>
            <a:r>
              <a:rPr sz="2200" spc="25" dirty="0">
                <a:latin typeface="Times New Roman"/>
                <a:cs typeface="Times New Roman"/>
              </a:rPr>
              <a:t>  </a:t>
            </a:r>
            <a:r>
              <a:rPr sz="2200" dirty="0">
                <a:latin typeface="Times New Roman"/>
                <a:cs typeface="Times New Roman"/>
              </a:rPr>
              <a:t>are</a:t>
            </a:r>
            <a:r>
              <a:rPr sz="2200" spc="25" dirty="0">
                <a:latin typeface="Times New Roman"/>
                <a:cs typeface="Times New Roman"/>
              </a:rPr>
              <a:t>  </a:t>
            </a:r>
            <a:r>
              <a:rPr sz="2200" spc="-10" dirty="0">
                <a:latin typeface="Times New Roman"/>
                <a:cs typeface="Times New Roman"/>
              </a:rPr>
              <a:t>broken, </a:t>
            </a:r>
            <a:r>
              <a:rPr sz="2200" dirty="0">
                <a:latin typeface="Times New Roman"/>
                <a:cs typeface="Times New Roman"/>
              </a:rPr>
              <a:t>stringent</a:t>
            </a:r>
            <a:r>
              <a:rPr sz="2200" spc="-50" dirty="0">
                <a:latin typeface="Times New Roman"/>
                <a:cs typeface="Times New Roman"/>
              </a:rPr>
              <a:t> </a:t>
            </a:r>
            <a:r>
              <a:rPr sz="2200" dirty="0">
                <a:latin typeface="Times New Roman"/>
                <a:cs typeface="Times New Roman"/>
              </a:rPr>
              <a:t>punishments</a:t>
            </a:r>
            <a:r>
              <a:rPr sz="2200" spc="-35" dirty="0">
                <a:latin typeface="Times New Roman"/>
                <a:cs typeface="Times New Roman"/>
              </a:rPr>
              <a:t> </a:t>
            </a:r>
            <a:r>
              <a:rPr sz="2200" dirty="0">
                <a:latin typeface="Times New Roman"/>
                <a:cs typeface="Times New Roman"/>
              </a:rPr>
              <a:t>must</a:t>
            </a:r>
            <a:r>
              <a:rPr sz="2200" spc="-25" dirty="0">
                <a:latin typeface="Times New Roman"/>
                <a:cs typeface="Times New Roman"/>
              </a:rPr>
              <a:t> </a:t>
            </a:r>
            <a:r>
              <a:rPr sz="2200" dirty="0">
                <a:latin typeface="Times New Roman"/>
                <a:cs typeface="Times New Roman"/>
              </a:rPr>
              <a:t>be</a:t>
            </a:r>
            <a:r>
              <a:rPr sz="2200" spc="-45" dirty="0">
                <a:latin typeface="Times New Roman"/>
                <a:cs typeface="Times New Roman"/>
              </a:rPr>
              <a:t> </a:t>
            </a:r>
            <a:r>
              <a:rPr sz="2200" spc="-10" dirty="0">
                <a:latin typeface="Times New Roman"/>
                <a:cs typeface="Times New Roman"/>
              </a:rPr>
              <a:t>imposed.</a:t>
            </a:r>
            <a:endParaRPr sz="2200">
              <a:latin typeface="Times New Roman"/>
              <a:cs typeface="Times New Roman"/>
            </a:endParaRPr>
          </a:p>
          <a:p>
            <a:pPr marL="355600" marR="6985" indent="-342900" algn="just">
              <a:lnSpc>
                <a:spcPct val="80000"/>
              </a:lnSpc>
              <a:spcBef>
                <a:spcPts val="525"/>
              </a:spcBef>
              <a:buFont typeface="Arial MT"/>
              <a:buChar char="•"/>
              <a:tabLst>
                <a:tab pos="355600" algn="l"/>
              </a:tabLst>
            </a:pPr>
            <a:r>
              <a:rPr sz="2200" dirty="0">
                <a:latin typeface="Times New Roman"/>
                <a:cs typeface="Times New Roman"/>
              </a:rPr>
              <a:t>Governments</a:t>
            </a:r>
            <a:r>
              <a:rPr sz="2200" spc="330" dirty="0">
                <a:latin typeface="Times New Roman"/>
                <a:cs typeface="Times New Roman"/>
              </a:rPr>
              <a:t> </a:t>
            </a:r>
            <a:r>
              <a:rPr sz="2200" dirty="0">
                <a:latin typeface="Times New Roman"/>
                <a:cs typeface="Times New Roman"/>
              </a:rPr>
              <a:t>should</a:t>
            </a:r>
            <a:r>
              <a:rPr sz="2200" spc="360" dirty="0">
                <a:latin typeface="Times New Roman"/>
                <a:cs typeface="Times New Roman"/>
              </a:rPr>
              <a:t> </a:t>
            </a:r>
            <a:r>
              <a:rPr sz="2200" dirty="0">
                <a:latin typeface="Times New Roman"/>
                <a:cs typeface="Times New Roman"/>
              </a:rPr>
              <a:t>enforce</a:t>
            </a:r>
            <a:r>
              <a:rPr sz="2200" spc="335" dirty="0">
                <a:latin typeface="Times New Roman"/>
                <a:cs typeface="Times New Roman"/>
              </a:rPr>
              <a:t> </a:t>
            </a:r>
            <a:r>
              <a:rPr sz="2200" dirty="0">
                <a:latin typeface="Times New Roman"/>
                <a:cs typeface="Times New Roman"/>
              </a:rPr>
              <a:t>strict</a:t>
            </a:r>
            <a:r>
              <a:rPr sz="2200" spc="350" dirty="0">
                <a:latin typeface="Times New Roman"/>
                <a:cs typeface="Times New Roman"/>
              </a:rPr>
              <a:t> </a:t>
            </a:r>
            <a:r>
              <a:rPr sz="2200" dirty="0">
                <a:latin typeface="Times New Roman"/>
                <a:cs typeface="Times New Roman"/>
              </a:rPr>
              <a:t>guidelines</a:t>
            </a:r>
            <a:r>
              <a:rPr sz="2200" spc="350" dirty="0">
                <a:latin typeface="Times New Roman"/>
                <a:cs typeface="Times New Roman"/>
              </a:rPr>
              <a:t> </a:t>
            </a:r>
            <a:r>
              <a:rPr sz="2200" dirty="0">
                <a:latin typeface="Times New Roman"/>
                <a:cs typeface="Times New Roman"/>
              </a:rPr>
              <a:t>and</a:t>
            </a:r>
            <a:r>
              <a:rPr sz="2200" spc="350" dirty="0">
                <a:latin typeface="Times New Roman"/>
                <a:cs typeface="Times New Roman"/>
              </a:rPr>
              <a:t> </a:t>
            </a:r>
            <a:r>
              <a:rPr sz="2200" dirty="0">
                <a:latin typeface="Times New Roman"/>
                <a:cs typeface="Times New Roman"/>
              </a:rPr>
              <a:t>heavy</a:t>
            </a:r>
            <a:r>
              <a:rPr sz="2200" spc="360" dirty="0">
                <a:latin typeface="Times New Roman"/>
                <a:cs typeface="Times New Roman"/>
              </a:rPr>
              <a:t> </a:t>
            </a:r>
            <a:r>
              <a:rPr sz="2200" spc="-10" dirty="0">
                <a:latin typeface="Times New Roman"/>
                <a:cs typeface="Times New Roman"/>
              </a:rPr>
              <a:t>penalties </a:t>
            </a:r>
            <a:r>
              <a:rPr sz="2200" dirty="0">
                <a:latin typeface="Times New Roman"/>
                <a:cs typeface="Times New Roman"/>
              </a:rPr>
              <a:t>charges</a:t>
            </a:r>
            <a:r>
              <a:rPr sz="2200" spc="260" dirty="0">
                <a:latin typeface="Times New Roman"/>
                <a:cs typeface="Times New Roman"/>
              </a:rPr>
              <a:t> </a:t>
            </a:r>
            <a:r>
              <a:rPr sz="2200" dirty="0">
                <a:latin typeface="Times New Roman"/>
                <a:cs typeface="Times New Roman"/>
              </a:rPr>
              <a:t>on</a:t>
            </a:r>
            <a:r>
              <a:rPr sz="2200" spc="270" dirty="0">
                <a:latin typeface="Times New Roman"/>
                <a:cs typeface="Times New Roman"/>
              </a:rPr>
              <a:t> </a:t>
            </a:r>
            <a:r>
              <a:rPr sz="2200" dirty="0">
                <a:latin typeface="Times New Roman"/>
                <a:cs typeface="Times New Roman"/>
              </a:rPr>
              <a:t>industries,</a:t>
            </a:r>
            <a:r>
              <a:rPr sz="2200" spc="270" dirty="0">
                <a:latin typeface="Times New Roman"/>
                <a:cs typeface="Times New Roman"/>
              </a:rPr>
              <a:t> </a:t>
            </a:r>
            <a:r>
              <a:rPr sz="2200" dirty="0">
                <a:latin typeface="Times New Roman"/>
                <a:cs typeface="Times New Roman"/>
              </a:rPr>
              <a:t>which</a:t>
            </a:r>
            <a:r>
              <a:rPr sz="2200" spc="260" dirty="0">
                <a:latin typeface="Times New Roman"/>
                <a:cs typeface="Times New Roman"/>
              </a:rPr>
              <a:t> </a:t>
            </a:r>
            <a:r>
              <a:rPr sz="2200" dirty="0">
                <a:latin typeface="Times New Roman"/>
                <a:cs typeface="Times New Roman"/>
              </a:rPr>
              <a:t>do</a:t>
            </a:r>
            <a:r>
              <a:rPr sz="2200" spc="254" dirty="0">
                <a:latin typeface="Times New Roman"/>
                <a:cs typeface="Times New Roman"/>
              </a:rPr>
              <a:t> </a:t>
            </a:r>
            <a:r>
              <a:rPr sz="2200" dirty="0">
                <a:latin typeface="Times New Roman"/>
                <a:cs typeface="Times New Roman"/>
              </a:rPr>
              <a:t>not</a:t>
            </a:r>
            <a:r>
              <a:rPr sz="2200" spc="250" dirty="0">
                <a:latin typeface="Times New Roman"/>
                <a:cs typeface="Times New Roman"/>
              </a:rPr>
              <a:t> </a:t>
            </a:r>
            <a:r>
              <a:rPr sz="2200" dirty="0">
                <a:latin typeface="Times New Roman"/>
                <a:cs typeface="Times New Roman"/>
              </a:rPr>
              <a:t>practice</a:t>
            </a:r>
            <a:r>
              <a:rPr sz="2200" spc="260" dirty="0">
                <a:latin typeface="Times New Roman"/>
                <a:cs typeface="Times New Roman"/>
              </a:rPr>
              <a:t> </a:t>
            </a:r>
            <a:r>
              <a:rPr sz="2200" dirty="0">
                <a:latin typeface="Times New Roman"/>
                <a:cs typeface="Times New Roman"/>
              </a:rPr>
              <a:t>waste</a:t>
            </a:r>
            <a:r>
              <a:rPr sz="2200" spc="270" dirty="0">
                <a:latin typeface="Times New Roman"/>
                <a:cs typeface="Times New Roman"/>
              </a:rPr>
              <a:t> </a:t>
            </a:r>
            <a:r>
              <a:rPr sz="2200" dirty="0">
                <a:latin typeface="Times New Roman"/>
                <a:cs typeface="Times New Roman"/>
              </a:rPr>
              <a:t>prevention</a:t>
            </a:r>
            <a:r>
              <a:rPr sz="2200" spc="275" dirty="0">
                <a:latin typeface="Times New Roman"/>
                <a:cs typeface="Times New Roman"/>
              </a:rPr>
              <a:t> </a:t>
            </a:r>
            <a:r>
              <a:rPr sz="2200" spc="-25" dirty="0">
                <a:latin typeface="Times New Roman"/>
                <a:cs typeface="Times New Roman"/>
              </a:rPr>
              <a:t>and </a:t>
            </a:r>
            <a:r>
              <a:rPr sz="2200" dirty="0">
                <a:latin typeface="Times New Roman"/>
                <a:cs typeface="Times New Roman"/>
              </a:rPr>
              <a:t>recovery</a:t>
            </a:r>
            <a:r>
              <a:rPr sz="2200" spc="-55" dirty="0">
                <a:latin typeface="Times New Roman"/>
                <a:cs typeface="Times New Roman"/>
              </a:rPr>
              <a:t> </a:t>
            </a:r>
            <a:r>
              <a:rPr sz="2200" dirty="0">
                <a:latin typeface="Times New Roman"/>
                <a:cs typeface="Times New Roman"/>
              </a:rPr>
              <a:t>in</a:t>
            </a:r>
            <a:r>
              <a:rPr sz="2200" spc="-55" dirty="0">
                <a:latin typeface="Times New Roman"/>
                <a:cs typeface="Times New Roman"/>
              </a:rPr>
              <a:t> </a:t>
            </a:r>
            <a:r>
              <a:rPr sz="2200" dirty="0">
                <a:latin typeface="Times New Roman"/>
                <a:cs typeface="Times New Roman"/>
              </a:rPr>
              <a:t>the</a:t>
            </a:r>
            <a:r>
              <a:rPr sz="2200" spc="-60" dirty="0">
                <a:latin typeface="Times New Roman"/>
                <a:cs typeface="Times New Roman"/>
              </a:rPr>
              <a:t> </a:t>
            </a:r>
            <a:r>
              <a:rPr sz="2200" dirty="0">
                <a:latin typeface="Times New Roman"/>
                <a:cs typeface="Times New Roman"/>
              </a:rPr>
              <a:t>manufacture</a:t>
            </a:r>
            <a:r>
              <a:rPr sz="2200" spc="-35" dirty="0">
                <a:latin typeface="Times New Roman"/>
                <a:cs typeface="Times New Roman"/>
              </a:rPr>
              <a:t> </a:t>
            </a:r>
            <a:r>
              <a:rPr sz="2200" spc="-10" dirty="0">
                <a:latin typeface="Times New Roman"/>
                <a:cs typeface="Times New Roman"/>
              </a:rPr>
              <a:t>facilities.</a:t>
            </a:r>
            <a:endParaRPr sz="2200">
              <a:latin typeface="Times New Roman"/>
              <a:cs typeface="Times New Roman"/>
            </a:endParaRPr>
          </a:p>
          <a:p>
            <a:pPr marL="355600" marR="8890" indent="-342900" algn="just">
              <a:lnSpc>
                <a:spcPct val="80000"/>
              </a:lnSpc>
              <a:spcBef>
                <a:spcPts val="530"/>
              </a:spcBef>
              <a:buFont typeface="Arial MT"/>
              <a:buChar char="•"/>
              <a:tabLst>
                <a:tab pos="355600" algn="l"/>
              </a:tabLst>
            </a:pPr>
            <a:r>
              <a:rPr sz="2200" dirty="0">
                <a:latin typeface="Times New Roman"/>
                <a:cs typeface="Times New Roman"/>
              </a:rPr>
              <a:t>Governments</a:t>
            </a:r>
            <a:r>
              <a:rPr sz="2200" spc="190" dirty="0">
                <a:latin typeface="Times New Roman"/>
                <a:cs typeface="Times New Roman"/>
              </a:rPr>
              <a:t>  </a:t>
            </a:r>
            <a:r>
              <a:rPr sz="2200" dirty="0">
                <a:latin typeface="Times New Roman"/>
                <a:cs typeface="Times New Roman"/>
              </a:rPr>
              <a:t>should</a:t>
            </a:r>
            <a:r>
              <a:rPr sz="2200" spc="200" dirty="0">
                <a:latin typeface="Times New Roman"/>
                <a:cs typeface="Times New Roman"/>
              </a:rPr>
              <a:t>  </a:t>
            </a:r>
            <a:r>
              <a:rPr sz="2200" dirty="0">
                <a:latin typeface="Times New Roman"/>
                <a:cs typeface="Times New Roman"/>
              </a:rPr>
              <a:t>encourage</a:t>
            </a:r>
            <a:r>
              <a:rPr sz="2200" spc="200" dirty="0">
                <a:latin typeface="Times New Roman"/>
                <a:cs typeface="Times New Roman"/>
              </a:rPr>
              <a:t>  </a:t>
            </a:r>
            <a:r>
              <a:rPr sz="2200" dirty="0">
                <a:latin typeface="Times New Roman"/>
                <a:cs typeface="Times New Roman"/>
              </a:rPr>
              <a:t>and</a:t>
            </a:r>
            <a:r>
              <a:rPr sz="2200" spc="195" dirty="0">
                <a:latin typeface="Times New Roman"/>
                <a:cs typeface="Times New Roman"/>
              </a:rPr>
              <a:t>  </a:t>
            </a:r>
            <a:r>
              <a:rPr sz="2200" dirty="0">
                <a:latin typeface="Times New Roman"/>
                <a:cs typeface="Times New Roman"/>
              </a:rPr>
              <a:t>support</a:t>
            </a:r>
            <a:r>
              <a:rPr sz="2200" spc="200" dirty="0">
                <a:latin typeface="Times New Roman"/>
                <a:cs typeface="Times New Roman"/>
              </a:rPr>
              <a:t>  </a:t>
            </a:r>
            <a:r>
              <a:rPr sz="2200" dirty="0">
                <a:latin typeface="Times New Roman"/>
                <a:cs typeface="Times New Roman"/>
              </a:rPr>
              <a:t>NGOs</a:t>
            </a:r>
            <a:r>
              <a:rPr sz="2200" spc="200" dirty="0">
                <a:latin typeface="Times New Roman"/>
                <a:cs typeface="Times New Roman"/>
              </a:rPr>
              <a:t>  </a:t>
            </a:r>
            <a:r>
              <a:rPr sz="2200" dirty="0">
                <a:latin typeface="Times New Roman"/>
                <a:cs typeface="Times New Roman"/>
              </a:rPr>
              <a:t>and</a:t>
            </a:r>
            <a:r>
              <a:rPr sz="2200" spc="200" dirty="0">
                <a:latin typeface="Times New Roman"/>
                <a:cs typeface="Times New Roman"/>
              </a:rPr>
              <a:t>  </a:t>
            </a:r>
            <a:r>
              <a:rPr sz="2200" spc="-10" dirty="0">
                <a:latin typeface="Times New Roman"/>
                <a:cs typeface="Times New Roman"/>
              </a:rPr>
              <a:t>other </a:t>
            </a:r>
            <a:r>
              <a:rPr sz="2200" dirty="0">
                <a:latin typeface="Times New Roman"/>
                <a:cs typeface="Times New Roman"/>
              </a:rPr>
              <a:t>organizations</a:t>
            </a:r>
            <a:r>
              <a:rPr sz="2200" spc="355" dirty="0">
                <a:latin typeface="Times New Roman"/>
                <a:cs typeface="Times New Roman"/>
              </a:rPr>
              <a:t> </a:t>
            </a:r>
            <a:r>
              <a:rPr sz="2200" dirty="0">
                <a:latin typeface="Times New Roman"/>
                <a:cs typeface="Times New Roman"/>
              </a:rPr>
              <a:t>to</a:t>
            </a:r>
            <a:r>
              <a:rPr sz="2200" spc="370" dirty="0">
                <a:latin typeface="Times New Roman"/>
                <a:cs typeface="Times New Roman"/>
              </a:rPr>
              <a:t> </a:t>
            </a:r>
            <a:r>
              <a:rPr sz="2200" dirty="0">
                <a:latin typeface="Times New Roman"/>
                <a:cs typeface="Times New Roman"/>
              </a:rPr>
              <a:t>participate</a:t>
            </a:r>
            <a:r>
              <a:rPr sz="2200" spc="375" dirty="0">
                <a:latin typeface="Times New Roman"/>
                <a:cs typeface="Times New Roman"/>
              </a:rPr>
              <a:t> </a:t>
            </a:r>
            <a:r>
              <a:rPr sz="2200" dirty="0">
                <a:latin typeface="Times New Roman"/>
                <a:cs typeface="Times New Roman"/>
              </a:rPr>
              <a:t>actively</a:t>
            </a:r>
            <a:r>
              <a:rPr sz="2200" spc="380" dirty="0">
                <a:latin typeface="Times New Roman"/>
                <a:cs typeface="Times New Roman"/>
              </a:rPr>
              <a:t> </a:t>
            </a:r>
            <a:r>
              <a:rPr sz="2200" dirty="0">
                <a:latin typeface="Times New Roman"/>
                <a:cs typeface="Times New Roman"/>
              </a:rPr>
              <a:t>in</a:t>
            </a:r>
            <a:r>
              <a:rPr sz="2200" spc="360" dirty="0">
                <a:latin typeface="Times New Roman"/>
                <a:cs typeface="Times New Roman"/>
              </a:rPr>
              <a:t> </a:t>
            </a:r>
            <a:r>
              <a:rPr sz="2200" dirty="0">
                <a:latin typeface="Times New Roman"/>
                <a:cs typeface="Times New Roman"/>
              </a:rPr>
              <a:t>solving</a:t>
            </a:r>
            <a:r>
              <a:rPr sz="2200" spc="370" dirty="0">
                <a:latin typeface="Times New Roman"/>
                <a:cs typeface="Times New Roman"/>
              </a:rPr>
              <a:t> </a:t>
            </a:r>
            <a:r>
              <a:rPr sz="2200" dirty="0">
                <a:latin typeface="Times New Roman"/>
                <a:cs typeface="Times New Roman"/>
              </a:rPr>
              <a:t>the</a:t>
            </a:r>
            <a:r>
              <a:rPr sz="2200" spc="355" dirty="0">
                <a:latin typeface="Times New Roman"/>
                <a:cs typeface="Times New Roman"/>
              </a:rPr>
              <a:t> </a:t>
            </a:r>
            <a:r>
              <a:rPr sz="2200" dirty="0">
                <a:latin typeface="Times New Roman"/>
                <a:cs typeface="Times New Roman"/>
              </a:rPr>
              <a:t>problem</a:t>
            </a:r>
            <a:r>
              <a:rPr sz="2200" spc="360" dirty="0">
                <a:latin typeface="Times New Roman"/>
                <a:cs typeface="Times New Roman"/>
              </a:rPr>
              <a:t> </a:t>
            </a:r>
            <a:r>
              <a:rPr sz="2200" dirty="0">
                <a:latin typeface="Times New Roman"/>
                <a:cs typeface="Times New Roman"/>
              </a:rPr>
              <a:t>of</a:t>
            </a:r>
            <a:r>
              <a:rPr sz="2200" spc="370" dirty="0">
                <a:latin typeface="Times New Roman"/>
                <a:cs typeface="Times New Roman"/>
              </a:rPr>
              <a:t> </a:t>
            </a:r>
            <a:r>
              <a:rPr sz="2200" spc="-25" dirty="0">
                <a:latin typeface="Times New Roman"/>
                <a:cs typeface="Times New Roman"/>
              </a:rPr>
              <a:t>E- </a:t>
            </a:r>
            <a:r>
              <a:rPr sz="2200" spc="-10" dirty="0">
                <a:latin typeface="Times New Roman"/>
                <a:cs typeface="Times New Roman"/>
              </a:rPr>
              <a:t>waste.</a:t>
            </a:r>
            <a:endParaRPr sz="2200">
              <a:latin typeface="Times New Roman"/>
              <a:cs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1140" y="725779"/>
            <a:ext cx="8607425" cy="4903470"/>
          </a:xfrm>
          <a:prstGeom prst="rect">
            <a:avLst/>
          </a:prstGeom>
        </p:spPr>
        <p:txBody>
          <a:bodyPr vert="horz" wrap="square" lIns="0" tIns="73660" rIns="0" bIns="0" rtlCol="0">
            <a:spAutoFit/>
          </a:bodyPr>
          <a:lstStyle/>
          <a:p>
            <a:pPr marL="12700" algn="just">
              <a:lnSpc>
                <a:spcPct val="100000"/>
              </a:lnSpc>
              <a:spcBef>
                <a:spcPts val="580"/>
              </a:spcBef>
            </a:pPr>
            <a:r>
              <a:rPr sz="2000" b="1" dirty="0">
                <a:latin typeface="Times New Roman"/>
                <a:cs typeface="Times New Roman"/>
              </a:rPr>
              <a:t>B.</a:t>
            </a:r>
            <a:r>
              <a:rPr sz="2000" b="1" spc="-35" dirty="0">
                <a:latin typeface="Times New Roman"/>
                <a:cs typeface="Times New Roman"/>
              </a:rPr>
              <a:t> </a:t>
            </a:r>
            <a:r>
              <a:rPr sz="2000" b="1" dirty="0">
                <a:latin typeface="Times New Roman"/>
                <a:cs typeface="Times New Roman"/>
              </a:rPr>
              <a:t>What</a:t>
            </a:r>
            <a:r>
              <a:rPr sz="2000" b="1" spc="-30" dirty="0">
                <a:latin typeface="Times New Roman"/>
                <a:cs typeface="Times New Roman"/>
              </a:rPr>
              <a:t> </a:t>
            </a:r>
            <a:r>
              <a:rPr sz="2000" b="1" dirty="0">
                <a:latin typeface="Times New Roman"/>
                <a:cs typeface="Times New Roman"/>
              </a:rPr>
              <a:t>Should</a:t>
            </a:r>
            <a:r>
              <a:rPr sz="2000" b="1" spc="-25" dirty="0">
                <a:latin typeface="Times New Roman"/>
                <a:cs typeface="Times New Roman"/>
              </a:rPr>
              <a:t> </a:t>
            </a:r>
            <a:r>
              <a:rPr sz="2000" b="1" dirty="0">
                <a:latin typeface="Times New Roman"/>
                <a:cs typeface="Times New Roman"/>
              </a:rPr>
              <a:t>Be</a:t>
            </a:r>
            <a:r>
              <a:rPr sz="2000" b="1" spc="-5" dirty="0">
                <a:latin typeface="Times New Roman"/>
                <a:cs typeface="Times New Roman"/>
              </a:rPr>
              <a:t> </a:t>
            </a:r>
            <a:r>
              <a:rPr sz="2000" b="1" dirty="0">
                <a:latin typeface="Times New Roman"/>
                <a:cs typeface="Times New Roman"/>
              </a:rPr>
              <a:t>Responsibility</a:t>
            </a:r>
            <a:r>
              <a:rPr sz="2000" b="1" spc="-40" dirty="0">
                <a:latin typeface="Times New Roman"/>
                <a:cs typeface="Times New Roman"/>
              </a:rPr>
              <a:t> </a:t>
            </a:r>
            <a:r>
              <a:rPr sz="2000" b="1" dirty="0">
                <a:latin typeface="Times New Roman"/>
                <a:cs typeface="Times New Roman"/>
              </a:rPr>
              <a:t>and</a:t>
            </a:r>
            <a:r>
              <a:rPr sz="2000" b="1" spc="-15" dirty="0">
                <a:latin typeface="Times New Roman"/>
                <a:cs typeface="Times New Roman"/>
              </a:rPr>
              <a:t> </a:t>
            </a:r>
            <a:r>
              <a:rPr sz="2000" b="1" dirty="0">
                <a:latin typeface="Times New Roman"/>
                <a:cs typeface="Times New Roman"/>
              </a:rPr>
              <a:t>Role</a:t>
            </a:r>
            <a:r>
              <a:rPr sz="2000" b="1" spc="-30" dirty="0">
                <a:latin typeface="Times New Roman"/>
                <a:cs typeface="Times New Roman"/>
              </a:rPr>
              <a:t> </a:t>
            </a:r>
            <a:r>
              <a:rPr sz="2000" b="1" dirty="0">
                <a:latin typeface="Times New Roman"/>
                <a:cs typeface="Times New Roman"/>
              </a:rPr>
              <a:t>of</a:t>
            </a:r>
            <a:r>
              <a:rPr sz="2000" b="1" spc="-20" dirty="0">
                <a:latin typeface="Times New Roman"/>
                <a:cs typeface="Times New Roman"/>
              </a:rPr>
              <a:t> </a:t>
            </a:r>
            <a:r>
              <a:rPr sz="2000" b="1" spc="-10" dirty="0">
                <a:latin typeface="Times New Roman"/>
                <a:cs typeface="Times New Roman"/>
              </a:rPr>
              <a:t>Industries?</a:t>
            </a:r>
            <a:endParaRPr sz="2000">
              <a:latin typeface="Times New Roman"/>
              <a:cs typeface="Times New Roman"/>
            </a:endParaRPr>
          </a:p>
          <a:p>
            <a:pPr marL="352425" marR="5080" indent="-339725" algn="just">
              <a:lnSpc>
                <a:spcPct val="100000"/>
              </a:lnSpc>
              <a:spcBef>
                <a:spcPts val="480"/>
              </a:spcBef>
              <a:buFont typeface="Arial MT"/>
              <a:buChar char="•"/>
              <a:tabLst>
                <a:tab pos="355600" algn="l"/>
              </a:tabLst>
            </a:pPr>
            <a:r>
              <a:rPr sz="2000" dirty="0">
                <a:latin typeface="Times New Roman"/>
                <a:cs typeface="Times New Roman"/>
              </a:rPr>
              <a:t>Producers</a:t>
            </a:r>
            <a:r>
              <a:rPr sz="2000" spc="220" dirty="0">
                <a:latin typeface="Times New Roman"/>
                <a:cs typeface="Times New Roman"/>
              </a:rPr>
              <a:t>  </a:t>
            </a:r>
            <a:r>
              <a:rPr sz="2000" dirty="0">
                <a:latin typeface="Times New Roman"/>
                <a:cs typeface="Times New Roman"/>
              </a:rPr>
              <a:t>of</a:t>
            </a:r>
            <a:r>
              <a:rPr sz="2000" spc="229" dirty="0">
                <a:latin typeface="Times New Roman"/>
                <a:cs typeface="Times New Roman"/>
              </a:rPr>
              <a:t>  </a:t>
            </a:r>
            <a:r>
              <a:rPr sz="2000" dirty="0">
                <a:latin typeface="Times New Roman"/>
                <a:cs typeface="Times New Roman"/>
              </a:rPr>
              <a:t>wastes</a:t>
            </a:r>
            <a:r>
              <a:rPr sz="2000" spc="225" dirty="0">
                <a:latin typeface="Times New Roman"/>
                <a:cs typeface="Times New Roman"/>
              </a:rPr>
              <a:t>  </a:t>
            </a:r>
            <a:r>
              <a:rPr sz="2000" dirty="0">
                <a:latin typeface="Times New Roman"/>
                <a:cs typeface="Times New Roman"/>
              </a:rPr>
              <a:t>should</a:t>
            </a:r>
            <a:r>
              <a:rPr sz="2000" spc="229" dirty="0">
                <a:latin typeface="Times New Roman"/>
                <a:cs typeface="Times New Roman"/>
              </a:rPr>
              <a:t>  </a:t>
            </a:r>
            <a:r>
              <a:rPr sz="2000" dirty="0">
                <a:latin typeface="Times New Roman"/>
                <a:cs typeface="Times New Roman"/>
              </a:rPr>
              <a:t>take</a:t>
            </a:r>
            <a:r>
              <a:rPr sz="2000" spc="220" dirty="0">
                <a:latin typeface="Times New Roman"/>
                <a:cs typeface="Times New Roman"/>
              </a:rPr>
              <a:t>  </a:t>
            </a:r>
            <a:r>
              <a:rPr sz="2000" dirty="0">
                <a:latin typeface="Times New Roman"/>
                <a:cs typeface="Times New Roman"/>
              </a:rPr>
              <a:t>responsibility</a:t>
            </a:r>
            <a:r>
              <a:rPr sz="2000" spc="229" dirty="0">
                <a:latin typeface="Times New Roman"/>
                <a:cs typeface="Times New Roman"/>
              </a:rPr>
              <a:t>  </a:t>
            </a:r>
            <a:r>
              <a:rPr sz="2000" dirty="0">
                <a:latin typeface="Times New Roman"/>
                <a:cs typeface="Times New Roman"/>
              </a:rPr>
              <a:t>to</a:t>
            </a:r>
            <a:r>
              <a:rPr sz="2000" spc="229" dirty="0">
                <a:latin typeface="Times New Roman"/>
                <a:cs typeface="Times New Roman"/>
              </a:rPr>
              <a:t>  </a:t>
            </a:r>
            <a:r>
              <a:rPr sz="2000" dirty="0">
                <a:latin typeface="Times New Roman"/>
                <a:cs typeface="Times New Roman"/>
              </a:rPr>
              <a:t>determine</a:t>
            </a:r>
            <a:r>
              <a:rPr sz="2000" spc="225" dirty="0">
                <a:latin typeface="Times New Roman"/>
                <a:cs typeface="Times New Roman"/>
              </a:rPr>
              <a:t>  </a:t>
            </a:r>
            <a:r>
              <a:rPr sz="2000" dirty="0">
                <a:latin typeface="Times New Roman"/>
                <a:cs typeface="Times New Roman"/>
              </a:rPr>
              <a:t>the</a:t>
            </a:r>
            <a:r>
              <a:rPr sz="2000" spc="225" dirty="0">
                <a:latin typeface="Times New Roman"/>
                <a:cs typeface="Times New Roman"/>
              </a:rPr>
              <a:t>  </a:t>
            </a:r>
            <a:r>
              <a:rPr sz="2000" spc="-10" dirty="0">
                <a:latin typeface="Times New Roman"/>
                <a:cs typeface="Times New Roman"/>
              </a:rPr>
              <a:t>output 	</a:t>
            </a:r>
            <a:r>
              <a:rPr sz="2000" dirty="0">
                <a:latin typeface="Times New Roman"/>
                <a:cs typeface="Times New Roman"/>
              </a:rPr>
              <a:t>characteristics</a:t>
            </a:r>
            <a:r>
              <a:rPr sz="2000" spc="345" dirty="0">
                <a:latin typeface="Times New Roman"/>
                <a:cs typeface="Times New Roman"/>
              </a:rPr>
              <a:t> </a:t>
            </a:r>
            <a:r>
              <a:rPr sz="2000" dirty="0">
                <a:latin typeface="Times New Roman"/>
                <a:cs typeface="Times New Roman"/>
              </a:rPr>
              <a:t>of</a:t>
            </a:r>
            <a:r>
              <a:rPr sz="2000" spc="360" dirty="0">
                <a:latin typeface="Times New Roman"/>
                <a:cs typeface="Times New Roman"/>
              </a:rPr>
              <a:t> </a:t>
            </a:r>
            <a:r>
              <a:rPr sz="2000" spc="-20" dirty="0">
                <a:latin typeface="Times New Roman"/>
                <a:cs typeface="Times New Roman"/>
              </a:rPr>
              <a:t>E-</a:t>
            </a:r>
            <a:r>
              <a:rPr sz="2000" dirty="0">
                <a:latin typeface="Times New Roman"/>
                <a:cs typeface="Times New Roman"/>
              </a:rPr>
              <a:t>wastes</a:t>
            </a:r>
            <a:r>
              <a:rPr sz="2000" spc="355" dirty="0">
                <a:latin typeface="Times New Roman"/>
                <a:cs typeface="Times New Roman"/>
              </a:rPr>
              <a:t> </a:t>
            </a:r>
            <a:r>
              <a:rPr sz="2000" dirty="0">
                <a:latin typeface="Times New Roman"/>
                <a:cs typeface="Times New Roman"/>
              </a:rPr>
              <a:t>and</a:t>
            </a:r>
            <a:r>
              <a:rPr sz="2000" spc="365" dirty="0">
                <a:latin typeface="Times New Roman"/>
                <a:cs typeface="Times New Roman"/>
              </a:rPr>
              <a:t> </a:t>
            </a:r>
            <a:r>
              <a:rPr sz="2000" dirty="0">
                <a:latin typeface="Times New Roman"/>
                <a:cs typeface="Times New Roman"/>
              </a:rPr>
              <a:t>if</a:t>
            </a:r>
            <a:r>
              <a:rPr sz="2000" spc="360" dirty="0">
                <a:latin typeface="Times New Roman"/>
                <a:cs typeface="Times New Roman"/>
              </a:rPr>
              <a:t> </a:t>
            </a:r>
            <a:r>
              <a:rPr sz="2000" dirty="0">
                <a:latin typeface="Times New Roman"/>
                <a:cs typeface="Times New Roman"/>
              </a:rPr>
              <a:t>unsafe,</a:t>
            </a:r>
            <a:r>
              <a:rPr sz="2000" spc="365" dirty="0">
                <a:latin typeface="Times New Roman"/>
                <a:cs typeface="Times New Roman"/>
              </a:rPr>
              <a:t> </a:t>
            </a:r>
            <a:r>
              <a:rPr sz="2000" dirty="0">
                <a:latin typeface="Times New Roman"/>
                <a:cs typeface="Times New Roman"/>
              </a:rPr>
              <a:t>should</a:t>
            </a:r>
            <a:r>
              <a:rPr sz="2000" spc="350" dirty="0">
                <a:latin typeface="Times New Roman"/>
                <a:cs typeface="Times New Roman"/>
              </a:rPr>
              <a:t> </a:t>
            </a:r>
            <a:r>
              <a:rPr sz="2000" dirty="0">
                <a:latin typeface="Times New Roman"/>
                <a:cs typeface="Times New Roman"/>
              </a:rPr>
              <a:t>provide</a:t>
            </a:r>
            <a:r>
              <a:rPr sz="2000" spc="360" dirty="0">
                <a:latin typeface="Times New Roman"/>
                <a:cs typeface="Times New Roman"/>
              </a:rPr>
              <a:t> </a:t>
            </a:r>
            <a:r>
              <a:rPr sz="2000" dirty="0">
                <a:latin typeface="Times New Roman"/>
                <a:cs typeface="Times New Roman"/>
              </a:rPr>
              <a:t>proper</a:t>
            </a:r>
            <a:r>
              <a:rPr sz="2000" spc="360" dirty="0">
                <a:latin typeface="Times New Roman"/>
                <a:cs typeface="Times New Roman"/>
              </a:rPr>
              <a:t> </a:t>
            </a:r>
            <a:r>
              <a:rPr sz="2000" spc="-10" dirty="0">
                <a:latin typeface="Times New Roman"/>
                <a:cs typeface="Times New Roman"/>
              </a:rPr>
              <a:t>management 	options.</a:t>
            </a:r>
            <a:endParaRPr sz="2000">
              <a:latin typeface="Times New Roman"/>
              <a:cs typeface="Times New Roman"/>
            </a:endParaRPr>
          </a:p>
          <a:p>
            <a:pPr marL="352425" marR="5080" indent="-339725" algn="just">
              <a:lnSpc>
                <a:spcPct val="100000"/>
              </a:lnSpc>
              <a:spcBef>
                <a:spcPts val="480"/>
              </a:spcBef>
              <a:buFont typeface="Arial MT"/>
              <a:buChar char="•"/>
              <a:tabLst>
                <a:tab pos="355600" algn="l"/>
              </a:tabLst>
            </a:pPr>
            <a:r>
              <a:rPr sz="2000" dirty="0">
                <a:latin typeface="Times New Roman"/>
                <a:cs typeface="Times New Roman"/>
              </a:rPr>
              <a:t>All</a:t>
            </a:r>
            <a:r>
              <a:rPr sz="2000" spc="285" dirty="0">
                <a:latin typeface="Times New Roman"/>
                <a:cs typeface="Times New Roman"/>
              </a:rPr>
              <a:t> </a:t>
            </a:r>
            <a:r>
              <a:rPr sz="2000" dirty="0">
                <a:latin typeface="Times New Roman"/>
                <a:cs typeface="Times New Roman"/>
              </a:rPr>
              <a:t>workers</a:t>
            </a:r>
            <a:r>
              <a:rPr sz="2000" spc="300" dirty="0">
                <a:latin typeface="Times New Roman"/>
                <a:cs typeface="Times New Roman"/>
              </a:rPr>
              <a:t> </a:t>
            </a:r>
            <a:r>
              <a:rPr sz="2000" dirty="0">
                <a:latin typeface="Times New Roman"/>
                <a:cs typeface="Times New Roman"/>
              </a:rPr>
              <a:t>involved</a:t>
            </a:r>
            <a:r>
              <a:rPr sz="2000" spc="300" dirty="0">
                <a:latin typeface="Times New Roman"/>
                <a:cs typeface="Times New Roman"/>
              </a:rPr>
              <a:t> </a:t>
            </a:r>
            <a:r>
              <a:rPr sz="2000" dirty="0">
                <a:latin typeface="Times New Roman"/>
                <a:cs typeface="Times New Roman"/>
              </a:rPr>
              <a:t>in</a:t>
            </a:r>
            <a:r>
              <a:rPr sz="2000" spc="305" dirty="0">
                <a:latin typeface="Times New Roman"/>
                <a:cs typeface="Times New Roman"/>
              </a:rPr>
              <a:t> </a:t>
            </a:r>
            <a:r>
              <a:rPr sz="2000" dirty="0">
                <a:latin typeface="Times New Roman"/>
                <a:cs typeface="Times New Roman"/>
              </a:rPr>
              <a:t>handling</a:t>
            </a:r>
            <a:r>
              <a:rPr sz="2000" spc="300" dirty="0">
                <a:latin typeface="Times New Roman"/>
                <a:cs typeface="Times New Roman"/>
              </a:rPr>
              <a:t> </a:t>
            </a:r>
            <a:r>
              <a:rPr sz="2000" spc="-20" dirty="0">
                <a:latin typeface="Times New Roman"/>
                <a:cs typeface="Times New Roman"/>
              </a:rPr>
              <a:t>E-</a:t>
            </a:r>
            <a:r>
              <a:rPr sz="2000" dirty="0">
                <a:latin typeface="Times New Roman"/>
                <a:cs typeface="Times New Roman"/>
              </a:rPr>
              <a:t>waste</a:t>
            </a:r>
            <a:r>
              <a:rPr sz="2000" spc="275" dirty="0">
                <a:latin typeface="Times New Roman"/>
                <a:cs typeface="Times New Roman"/>
              </a:rPr>
              <a:t> </a:t>
            </a:r>
            <a:r>
              <a:rPr sz="2000" dirty="0">
                <a:latin typeface="Times New Roman"/>
                <a:cs typeface="Times New Roman"/>
              </a:rPr>
              <a:t>in</a:t>
            </a:r>
            <a:r>
              <a:rPr sz="2000" spc="295" dirty="0">
                <a:latin typeface="Times New Roman"/>
                <a:cs typeface="Times New Roman"/>
              </a:rPr>
              <a:t> </a:t>
            </a:r>
            <a:r>
              <a:rPr sz="2000" dirty="0">
                <a:latin typeface="Times New Roman"/>
                <a:cs typeface="Times New Roman"/>
              </a:rPr>
              <a:t>industries</a:t>
            </a:r>
            <a:r>
              <a:rPr sz="2000" spc="295" dirty="0">
                <a:latin typeface="Times New Roman"/>
                <a:cs typeface="Times New Roman"/>
              </a:rPr>
              <a:t> </a:t>
            </a:r>
            <a:r>
              <a:rPr sz="2000" dirty="0">
                <a:latin typeface="Times New Roman"/>
                <a:cs typeface="Times New Roman"/>
              </a:rPr>
              <a:t>including</a:t>
            </a:r>
            <a:r>
              <a:rPr sz="2000" spc="300" dirty="0">
                <a:latin typeface="Times New Roman"/>
                <a:cs typeface="Times New Roman"/>
              </a:rPr>
              <a:t> </a:t>
            </a:r>
            <a:r>
              <a:rPr sz="2000" dirty="0">
                <a:latin typeface="Times New Roman"/>
                <a:cs typeface="Times New Roman"/>
              </a:rPr>
              <a:t>those</a:t>
            </a:r>
            <a:r>
              <a:rPr sz="2000" spc="275" dirty="0">
                <a:latin typeface="Times New Roman"/>
                <a:cs typeface="Times New Roman"/>
              </a:rPr>
              <a:t> </a:t>
            </a:r>
            <a:r>
              <a:rPr sz="2000" dirty="0">
                <a:latin typeface="Times New Roman"/>
                <a:cs typeface="Times New Roman"/>
              </a:rPr>
              <a:t>at</a:t>
            </a:r>
            <a:r>
              <a:rPr sz="2000" spc="290" dirty="0">
                <a:latin typeface="Times New Roman"/>
                <a:cs typeface="Times New Roman"/>
              </a:rPr>
              <a:t> </a:t>
            </a:r>
            <a:r>
              <a:rPr sz="2000" spc="-25" dirty="0">
                <a:latin typeface="Times New Roman"/>
                <a:cs typeface="Times New Roman"/>
              </a:rPr>
              <a:t>the 	</a:t>
            </a:r>
            <a:r>
              <a:rPr sz="2000" dirty="0">
                <a:latin typeface="Times New Roman"/>
                <a:cs typeface="Times New Roman"/>
              </a:rPr>
              <a:t>policy,</a:t>
            </a:r>
            <a:r>
              <a:rPr sz="2000" spc="204" dirty="0">
                <a:latin typeface="Times New Roman"/>
                <a:cs typeface="Times New Roman"/>
              </a:rPr>
              <a:t>  </a:t>
            </a:r>
            <a:r>
              <a:rPr sz="2000" dirty="0">
                <a:latin typeface="Times New Roman"/>
                <a:cs typeface="Times New Roman"/>
              </a:rPr>
              <a:t>management,</a:t>
            </a:r>
            <a:r>
              <a:rPr sz="2000" spc="200" dirty="0">
                <a:latin typeface="Times New Roman"/>
                <a:cs typeface="Times New Roman"/>
              </a:rPr>
              <a:t>  </a:t>
            </a:r>
            <a:r>
              <a:rPr sz="2000" dirty="0">
                <a:latin typeface="Times New Roman"/>
                <a:cs typeface="Times New Roman"/>
              </a:rPr>
              <a:t>regulatory</a:t>
            </a:r>
            <a:r>
              <a:rPr sz="2000" spc="204" dirty="0">
                <a:latin typeface="Times New Roman"/>
                <a:cs typeface="Times New Roman"/>
              </a:rPr>
              <a:t>  </a:t>
            </a:r>
            <a:r>
              <a:rPr sz="2000" dirty="0">
                <a:latin typeface="Times New Roman"/>
                <a:cs typeface="Times New Roman"/>
              </a:rPr>
              <a:t>and</a:t>
            </a:r>
            <a:r>
              <a:rPr sz="2000" spc="195" dirty="0">
                <a:latin typeface="Times New Roman"/>
                <a:cs typeface="Times New Roman"/>
              </a:rPr>
              <a:t>  </a:t>
            </a:r>
            <a:r>
              <a:rPr sz="2000" dirty="0">
                <a:latin typeface="Times New Roman"/>
                <a:cs typeface="Times New Roman"/>
              </a:rPr>
              <a:t>operating</a:t>
            </a:r>
            <a:r>
              <a:rPr sz="2000" spc="210" dirty="0">
                <a:latin typeface="Times New Roman"/>
                <a:cs typeface="Times New Roman"/>
              </a:rPr>
              <a:t>  </a:t>
            </a:r>
            <a:r>
              <a:rPr sz="2000" dirty="0">
                <a:latin typeface="Times New Roman"/>
                <a:cs typeface="Times New Roman"/>
              </a:rPr>
              <a:t>levels</a:t>
            </a:r>
            <a:r>
              <a:rPr sz="2000" spc="190" dirty="0">
                <a:latin typeface="Times New Roman"/>
                <a:cs typeface="Times New Roman"/>
              </a:rPr>
              <a:t>  </a:t>
            </a:r>
            <a:r>
              <a:rPr sz="2000" dirty="0">
                <a:latin typeface="Times New Roman"/>
                <a:cs typeface="Times New Roman"/>
              </a:rPr>
              <a:t>should</a:t>
            </a:r>
            <a:r>
              <a:rPr sz="2000" spc="195" dirty="0">
                <a:latin typeface="Times New Roman"/>
                <a:cs typeface="Times New Roman"/>
              </a:rPr>
              <a:t>  </a:t>
            </a:r>
            <a:r>
              <a:rPr sz="2000" dirty="0">
                <a:latin typeface="Times New Roman"/>
                <a:cs typeface="Times New Roman"/>
              </a:rPr>
              <a:t>be</a:t>
            </a:r>
            <a:r>
              <a:rPr sz="2000" spc="195" dirty="0">
                <a:latin typeface="Times New Roman"/>
                <a:cs typeface="Times New Roman"/>
              </a:rPr>
              <a:t>  </a:t>
            </a:r>
            <a:r>
              <a:rPr sz="2000" spc="-10" dirty="0">
                <a:latin typeface="Times New Roman"/>
                <a:cs typeface="Times New Roman"/>
              </a:rPr>
              <a:t>properly 	</a:t>
            </a:r>
            <a:r>
              <a:rPr sz="2000" dirty="0">
                <a:latin typeface="Times New Roman"/>
                <a:cs typeface="Times New Roman"/>
              </a:rPr>
              <a:t>qualified</a:t>
            </a:r>
            <a:r>
              <a:rPr sz="2000" spc="250" dirty="0">
                <a:latin typeface="Times New Roman"/>
                <a:cs typeface="Times New Roman"/>
              </a:rPr>
              <a:t> </a:t>
            </a:r>
            <a:r>
              <a:rPr sz="2000" dirty="0">
                <a:latin typeface="Times New Roman"/>
                <a:cs typeface="Times New Roman"/>
              </a:rPr>
              <a:t>and</a:t>
            </a:r>
            <a:r>
              <a:rPr sz="2000" spc="245" dirty="0">
                <a:latin typeface="Times New Roman"/>
                <a:cs typeface="Times New Roman"/>
              </a:rPr>
              <a:t> </a:t>
            </a:r>
            <a:r>
              <a:rPr sz="2000" dirty="0">
                <a:latin typeface="Times New Roman"/>
                <a:cs typeface="Times New Roman"/>
              </a:rPr>
              <a:t>skilled.</a:t>
            </a:r>
            <a:r>
              <a:rPr sz="2000" spc="254" dirty="0">
                <a:latin typeface="Times New Roman"/>
                <a:cs typeface="Times New Roman"/>
              </a:rPr>
              <a:t> </a:t>
            </a:r>
            <a:r>
              <a:rPr sz="2000" dirty="0">
                <a:latin typeface="Times New Roman"/>
                <a:cs typeface="Times New Roman"/>
              </a:rPr>
              <a:t>Companies</a:t>
            </a:r>
            <a:r>
              <a:rPr sz="2000" spc="250" dirty="0">
                <a:latin typeface="Times New Roman"/>
                <a:cs typeface="Times New Roman"/>
              </a:rPr>
              <a:t> </a:t>
            </a:r>
            <a:r>
              <a:rPr sz="2000" dirty="0">
                <a:latin typeface="Times New Roman"/>
                <a:cs typeface="Times New Roman"/>
              </a:rPr>
              <a:t>can</a:t>
            </a:r>
            <a:r>
              <a:rPr sz="2000" spc="250" dirty="0">
                <a:latin typeface="Times New Roman"/>
                <a:cs typeface="Times New Roman"/>
              </a:rPr>
              <a:t> </a:t>
            </a:r>
            <a:r>
              <a:rPr sz="2000" dirty="0">
                <a:latin typeface="Times New Roman"/>
                <a:cs typeface="Times New Roman"/>
              </a:rPr>
              <a:t>approve</a:t>
            </a:r>
            <a:r>
              <a:rPr sz="2000" spc="250" dirty="0">
                <a:latin typeface="Times New Roman"/>
                <a:cs typeface="Times New Roman"/>
              </a:rPr>
              <a:t> </a:t>
            </a:r>
            <a:r>
              <a:rPr sz="2000" dirty="0">
                <a:latin typeface="Times New Roman"/>
                <a:cs typeface="Times New Roman"/>
              </a:rPr>
              <a:t>their</a:t>
            </a:r>
            <a:r>
              <a:rPr sz="2000" spc="245" dirty="0">
                <a:latin typeface="Times New Roman"/>
                <a:cs typeface="Times New Roman"/>
              </a:rPr>
              <a:t> </a:t>
            </a:r>
            <a:r>
              <a:rPr sz="2000" dirty="0">
                <a:latin typeface="Times New Roman"/>
                <a:cs typeface="Times New Roman"/>
              </a:rPr>
              <a:t>own</a:t>
            </a:r>
            <a:r>
              <a:rPr sz="2000" spc="250" dirty="0">
                <a:latin typeface="Times New Roman"/>
                <a:cs typeface="Times New Roman"/>
              </a:rPr>
              <a:t> </a:t>
            </a:r>
            <a:r>
              <a:rPr sz="2000" dirty="0">
                <a:latin typeface="Times New Roman"/>
                <a:cs typeface="Times New Roman"/>
              </a:rPr>
              <a:t>policies</a:t>
            </a:r>
            <a:r>
              <a:rPr sz="2000" spc="240" dirty="0">
                <a:latin typeface="Times New Roman"/>
                <a:cs typeface="Times New Roman"/>
              </a:rPr>
              <a:t> </a:t>
            </a:r>
            <a:r>
              <a:rPr sz="2000" dirty="0">
                <a:latin typeface="Times New Roman"/>
                <a:cs typeface="Times New Roman"/>
              </a:rPr>
              <a:t>and</a:t>
            </a:r>
            <a:r>
              <a:rPr sz="2000" spc="245" dirty="0">
                <a:latin typeface="Times New Roman"/>
                <a:cs typeface="Times New Roman"/>
              </a:rPr>
              <a:t> </a:t>
            </a:r>
            <a:r>
              <a:rPr sz="2000" dirty="0">
                <a:latin typeface="Times New Roman"/>
                <a:cs typeface="Times New Roman"/>
              </a:rPr>
              <a:t>rules</a:t>
            </a:r>
            <a:r>
              <a:rPr sz="2000" spc="229" dirty="0">
                <a:latin typeface="Times New Roman"/>
                <a:cs typeface="Times New Roman"/>
              </a:rPr>
              <a:t> </a:t>
            </a:r>
            <a:r>
              <a:rPr sz="2000" spc="-25" dirty="0">
                <a:latin typeface="Times New Roman"/>
                <a:cs typeface="Times New Roman"/>
              </a:rPr>
              <a:t>for 	</a:t>
            </a:r>
            <a:r>
              <a:rPr sz="2000" dirty="0">
                <a:latin typeface="Times New Roman"/>
                <a:cs typeface="Times New Roman"/>
              </a:rPr>
              <a:t>management</a:t>
            </a:r>
            <a:r>
              <a:rPr sz="2000" spc="-15" dirty="0">
                <a:latin typeface="Times New Roman"/>
                <a:cs typeface="Times New Roman"/>
              </a:rPr>
              <a:t> </a:t>
            </a:r>
            <a:r>
              <a:rPr sz="2000" dirty="0">
                <a:latin typeface="Times New Roman"/>
                <a:cs typeface="Times New Roman"/>
              </a:rPr>
              <a:t>of</a:t>
            </a:r>
            <a:r>
              <a:rPr sz="2000" spc="-40" dirty="0">
                <a:latin typeface="Times New Roman"/>
                <a:cs typeface="Times New Roman"/>
              </a:rPr>
              <a:t> </a:t>
            </a:r>
            <a:r>
              <a:rPr sz="2000" spc="-10" dirty="0">
                <a:latin typeface="Times New Roman"/>
                <a:cs typeface="Times New Roman"/>
              </a:rPr>
              <a:t>E-wastes.</a:t>
            </a:r>
            <a:endParaRPr sz="2000">
              <a:latin typeface="Times New Roman"/>
              <a:cs typeface="Times New Roman"/>
            </a:endParaRPr>
          </a:p>
          <a:p>
            <a:pPr marL="352425" marR="5715" indent="-339725" algn="just">
              <a:lnSpc>
                <a:spcPct val="100000"/>
              </a:lnSpc>
              <a:spcBef>
                <a:spcPts val="480"/>
              </a:spcBef>
              <a:buFont typeface="Arial MT"/>
              <a:buChar char="•"/>
              <a:tabLst>
                <a:tab pos="355600" algn="l"/>
              </a:tabLst>
            </a:pPr>
            <a:r>
              <a:rPr sz="2000" dirty="0">
                <a:latin typeface="Times New Roman"/>
                <a:cs typeface="Times New Roman"/>
              </a:rPr>
              <a:t>Producers</a:t>
            </a:r>
            <a:r>
              <a:rPr sz="2000" spc="245" dirty="0">
                <a:latin typeface="Times New Roman"/>
                <a:cs typeface="Times New Roman"/>
              </a:rPr>
              <a:t>  </a:t>
            </a:r>
            <a:r>
              <a:rPr sz="2000" dirty="0">
                <a:latin typeface="Times New Roman"/>
                <a:cs typeface="Times New Roman"/>
              </a:rPr>
              <a:t>should</a:t>
            </a:r>
            <a:r>
              <a:rPr sz="2000" spc="245" dirty="0">
                <a:latin typeface="Times New Roman"/>
                <a:cs typeface="Times New Roman"/>
              </a:rPr>
              <a:t>  </a:t>
            </a:r>
            <a:r>
              <a:rPr sz="2000" dirty="0">
                <a:latin typeface="Times New Roman"/>
                <a:cs typeface="Times New Roman"/>
              </a:rPr>
              <a:t>use</a:t>
            </a:r>
            <a:r>
              <a:rPr sz="2000" spc="245" dirty="0">
                <a:latin typeface="Times New Roman"/>
                <a:cs typeface="Times New Roman"/>
              </a:rPr>
              <a:t>  </a:t>
            </a:r>
            <a:r>
              <a:rPr sz="2000" dirty="0">
                <a:latin typeface="Times New Roman"/>
                <a:cs typeface="Times New Roman"/>
              </a:rPr>
              <a:t>labeled</a:t>
            </a:r>
            <a:r>
              <a:rPr sz="2000" spc="250" dirty="0">
                <a:latin typeface="Times New Roman"/>
                <a:cs typeface="Times New Roman"/>
              </a:rPr>
              <a:t>  </a:t>
            </a:r>
            <a:r>
              <a:rPr sz="2000" dirty="0">
                <a:latin typeface="Times New Roman"/>
                <a:cs typeface="Times New Roman"/>
              </a:rPr>
              <a:t>materials</a:t>
            </a:r>
            <a:r>
              <a:rPr sz="2000" spc="235" dirty="0">
                <a:latin typeface="Times New Roman"/>
                <a:cs typeface="Times New Roman"/>
              </a:rPr>
              <a:t>  </a:t>
            </a:r>
            <a:r>
              <a:rPr sz="2000" dirty="0">
                <a:latin typeface="Times New Roman"/>
                <a:cs typeface="Times New Roman"/>
              </a:rPr>
              <a:t>for</a:t>
            </a:r>
            <a:r>
              <a:rPr sz="2000" spc="240" dirty="0">
                <a:latin typeface="Times New Roman"/>
                <a:cs typeface="Times New Roman"/>
              </a:rPr>
              <a:t>  </a:t>
            </a:r>
            <a:r>
              <a:rPr sz="2000" dirty="0">
                <a:latin typeface="Times New Roman"/>
                <a:cs typeface="Times New Roman"/>
              </a:rPr>
              <a:t>assistance</a:t>
            </a:r>
            <a:r>
              <a:rPr sz="2000" spc="245" dirty="0">
                <a:latin typeface="Times New Roman"/>
                <a:cs typeface="Times New Roman"/>
              </a:rPr>
              <a:t>  </a:t>
            </a:r>
            <a:r>
              <a:rPr sz="2000" dirty="0">
                <a:latin typeface="Times New Roman"/>
                <a:cs typeface="Times New Roman"/>
              </a:rPr>
              <a:t>in</a:t>
            </a:r>
            <a:r>
              <a:rPr sz="2000" spc="240" dirty="0">
                <a:latin typeface="Times New Roman"/>
                <a:cs typeface="Times New Roman"/>
              </a:rPr>
              <a:t>  </a:t>
            </a:r>
            <a:r>
              <a:rPr sz="2000" dirty="0">
                <a:latin typeface="Times New Roman"/>
                <a:cs typeface="Times New Roman"/>
              </a:rPr>
              <a:t>recycling</a:t>
            </a:r>
            <a:r>
              <a:rPr sz="2000" spc="250" dirty="0">
                <a:latin typeface="Times New Roman"/>
                <a:cs typeface="Times New Roman"/>
              </a:rPr>
              <a:t>  </a:t>
            </a:r>
            <a:r>
              <a:rPr sz="2000" spc="-25" dirty="0">
                <a:latin typeface="Times New Roman"/>
                <a:cs typeface="Times New Roman"/>
              </a:rPr>
              <a:t>and 	</a:t>
            </a:r>
            <a:r>
              <a:rPr sz="2000" dirty="0">
                <a:latin typeface="Times New Roman"/>
                <a:cs typeface="Times New Roman"/>
              </a:rPr>
              <a:t>standardize</a:t>
            </a:r>
            <a:r>
              <a:rPr sz="2000" spc="395" dirty="0">
                <a:latin typeface="Times New Roman"/>
                <a:cs typeface="Times New Roman"/>
              </a:rPr>
              <a:t> </a:t>
            </a:r>
            <a:r>
              <a:rPr sz="2000" dirty="0">
                <a:latin typeface="Times New Roman"/>
                <a:cs typeface="Times New Roman"/>
              </a:rPr>
              <a:t>components</a:t>
            </a:r>
            <a:r>
              <a:rPr sz="2000" spc="395" dirty="0">
                <a:latin typeface="Times New Roman"/>
                <a:cs typeface="Times New Roman"/>
              </a:rPr>
              <a:t> </a:t>
            </a:r>
            <a:r>
              <a:rPr sz="2000" dirty="0">
                <a:latin typeface="Times New Roman"/>
                <a:cs typeface="Times New Roman"/>
              </a:rPr>
              <a:t>which</a:t>
            </a:r>
            <a:r>
              <a:rPr sz="2000" spc="409" dirty="0">
                <a:latin typeface="Times New Roman"/>
                <a:cs typeface="Times New Roman"/>
              </a:rPr>
              <a:t> </a:t>
            </a:r>
            <a:r>
              <a:rPr sz="2000" dirty="0">
                <a:latin typeface="Times New Roman"/>
                <a:cs typeface="Times New Roman"/>
              </a:rPr>
              <a:t>can</a:t>
            </a:r>
            <a:r>
              <a:rPr sz="2000" spc="395" dirty="0">
                <a:latin typeface="Times New Roman"/>
                <a:cs typeface="Times New Roman"/>
              </a:rPr>
              <a:t> </a:t>
            </a:r>
            <a:r>
              <a:rPr sz="2000" dirty="0">
                <a:latin typeface="Times New Roman"/>
                <a:cs typeface="Times New Roman"/>
              </a:rPr>
              <a:t>be</a:t>
            </a:r>
            <a:r>
              <a:rPr sz="2000" spc="400" dirty="0">
                <a:latin typeface="Times New Roman"/>
                <a:cs typeface="Times New Roman"/>
              </a:rPr>
              <a:t> </a:t>
            </a:r>
            <a:r>
              <a:rPr sz="2000" dirty="0">
                <a:latin typeface="Times New Roman"/>
                <a:cs typeface="Times New Roman"/>
              </a:rPr>
              <a:t>easily</a:t>
            </a:r>
            <a:r>
              <a:rPr sz="2000" spc="400" dirty="0">
                <a:latin typeface="Times New Roman"/>
                <a:cs typeface="Times New Roman"/>
              </a:rPr>
              <a:t> </a:t>
            </a:r>
            <a:r>
              <a:rPr sz="2000" dirty="0">
                <a:latin typeface="Times New Roman"/>
                <a:cs typeface="Times New Roman"/>
              </a:rPr>
              <a:t>disassembled.</a:t>
            </a:r>
            <a:r>
              <a:rPr sz="2000" spc="395" dirty="0">
                <a:latin typeface="Times New Roman"/>
                <a:cs typeface="Times New Roman"/>
              </a:rPr>
              <a:t> </a:t>
            </a:r>
            <a:r>
              <a:rPr sz="2000" dirty="0">
                <a:latin typeface="Times New Roman"/>
                <a:cs typeface="Times New Roman"/>
              </a:rPr>
              <a:t>Producers</a:t>
            </a:r>
            <a:r>
              <a:rPr sz="2000" spc="390" dirty="0">
                <a:latin typeface="Times New Roman"/>
                <a:cs typeface="Times New Roman"/>
              </a:rPr>
              <a:t> </a:t>
            </a:r>
            <a:r>
              <a:rPr sz="2000" spc="-10" dirty="0">
                <a:latin typeface="Times New Roman"/>
                <a:cs typeface="Times New Roman"/>
              </a:rPr>
              <a:t>should 	</a:t>
            </a:r>
            <a:r>
              <a:rPr sz="2000" dirty="0">
                <a:latin typeface="Times New Roman"/>
                <a:cs typeface="Times New Roman"/>
              </a:rPr>
              <a:t>create</a:t>
            </a:r>
            <a:r>
              <a:rPr sz="2000" spc="220" dirty="0">
                <a:latin typeface="Times New Roman"/>
                <a:cs typeface="Times New Roman"/>
              </a:rPr>
              <a:t>  </a:t>
            </a:r>
            <a:r>
              <a:rPr sz="2000" dirty="0">
                <a:latin typeface="Times New Roman"/>
                <a:cs typeface="Times New Roman"/>
              </a:rPr>
              <a:t>computer</a:t>
            </a:r>
            <a:r>
              <a:rPr sz="2000" spc="229" dirty="0">
                <a:latin typeface="Times New Roman"/>
                <a:cs typeface="Times New Roman"/>
              </a:rPr>
              <a:t>  </a:t>
            </a:r>
            <a:r>
              <a:rPr sz="2000" dirty="0">
                <a:latin typeface="Times New Roman"/>
                <a:cs typeface="Times New Roman"/>
              </a:rPr>
              <a:t>machineries</a:t>
            </a:r>
            <a:r>
              <a:rPr sz="2000" spc="229" dirty="0">
                <a:latin typeface="Times New Roman"/>
                <a:cs typeface="Times New Roman"/>
              </a:rPr>
              <a:t>  </a:t>
            </a:r>
            <a:r>
              <a:rPr sz="2000" dirty="0">
                <a:latin typeface="Times New Roman"/>
                <a:cs typeface="Times New Roman"/>
              </a:rPr>
              <a:t>and</a:t>
            </a:r>
            <a:r>
              <a:rPr sz="2000" spc="225" dirty="0">
                <a:latin typeface="Times New Roman"/>
                <a:cs typeface="Times New Roman"/>
              </a:rPr>
              <a:t>  </a:t>
            </a:r>
            <a:r>
              <a:rPr sz="2000" dirty="0">
                <a:latin typeface="Times New Roman"/>
                <a:cs typeface="Times New Roman"/>
              </a:rPr>
              <a:t>peripherals</a:t>
            </a:r>
            <a:r>
              <a:rPr sz="2000" spc="225" dirty="0">
                <a:latin typeface="Times New Roman"/>
                <a:cs typeface="Times New Roman"/>
              </a:rPr>
              <a:t>  </a:t>
            </a:r>
            <a:r>
              <a:rPr sz="2000" dirty="0">
                <a:latin typeface="Times New Roman"/>
                <a:cs typeface="Times New Roman"/>
              </a:rPr>
              <a:t>of</a:t>
            </a:r>
            <a:r>
              <a:rPr sz="2000" spc="225" dirty="0">
                <a:latin typeface="Times New Roman"/>
                <a:cs typeface="Times New Roman"/>
              </a:rPr>
              <a:t>  </a:t>
            </a:r>
            <a:r>
              <a:rPr sz="2000" dirty="0">
                <a:latin typeface="Times New Roman"/>
                <a:cs typeface="Times New Roman"/>
              </a:rPr>
              <a:t>biodegradable</a:t>
            </a:r>
            <a:r>
              <a:rPr sz="2000" spc="225" dirty="0">
                <a:latin typeface="Times New Roman"/>
                <a:cs typeface="Times New Roman"/>
              </a:rPr>
              <a:t>  </a:t>
            </a:r>
            <a:r>
              <a:rPr sz="2000" spc="-10" dirty="0">
                <a:latin typeface="Times New Roman"/>
                <a:cs typeface="Times New Roman"/>
              </a:rPr>
              <a:t>materials. 	</a:t>
            </a:r>
            <a:r>
              <a:rPr sz="2000" dirty="0">
                <a:latin typeface="Times New Roman"/>
                <a:cs typeface="Times New Roman"/>
              </a:rPr>
              <a:t>Producers</a:t>
            </a:r>
            <a:r>
              <a:rPr sz="2000" spc="-50" dirty="0">
                <a:latin typeface="Times New Roman"/>
                <a:cs typeface="Times New Roman"/>
              </a:rPr>
              <a:t> </a:t>
            </a:r>
            <a:r>
              <a:rPr sz="2000" dirty="0">
                <a:latin typeface="Times New Roman"/>
                <a:cs typeface="Times New Roman"/>
              </a:rPr>
              <a:t>should</a:t>
            </a:r>
            <a:r>
              <a:rPr sz="2000" spc="-25" dirty="0">
                <a:latin typeface="Times New Roman"/>
                <a:cs typeface="Times New Roman"/>
              </a:rPr>
              <a:t> </a:t>
            </a:r>
            <a:r>
              <a:rPr sz="2000" dirty="0">
                <a:latin typeface="Times New Roman"/>
                <a:cs typeface="Times New Roman"/>
              </a:rPr>
              <a:t>look</a:t>
            </a:r>
            <a:r>
              <a:rPr sz="2000" spc="-20" dirty="0">
                <a:latin typeface="Times New Roman"/>
                <a:cs typeface="Times New Roman"/>
              </a:rPr>
              <a:t> </a:t>
            </a:r>
            <a:r>
              <a:rPr sz="2000" dirty="0">
                <a:latin typeface="Times New Roman"/>
                <a:cs typeface="Times New Roman"/>
              </a:rPr>
              <a:t>for</a:t>
            </a:r>
            <a:r>
              <a:rPr sz="2000" spc="-5" dirty="0">
                <a:latin typeface="Times New Roman"/>
                <a:cs typeface="Times New Roman"/>
              </a:rPr>
              <a:t> </a:t>
            </a:r>
            <a:r>
              <a:rPr sz="2000" dirty="0">
                <a:latin typeface="Times New Roman"/>
                <a:cs typeface="Times New Roman"/>
              </a:rPr>
              <a:t>green</a:t>
            </a:r>
            <a:r>
              <a:rPr sz="2000" spc="-25" dirty="0">
                <a:latin typeface="Times New Roman"/>
                <a:cs typeface="Times New Roman"/>
              </a:rPr>
              <a:t> </a:t>
            </a:r>
            <a:r>
              <a:rPr sz="2000" dirty="0">
                <a:latin typeface="Times New Roman"/>
                <a:cs typeface="Times New Roman"/>
              </a:rPr>
              <a:t>packing</a:t>
            </a:r>
            <a:r>
              <a:rPr sz="2000" spc="-15" dirty="0">
                <a:latin typeface="Times New Roman"/>
                <a:cs typeface="Times New Roman"/>
              </a:rPr>
              <a:t> </a:t>
            </a:r>
            <a:r>
              <a:rPr sz="2000" spc="-10" dirty="0">
                <a:latin typeface="Times New Roman"/>
                <a:cs typeface="Times New Roman"/>
              </a:rPr>
              <a:t>options.</a:t>
            </a:r>
            <a:endParaRPr sz="2000">
              <a:latin typeface="Times New Roman"/>
              <a:cs typeface="Times New Roman"/>
            </a:endParaRPr>
          </a:p>
          <a:p>
            <a:pPr marL="352425" marR="5715" indent="-339725" algn="just">
              <a:lnSpc>
                <a:spcPct val="100000"/>
              </a:lnSpc>
              <a:spcBef>
                <a:spcPts val="484"/>
              </a:spcBef>
              <a:buFont typeface="Arial MT"/>
              <a:buChar char="•"/>
              <a:tabLst>
                <a:tab pos="355600" algn="l"/>
              </a:tabLst>
            </a:pPr>
            <a:r>
              <a:rPr sz="2000" dirty="0">
                <a:latin typeface="Times New Roman"/>
                <a:cs typeface="Times New Roman"/>
              </a:rPr>
              <a:t>Companies</a:t>
            </a:r>
            <a:r>
              <a:rPr sz="2000" spc="90" dirty="0">
                <a:latin typeface="Times New Roman"/>
                <a:cs typeface="Times New Roman"/>
              </a:rPr>
              <a:t>  </a:t>
            </a:r>
            <a:r>
              <a:rPr sz="2000" dirty="0">
                <a:latin typeface="Times New Roman"/>
                <a:cs typeface="Times New Roman"/>
              </a:rPr>
              <a:t>should</a:t>
            </a:r>
            <a:r>
              <a:rPr sz="2000" spc="90" dirty="0">
                <a:latin typeface="Times New Roman"/>
                <a:cs typeface="Times New Roman"/>
              </a:rPr>
              <a:t>  </a:t>
            </a:r>
            <a:r>
              <a:rPr sz="2000" dirty="0">
                <a:latin typeface="Times New Roman"/>
                <a:cs typeface="Times New Roman"/>
              </a:rPr>
              <a:t>adopt</a:t>
            </a:r>
            <a:r>
              <a:rPr sz="2000" spc="90" dirty="0">
                <a:latin typeface="Times New Roman"/>
                <a:cs typeface="Times New Roman"/>
              </a:rPr>
              <a:t>  </a:t>
            </a:r>
            <a:r>
              <a:rPr sz="2000" dirty="0">
                <a:latin typeface="Times New Roman"/>
                <a:cs typeface="Times New Roman"/>
              </a:rPr>
              <a:t>waste</a:t>
            </a:r>
            <a:r>
              <a:rPr sz="2000" spc="85" dirty="0">
                <a:latin typeface="Times New Roman"/>
                <a:cs typeface="Times New Roman"/>
              </a:rPr>
              <a:t>  </a:t>
            </a:r>
            <a:r>
              <a:rPr sz="2000" dirty="0">
                <a:latin typeface="Times New Roman"/>
                <a:cs typeface="Times New Roman"/>
              </a:rPr>
              <a:t>minimization</a:t>
            </a:r>
            <a:r>
              <a:rPr sz="2000" spc="95" dirty="0">
                <a:latin typeface="Times New Roman"/>
                <a:cs typeface="Times New Roman"/>
              </a:rPr>
              <a:t>  </a:t>
            </a:r>
            <a:r>
              <a:rPr sz="2000" dirty="0">
                <a:latin typeface="Times New Roman"/>
                <a:cs typeface="Times New Roman"/>
              </a:rPr>
              <a:t>systems,</a:t>
            </a:r>
            <a:r>
              <a:rPr sz="2000" spc="85" dirty="0">
                <a:latin typeface="Times New Roman"/>
                <a:cs typeface="Times New Roman"/>
              </a:rPr>
              <a:t>  </a:t>
            </a:r>
            <a:r>
              <a:rPr sz="2000" dirty="0">
                <a:latin typeface="Times New Roman"/>
                <a:cs typeface="Times New Roman"/>
              </a:rPr>
              <a:t>which</a:t>
            </a:r>
            <a:r>
              <a:rPr sz="2000" spc="95" dirty="0">
                <a:latin typeface="Times New Roman"/>
                <a:cs typeface="Times New Roman"/>
              </a:rPr>
              <a:t>  </a:t>
            </a:r>
            <a:r>
              <a:rPr sz="2000" dirty="0">
                <a:latin typeface="Times New Roman"/>
                <a:cs typeface="Times New Roman"/>
              </a:rPr>
              <a:t>will</a:t>
            </a:r>
            <a:r>
              <a:rPr sz="2000" spc="75" dirty="0">
                <a:latin typeface="Times New Roman"/>
                <a:cs typeface="Times New Roman"/>
              </a:rPr>
              <a:t>  </a:t>
            </a:r>
            <a:r>
              <a:rPr sz="2000" dirty="0">
                <a:latin typeface="Times New Roman"/>
                <a:cs typeface="Times New Roman"/>
              </a:rPr>
              <a:t>make</a:t>
            </a:r>
            <a:r>
              <a:rPr sz="2000" spc="95" dirty="0">
                <a:latin typeface="Times New Roman"/>
                <a:cs typeface="Times New Roman"/>
              </a:rPr>
              <a:t>  </a:t>
            </a:r>
            <a:r>
              <a:rPr sz="2000" spc="-50" dirty="0">
                <a:latin typeface="Times New Roman"/>
                <a:cs typeface="Times New Roman"/>
              </a:rPr>
              <a:t>a 	</a:t>
            </a:r>
            <a:r>
              <a:rPr sz="2000" dirty="0">
                <a:latin typeface="Times New Roman"/>
                <a:cs typeface="Times New Roman"/>
              </a:rPr>
              <a:t>significant</a:t>
            </a:r>
            <a:r>
              <a:rPr sz="2000" spc="140" dirty="0">
                <a:latin typeface="Times New Roman"/>
                <a:cs typeface="Times New Roman"/>
              </a:rPr>
              <a:t> </a:t>
            </a:r>
            <a:r>
              <a:rPr sz="2000" dirty="0">
                <a:latin typeface="Times New Roman"/>
                <a:cs typeface="Times New Roman"/>
              </a:rPr>
              <a:t>decrease</a:t>
            </a:r>
            <a:r>
              <a:rPr sz="2000" spc="140" dirty="0">
                <a:latin typeface="Times New Roman"/>
                <a:cs typeface="Times New Roman"/>
              </a:rPr>
              <a:t> </a:t>
            </a:r>
            <a:r>
              <a:rPr sz="2000" dirty="0">
                <a:latin typeface="Times New Roman"/>
                <a:cs typeface="Times New Roman"/>
              </a:rPr>
              <a:t>in</a:t>
            </a:r>
            <a:r>
              <a:rPr sz="2000" spc="145" dirty="0">
                <a:latin typeface="Times New Roman"/>
                <a:cs typeface="Times New Roman"/>
              </a:rPr>
              <a:t> </a:t>
            </a:r>
            <a:r>
              <a:rPr sz="2000" dirty="0">
                <a:latin typeface="Times New Roman"/>
                <a:cs typeface="Times New Roman"/>
              </a:rPr>
              <a:t>the</a:t>
            </a:r>
            <a:r>
              <a:rPr sz="2000" spc="145" dirty="0">
                <a:latin typeface="Times New Roman"/>
                <a:cs typeface="Times New Roman"/>
              </a:rPr>
              <a:t> </a:t>
            </a:r>
            <a:r>
              <a:rPr sz="2000" dirty="0">
                <a:latin typeface="Times New Roman"/>
                <a:cs typeface="Times New Roman"/>
              </a:rPr>
              <a:t>amount</a:t>
            </a:r>
            <a:r>
              <a:rPr sz="2000" spc="145" dirty="0">
                <a:latin typeface="Times New Roman"/>
                <a:cs typeface="Times New Roman"/>
              </a:rPr>
              <a:t> </a:t>
            </a:r>
            <a:r>
              <a:rPr sz="2000" dirty="0">
                <a:latin typeface="Times New Roman"/>
                <a:cs typeface="Times New Roman"/>
              </a:rPr>
              <a:t>of</a:t>
            </a:r>
            <a:r>
              <a:rPr sz="2000" spc="140" dirty="0">
                <a:latin typeface="Times New Roman"/>
                <a:cs typeface="Times New Roman"/>
              </a:rPr>
              <a:t> </a:t>
            </a:r>
            <a:r>
              <a:rPr sz="2000" spc="-20" dirty="0">
                <a:latin typeface="Times New Roman"/>
                <a:cs typeface="Times New Roman"/>
              </a:rPr>
              <a:t>E-</a:t>
            </a:r>
            <a:r>
              <a:rPr sz="2000" dirty="0">
                <a:latin typeface="Times New Roman"/>
                <a:cs typeface="Times New Roman"/>
              </a:rPr>
              <a:t>waste</a:t>
            </a:r>
            <a:r>
              <a:rPr sz="2000" spc="135" dirty="0">
                <a:latin typeface="Times New Roman"/>
                <a:cs typeface="Times New Roman"/>
              </a:rPr>
              <a:t> </a:t>
            </a:r>
            <a:r>
              <a:rPr sz="2000" dirty="0">
                <a:latin typeface="Times New Roman"/>
                <a:cs typeface="Times New Roman"/>
              </a:rPr>
              <a:t>produced</a:t>
            </a:r>
            <a:r>
              <a:rPr sz="2000" spc="150" dirty="0">
                <a:latin typeface="Times New Roman"/>
                <a:cs typeface="Times New Roman"/>
              </a:rPr>
              <a:t> </a:t>
            </a:r>
            <a:r>
              <a:rPr sz="2000" dirty="0">
                <a:latin typeface="Times New Roman"/>
                <a:cs typeface="Times New Roman"/>
              </a:rPr>
              <a:t>and</a:t>
            </a:r>
            <a:r>
              <a:rPr sz="2000" spc="150" dirty="0">
                <a:latin typeface="Times New Roman"/>
                <a:cs typeface="Times New Roman"/>
              </a:rPr>
              <a:t> </a:t>
            </a:r>
            <a:r>
              <a:rPr sz="2000" dirty="0">
                <a:latin typeface="Times New Roman"/>
                <a:cs typeface="Times New Roman"/>
              </a:rPr>
              <a:t>thereby</a:t>
            </a:r>
            <a:r>
              <a:rPr sz="2000" spc="140" dirty="0">
                <a:latin typeface="Times New Roman"/>
                <a:cs typeface="Times New Roman"/>
              </a:rPr>
              <a:t> </a:t>
            </a:r>
            <a:r>
              <a:rPr sz="2000" spc="-10" dirty="0">
                <a:latin typeface="Times New Roman"/>
                <a:cs typeface="Times New Roman"/>
              </a:rPr>
              <a:t>decreasing 	</a:t>
            </a:r>
            <a:r>
              <a:rPr sz="2000" dirty="0">
                <a:latin typeface="Times New Roman"/>
                <a:cs typeface="Times New Roman"/>
              </a:rPr>
              <a:t>the</a:t>
            </a:r>
            <a:r>
              <a:rPr sz="2000" spc="-35" dirty="0">
                <a:latin typeface="Times New Roman"/>
                <a:cs typeface="Times New Roman"/>
              </a:rPr>
              <a:t> </a:t>
            </a:r>
            <a:r>
              <a:rPr sz="2000" dirty="0">
                <a:latin typeface="Times New Roman"/>
                <a:cs typeface="Times New Roman"/>
              </a:rPr>
              <a:t>negative</a:t>
            </a:r>
            <a:r>
              <a:rPr sz="2000" spc="-40" dirty="0">
                <a:latin typeface="Times New Roman"/>
                <a:cs typeface="Times New Roman"/>
              </a:rPr>
              <a:t> </a:t>
            </a:r>
            <a:r>
              <a:rPr sz="2000" dirty="0">
                <a:latin typeface="Times New Roman"/>
                <a:cs typeface="Times New Roman"/>
              </a:rPr>
              <a:t>impact</a:t>
            </a:r>
            <a:r>
              <a:rPr sz="2000" spc="-10" dirty="0">
                <a:latin typeface="Times New Roman"/>
                <a:cs typeface="Times New Roman"/>
              </a:rPr>
              <a:t> </a:t>
            </a:r>
            <a:r>
              <a:rPr sz="2000" dirty="0">
                <a:latin typeface="Times New Roman"/>
                <a:cs typeface="Times New Roman"/>
              </a:rPr>
              <a:t>of</a:t>
            </a:r>
            <a:r>
              <a:rPr sz="2000" spc="-30" dirty="0">
                <a:latin typeface="Times New Roman"/>
                <a:cs typeface="Times New Roman"/>
              </a:rPr>
              <a:t> </a:t>
            </a:r>
            <a:r>
              <a:rPr sz="2000" dirty="0">
                <a:latin typeface="Times New Roman"/>
                <a:cs typeface="Times New Roman"/>
              </a:rPr>
              <a:t>E-waste</a:t>
            </a:r>
            <a:r>
              <a:rPr sz="2000" spc="-35" dirty="0">
                <a:latin typeface="Times New Roman"/>
                <a:cs typeface="Times New Roman"/>
              </a:rPr>
              <a:t> </a:t>
            </a:r>
            <a:r>
              <a:rPr sz="2000" dirty="0">
                <a:latin typeface="Times New Roman"/>
                <a:cs typeface="Times New Roman"/>
              </a:rPr>
              <a:t>on</a:t>
            </a:r>
            <a:r>
              <a:rPr sz="2000" spc="-25"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spc="-10" dirty="0">
                <a:latin typeface="Times New Roman"/>
                <a:cs typeface="Times New Roman"/>
              </a:rPr>
              <a:t>environment.</a:t>
            </a:r>
            <a:endParaRPr sz="2000">
              <a:latin typeface="Times New Roman"/>
              <a:cs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572465"/>
            <a:ext cx="8075930" cy="5269865"/>
          </a:xfrm>
          <a:prstGeom prst="rect">
            <a:avLst/>
          </a:prstGeom>
        </p:spPr>
        <p:txBody>
          <a:bodyPr vert="horz" wrap="square" lIns="0" tIns="13335" rIns="0" bIns="0" rtlCol="0">
            <a:spAutoFit/>
          </a:bodyPr>
          <a:lstStyle/>
          <a:p>
            <a:pPr marL="12700" algn="just">
              <a:lnSpc>
                <a:spcPct val="100000"/>
              </a:lnSpc>
              <a:spcBef>
                <a:spcPts val="105"/>
              </a:spcBef>
            </a:pPr>
            <a:r>
              <a:rPr sz="2000" b="1" dirty="0">
                <a:latin typeface="Times New Roman"/>
                <a:cs typeface="Times New Roman"/>
              </a:rPr>
              <a:t>B.</a:t>
            </a:r>
            <a:r>
              <a:rPr sz="2000" b="1" spc="-35" dirty="0">
                <a:latin typeface="Times New Roman"/>
                <a:cs typeface="Times New Roman"/>
              </a:rPr>
              <a:t> </a:t>
            </a:r>
            <a:r>
              <a:rPr sz="2000" b="1" dirty="0">
                <a:latin typeface="Times New Roman"/>
                <a:cs typeface="Times New Roman"/>
              </a:rPr>
              <a:t>What</a:t>
            </a:r>
            <a:r>
              <a:rPr sz="2000" b="1" spc="-30" dirty="0">
                <a:latin typeface="Times New Roman"/>
                <a:cs typeface="Times New Roman"/>
              </a:rPr>
              <a:t> </a:t>
            </a:r>
            <a:r>
              <a:rPr sz="2000" b="1" dirty="0">
                <a:latin typeface="Times New Roman"/>
                <a:cs typeface="Times New Roman"/>
              </a:rPr>
              <a:t>Should</a:t>
            </a:r>
            <a:r>
              <a:rPr sz="2000" b="1" spc="-30" dirty="0">
                <a:latin typeface="Times New Roman"/>
                <a:cs typeface="Times New Roman"/>
              </a:rPr>
              <a:t> </a:t>
            </a:r>
            <a:r>
              <a:rPr sz="2000" b="1" dirty="0">
                <a:latin typeface="Times New Roman"/>
                <a:cs typeface="Times New Roman"/>
              </a:rPr>
              <a:t>Be</a:t>
            </a:r>
            <a:r>
              <a:rPr sz="2000" b="1" spc="-5" dirty="0">
                <a:latin typeface="Times New Roman"/>
                <a:cs typeface="Times New Roman"/>
              </a:rPr>
              <a:t> </a:t>
            </a:r>
            <a:r>
              <a:rPr sz="2000" b="1" dirty="0">
                <a:latin typeface="Times New Roman"/>
                <a:cs typeface="Times New Roman"/>
              </a:rPr>
              <a:t>Responsibility</a:t>
            </a:r>
            <a:r>
              <a:rPr sz="2000" b="1" spc="-45" dirty="0">
                <a:latin typeface="Times New Roman"/>
                <a:cs typeface="Times New Roman"/>
              </a:rPr>
              <a:t> </a:t>
            </a:r>
            <a:r>
              <a:rPr sz="2000" b="1" dirty="0">
                <a:latin typeface="Times New Roman"/>
                <a:cs typeface="Times New Roman"/>
              </a:rPr>
              <a:t>and</a:t>
            </a:r>
            <a:r>
              <a:rPr sz="2000" b="1" spc="-5" dirty="0">
                <a:latin typeface="Times New Roman"/>
                <a:cs typeface="Times New Roman"/>
              </a:rPr>
              <a:t> </a:t>
            </a:r>
            <a:r>
              <a:rPr sz="2000" b="1" dirty="0">
                <a:latin typeface="Times New Roman"/>
                <a:cs typeface="Times New Roman"/>
              </a:rPr>
              <a:t>Role</a:t>
            </a:r>
            <a:r>
              <a:rPr sz="2000" b="1" spc="-30" dirty="0">
                <a:latin typeface="Times New Roman"/>
                <a:cs typeface="Times New Roman"/>
              </a:rPr>
              <a:t> </a:t>
            </a:r>
            <a:r>
              <a:rPr sz="2000" b="1" dirty="0">
                <a:latin typeface="Times New Roman"/>
                <a:cs typeface="Times New Roman"/>
              </a:rPr>
              <a:t>of</a:t>
            </a:r>
            <a:r>
              <a:rPr sz="2000" b="1" spc="-25" dirty="0">
                <a:latin typeface="Times New Roman"/>
                <a:cs typeface="Times New Roman"/>
              </a:rPr>
              <a:t> </a:t>
            </a:r>
            <a:r>
              <a:rPr sz="2000" b="1" spc="-10" dirty="0">
                <a:latin typeface="Times New Roman"/>
                <a:cs typeface="Times New Roman"/>
              </a:rPr>
              <a:t>Industries?</a:t>
            </a:r>
            <a:endParaRPr sz="2000">
              <a:latin typeface="Times New Roman"/>
              <a:cs typeface="Times New Roman"/>
            </a:endParaRPr>
          </a:p>
          <a:p>
            <a:pPr marL="352425" marR="8255" indent="-339725" algn="just">
              <a:lnSpc>
                <a:spcPct val="80000"/>
              </a:lnSpc>
              <a:spcBef>
                <a:spcPts val="480"/>
              </a:spcBef>
              <a:buFont typeface="Arial MT"/>
              <a:buChar char="•"/>
              <a:tabLst>
                <a:tab pos="355600" algn="l"/>
              </a:tabLst>
            </a:pPr>
            <a:r>
              <a:rPr sz="2000" dirty="0">
                <a:latin typeface="Times New Roman"/>
                <a:cs typeface="Times New Roman"/>
              </a:rPr>
              <a:t>It</a:t>
            </a:r>
            <a:r>
              <a:rPr sz="2000" spc="120" dirty="0">
                <a:latin typeface="Times New Roman"/>
                <a:cs typeface="Times New Roman"/>
              </a:rPr>
              <a:t> </a:t>
            </a:r>
            <a:r>
              <a:rPr sz="2000" dirty="0">
                <a:latin typeface="Times New Roman"/>
                <a:cs typeface="Times New Roman"/>
              </a:rPr>
              <a:t>is</a:t>
            </a:r>
            <a:r>
              <a:rPr sz="2000" spc="125" dirty="0">
                <a:latin typeface="Times New Roman"/>
                <a:cs typeface="Times New Roman"/>
              </a:rPr>
              <a:t> </a:t>
            </a:r>
            <a:r>
              <a:rPr sz="2000" dirty="0">
                <a:latin typeface="Times New Roman"/>
                <a:cs typeface="Times New Roman"/>
              </a:rPr>
              <a:t>a</a:t>
            </a:r>
            <a:r>
              <a:rPr sz="2000" spc="110" dirty="0">
                <a:latin typeface="Times New Roman"/>
                <a:cs typeface="Times New Roman"/>
              </a:rPr>
              <a:t> </a:t>
            </a:r>
            <a:r>
              <a:rPr sz="2000" dirty="0">
                <a:latin typeface="Times New Roman"/>
                <a:cs typeface="Times New Roman"/>
              </a:rPr>
              <a:t>reverse</a:t>
            </a:r>
            <a:r>
              <a:rPr sz="2000" spc="105" dirty="0">
                <a:latin typeface="Times New Roman"/>
                <a:cs typeface="Times New Roman"/>
              </a:rPr>
              <a:t> </a:t>
            </a:r>
            <a:r>
              <a:rPr sz="2000" dirty="0">
                <a:latin typeface="Times New Roman"/>
                <a:cs typeface="Times New Roman"/>
              </a:rPr>
              <a:t>fabrication</a:t>
            </a:r>
            <a:r>
              <a:rPr sz="2000" spc="145" dirty="0">
                <a:latin typeface="Times New Roman"/>
                <a:cs typeface="Times New Roman"/>
              </a:rPr>
              <a:t> </a:t>
            </a:r>
            <a:r>
              <a:rPr sz="2000" dirty="0">
                <a:latin typeface="Times New Roman"/>
                <a:cs typeface="Times New Roman"/>
              </a:rPr>
              <a:t>system</a:t>
            </a:r>
            <a:r>
              <a:rPr sz="2000" spc="105" dirty="0">
                <a:latin typeface="Times New Roman"/>
                <a:cs typeface="Times New Roman"/>
              </a:rPr>
              <a:t> </a:t>
            </a:r>
            <a:r>
              <a:rPr sz="2000" dirty="0">
                <a:latin typeface="Times New Roman"/>
                <a:cs typeface="Times New Roman"/>
              </a:rPr>
              <a:t>that</a:t>
            </a:r>
            <a:r>
              <a:rPr sz="2000" spc="114" dirty="0">
                <a:latin typeface="Times New Roman"/>
                <a:cs typeface="Times New Roman"/>
              </a:rPr>
              <a:t> </a:t>
            </a:r>
            <a:r>
              <a:rPr sz="2000" dirty="0">
                <a:latin typeface="Times New Roman"/>
                <a:cs typeface="Times New Roman"/>
              </a:rPr>
              <a:t>designs</a:t>
            </a:r>
            <a:r>
              <a:rPr sz="2000" spc="130" dirty="0">
                <a:latin typeface="Times New Roman"/>
                <a:cs typeface="Times New Roman"/>
              </a:rPr>
              <a:t> </a:t>
            </a:r>
            <a:r>
              <a:rPr sz="2000" dirty="0">
                <a:latin typeface="Times New Roman"/>
                <a:cs typeface="Times New Roman"/>
              </a:rPr>
              <a:t>infrastructure</a:t>
            </a:r>
            <a:r>
              <a:rPr sz="2000" spc="130" dirty="0">
                <a:latin typeface="Times New Roman"/>
                <a:cs typeface="Times New Roman"/>
              </a:rPr>
              <a:t> </a:t>
            </a:r>
            <a:r>
              <a:rPr sz="2000" dirty="0">
                <a:latin typeface="Times New Roman"/>
                <a:cs typeface="Times New Roman"/>
              </a:rPr>
              <a:t>to</a:t>
            </a:r>
            <a:r>
              <a:rPr sz="2000" spc="130" dirty="0">
                <a:latin typeface="Times New Roman"/>
                <a:cs typeface="Times New Roman"/>
              </a:rPr>
              <a:t> </a:t>
            </a:r>
            <a:r>
              <a:rPr sz="2000" dirty="0">
                <a:latin typeface="Times New Roman"/>
                <a:cs typeface="Times New Roman"/>
              </a:rPr>
              <a:t>recover</a:t>
            </a:r>
            <a:r>
              <a:rPr sz="2000" spc="130" dirty="0">
                <a:latin typeface="Times New Roman"/>
                <a:cs typeface="Times New Roman"/>
              </a:rPr>
              <a:t> </a:t>
            </a:r>
            <a:r>
              <a:rPr sz="2000" spc="-25" dirty="0">
                <a:latin typeface="Times New Roman"/>
                <a:cs typeface="Times New Roman"/>
              </a:rPr>
              <a:t>and 	</a:t>
            </a:r>
            <a:r>
              <a:rPr sz="2000" dirty="0">
                <a:latin typeface="Times New Roman"/>
                <a:cs typeface="Times New Roman"/>
              </a:rPr>
              <a:t>recycle</a:t>
            </a:r>
            <a:r>
              <a:rPr sz="2000" spc="55" dirty="0">
                <a:latin typeface="Times New Roman"/>
                <a:cs typeface="Times New Roman"/>
              </a:rPr>
              <a:t>  </a:t>
            </a:r>
            <a:r>
              <a:rPr sz="2000" dirty="0">
                <a:latin typeface="Times New Roman"/>
                <a:cs typeface="Times New Roman"/>
              </a:rPr>
              <a:t>every</a:t>
            </a:r>
            <a:r>
              <a:rPr sz="2000" spc="50" dirty="0">
                <a:latin typeface="Times New Roman"/>
                <a:cs typeface="Times New Roman"/>
              </a:rPr>
              <a:t>  </a:t>
            </a:r>
            <a:r>
              <a:rPr sz="2000" dirty="0">
                <a:latin typeface="Times New Roman"/>
                <a:cs typeface="Times New Roman"/>
              </a:rPr>
              <a:t>material</a:t>
            </a:r>
            <a:r>
              <a:rPr sz="2000" spc="55" dirty="0">
                <a:latin typeface="Times New Roman"/>
                <a:cs typeface="Times New Roman"/>
              </a:rPr>
              <a:t>  </a:t>
            </a:r>
            <a:r>
              <a:rPr sz="2000" dirty="0">
                <a:latin typeface="Times New Roman"/>
                <a:cs typeface="Times New Roman"/>
              </a:rPr>
              <a:t>confined</a:t>
            </a:r>
            <a:r>
              <a:rPr sz="2000" spc="65" dirty="0">
                <a:latin typeface="Times New Roman"/>
                <a:cs typeface="Times New Roman"/>
              </a:rPr>
              <a:t>  </a:t>
            </a:r>
            <a:r>
              <a:rPr sz="2000" dirty="0">
                <a:latin typeface="Times New Roman"/>
                <a:cs typeface="Times New Roman"/>
              </a:rPr>
              <a:t>within</a:t>
            </a:r>
            <a:r>
              <a:rPr sz="2000" spc="55" dirty="0">
                <a:latin typeface="Times New Roman"/>
                <a:cs typeface="Times New Roman"/>
              </a:rPr>
              <a:t>  </a:t>
            </a:r>
            <a:r>
              <a:rPr sz="2000" spc="-10" dirty="0">
                <a:latin typeface="Times New Roman"/>
                <a:cs typeface="Times New Roman"/>
              </a:rPr>
              <a:t>E-</a:t>
            </a:r>
            <a:r>
              <a:rPr sz="2000" dirty="0">
                <a:latin typeface="Times New Roman"/>
                <a:cs typeface="Times New Roman"/>
              </a:rPr>
              <a:t>wastes</a:t>
            </a:r>
            <a:r>
              <a:rPr sz="2000" spc="60" dirty="0">
                <a:latin typeface="Times New Roman"/>
                <a:cs typeface="Times New Roman"/>
              </a:rPr>
              <a:t>  </a:t>
            </a:r>
            <a:r>
              <a:rPr sz="2000" dirty="0">
                <a:latin typeface="Times New Roman"/>
                <a:cs typeface="Times New Roman"/>
              </a:rPr>
              <a:t>metals</a:t>
            </a:r>
            <a:r>
              <a:rPr sz="2000" spc="55" dirty="0">
                <a:latin typeface="Times New Roman"/>
                <a:cs typeface="Times New Roman"/>
              </a:rPr>
              <a:t>  </a:t>
            </a:r>
            <a:r>
              <a:rPr sz="2000" dirty="0">
                <a:latin typeface="Times New Roman"/>
                <a:cs typeface="Times New Roman"/>
              </a:rPr>
              <a:t>such</a:t>
            </a:r>
            <a:r>
              <a:rPr sz="2000" spc="65" dirty="0">
                <a:latin typeface="Times New Roman"/>
                <a:cs typeface="Times New Roman"/>
              </a:rPr>
              <a:t>  </a:t>
            </a:r>
            <a:r>
              <a:rPr sz="2000" dirty="0">
                <a:latin typeface="Times New Roman"/>
                <a:cs typeface="Times New Roman"/>
              </a:rPr>
              <a:t>as</a:t>
            </a:r>
            <a:r>
              <a:rPr sz="2000" spc="60" dirty="0">
                <a:latin typeface="Times New Roman"/>
                <a:cs typeface="Times New Roman"/>
              </a:rPr>
              <a:t>  </a:t>
            </a:r>
            <a:r>
              <a:rPr sz="2000" spc="-10" dirty="0">
                <a:latin typeface="Times New Roman"/>
                <a:cs typeface="Times New Roman"/>
              </a:rPr>
              <a:t>lead, 	</a:t>
            </a:r>
            <a:r>
              <a:rPr sz="2000" dirty="0">
                <a:latin typeface="Times New Roman"/>
                <a:cs typeface="Times New Roman"/>
              </a:rPr>
              <a:t>copper,</a:t>
            </a:r>
            <a:r>
              <a:rPr sz="2000" spc="-55" dirty="0">
                <a:latin typeface="Times New Roman"/>
                <a:cs typeface="Times New Roman"/>
              </a:rPr>
              <a:t> </a:t>
            </a:r>
            <a:r>
              <a:rPr sz="2000" dirty="0">
                <a:latin typeface="Times New Roman"/>
                <a:cs typeface="Times New Roman"/>
              </a:rPr>
              <a:t>aluminum</a:t>
            </a:r>
            <a:r>
              <a:rPr sz="2000" spc="-40" dirty="0">
                <a:latin typeface="Times New Roman"/>
                <a:cs typeface="Times New Roman"/>
              </a:rPr>
              <a:t> </a:t>
            </a:r>
            <a:r>
              <a:rPr sz="2000" dirty="0">
                <a:latin typeface="Times New Roman"/>
                <a:cs typeface="Times New Roman"/>
              </a:rPr>
              <a:t>and</a:t>
            </a:r>
            <a:r>
              <a:rPr sz="2000" spc="-5" dirty="0">
                <a:latin typeface="Times New Roman"/>
                <a:cs typeface="Times New Roman"/>
              </a:rPr>
              <a:t> </a:t>
            </a:r>
            <a:r>
              <a:rPr sz="2000" dirty="0">
                <a:latin typeface="Times New Roman"/>
                <a:cs typeface="Times New Roman"/>
              </a:rPr>
              <a:t>gold,</a:t>
            </a:r>
            <a:r>
              <a:rPr sz="2000" spc="-40" dirty="0">
                <a:latin typeface="Times New Roman"/>
                <a:cs typeface="Times New Roman"/>
              </a:rPr>
              <a:t> </a:t>
            </a:r>
            <a:r>
              <a:rPr sz="2000" dirty="0">
                <a:latin typeface="Times New Roman"/>
                <a:cs typeface="Times New Roman"/>
              </a:rPr>
              <a:t>and</a:t>
            </a:r>
            <a:r>
              <a:rPr sz="2000" spc="-20" dirty="0">
                <a:latin typeface="Times New Roman"/>
                <a:cs typeface="Times New Roman"/>
              </a:rPr>
              <a:t> </a:t>
            </a:r>
            <a:r>
              <a:rPr sz="2000" dirty="0">
                <a:latin typeface="Times New Roman"/>
                <a:cs typeface="Times New Roman"/>
              </a:rPr>
              <a:t>various</a:t>
            </a:r>
            <a:r>
              <a:rPr sz="2000" spc="-50" dirty="0">
                <a:latin typeface="Times New Roman"/>
                <a:cs typeface="Times New Roman"/>
              </a:rPr>
              <a:t> </a:t>
            </a:r>
            <a:r>
              <a:rPr sz="2000" dirty="0">
                <a:latin typeface="Times New Roman"/>
                <a:cs typeface="Times New Roman"/>
              </a:rPr>
              <a:t>plastics,</a:t>
            </a:r>
            <a:r>
              <a:rPr sz="2000" spc="-30" dirty="0">
                <a:latin typeface="Times New Roman"/>
                <a:cs typeface="Times New Roman"/>
              </a:rPr>
              <a:t> </a:t>
            </a:r>
            <a:r>
              <a:rPr sz="2000" dirty="0">
                <a:latin typeface="Times New Roman"/>
                <a:cs typeface="Times New Roman"/>
              </a:rPr>
              <a:t>glass</a:t>
            </a:r>
            <a:r>
              <a:rPr sz="2000" spc="-30" dirty="0">
                <a:latin typeface="Times New Roman"/>
                <a:cs typeface="Times New Roman"/>
              </a:rPr>
              <a:t> </a:t>
            </a:r>
            <a:r>
              <a:rPr sz="2000" dirty="0">
                <a:latin typeface="Times New Roman"/>
                <a:cs typeface="Times New Roman"/>
              </a:rPr>
              <a:t>and</a:t>
            </a:r>
            <a:r>
              <a:rPr sz="2000" spc="-20" dirty="0">
                <a:latin typeface="Times New Roman"/>
                <a:cs typeface="Times New Roman"/>
              </a:rPr>
              <a:t> </a:t>
            </a:r>
            <a:r>
              <a:rPr sz="2000" spc="-10" dirty="0">
                <a:latin typeface="Times New Roman"/>
                <a:cs typeface="Times New Roman"/>
              </a:rPr>
              <a:t>wire.</a:t>
            </a:r>
            <a:endParaRPr sz="2000">
              <a:latin typeface="Times New Roman"/>
              <a:cs typeface="Times New Roman"/>
            </a:endParaRPr>
          </a:p>
          <a:p>
            <a:pPr marL="352425" marR="6350" indent="-339725" algn="just">
              <a:lnSpc>
                <a:spcPct val="80000"/>
              </a:lnSpc>
              <a:spcBef>
                <a:spcPts val="480"/>
              </a:spcBef>
              <a:buFont typeface="Arial MT"/>
              <a:buChar char="•"/>
              <a:tabLst>
                <a:tab pos="355600" algn="l"/>
              </a:tabLst>
            </a:pPr>
            <a:r>
              <a:rPr sz="2000" dirty="0">
                <a:latin typeface="Times New Roman"/>
                <a:cs typeface="Times New Roman"/>
              </a:rPr>
              <a:t>Researchers</a:t>
            </a:r>
            <a:r>
              <a:rPr sz="2000" spc="135" dirty="0">
                <a:latin typeface="Times New Roman"/>
                <a:cs typeface="Times New Roman"/>
              </a:rPr>
              <a:t>  </a:t>
            </a:r>
            <a:r>
              <a:rPr sz="2000" dirty="0">
                <a:latin typeface="Times New Roman"/>
                <a:cs typeface="Times New Roman"/>
              </a:rPr>
              <a:t>have</a:t>
            </a:r>
            <a:r>
              <a:rPr sz="2000" spc="145" dirty="0">
                <a:latin typeface="Times New Roman"/>
                <a:cs typeface="Times New Roman"/>
              </a:rPr>
              <a:t>  </a:t>
            </a:r>
            <a:r>
              <a:rPr sz="2000" dirty="0">
                <a:latin typeface="Times New Roman"/>
                <a:cs typeface="Times New Roman"/>
              </a:rPr>
              <a:t>explained</a:t>
            </a:r>
            <a:r>
              <a:rPr sz="2000" spc="145" dirty="0">
                <a:latin typeface="Times New Roman"/>
                <a:cs typeface="Times New Roman"/>
              </a:rPr>
              <a:t>  </a:t>
            </a:r>
            <a:r>
              <a:rPr sz="2000" dirty="0">
                <a:latin typeface="Times New Roman"/>
                <a:cs typeface="Times New Roman"/>
              </a:rPr>
              <a:t>that</a:t>
            </a:r>
            <a:r>
              <a:rPr sz="2000" spc="135" dirty="0">
                <a:latin typeface="Times New Roman"/>
                <a:cs typeface="Times New Roman"/>
              </a:rPr>
              <a:t>  </a:t>
            </a:r>
            <a:r>
              <a:rPr sz="2000" dirty="0">
                <a:latin typeface="Times New Roman"/>
                <a:cs typeface="Times New Roman"/>
              </a:rPr>
              <a:t>such</a:t>
            </a:r>
            <a:r>
              <a:rPr sz="2000" spc="145" dirty="0">
                <a:latin typeface="Times New Roman"/>
                <a:cs typeface="Times New Roman"/>
              </a:rPr>
              <a:t>  </a:t>
            </a:r>
            <a:r>
              <a:rPr sz="2000" dirty="0">
                <a:latin typeface="Times New Roman"/>
                <a:cs typeface="Times New Roman"/>
              </a:rPr>
              <a:t>a</a:t>
            </a:r>
            <a:r>
              <a:rPr sz="2000" spc="135" dirty="0">
                <a:latin typeface="Times New Roman"/>
                <a:cs typeface="Times New Roman"/>
              </a:rPr>
              <a:t>  </a:t>
            </a:r>
            <a:r>
              <a:rPr sz="2000" dirty="0">
                <a:latin typeface="Times New Roman"/>
                <a:cs typeface="Times New Roman"/>
              </a:rPr>
              <a:t>closed</a:t>
            </a:r>
            <a:r>
              <a:rPr sz="2000" spc="145" dirty="0">
                <a:latin typeface="Times New Roman"/>
                <a:cs typeface="Times New Roman"/>
              </a:rPr>
              <a:t>  </a:t>
            </a:r>
            <a:r>
              <a:rPr sz="2000" dirty="0">
                <a:latin typeface="Times New Roman"/>
                <a:cs typeface="Times New Roman"/>
              </a:rPr>
              <a:t>loop</a:t>
            </a:r>
            <a:r>
              <a:rPr sz="2000" spc="140" dirty="0">
                <a:latin typeface="Times New Roman"/>
                <a:cs typeface="Times New Roman"/>
              </a:rPr>
              <a:t>  </a:t>
            </a:r>
            <a:r>
              <a:rPr sz="2000" dirty="0">
                <a:latin typeface="Times New Roman"/>
                <a:cs typeface="Times New Roman"/>
              </a:rPr>
              <a:t>production</a:t>
            </a:r>
            <a:r>
              <a:rPr sz="2000" spc="145" dirty="0">
                <a:latin typeface="Times New Roman"/>
                <a:cs typeface="Times New Roman"/>
              </a:rPr>
              <a:t>  </a:t>
            </a:r>
            <a:r>
              <a:rPr sz="2000" spc="-25" dirty="0">
                <a:latin typeface="Times New Roman"/>
                <a:cs typeface="Times New Roman"/>
              </a:rPr>
              <a:t>and 	</a:t>
            </a:r>
            <a:r>
              <a:rPr sz="2000" dirty="0">
                <a:latin typeface="Times New Roman"/>
                <a:cs typeface="Times New Roman"/>
              </a:rPr>
              <a:t>recovery</a:t>
            </a:r>
            <a:r>
              <a:rPr sz="2000" spc="140" dirty="0">
                <a:latin typeface="Times New Roman"/>
                <a:cs typeface="Times New Roman"/>
              </a:rPr>
              <a:t> </a:t>
            </a:r>
            <a:r>
              <a:rPr sz="2000" dirty="0">
                <a:latin typeface="Times New Roman"/>
                <a:cs typeface="Times New Roman"/>
              </a:rPr>
              <a:t>system</a:t>
            </a:r>
            <a:r>
              <a:rPr sz="2000" spc="130" dirty="0">
                <a:latin typeface="Times New Roman"/>
                <a:cs typeface="Times New Roman"/>
              </a:rPr>
              <a:t> </a:t>
            </a:r>
            <a:r>
              <a:rPr sz="2000" dirty="0">
                <a:latin typeface="Times New Roman"/>
                <a:cs typeface="Times New Roman"/>
              </a:rPr>
              <a:t>offers</a:t>
            </a:r>
            <a:r>
              <a:rPr sz="2000" spc="150" dirty="0">
                <a:latin typeface="Times New Roman"/>
                <a:cs typeface="Times New Roman"/>
              </a:rPr>
              <a:t> </a:t>
            </a:r>
            <a:r>
              <a:rPr sz="2000" dirty="0">
                <a:latin typeface="Times New Roman"/>
                <a:cs typeface="Times New Roman"/>
              </a:rPr>
              <a:t>a</a:t>
            </a:r>
            <a:r>
              <a:rPr sz="2000" spc="140" dirty="0">
                <a:latin typeface="Times New Roman"/>
                <a:cs typeface="Times New Roman"/>
              </a:rPr>
              <a:t> </a:t>
            </a:r>
            <a:r>
              <a:rPr sz="2000" spc="-10" dirty="0">
                <a:latin typeface="Times New Roman"/>
                <a:cs typeface="Times New Roman"/>
              </a:rPr>
              <a:t>win-</a:t>
            </a:r>
            <a:r>
              <a:rPr sz="2000" dirty="0">
                <a:latin typeface="Times New Roman"/>
                <a:cs typeface="Times New Roman"/>
              </a:rPr>
              <a:t>win</a:t>
            </a:r>
            <a:r>
              <a:rPr sz="2000" spc="150" dirty="0">
                <a:latin typeface="Times New Roman"/>
                <a:cs typeface="Times New Roman"/>
              </a:rPr>
              <a:t> </a:t>
            </a:r>
            <a:r>
              <a:rPr sz="2000" dirty="0">
                <a:latin typeface="Times New Roman"/>
                <a:cs typeface="Times New Roman"/>
              </a:rPr>
              <a:t>state</a:t>
            </a:r>
            <a:r>
              <a:rPr sz="2000" spc="120" dirty="0">
                <a:latin typeface="Times New Roman"/>
                <a:cs typeface="Times New Roman"/>
              </a:rPr>
              <a:t> </a:t>
            </a:r>
            <a:r>
              <a:rPr sz="2000" dirty="0">
                <a:latin typeface="Times New Roman"/>
                <a:cs typeface="Times New Roman"/>
              </a:rPr>
              <a:t>for</a:t>
            </a:r>
            <a:r>
              <a:rPr sz="2000" spc="145" dirty="0">
                <a:latin typeface="Times New Roman"/>
                <a:cs typeface="Times New Roman"/>
              </a:rPr>
              <a:t> </a:t>
            </a:r>
            <a:r>
              <a:rPr sz="2000" dirty="0">
                <a:latin typeface="Times New Roman"/>
                <a:cs typeface="Times New Roman"/>
              </a:rPr>
              <a:t>everyone,</a:t>
            </a:r>
            <a:r>
              <a:rPr sz="2000" spc="150" dirty="0">
                <a:latin typeface="Times New Roman"/>
                <a:cs typeface="Times New Roman"/>
              </a:rPr>
              <a:t> </a:t>
            </a:r>
            <a:r>
              <a:rPr sz="2000" dirty="0">
                <a:latin typeface="Times New Roman"/>
                <a:cs typeface="Times New Roman"/>
              </a:rPr>
              <a:t>a</a:t>
            </a:r>
            <a:r>
              <a:rPr sz="2000" spc="140" dirty="0">
                <a:latin typeface="Times New Roman"/>
                <a:cs typeface="Times New Roman"/>
              </a:rPr>
              <a:t> </a:t>
            </a:r>
            <a:r>
              <a:rPr sz="2000" dirty="0">
                <a:latin typeface="Times New Roman"/>
                <a:cs typeface="Times New Roman"/>
              </a:rPr>
              <a:t>reduced</a:t>
            </a:r>
            <a:r>
              <a:rPr sz="2000" spc="155" dirty="0">
                <a:latin typeface="Times New Roman"/>
                <a:cs typeface="Times New Roman"/>
              </a:rPr>
              <a:t> </a:t>
            </a:r>
            <a:r>
              <a:rPr sz="2000" dirty="0">
                <a:latin typeface="Times New Roman"/>
                <a:cs typeface="Times New Roman"/>
              </a:rPr>
              <a:t>amount</a:t>
            </a:r>
            <a:r>
              <a:rPr sz="2000" spc="130" dirty="0">
                <a:latin typeface="Times New Roman"/>
                <a:cs typeface="Times New Roman"/>
              </a:rPr>
              <a:t> </a:t>
            </a:r>
            <a:r>
              <a:rPr sz="2000" spc="-25" dirty="0">
                <a:latin typeface="Times New Roman"/>
                <a:cs typeface="Times New Roman"/>
              </a:rPr>
              <a:t>of 	</a:t>
            </a:r>
            <a:r>
              <a:rPr sz="2000" dirty="0">
                <a:latin typeface="Times New Roman"/>
                <a:cs typeface="Times New Roman"/>
              </a:rPr>
              <a:t>the</a:t>
            </a:r>
            <a:r>
              <a:rPr sz="2000" spc="40" dirty="0">
                <a:latin typeface="Times New Roman"/>
                <a:cs typeface="Times New Roman"/>
              </a:rPr>
              <a:t>  </a:t>
            </a:r>
            <a:r>
              <a:rPr sz="2000" dirty="0">
                <a:latin typeface="Times New Roman"/>
                <a:cs typeface="Times New Roman"/>
              </a:rPr>
              <a:t>earth</a:t>
            </a:r>
            <a:r>
              <a:rPr sz="2000" spc="40" dirty="0">
                <a:latin typeface="Times New Roman"/>
                <a:cs typeface="Times New Roman"/>
              </a:rPr>
              <a:t>  </a:t>
            </a:r>
            <a:r>
              <a:rPr sz="2000" dirty="0">
                <a:latin typeface="Times New Roman"/>
                <a:cs typeface="Times New Roman"/>
              </a:rPr>
              <a:t>will</a:t>
            </a:r>
            <a:r>
              <a:rPr sz="2000" spc="35" dirty="0">
                <a:latin typeface="Times New Roman"/>
                <a:cs typeface="Times New Roman"/>
              </a:rPr>
              <a:t>  </a:t>
            </a:r>
            <a:r>
              <a:rPr sz="2000" dirty="0">
                <a:latin typeface="Times New Roman"/>
                <a:cs typeface="Times New Roman"/>
              </a:rPr>
              <a:t>be</a:t>
            </a:r>
            <a:r>
              <a:rPr sz="2000" spc="30" dirty="0">
                <a:latin typeface="Times New Roman"/>
                <a:cs typeface="Times New Roman"/>
              </a:rPr>
              <a:t>  </a:t>
            </a:r>
            <a:r>
              <a:rPr sz="2000" dirty="0">
                <a:latin typeface="Times New Roman"/>
                <a:cs typeface="Times New Roman"/>
              </a:rPr>
              <a:t>mined</a:t>
            </a:r>
            <a:r>
              <a:rPr sz="2000" spc="40" dirty="0">
                <a:latin typeface="Times New Roman"/>
                <a:cs typeface="Times New Roman"/>
              </a:rPr>
              <a:t>  </a:t>
            </a:r>
            <a:r>
              <a:rPr sz="2000" dirty="0">
                <a:latin typeface="Times New Roman"/>
                <a:cs typeface="Times New Roman"/>
              </a:rPr>
              <a:t>for</a:t>
            </a:r>
            <a:r>
              <a:rPr sz="2000" spc="40" dirty="0">
                <a:latin typeface="Times New Roman"/>
                <a:cs typeface="Times New Roman"/>
              </a:rPr>
              <a:t>  </a:t>
            </a:r>
            <a:r>
              <a:rPr sz="2000" dirty="0">
                <a:latin typeface="Times New Roman"/>
                <a:cs typeface="Times New Roman"/>
              </a:rPr>
              <a:t>raw</a:t>
            </a:r>
            <a:r>
              <a:rPr sz="2000" spc="40" dirty="0">
                <a:latin typeface="Times New Roman"/>
                <a:cs typeface="Times New Roman"/>
              </a:rPr>
              <a:t>  </a:t>
            </a:r>
            <a:r>
              <a:rPr sz="2000" dirty="0">
                <a:latin typeface="Times New Roman"/>
                <a:cs typeface="Times New Roman"/>
              </a:rPr>
              <a:t>ingredients</a:t>
            </a:r>
            <a:r>
              <a:rPr sz="2000" spc="35" dirty="0">
                <a:latin typeface="Times New Roman"/>
                <a:cs typeface="Times New Roman"/>
              </a:rPr>
              <a:t>  </a:t>
            </a:r>
            <a:r>
              <a:rPr sz="2000" dirty="0">
                <a:latin typeface="Times New Roman"/>
                <a:cs typeface="Times New Roman"/>
              </a:rPr>
              <a:t>and</a:t>
            </a:r>
            <a:r>
              <a:rPr sz="2000" spc="40" dirty="0">
                <a:latin typeface="Times New Roman"/>
                <a:cs typeface="Times New Roman"/>
              </a:rPr>
              <a:t>  </a:t>
            </a:r>
            <a:r>
              <a:rPr sz="2000" dirty="0">
                <a:latin typeface="Times New Roman"/>
                <a:cs typeface="Times New Roman"/>
              </a:rPr>
              <a:t>groundwater</a:t>
            </a:r>
            <a:r>
              <a:rPr sz="2000" spc="45" dirty="0">
                <a:latin typeface="Times New Roman"/>
                <a:cs typeface="Times New Roman"/>
              </a:rPr>
              <a:t>  </a:t>
            </a:r>
            <a:r>
              <a:rPr sz="2000" dirty="0">
                <a:latin typeface="Times New Roman"/>
                <a:cs typeface="Times New Roman"/>
              </a:rPr>
              <a:t>will</a:t>
            </a:r>
            <a:r>
              <a:rPr sz="2000" spc="30" dirty="0">
                <a:latin typeface="Times New Roman"/>
                <a:cs typeface="Times New Roman"/>
              </a:rPr>
              <a:t>  </a:t>
            </a:r>
            <a:r>
              <a:rPr sz="2000" spc="-25" dirty="0">
                <a:latin typeface="Times New Roman"/>
                <a:cs typeface="Times New Roman"/>
              </a:rPr>
              <a:t>be 	</a:t>
            </a:r>
            <a:r>
              <a:rPr sz="2000" spc="-10" dirty="0">
                <a:latin typeface="Times New Roman"/>
                <a:cs typeface="Times New Roman"/>
              </a:rPr>
              <a:t>protected.</a:t>
            </a:r>
            <a:endParaRPr sz="2000">
              <a:latin typeface="Times New Roman"/>
              <a:cs typeface="Times New Roman"/>
            </a:endParaRPr>
          </a:p>
          <a:p>
            <a:pPr marL="352425" marR="6985" indent="-339725" algn="just">
              <a:lnSpc>
                <a:spcPct val="80000"/>
              </a:lnSpc>
              <a:spcBef>
                <a:spcPts val="480"/>
              </a:spcBef>
              <a:buFont typeface="Arial MT"/>
              <a:buChar char="•"/>
              <a:tabLst>
                <a:tab pos="355600" algn="l"/>
              </a:tabLst>
            </a:pPr>
            <a:r>
              <a:rPr sz="2000" dirty="0">
                <a:latin typeface="Times New Roman"/>
                <a:cs typeface="Times New Roman"/>
              </a:rPr>
              <a:t>Producers,</a:t>
            </a:r>
            <a:r>
              <a:rPr sz="2000" spc="120" dirty="0">
                <a:latin typeface="Times New Roman"/>
                <a:cs typeface="Times New Roman"/>
              </a:rPr>
              <a:t>  </a:t>
            </a:r>
            <a:r>
              <a:rPr sz="2000" dirty="0">
                <a:latin typeface="Times New Roman"/>
                <a:cs typeface="Times New Roman"/>
              </a:rPr>
              <a:t>distributors</a:t>
            </a:r>
            <a:r>
              <a:rPr sz="2000" spc="125" dirty="0">
                <a:latin typeface="Times New Roman"/>
                <a:cs typeface="Times New Roman"/>
              </a:rPr>
              <a:t>  </a:t>
            </a:r>
            <a:r>
              <a:rPr sz="2000" dirty="0">
                <a:latin typeface="Times New Roman"/>
                <a:cs typeface="Times New Roman"/>
              </a:rPr>
              <a:t>and</a:t>
            </a:r>
            <a:r>
              <a:rPr sz="2000" spc="120" dirty="0">
                <a:latin typeface="Times New Roman"/>
                <a:cs typeface="Times New Roman"/>
              </a:rPr>
              <a:t>  </a:t>
            </a:r>
            <a:r>
              <a:rPr sz="2000" dirty="0">
                <a:latin typeface="Times New Roman"/>
                <a:cs typeface="Times New Roman"/>
              </a:rPr>
              <a:t>retailers</a:t>
            </a:r>
            <a:r>
              <a:rPr sz="2000" spc="120" dirty="0">
                <a:latin typeface="Times New Roman"/>
                <a:cs typeface="Times New Roman"/>
              </a:rPr>
              <a:t>  </a:t>
            </a:r>
            <a:r>
              <a:rPr sz="2000" dirty="0">
                <a:latin typeface="Times New Roman"/>
                <a:cs typeface="Times New Roman"/>
              </a:rPr>
              <a:t>should</a:t>
            </a:r>
            <a:r>
              <a:rPr sz="2000" spc="125" dirty="0">
                <a:latin typeface="Times New Roman"/>
                <a:cs typeface="Times New Roman"/>
              </a:rPr>
              <a:t>  </a:t>
            </a:r>
            <a:r>
              <a:rPr sz="2000" dirty="0">
                <a:latin typeface="Times New Roman"/>
                <a:cs typeface="Times New Roman"/>
              </a:rPr>
              <a:t>take</a:t>
            </a:r>
            <a:r>
              <a:rPr sz="2000" spc="114" dirty="0">
                <a:latin typeface="Times New Roman"/>
                <a:cs typeface="Times New Roman"/>
              </a:rPr>
              <a:t>  </a:t>
            </a:r>
            <a:r>
              <a:rPr sz="2000" dirty="0">
                <a:latin typeface="Times New Roman"/>
                <a:cs typeface="Times New Roman"/>
              </a:rPr>
              <a:t>the</a:t>
            </a:r>
            <a:r>
              <a:rPr sz="2000" spc="114" dirty="0">
                <a:latin typeface="Times New Roman"/>
                <a:cs typeface="Times New Roman"/>
              </a:rPr>
              <a:t>  </a:t>
            </a:r>
            <a:r>
              <a:rPr sz="2000" dirty="0">
                <a:latin typeface="Times New Roman"/>
                <a:cs typeface="Times New Roman"/>
              </a:rPr>
              <a:t>responsibility</a:t>
            </a:r>
            <a:r>
              <a:rPr sz="2000" spc="110" dirty="0">
                <a:latin typeface="Times New Roman"/>
                <a:cs typeface="Times New Roman"/>
              </a:rPr>
              <a:t>  </a:t>
            </a:r>
            <a:r>
              <a:rPr sz="2000" spc="-25" dirty="0">
                <a:latin typeface="Times New Roman"/>
                <a:cs typeface="Times New Roman"/>
              </a:rPr>
              <a:t>of 	</a:t>
            </a:r>
            <a:r>
              <a:rPr sz="2000" dirty="0">
                <a:latin typeface="Times New Roman"/>
                <a:cs typeface="Times New Roman"/>
              </a:rPr>
              <a:t>recycling</a:t>
            </a:r>
            <a:r>
              <a:rPr sz="2000" spc="-20" dirty="0">
                <a:latin typeface="Times New Roman"/>
                <a:cs typeface="Times New Roman"/>
              </a:rPr>
              <a:t> </a:t>
            </a:r>
            <a:r>
              <a:rPr sz="2000" dirty="0">
                <a:latin typeface="Times New Roman"/>
                <a:cs typeface="Times New Roman"/>
              </a:rPr>
              <a:t>and disposal</a:t>
            </a:r>
            <a:r>
              <a:rPr sz="2000" spc="-40" dirty="0">
                <a:latin typeface="Times New Roman"/>
                <a:cs typeface="Times New Roman"/>
              </a:rPr>
              <a:t> </a:t>
            </a:r>
            <a:r>
              <a:rPr sz="2000" dirty="0">
                <a:latin typeface="Times New Roman"/>
                <a:cs typeface="Times New Roman"/>
              </a:rPr>
              <a:t>of</a:t>
            </a:r>
            <a:r>
              <a:rPr sz="2000" spc="-20" dirty="0">
                <a:latin typeface="Times New Roman"/>
                <a:cs typeface="Times New Roman"/>
              </a:rPr>
              <a:t> </a:t>
            </a:r>
            <a:r>
              <a:rPr sz="2000" dirty="0">
                <a:latin typeface="Times New Roman"/>
                <a:cs typeface="Times New Roman"/>
              </a:rPr>
              <a:t>their</a:t>
            </a:r>
            <a:r>
              <a:rPr sz="2000" spc="-25" dirty="0">
                <a:latin typeface="Times New Roman"/>
                <a:cs typeface="Times New Roman"/>
              </a:rPr>
              <a:t> </a:t>
            </a:r>
            <a:r>
              <a:rPr sz="2000" dirty="0">
                <a:latin typeface="Times New Roman"/>
                <a:cs typeface="Times New Roman"/>
              </a:rPr>
              <a:t>own</a:t>
            </a:r>
            <a:r>
              <a:rPr sz="2000" spc="-15" dirty="0">
                <a:latin typeface="Times New Roman"/>
                <a:cs typeface="Times New Roman"/>
              </a:rPr>
              <a:t> </a:t>
            </a:r>
            <a:r>
              <a:rPr sz="2000" spc="-10" dirty="0">
                <a:latin typeface="Times New Roman"/>
                <a:cs typeface="Times New Roman"/>
              </a:rPr>
              <a:t>products.</a:t>
            </a:r>
            <a:endParaRPr sz="2000">
              <a:latin typeface="Times New Roman"/>
              <a:cs typeface="Times New Roman"/>
            </a:endParaRPr>
          </a:p>
          <a:p>
            <a:pPr marL="352425" marR="5080" indent="-339725" algn="just">
              <a:lnSpc>
                <a:spcPct val="80000"/>
              </a:lnSpc>
              <a:spcBef>
                <a:spcPts val="480"/>
              </a:spcBef>
              <a:buFont typeface="Arial MT"/>
              <a:buChar char="•"/>
              <a:tabLst>
                <a:tab pos="355600" algn="l"/>
              </a:tabLst>
            </a:pPr>
            <a:r>
              <a:rPr sz="2000" dirty="0">
                <a:latin typeface="Times New Roman"/>
                <a:cs typeface="Times New Roman"/>
              </a:rPr>
              <a:t>Producers</a:t>
            </a:r>
            <a:r>
              <a:rPr sz="2000" spc="229" dirty="0">
                <a:latin typeface="Times New Roman"/>
                <a:cs typeface="Times New Roman"/>
              </a:rPr>
              <a:t> </a:t>
            </a:r>
            <a:r>
              <a:rPr sz="2000" dirty="0">
                <a:latin typeface="Times New Roman"/>
                <a:cs typeface="Times New Roman"/>
              </a:rPr>
              <a:t>of</a:t>
            </a:r>
            <a:r>
              <a:rPr sz="2000" spc="245" dirty="0">
                <a:latin typeface="Times New Roman"/>
                <a:cs typeface="Times New Roman"/>
              </a:rPr>
              <a:t> </a:t>
            </a:r>
            <a:r>
              <a:rPr sz="2000" dirty="0">
                <a:latin typeface="Times New Roman"/>
                <a:cs typeface="Times New Roman"/>
              </a:rPr>
              <a:t>computer</a:t>
            </a:r>
            <a:r>
              <a:rPr sz="2000" spc="265" dirty="0">
                <a:latin typeface="Times New Roman"/>
                <a:cs typeface="Times New Roman"/>
              </a:rPr>
              <a:t> </a:t>
            </a:r>
            <a:r>
              <a:rPr sz="2000" dirty="0">
                <a:latin typeface="Times New Roman"/>
                <a:cs typeface="Times New Roman"/>
              </a:rPr>
              <a:t>monitors,</a:t>
            </a:r>
            <a:r>
              <a:rPr sz="2000" spc="245" dirty="0">
                <a:latin typeface="Times New Roman"/>
                <a:cs typeface="Times New Roman"/>
              </a:rPr>
              <a:t> </a:t>
            </a:r>
            <a:r>
              <a:rPr sz="2000" dirty="0">
                <a:latin typeface="Times New Roman"/>
                <a:cs typeface="Times New Roman"/>
              </a:rPr>
              <a:t>TV</a:t>
            </a:r>
            <a:r>
              <a:rPr sz="2000" spc="210" dirty="0">
                <a:latin typeface="Times New Roman"/>
                <a:cs typeface="Times New Roman"/>
              </a:rPr>
              <a:t> </a:t>
            </a:r>
            <a:r>
              <a:rPr sz="2000" dirty="0">
                <a:latin typeface="Times New Roman"/>
                <a:cs typeface="Times New Roman"/>
              </a:rPr>
              <a:t>sets</a:t>
            </a:r>
            <a:r>
              <a:rPr sz="2000" spc="245" dirty="0">
                <a:latin typeface="Times New Roman"/>
                <a:cs typeface="Times New Roman"/>
              </a:rPr>
              <a:t> </a:t>
            </a:r>
            <a:r>
              <a:rPr sz="2000" dirty="0">
                <a:latin typeface="Times New Roman"/>
                <a:cs typeface="Times New Roman"/>
              </a:rPr>
              <a:t>and</a:t>
            </a:r>
            <a:r>
              <a:rPr sz="2000" spc="254" dirty="0">
                <a:latin typeface="Times New Roman"/>
                <a:cs typeface="Times New Roman"/>
              </a:rPr>
              <a:t> </a:t>
            </a:r>
            <a:r>
              <a:rPr sz="2000" dirty="0">
                <a:latin typeface="Times New Roman"/>
                <a:cs typeface="Times New Roman"/>
              </a:rPr>
              <a:t>other</a:t>
            </a:r>
            <a:r>
              <a:rPr sz="2000" spc="240" dirty="0">
                <a:latin typeface="Times New Roman"/>
                <a:cs typeface="Times New Roman"/>
              </a:rPr>
              <a:t> </a:t>
            </a:r>
            <a:r>
              <a:rPr sz="2000" dirty="0">
                <a:latin typeface="Times New Roman"/>
                <a:cs typeface="Times New Roman"/>
              </a:rPr>
              <a:t>electronic</a:t>
            </a:r>
            <a:r>
              <a:rPr sz="2000" spc="250" dirty="0">
                <a:latin typeface="Times New Roman"/>
                <a:cs typeface="Times New Roman"/>
              </a:rPr>
              <a:t> </a:t>
            </a:r>
            <a:r>
              <a:rPr sz="2000" spc="-10" dirty="0">
                <a:latin typeface="Times New Roman"/>
                <a:cs typeface="Times New Roman"/>
              </a:rPr>
              <a:t>appliances 	</a:t>
            </a:r>
            <a:r>
              <a:rPr sz="2000" dirty="0">
                <a:latin typeface="Times New Roman"/>
                <a:cs typeface="Times New Roman"/>
              </a:rPr>
              <a:t>containing</a:t>
            </a:r>
            <a:r>
              <a:rPr sz="2000" spc="204" dirty="0">
                <a:latin typeface="Times New Roman"/>
                <a:cs typeface="Times New Roman"/>
              </a:rPr>
              <a:t> </a:t>
            </a:r>
            <a:r>
              <a:rPr sz="2000" dirty="0">
                <a:latin typeface="Times New Roman"/>
                <a:cs typeface="Times New Roman"/>
              </a:rPr>
              <a:t>harmful</a:t>
            </a:r>
            <a:r>
              <a:rPr sz="2000" spc="215" dirty="0">
                <a:latin typeface="Times New Roman"/>
                <a:cs typeface="Times New Roman"/>
              </a:rPr>
              <a:t> </a:t>
            </a:r>
            <a:r>
              <a:rPr sz="2000" dirty="0">
                <a:latin typeface="Times New Roman"/>
                <a:cs typeface="Times New Roman"/>
              </a:rPr>
              <a:t>materials</a:t>
            </a:r>
            <a:r>
              <a:rPr sz="2000" spc="210" dirty="0">
                <a:latin typeface="Times New Roman"/>
                <a:cs typeface="Times New Roman"/>
              </a:rPr>
              <a:t> </a:t>
            </a:r>
            <a:r>
              <a:rPr sz="2000" dirty="0">
                <a:latin typeface="Times New Roman"/>
                <a:cs typeface="Times New Roman"/>
              </a:rPr>
              <a:t>must</a:t>
            </a:r>
            <a:r>
              <a:rPr sz="2000" spc="215" dirty="0">
                <a:latin typeface="Times New Roman"/>
                <a:cs typeface="Times New Roman"/>
              </a:rPr>
              <a:t> </a:t>
            </a:r>
            <a:r>
              <a:rPr sz="2000" dirty="0">
                <a:latin typeface="Times New Roman"/>
                <a:cs typeface="Times New Roman"/>
              </a:rPr>
              <a:t>be</a:t>
            </a:r>
            <a:r>
              <a:rPr sz="2000" spc="204" dirty="0">
                <a:latin typeface="Times New Roman"/>
                <a:cs typeface="Times New Roman"/>
              </a:rPr>
              <a:t> </a:t>
            </a:r>
            <a:r>
              <a:rPr sz="2000" dirty="0">
                <a:latin typeface="Times New Roman"/>
                <a:cs typeface="Times New Roman"/>
              </a:rPr>
              <a:t>responsible</a:t>
            </a:r>
            <a:r>
              <a:rPr sz="2000" spc="204" dirty="0">
                <a:latin typeface="Times New Roman"/>
                <a:cs typeface="Times New Roman"/>
              </a:rPr>
              <a:t> </a:t>
            </a:r>
            <a:r>
              <a:rPr sz="2000" dirty="0">
                <a:latin typeface="Times New Roman"/>
                <a:cs typeface="Times New Roman"/>
              </a:rPr>
              <a:t>for</a:t>
            </a:r>
            <a:r>
              <a:rPr sz="2000" spc="220" dirty="0">
                <a:latin typeface="Times New Roman"/>
                <a:cs typeface="Times New Roman"/>
              </a:rPr>
              <a:t> </a:t>
            </a:r>
            <a:r>
              <a:rPr sz="2000" dirty="0">
                <a:latin typeface="Times New Roman"/>
                <a:cs typeface="Times New Roman"/>
              </a:rPr>
              <a:t>educating</a:t>
            </a:r>
            <a:r>
              <a:rPr sz="2000" spc="220" dirty="0">
                <a:latin typeface="Times New Roman"/>
                <a:cs typeface="Times New Roman"/>
              </a:rPr>
              <a:t> </a:t>
            </a:r>
            <a:r>
              <a:rPr sz="2000" dirty="0">
                <a:latin typeface="Times New Roman"/>
                <a:cs typeface="Times New Roman"/>
              </a:rPr>
              <a:t>users</a:t>
            </a:r>
            <a:r>
              <a:rPr sz="2000" spc="204" dirty="0">
                <a:latin typeface="Times New Roman"/>
                <a:cs typeface="Times New Roman"/>
              </a:rPr>
              <a:t> </a:t>
            </a:r>
            <a:r>
              <a:rPr sz="2000" spc="-25" dirty="0">
                <a:latin typeface="Times New Roman"/>
                <a:cs typeface="Times New Roman"/>
              </a:rPr>
              <a:t>and 	</a:t>
            </a:r>
            <a:r>
              <a:rPr sz="2000" dirty="0">
                <a:latin typeface="Times New Roman"/>
                <a:cs typeface="Times New Roman"/>
              </a:rPr>
              <a:t>the</a:t>
            </a:r>
            <a:r>
              <a:rPr sz="2000" spc="204" dirty="0">
                <a:latin typeface="Times New Roman"/>
                <a:cs typeface="Times New Roman"/>
              </a:rPr>
              <a:t> </a:t>
            </a:r>
            <a:r>
              <a:rPr sz="2000" dirty="0">
                <a:latin typeface="Times New Roman"/>
                <a:cs typeface="Times New Roman"/>
              </a:rPr>
              <a:t>general</a:t>
            </a:r>
            <a:r>
              <a:rPr sz="2000" spc="204" dirty="0">
                <a:latin typeface="Times New Roman"/>
                <a:cs typeface="Times New Roman"/>
              </a:rPr>
              <a:t> </a:t>
            </a:r>
            <a:r>
              <a:rPr sz="2000" dirty="0">
                <a:latin typeface="Times New Roman"/>
                <a:cs typeface="Times New Roman"/>
              </a:rPr>
              <a:t>public</a:t>
            </a:r>
            <a:r>
              <a:rPr sz="2000" spc="210" dirty="0">
                <a:latin typeface="Times New Roman"/>
                <a:cs typeface="Times New Roman"/>
              </a:rPr>
              <a:t> </a:t>
            </a:r>
            <a:r>
              <a:rPr sz="2000" dirty="0">
                <a:latin typeface="Times New Roman"/>
                <a:cs typeface="Times New Roman"/>
              </a:rPr>
              <a:t>regarding</a:t>
            </a:r>
            <a:r>
              <a:rPr sz="2000" spc="204" dirty="0">
                <a:latin typeface="Times New Roman"/>
                <a:cs typeface="Times New Roman"/>
              </a:rPr>
              <a:t> </a:t>
            </a:r>
            <a:r>
              <a:rPr sz="2000" dirty="0">
                <a:latin typeface="Times New Roman"/>
                <a:cs typeface="Times New Roman"/>
              </a:rPr>
              <a:t>the</a:t>
            </a:r>
            <a:r>
              <a:rPr sz="2000" spc="200" dirty="0">
                <a:latin typeface="Times New Roman"/>
                <a:cs typeface="Times New Roman"/>
              </a:rPr>
              <a:t> </a:t>
            </a:r>
            <a:r>
              <a:rPr sz="2000" dirty="0">
                <a:latin typeface="Times New Roman"/>
                <a:cs typeface="Times New Roman"/>
              </a:rPr>
              <a:t>potential</a:t>
            </a:r>
            <a:r>
              <a:rPr sz="2000" spc="204" dirty="0">
                <a:latin typeface="Times New Roman"/>
                <a:cs typeface="Times New Roman"/>
              </a:rPr>
              <a:t> </a:t>
            </a:r>
            <a:r>
              <a:rPr sz="2000" dirty="0">
                <a:latin typeface="Times New Roman"/>
                <a:cs typeface="Times New Roman"/>
              </a:rPr>
              <a:t>danger</a:t>
            </a:r>
            <a:r>
              <a:rPr sz="2000" spc="215" dirty="0">
                <a:latin typeface="Times New Roman"/>
                <a:cs typeface="Times New Roman"/>
              </a:rPr>
              <a:t> </a:t>
            </a:r>
            <a:r>
              <a:rPr sz="2000" dirty="0">
                <a:latin typeface="Times New Roman"/>
                <a:cs typeface="Times New Roman"/>
              </a:rPr>
              <a:t>to</a:t>
            </a:r>
            <a:r>
              <a:rPr sz="2000" spc="215" dirty="0">
                <a:latin typeface="Times New Roman"/>
                <a:cs typeface="Times New Roman"/>
              </a:rPr>
              <a:t> </a:t>
            </a:r>
            <a:r>
              <a:rPr sz="2000" dirty="0">
                <a:latin typeface="Times New Roman"/>
                <a:cs typeface="Times New Roman"/>
              </a:rPr>
              <a:t>public</a:t>
            </a:r>
            <a:r>
              <a:rPr sz="2000" spc="215" dirty="0">
                <a:latin typeface="Times New Roman"/>
                <a:cs typeface="Times New Roman"/>
              </a:rPr>
              <a:t> </a:t>
            </a:r>
            <a:r>
              <a:rPr sz="2000" dirty="0">
                <a:latin typeface="Times New Roman"/>
                <a:cs typeface="Times New Roman"/>
              </a:rPr>
              <a:t>health</a:t>
            </a:r>
            <a:r>
              <a:rPr sz="2000" spc="220" dirty="0">
                <a:latin typeface="Times New Roman"/>
                <a:cs typeface="Times New Roman"/>
              </a:rPr>
              <a:t> </a:t>
            </a:r>
            <a:r>
              <a:rPr sz="2000" dirty="0">
                <a:latin typeface="Times New Roman"/>
                <a:cs typeface="Times New Roman"/>
              </a:rPr>
              <a:t>and</a:t>
            </a:r>
            <a:r>
              <a:rPr sz="2000" spc="220" dirty="0">
                <a:latin typeface="Times New Roman"/>
                <a:cs typeface="Times New Roman"/>
              </a:rPr>
              <a:t> </a:t>
            </a:r>
            <a:r>
              <a:rPr sz="2000" spc="-25" dirty="0">
                <a:latin typeface="Times New Roman"/>
                <a:cs typeface="Times New Roman"/>
              </a:rPr>
              <a:t>the 	</a:t>
            </a:r>
            <a:r>
              <a:rPr sz="2000" dirty="0">
                <a:latin typeface="Times New Roman"/>
                <a:cs typeface="Times New Roman"/>
              </a:rPr>
              <a:t>environment</a:t>
            </a:r>
            <a:r>
              <a:rPr sz="2000" spc="90" dirty="0">
                <a:latin typeface="Times New Roman"/>
                <a:cs typeface="Times New Roman"/>
              </a:rPr>
              <a:t> </a:t>
            </a:r>
            <a:r>
              <a:rPr sz="2000" dirty="0">
                <a:latin typeface="Times New Roman"/>
                <a:cs typeface="Times New Roman"/>
              </a:rPr>
              <a:t>because</a:t>
            </a:r>
            <a:r>
              <a:rPr sz="2000" spc="85" dirty="0">
                <a:latin typeface="Times New Roman"/>
                <a:cs typeface="Times New Roman"/>
              </a:rPr>
              <a:t> </a:t>
            </a:r>
            <a:r>
              <a:rPr sz="2000" dirty="0">
                <a:latin typeface="Times New Roman"/>
                <a:cs typeface="Times New Roman"/>
              </a:rPr>
              <a:t>of</a:t>
            </a:r>
            <a:r>
              <a:rPr sz="2000" spc="100" dirty="0">
                <a:latin typeface="Times New Roman"/>
                <a:cs typeface="Times New Roman"/>
              </a:rPr>
              <a:t> </a:t>
            </a:r>
            <a:r>
              <a:rPr sz="2000" dirty="0">
                <a:latin typeface="Times New Roman"/>
                <a:cs typeface="Times New Roman"/>
              </a:rPr>
              <a:t>their</a:t>
            </a:r>
            <a:r>
              <a:rPr sz="2000" spc="95" dirty="0">
                <a:latin typeface="Times New Roman"/>
                <a:cs typeface="Times New Roman"/>
              </a:rPr>
              <a:t> </a:t>
            </a:r>
            <a:r>
              <a:rPr sz="2000" dirty="0">
                <a:latin typeface="Times New Roman"/>
                <a:cs typeface="Times New Roman"/>
              </a:rPr>
              <a:t>products.</a:t>
            </a:r>
            <a:r>
              <a:rPr sz="2000" spc="95" dirty="0">
                <a:latin typeface="Times New Roman"/>
                <a:cs typeface="Times New Roman"/>
              </a:rPr>
              <a:t> </a:t>
            </a:r>
            <a:r>
              <a:rPr sz="2000" dirty="0">
                <a:latin typeface="Times New Roman"/>
                <a:cs typeface="Times New Roman"/>
              </a:rPr>
              <a:t>For</a:t>
            </a:r>
            <a:r>
              <a:rPr sz="2000" spc="85" dirty="0">
                <a:latin typeface="Times New Roman"/>
                <a:cs typeface="Times New Roman"/>
              </a:rPr>
              <a:t> </a:t>
            </a:r>
            <a:r>
              <a:rPr sz="2000" dirty="0">
                <a:latin typeface="Times New Roman"/>
                <a:cs typeface="Times New Roman"/>
              </a:rPr>
              <a:t>this</a:t>
            </a:r>
            <a:r>
              <a:rPr sz="2000" spc="85" dirty="0">
                <a:latin typeface="Times New Roman"/>
                <a:cs typeface="Times New Roman"/>
              </a:rPr>
              <a:t> </a:t>
            </a:r>
            <a:r>
              <a:rPr sz="2000" dirty="0">
                <a:latin typeface="Times New Roman"/>
                <a:cs typeface="Times New Roman"/>
              </a:rPr>
              <a:t>all</a:t>
            </a:r>
            <a:r>
              <a:rPr sz="2000" spc="95" dirty="0">
                <a:latin typeface="Times New Roman"/>
                <a:cs typeface="Times New Roman"/>
              </a:rPr>
              <a:t> </a:t>
            </a:r>
            <a:r>
              <a:rPr sz="2000" dirty="0">
                <a:latin typeface="Times New Roman"/>
                <a:cs typeface="Times New Roman"/>
              </a:rPr>
              <a:t>computer</a:t>
            </a:r>
            <a:r>
              <a:rPr sz="2000" spc="95" dirty="0">
                <a:latin typeface="Times New Roman"/>
                <a:cs typeface="Times New Roman"/>
              </a:rPr>
              <a:t> </a:t>
            </a:r>
            <a:r>
              <a:rPr sz="2000" dirty="0">
                <a:latin typeface="Times New Roman"/>
                <a:cs typeface="Times New Roman"/>
              </a:rPr>
              <a:t>monitors,</a:t>
            </a:r>
            <a:r>
              <a:rPr sz="2000" spc="100" dirty="0">
                <a:latin typeface="Times New Roman"/>
                <a:cs typeface="Times New Roman"/>
              </a:rPr>
              <a:t> </a:t>
            </a:r>
            <a:r>
              <a:rPr sz="2000" spc="-25" dirty="0">
                <a:latin typeface="Times New Roman"/>
                <a:cs typeface="Times New Roman"/>
              </a:rPr>
              <a:t>TV 	</a:t>
            </a:r>
            <a:r>
              <a:rPr sz="2000" dirty="0">
                <a:latin typeface="Times New Roman"/>
                <a:cs typeface="Times New Roman"/>
              </a:rPr>
              <a:t>sets</a:t>
            </a:r>
            <a:r>
              <a:rPr sz="2000" spc="465" dirty="0">
                <a:latin typeface="Times New Roman"/>
                <a:cs typeface="Times New Roman"/>
              </a:rPr>
              <a:t> </a:t>
            </a:r>
            <a:r>
              <a:rPr sz="2000" dirty="0">
                <a:latin typeface="Times New Roman"/>
                <a:cs typeface="Times New Roman"/>
              </a:rPr>
              <a:t>and</a:t>
            </a:r>
            <a:r>
              <a:rPr sz="2000" spc="470" dirty="0">
                <a:latin typeface="Times New Roman"/>
                <a:cs typeface="Times New Roman"/>
              </a:rPr>
              <a:t> </a:t>
            </a:r>
            <a:r>
              <a:rPr sz="2000" dirty="0">
                <a:latin typeface="Times New Roman"/>
                <a:cs typeface="Times New Roman"/>
              </a:rPr>
              <a:t>other</a:t>
            </a:r>
            <a:r>
              <a:rPr sz="2000" spc="475" dirty="0">
                <a:latin typeface="Times New Roman"/>
                <a:cs typeface="Times New Roman"/>
              </a:rPr>
              <a:t> </a:t>
            </a:r>
            <a:r>
              <a:rPr sz="2000" dirty="0">
                <a:latin typeface="Times New Roman"/>
                <a:cs typeface="Times New Roman"/>
              </a:rPr>
              <a:t>electronic</a:t>
            </a:r>
            <a:r>
              <a:rPr sz="2000" spc="465" dirty="0">
                <a:latin typeface="Times New Roman"/>
                <a:cs typeface="Times New Roman"/>
              </a:rPr>
              <a:t> </a:t>
            </a:r>
            <a:r>
              <a:rPr sz="2000" dirty="0">
                <a:latin typeface="Times New Roman"/>
                <a:cs typeface="Times New Roman"/>
              </a:rPr>
              <a:t>devices</a:t>
            </a:r>
            <a:r>
              <a:rPr sz="2000" spc="470" dirty="0">
                <a:latin typeface="Times New Roman"/>
                <a:cs typeface="Times New Roman"/>
              </a:rPr>
              <a:t> </a:t>
            </a:r>
            <a:r>
              <a:rPr sz="2000" dirty="0">
                <a:latin typeface="Times New Roman"/>
                <a:cs typeface="Times New Roman"/>
              </a:rPr>
              <a:t>containing</a:t>
            </a:r>
            <a:r>
              <a:rPr sz="2000" spc="480" dirty="0">
                <a:latin typeface="Times New Roman"/>
                <a:cs typeface="Times New Roman"/>
              </a:rPr>
              <a:t> </a:t>
            </a:r>
            <a:r>
              <a:rPr sz="2000" dirty="0">
                <a:latin typeface="Times New Roman"/>
                <a:cs typeface="Times New Roman"/>
              </a:rPr>
              <a:t>harmful</a:t>
            </a:r>
            <a:r>
              <a:rPr sz="2000" spc="484" dirty="0">
                <a:latin typeface="Times New Roman"/>
                <a:cs typeface="Times New Roman"/>
              </a:rPr>
              <a:t> </a:t>
            </a:r>
            <a:r>
              <a:rPr sz="2000" dirty="0">
                <a:latin typeface="Times New Roman"/>
                <a:cs typeface="Times New Roman"/>
              </a:rPr>
              <a:t>materials</a:t>
            </a:r>
            <a:r>
              <a:rPr sz="2000" spc="480" dirty="0">
                <a:latin typeface="Times New Roman"/>
                <a:cs typeface="Times New Roman"/>
              </a:rPr>
              <a:t> </a:t>
            </a:r>
            <a:r>
              <a:rPr sz="2000" dirty="0">
                <a:latin typeface="Times New Roman"/>
                <a:cs typeface="Times New Roman"/>
              </a:rPr>
              <a:t>must</a:t>
            </a:r>
            <a:r>
              <a:rPr sz="2000" spc="455" dirty="0">
                <a:latin typeface="Times New Roman"/>
                <a:cs typeface="Times New Roman"/>
              </a:rPr>
              <a:t> </a:t>
            </a:r>
            <a:r>
              <a:rPr sz="2000" spc="-25" dirty="0">
                <a:latin typeface="Times New Roman"/>
                <a:cs typeface="Times New Roman"/>
              </a:rPr>
              <a:t>be 	</a:t>
            </a:r>
            <a:r>
              <a:rPr sz="2000" dirty="0">
                <a:latin typeface="Times New Roman"/>
                <a:cs typeface="Times New Roman"/>
              </a:rPr>
              <a:t>clearly</a:t>
            </a:r>
            <a:r>
              <a:rPr sz="2000" spc="120" dirty="0">
                <a:latin typeface="Times New Roman"/>
                <a:cs typeface="Times New Roman"/>
              </a:rPr>
              <a:t> </a:t>
            </a:r>
            <a:r>
              <a:rPr sz="2000" dirty="0">
                <a:latin typeface="Times New Roman"/>
                <a:cs typeface="Times New Roman"/>
              </a:rPr>
              <a:t>labeled</a:t>
            </a:r>
            <a:r>
              <a:rPr sz="2000" spc="125" dirty="0">
                <a:latin typeface="Times New Roman"/>
                <a:cs typeface="Times New Roman"/>
              </a:rPr>
              <a:t> </a:t>
            </a:r>
            <a:r>
              <a:rPr sz="2000" dirty="0">
                <a:latin typeface="Times New Roman"/>
                <a:cs typeface="Times New Roman"/>
              </a:rPr>
              <a:t>to</a:t>
            </a:r>
            <a:r>
              <a:rPr sz="2000" spc="140" dirty="0">
                <a:latin typeface="Times New Roman"/>
                <a:cs typeface="Times New Roman"/>
              </a:rPr>
              <a:t> </a:t>
            </a:r>
            <a:r>
              <a:rPr sz="2000" dirty="0">
                <a:latin typeface="Times New Roman"/>
                <a:cs typeface="Times New Roman"/>
              </a:rPr>
              <a:t>mention</a:t>
            </a:r>
            <a:r>
              <a:rPr sz="2000" spc="140" dirty="0">
                <a:latin typeface="Times New Roman"/>
                <a:cs typeface="Times New Roman"/>
              </a:rPr>
              <a:t> </a:t>
            </a:r>
            <a:r>
              <a:rPr sz="2000" dirty="0">
                <a:latin typeface="Times New Roman"/>
                <a:cs typeface="Times New Roman"/>
              </a:rPr>
              <a:t>the</a:t>
            </a:r>
            <a:r>
              <a:rPr sz="2000" spc="120" dirty="0">
                <a:latin typeface="Times New Roman"/>
                <a:cs typeface="Times New Roman"/>
              </a:rPr>
              <a:t> </a:t>
            </a:r>
            <a:r>
              <a:rPr sz="2000" dirty="0">
                <a:latin typeface="Times New Roman"/>
                <a:cs typeface="Times New Roman"/>
              </a:rPr>
              <a:t>environmental</a:t>
            </a:r>
            <a:r>
              <a:rPr sz="2000" spc="130" dirty="0">
                <a:latin typeface="Times New Roman"/>
                <a:cs typeface="Times New Roman"/>
              </a:rPr>
              <a:t> </a:t>
            </a:r>
            <a:r>
              <a:rPr sz="2000" dirty="0">
                <a:latin typeface="Times New Roman"/>
                <a:cs typeface="Times New Roman"/>
              </a:rPr>
              <a:t>hazards</a:t>
            </a:r>
            <a:r>
              <a:rPr sz="2000" spc="140" dirty="0">
                <a:latin typeface="Times New Roman"/>
                <a:cs typeface="Times New Roman"/>
              </a:rPr>
              <a:t> </a:t>
            </a:r>
            <a:r>
              <a:rPr sz="2000" dirty="0">
                <a:latin typeface="Times New Roman"/>
                <a:cs typeface="Times New Roman"/>
              </a:rPr>
              <a:t>and</a:t>
            </a:r>
            <a:r>
              <a:rPr sz="2000" spc="120" dirty="0">
                <a:latin typeface="Times New Roman"/>
                <a:cs typeface="Times New Roman"/>
              </a:rPr>
              <a:t> </a:t>
            </a:r>
            <a:r>
              <a:rPr sz="2000" dirty="0">
                <a:latin typeface="Times New Roman"/>
                <a:cs typeface="Times New Roman"/>
              </a:rPr>
              <a:t>proper</a:t>
            </a:r>
            <a:r>
              <a:rPr sz="2000" spc="140" dirty="0">
                <a:latin typeface="Times New Roman"/>
                <a:cs typeface="Times New Roman"/>
              </a:rPr>
              <a:t> </a:t>
            </a:r>
            <a:r>
              <a:rPr sz="2000" spc="-10" dirty="0">
                <a:latin typeface="Times New Roman"/>
                <a:cs typeface="Times New Roman"/>
              </a:rPr>
              <a:t>materials 	management.</a:t>
            </a:r>
            <a:endParaRPr sz="2000">
              <a:latin typeface="Times New Roman"/>
              <a:cs typeface="Times New Roman"/>
            </a:endParaRPr>
          </a:p>
          <a:p>
            <a:pPr marL="352425" marR="7620" indent="-339725" algn="just">
              <a:lnSpc>
                <a:spcPct val="80100"/>
              </a:lnSpc>
              <a:spcBef>
                <a:spcPts val="480"/>
              </a:spcBef>
              <a:buFont typeface="Arial MT"/>
              <a:buChar char="•"/>
              <a:tabLst>
                <a:tab pos="355600" algn="l"/>
              </a:tabLst>
            </a:pPr>
            <a:r>
              <a:rPr sz="2000" dirty="0">
                <a:latin typeface="Times New Roman"/>
                <a:cs typeface="Times New Roman"/>
              </a:rPr>
              <a:t>Producers</a:t>
            </a:r>
            <a:r>
              <a:rPr sz="2000" spc="50" dirty="0">
                <a:latin typeface="Times New Roman"/>
                <a:cs typeface="Times New Roman"/>
              </a:rPr>
              <a:t> </a:t>
            </a:r>
            <a:r>
              <a:rPr sz="2000" dirty="0">
                <a:latin typeface="Times New Roman"/>
                <a:cs typeface="Times New Roman"/>
              </a:rPr>
              <a:t>should</a:t>
            </a:r>
            <a:r>
              <a:rPr sz="2000" spc="60" dirty="0">
                <a:latin typeface="Times New Roman"/>
                <a:cs typeface="Times New Roman"/>
              </a:rPr>
              <a:t> </a:t>
            </a:r>
            <a:r>
              <a:rPr sz="2000" dirty="0">
                <a:latin typeface="Times New Roman"/>
                <a:cs typeface="Times New Roman"/>
              </a:rPr>
              <a:t>provide</a:t>
            </a:r>
            <a:r>
              <a:rPr sz="2000" spc="45" dirty="0">
                <a:latin typeface="Times New Roman"/>
                <a:cs typeface="Times New Roman"/>
              </a:rPr>
              <a:t> </a:t>
            </a:r>
            <a:r>
              <a:rPr sz="2000" dirty="0">
                <a:latin typeface="Times New Roman"/>
                <a:cs typeface="Times New Roman"/>
              </a:rPr>
              <a:t>contact</a:t>
            </a:r>
            <a:r>
              <a:rPr sz="2000" spc="35" dirty="0">
                <a:latin typeface="Times New Roman"/>
                <a:cs typeface="Times New Roman"/>
              </a:rPr>
              <a:t> </a:t>
            </a:r>
            <a:r>
              <a:rPr sz="2000" dirty="0">
                <a:latin typeface="Times New Roman"/>
                <a:cs typeface="Times New Roman"/>
              </a:rPr>
              <a:t>details</a:t>
            </a:r>
            <a:r>
              <a:rPr sz="2000" spc="45" dirty="0">
                <a:latin typeface="Times New Roman"/>
                <a:cs typeface="Times New Roman"/>
              </a:rPr>
              <a:t> </a:t>
            </a:r>
            <a:r>
              <a:rPr sz="2000" dirty="0">
                <a:latin typeface="Times New Roman"/>
                <a:cs typeface="Times New Roman"/>
              </a:rPr>
              <a:t>such</a:t>
            </a:r>
            <a:r>
              <a:rPr sz="2000" spc="60" dirty="0">
                <a:latin typeface="Times New Roman"/>
                <a:cs typeface="Times New Roman"/>
              </a:rPr>
              <a:t> </a:t>
            </a:r>
            <a:r>
              <a:rPr sz="2000" dirty="0">
                <a:latin typeface="Times New Roman"/>
                <a:cs typeface="Times New Roman"/>
              </a:rPr>
              <a:t>as</a:t>
            </a:r>
            <a:r>
              <a:rPr sz="2000" spc="40" dirty="0">
                <a:latin typeface="Times New Roman"/>
                <a:cs typeface="Times New Roman"/>
              </a:rPr>
              <a:t> </a:t>
            </a:r>
            <a:r>
              <a:rPr sz="2000" dirty="0">
                <a:latin typeface="Times New Roman"/>
                <a:cs typeface="Times New Roman"/>
              </a:rPr>
              <a:t>address,</a:t>
            </a:r>
            <a:r>
              <a:rPr sz="2000" spc="45" dirty="0">
                <a:latin typeface="Times New Roman"/>
                <a:cs typeface="Times New Roman"/>
              </a:rPr>
              <a:t> </a:t>
            </a:r>
            <a:r>
              <a:rPr sz="2000" dirty="0">
                <a:latin typeface="Times New Roman"/>
                <a:cs typeface="Times New Roman"/>
              </a:rPr>
              <a:t>helpline</a:t>
            </a:r>
            <a:r>
              <a:rPr sz="2000" spc="65" dirty="0">
                <a:latin typeface="Times New Roman"/>
                <a:cs typeface="Times New Roman"/>
              </a:rPr>
              <a:t> </a:t>
            </a:r>
            <a:r>
              <a:rPr sz="2000" spc="-10" dirty="0">
                <a:latin typeface="Times New Roman"/>
                <a:cs typeface="Times New Roman"/>
              </a:rPr>
              <a:t>numbers 	</a:t>
            </a:r>
            <a:r>
              <a:rPr sz="2000" dirty="0">
                <a:latin typeface="Times New Roman"/>
                <a:cs typeface="Times New Roman"/>
              </a:rPr>
              <a:t>and</a:t>
            </a:r>
            <a:r>
              <a:rPr sz="2000" spc="25" dirty="0">
                <a:latin typeface="Times New Roman"/>
                <a:cs typeface="Times New Roman"/>
              </a:rPr>
              <a:t>  </a:t>
            </a:r>
            <a:r>
              <a:rPr sz="2000" spc="-10" dirty="0">
                <a:latin typeface="Times New Roman"/>
                <a:cs typeface="Times New Roman"/>
              </a:rPr>
              <a:t>e-</a:t>
            </a:r>
            <a:r>
              <a:rPr sz="2000" dirty="0">
                <a:latin typeface="Times New Roman"/>
                <a:cs typeface="Times New Roman"/>
              </a:rPr>
              <a:t>mail</a:t>
            </a:r>
            <a:r>
              <a:rPr sz="2000" spc="15" dirty="0">
                <a:latin typeface="Times New Roman"/>
                <a:cs typeface="Times New Roman"/>
              </a:rPr>
              <a:t>  </a:t>
            </a:r>
            <a:r>
              <a:rPr sz="2000" dirty="0">
                <a:latin typeface="Times New Roman"/>
                <a:cs typeface="Times New Roman"/>
              </a:rPr>
              <a:t>Id</a:t>
            </a:r>
            <a:r>
              <a:rPr sz="2000" spc="20"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distributors</a:t>
            </a:r>
            <a:r>
              <a:rPr sz="2000" spc="25" dirty="0">
                <a:latin typeface="Times New Roman"/>
                <a:cs typeface="Times New Roman"/>
              </a:rPr>
              <a:t>  </a:t>
            </a:r>
            <a:r>
              <a:rPr sz="2000" dirty="0">
                <a:latin typeface="Times New Roman"/>
                <a:cs typeface="Times New Roman"/>
              </a:rPr>
              <a:t>and</a:t>
            </a:r>
            <a:r>
              <a:rPr sz="2000" spc="25" dirty="0">
                <a:latin typeface="Times New Roman"/>
                <a:cs typeface="Times New Roman"/>
              </a:rPr>
              <a:t>  </a:t>
            </a:r>
            <a:r>
              <a:rPr sz="2000" dirty="0">
                <a:latin typeface="Times New Roman"/>
                <a:cs typeface="Times New Roman"/>
              </a:rPr>
              <a:t>authorized</a:t>
            </a:r>
            <a:r>
              <a:rPr sz="2000" spc="20" dirty="0">
                <a:latin typeface="Times New Roman"/>
                <a:cs typeface="Times New Roman"/>
              </a:rPr>
              <a:t>  </a:t>
            </a:r>
            <a:r>
              <a:rPr sz="2000" dirty="0">
                <a:latin typeface="Times New Roman"/>
                <a:cs typeface="Times New Roman"/>
              </a:rPr>
              <a:t>collection</a:t>
            </a:r>
            <a:r>
              <a:rPr sz="2000" spc="20" dirty="0">
                <a:latin typeface="Times New Roman"/>
                <a:cs typeface="Times New Roman"/>
              </a:rPr>
              <a:t>  </a:t>
            </a:r>
            <a:r>
              <a:rPr sz="2000" dirty="0">
                <a:latin typeface="Times New Roman"/>
                <a:cs typeface="Times New Roman"/>
              </a:rPr>
              <a:t>centers</a:t>
            </a:r>
            <a:r>
              <a:rPr sz="2000" spc="20" dirty="0">
                <a:latin typeface="Times New Roman"/>
                <a:cs typeface="Times New Roman"/>
              </a:rPr>
              <a:t>  </a:t>
            </a:r>
            <a:r>
              <a:rPr sz="2000" dirty="0">
                <a:latin typeface="Times New Roman"/>
                <a:cs typeface="Times New Roman"/>
              </a:rPr>
              <a:t>so</a:t>
            </a:r>
            <a:r>
              <a:rPr sz="2000" spc="25" dirty="0">
                <a:latin typeface="Times New Roman"/>
                <a:cs typeface="Times New Roman"/>
              </a:rPr>
              <a:t>  </a:t>
            </a:r>
            <a:r>
              <a:rPr sz="2000" spc="-20" dirty="0">
                <a:latin typeface="Times New Roman"/>
                <a:cs typeface="Times New Roman"/>
              </a:rPr>
              <a:t>that 	</a:t>
            </a:r>
            <a:r>
              <a:rPr sz="2000" dirty="0">
                <a:latin typeface="Times New Roman"/>
                <a:cs typeface="Times New Roman"/>
              </a:rPr>
              <a:t>consumers</a:t>
            </a:r>
            <a:r>
              <a:rPr sz="2000" spc="-45" dirty="0">
                <a:latin typeface="Times New Roman"/>
                <a:cs typeface="Times New Roman"/>
              </a:rPr>
              <a:t> </a:t>
            </a:r>
            <a:r>
              <a:rPr sz="2000" dirty="0">
                <a:latin typeface="Times New Roman"/>
                <a:cs typeface="Times New Roman"/>
              </a:rPr>
              <a:t>can</a:t>
            </a:r>
            <a:r>
              <a:rPr sz="2000" spc="-15" dirty="0">
                <a:latin typeface="Times New Roman"/>
                <a:cs typeface="Times New Roman"/>
              </a:rPr>
              <a:t> </a:t>
            </a:r>
            <a:r>
              <a:rPr sz="2000" dirty="0">
                <a:latin typeface="Times New Roman"/>
                <a:cs typeface="Times New Roman"/>
              </a:rPr>
              <a:t>return</a:t>
            </a:r>
            <a:r>
              <a:rPr sz="2000" spc="-30" dirty="0">
                <a:latin typeface="Times New Roman"/>
                <a:cs typeface="Times New Roman"/>
              </a:rPr>
              <a:t> </a:t>
            </a:r>
            <a:r>
              <a:rPr sz="2000" dirty="0">
                <a:latin typeface="Times New Roman"/>
                <a:cs typeface="Times New Roman"/>
              </a:rPr>
              <a:t>used</a:t>
            </a:r>
            <a:r>
              <a:rPr sz="2000" spc="-35" dirty="0">
                <a:latin typeface="Times New Roman"/>
                <a:cs typeface="Times New Roman"/>
              </a:rPr>
              <a:t> </a:t>
            </a:r>
            <a:r>
              <a:rPr sz="2000" dirty="0">
                <a:latin typeface="Times New Roman"/>
                <a:cs typeface="Times New Roman"/>
              </a:rPr>
              <a:t>electrical</a:t>
            </a:r>
            <a:r>
              <a:rPr sz="2000" spc="-40" dirty="0">
                <a:latin typeface="Times New Roman"/>
                <a:cs typeface="Times New Roman"/>
              </a:rPr>
              <a:t> </a:t>
            </a:r>
            <a:r>
              <a:rPr sz="2000" dirty="0">
                <a:latin typeface="Times New Roman"/>
                <a:cs typeface="Times New Roman"/>
              </a:rPr>
              <a:t>and</a:t>
            </a:r>
            <a:r>
              <a:rPr sz="2000" spc="-10" dirty="0">
                <a:latin typeface="Times New Roman"/>
                <a:cs typeface="Times New Roman"/>
              </a:rPr>
              <a:t> </a:t>
            </a:r>
            <a:r>
              <a:rPr sz="2000" dirty="0">
                <a:latin typeface="Times New Roman"/>
                <a:cs typeface="Times New Roman"/>
              </a:rPr>
              <a:t>electronic</a:t>
            </a:r>
            <a:r>
              <a:rPr sz="2000" spc="-35" dirty="0">
                <a:latin typeface="Times New Roman"/>
                <a:cs typeface="Times New Roman"/>
              </a:rPr>
              <a:t> </a:t>
            </a:r>
            <a:r>
              <a:rPr sz="2000" spc="-10" dirty="0">
                <a:latin typeface="Times New Roman"/>
                <a:cs typeface="Times New Roman"/>
              </a:rPr>
              <a:t>equipment.</a:t>
            </a:r>
            <a:endParaRPr sz="2000">
              <a:latin typeface="Times New Roman"/>
              <a:cs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344272"/>
            <a:ext cx="8074659" cy="5879465"/>
          </a:xfrm>
          <a:prstGeom prst="rect">
            <a:avLst/>
          </a:prstGeom>
        </p:spPr>
        <p:txBody>
          <a:bodyPr vert="horz" wrap="square" lIns="0" tIns="73660" rIns="0" bIns="0" rtlCol="0">
            <a:spAutoFit/>
          </a:bodyPr>
          <a:lstStyle/>
          <a:p>
            <a:pPr marL="12700" algn="just">
              <a:lnSpc>
                <a:spcPct val="100000"/>
              </a:lnSpc>
              <a:spcBef>
                <a:spcPts val="580"/>
              </a:spcBef>
            </a:pPr>
            <a:r>
              <a:rPr sz="2000" b="1" dirty="0">
                <a:latin typeface="Times New Roman"/>
                <a:cs typeface="Times New Roman"/>
              </a:rPr>
              <a:t>C.</a:t>
            </a:r>
            <a:r>
              <a:rPr sz="2000" b="1" spc="-50" dirty="0">
                <a:latin typeface="Times New Roman"/>
                <a:cs typeface="Times New Roman"/>
              </a:rPr>
              <a:t> </a:t>
            </a:r>
            <a:r>
              <a:rPr sz="2000" b="1" dirty="0">
                <a:latin typeface="Times New Roman"/>
                <a:cs typeface="Times New Roman"/>
              </a:rPr>
              <a:t>What</a:t>
            </a:r>
            <a:r>
              <a:rPr sz="2000" b="1" spc="-20" dirty="0">
                <a:latin typeface="Times New Roman"/>
                <a:cs typeface="Times New Roman"/>
              </a:rPr>
              <a:t> </a:t>
            </a:r>
            <a:r>
              <a:rPr sz="2000" b="1" dirty="0">
                <a:latin typeface="Times New Roman"/>
                <a:cs typeface="Times New Roman"/>
              </a:rPr>
              <a:t>Should</a:t>
            </a:r>
            <a:r>
              <a:rPr sz="2000" b="1" spc="-35" dirty="0">
                <a:latin typeface="Times New Roman"/>
                <a:cs typeface="Times New Roman"/>
              </a:rPr>
              <a:t> </a:t>
            </a:r>
            <a:r>
              <a:rPr sz="2000" b="1" dirty="0">
                <a:latin typeface="Times New Roman"/>
                <a:cs typeface="Times New Roman"/>
              </a:rPr>
              <a:t>Be</a:t>
            </a:r>
            <a:r>
              <a:rPr sz="2000" b="1" spc="-30" dirty="0">
                <a:latin typeface="Times New Roman"/>
                <a:cs typeface="Times New Roman"/>
              </a:rPr>
              <a:t> </a:t>
            </a:r>
            <a:r>
              <a:rPr sz="2000" b="1" dirty="0">
                <a:latin typeface="Times New Roman"/>
                <a:cs typeface="Times New Roman"/>
              </a:rPr>
              <a:t>The</a:t>
            </a:r>
            <a:r>
              <a:rPr sz="2000" b="1" spc="-10" dirty="0">
                <a:latin typeface="Times New Roman"/>
                <a:cs typeface="Times New Roman"/>
              </a:rPr>
              <a:t> </a:t>
            </a:r>
            <a:r>
              <a:rPr sz="2000" b="1" dirty="0">
                <a:latin typeface="Times New Roman"/>
                <a:cs typeface="Times New Roman"/>
              </a:rPr>
              <a:t>Responsibilities</a:t>
            </a:r>
            <a:r>
              <a:rPr sz="2000" b="1" spc="-50" dirty="0">
                <a:latin typeface="Times New Roman"/>
                <a:cs typeface="Times New Roman"/>
              </a:rPr>
              <a:t> </a:t>
            </a:r>
            <a:r>
              <a:rPr sz="2000" b="1" dirty="0">
                <a:latin typeface="Times New Roman"/>
                <a:cs typeface="Times New Roman"/>
              </a:rPr>
              <a:t>of</a:t>
            </a:r>
            <a:r>
              <a:rPr sz="2000" b="1" spc="-10" dirty="0">
                <a:latin typeface="Times New Roman"/>
                <a:cs typeface="Times New Roman"/>
              </a:rPr>
              <a:t> </a:t>
            </a:r>
            <a:r>
              <a:rPr sz="2000" b="1" dirty="0">
                <a:latin typeface="Times New Roman"/>
                <a:cs typeface="Times New Roman"/>
              </a:rPr>
              <a:t>the</a:t>
            </a:r>
            <a:r>
              <a:rPr sz="2000" b="1" spc="-20" dirty="0">
                <a:latin typeface="Times New Roman"/>
                <a:cs typeface="Times New Roman"/>
              </a:rPr>
              <a:t> </a:t>
            </a:r>
            <a:r>
              <a:rPr sz="2000" b="1" spc="-10" dirty="0">
                <a:latin typeface="Times New Roman"/>
                <a:cs typeface="Times New Roman"/>
              </a:rPr>
              <a:t>Consumers?</a:t>
            </a:r>
            <a:endParaRPr sz="2000">
              <a:latin typeface="Times New Roman"/>
              <a:cs typeface="Times New Roman"/>
            </a:endParaRPr>
          </a:p>
          <a:p>
            <a:pPr marL="352425" marR="5080" indent="-339725" algn="just">
              <a:lnSpc>
                <a:spcPct val="100000"/>
              </a:lnSpc>
              <a:spcBef>
                <a:spcPts val="480"/>
              </a:spcBef>
              <a:buFont typeface="Arial MT"/>
              <a:buChar char="•"/>
              <a:tabLst>
                <a:tab pos="355600" algn="l"/>
              </a:tabLst>
            </a:pPr>
            <a:r>
              <a:rPr sz="2000" dirty="0">
                <a:latin typeface="Times New Roman"/>
                <a:cs typeface="Times New Roman"/>
              </a:rPr>
              <a:t>Consumers</a:t>
            </a:r>
            <a:r>
              <a:rPr sz="2000" spc="30" dirty="0">
                <a:latin typeface="Times New Roman"/>
                <a:cs typeface="Times New Roman"/>
              </a:rPr>
              <a:t> </a:t>
            </a:r>
            <a:r>
              <a:rPr sz="2000" dirty="0">
                <a:latin typeface="Times New Roman"/>
                <a:cs typeface="Times New Roman"/>
              </a:rPr>
              <a:t>can</a:t>
            </a:r>
            <a:r>
              <a:rPr sz="2000" spc="30" dirty="0">
                <a:latin typeface="Times New Roman"/>
                <a:cs typeface="Times New Roman"/>
              </a:rPr>
              <a:t> </a:t>
            </a:r>
            <a:r>
              <a:rPr sz="2000" dirty="0">
                <a:latin typeface="Times New Roman"/>
                <a:cs typeface="Times New Roman"/>
              </a:rPr>
              <a:t>donate</a:t>
            </a:r>
            <a:r>
              <a:rPr sz="2000" spc="30" dirty="0">
                <a:latin typeface="Times New Roman"/>
                <a:cs typeface="Times New Roman"/>
              </a:rPr>
              <a:t> </a:t>
            </a:r>
            <a:r>
              <a:rPr sz="2000" dirty="0">
                <a:latin typeface="Times New Roman"/>
                <a:cs typeface="Times New Roman"/>
              </a:rPr>
              <a:t>used</a:t>
            </a:r>
            <a:r>
              <a:rPr sz="2000" spc="35" dirty="0">
                <a:latin typeface="Times New Roman"/>
                <a:cs typeface="Times New Roman"/>
              </a:rPr>
              <a:t> </a:t>
            </a:r>
            <a:r>
              <a:rPr sz="2000" dirty="0">
                <a:latin typeface="Times New Roman"/>
                <a:cs typeface="Times New Roman"/>
              </a:rPr>
              <a:t>electronic</a:t>
            </a:r>
            <a:r>
              <a:rPr sz="2000" spc="20" dirty="0">
                <a:latin typeface="Times New Roman"/>
                <a:cs typeface="Times New Roman"/>
              </a:rPr>
              <a:t> </a:t>
            </a:r>
            <a:r>
              <a:rPr sz="2000" dirty="0">
                <a:latin typeface="Times New Roman"/>
                <a:cs typeface="Times New Roman"/>
              </a:rPr>
              <a:t>items;</a:t>
            </a:r>
            <a:r>
              <a:rPr sz="2000" spc="20" dirty="0">
                <a:latin typeface="Times New Roman"/>
                <a:cs typeface="Times New Roman"/>
              </a:rPr>
              <a:t> </a:t>
            </a:r>
            <a:r>
              <a:rPr sz="2000" dirty="0">
                <a:latin typeface="Times New Roman"/>
                <a:cs typeface="Times New Roman"/>
              </a:rPr>
              <a:t>donating</a:t>
            </a:r>
            <a:r>
              <a:rPr sz="2000" spc="30" dirty="0">
                <a:latin typeface="Times New Roman"/>
                <a:cs typeface="Times New Roman"/>
              </a:rPr>
              <a:t> </a:t>
            </a:r>
            <a:r>
              <a:rPr sz="2000" dirty="0">
                <a:latin typeface="Times New Roman"/>
                <a:cs typeface="Times New Roman"/>
              </a:rPr>
              <a:t>electronics</a:t>
            </a:r>
            <a:r>
              <a:rPr sz="2000" spc="30" dirty="0">
                <a:latin typeface="Times New Roman"/>
                <a:cs typeface="Times New Roman"/>
              </a:rPr>
              <a:t> </a:t>
            </a:r>
            <a:r>
              <a:rPr sz="2000" dirty="0">
                <a:latin typeface="Times New Roman"/>
                <a:cs typeface="Times New Roman"/>
              </a:rPr>
              <a:t>for</a:t>
            </a:r>
            <a:r>
              <a:rPr sz="2000" spc="25" dirty="0">
                <a:latin typeface="Times New Roman"/>
                <a:cs typeface="Times New Roman"/>
              </a:rPr>
              <a:t> </a:t>
            </a:r>
            <a:r>
              <a:rPr sz="2000" spc="-10" dirty="0">
                <a:latin typeface="Times New Roman"/>
                <a:cs typeface="Times New Roman"/>
              </a:rPr>
              <a:t>reuse 	</a:t>
            </a:r>
            <a:r>
              <a:rPr sz="2000" dirty="0">
                <a:latin typeface="Times New Roman"/>
                <a:cs typeface="Times New Roman"/>
              </a:rPr>
              <a:t>extends</a:t>
            </a:r>
            <a:r>
              <a:rPr sz="2000" spc="204" dirty="0">
                <a:latin typeface="Times New Roman"/>
                <a:cs typeface="Times New Roman"/>
              </a:rPr>
              <a:t> </a:t>
            </a:r>
            <a:r>
              <a:rPr sz="2000" dirty="0">
                <a:latin typeface="Times New Roman"/>
                <a:cs typeface="Times New Roman"/>
              </a:rPr>
              <a:t>the</a:t>
            </a:r>
            <a:r>
              <a:rPr sz="2000" spc="210" dirty="0">
                <a:latin typeface="Times New Roman"/>
                <a:cs typeface="Times New Roman"/>
              </a:rPr>
              <a:t> </a:t>
            </a:r>
            <a:r>
              <a:rPr sz="2000" dirty="0">
                <a:latin typeface="Times New Roman"/>
                <a:cs typeface="Times New Roman"/>
              </a:rPr>
              <a:t>lives</a:t>
            </a:r>
            <a:r>
              <a:rPr sz="2000" spc="210" dirty="0">
                <a:latin typeface="Times New Roman"/>
                <a:cs typeface="Times New Roman"/>
              </a:rPr>
              <a:t> </a:t>
            </a:r>
            <a:r>
              <a:rPr sz="2000" dirty="0">
                <a:latin typeface="Times New Roman"/>
                <a:cs typeface="Times New Roman"/>
              </a:rPr>
              <a:t>of</a:t>
            </a:r>
            <a:r>
              <a:rPr sz="2000" spc="195" dirty="0">
                <a:latin typeface="Times New Roman"/>
                <a:cs typeface="Times New Roman"/>
              </a:rPr>
              <a:t> </a:t>
            </a:r>
            <a:r>
              <a:rPr sz="2000" dirty="0">
                <a:latin typeface="Times New Roman"/>
                <a:cs typeface="Times New Roman"/>
              </a:rPr>
              <a:t>valuable</a:t>
            </a:r>
            <a:r>
              <a:rPr sz="2000" spc="195" dirty="0">
                <a:latin typeface="Times New Roman"/>
                <a:cs typeface="Times New Roman"/>
              </a:rPr>
              <a:t> </a:t>
            </a:r>
            <a:r>
              <a:rPr sz="2000" dirty="0">
                <a:latin typeface="Times New Roman"/>
                <a:cs typeface="Times New Roman"/>
              </a:rPr>
              <a:t>goods</a:t>
            </a:r>
            <a:r>
              <a:rPr sz="2000" spc="210" dirty="0">
                <a:latin typeface="Times New Roman"/>
                <a:cs typeface="Times New Roman"/>
              </a:rPr>
              <a:t> </a:t>
            </a:r>
            <a:r>
              <a:rPr sz="2000" dirty="0">
                <a:latin typeface="Times New Roman"/>
                <a:cs typeface="Times New Roman"/>
              </a:rPr>
              <a:t>and</a:t>
            </a:r>
            <a:r>
              <a:rPr sz="2000" spc="204" dirty="0">
                <a:latin typeface="Times New Roman"/>
                <a:cs typeface="Times New Roman"/>
              </a:rPr>
              <a:t> </a:t>
            </a:r>
            <a:r>
              <a:rPr sz="2000" dirty="0">
                <a:latin typeface="Times New Roman"/>
                <a:cs typeface="Times New Roman"/>
              </a:rPr>
              <a:t>also</a:t>
            </a:r>
            <a:r>
              <a:rPr sz="2000" spc="204" dirty="0">
                <a:latin typeface="Times New Roman"/>
                <a:cs typeface="Times New Roman"/>
              </a:rPr>
              <a:t> </a:t>
            </a:r>
            <a:r>
              <a:rPr sz="2000" dirty="0">
                <a:latin typeface="Times New Roman"/>
                <a:cs typeface="Times New Roman"/>
              </a:rPr>
              <a:t>keeps</a:t>
            </a:r>
            <a:r>
              <a:rPr sz="2000" spc="200" dirty="0">
                <a:latin typeface="Times New Roman"/>
                <a:cs typeface="Times New Roman"/>
              </a:rPr>
              <a:t> </a:t>
            </a:r>
            <a:r>
              <a:rPr sz="2000" dirty="0">
                <a:latin typeface="Times New Roman"/>
                <a:cs typeface="Times New Roman"/>
              </a:rPr>
              <a:t>them</a:t>
            </a:r>
            <a:r>
              <a:rPr sz="2000" spc="190" dirty="0">
                <a:latin typeface="Times New Roman"/>
                <a:cs typeface="Times New Roman"/>
              </a:rPr>
              <a:t> </a:t>
            </a:r>
            <a:r>
              <a:rPr sz="2000" dirty="0">
                <a:latin typeface="Times New Roman"/>
                <a:cs typeface="Times New Roman"/>
              </a:rPr>
              <a:t>out</a:t>
            </a:r>
            <a:r>
              <a:rPr sz="2000" spc="200" dirty="0">
                <a:latin typeface="Times New Roman"/>
                <a:cs typeface="Times New Roman"/>
              </a:rPr>
              <a:t> </a:t>
            </a:r>
            <a:r>
              <a:rPr sz="2000" dirty="0">
                <a:latin typeface="Times New Roman"/>
                <a:cs typeface="Times New Roman"/>
              </a:rPr>
              <a:t>of</a:t>
            </a:r>
            <a:r>
              <a:rPr sz="2000" spc="195" dirty="0">
                <a:latin typeface="Times New Roman"/>
                <a:cs typeface="Times New Roman"/>
              </a:rPr>
              <a:t> </a:t>
            </a:r>
            <a:r>
              <a:rPr sz="2000" dirty="0">
                <a:latin typeface="Times New Roman"/>
                <a:cs typeface="Times New Roman"/>
              </a:rPr>
              <a:t>the</a:t>
            </a:r>
            <a:r>
              <a:rPr sz="2000" spc="195" dirty="0">
                <a:latin typeface="Times New Roman"/>
                <a:cs typeface="Times New Roman"/>
              </a:rPr>
              <a:t> </a:t>
            </a:r>
            <a:r>
              <a:rPr sz="2000" spc="-10" dirty="0">
                <a:latin typeface="Times New Roman"/>
                <a:cs typeface="Times New Roman"/>
              </a:rPr>
              <a:t>waste 	</a:t>
            </a:r>
            <a:r>
              <a:rPr sz="2000" dirty="0">
                <a:latin typeface="Times New Roman"/>
                <a:cs typeface="Times New Roman"/>
              </a:rPr>
              <a:t>management</a:t>
            </a:r>
            <a:r>
              <a:rPr sz="2000" spc="10" dirty="0">
                <a:latin typeface="Times New Roman"/>
                <a:cs typeface="Times New Roman"/>
              </a:rPr>
              <a:t> </a:t>
            </a:r>
            <a:r>
              <a:rPr sz="2000" dirty="0">
                <a:latin typeface="Times New Roman"/>
                <a:cs typeface="Times New Roman"/>
              </a:rPr>
              <a:t>system</a:t>
            </a:r>
            <a:r>
              <a:rPr sz="2000" spc="-15" dirty="0">
                <a:latin typeface="Times New Roman"/>
                <a:cs typeface="Times New Roman"/>
              </a:rPr>
              <a:t> </a:t>
            </a:r>
            <a:r>
              <a:rPr sz="2000" dirty="0">
                <a:latin typeface="Times New Roman"/>
                <a:cs typeface="Times New Roman"/>
              </a:rPr>
              <a:t>for</a:t>
            </a:r>
            <a:r>
              <a:rPr sz="2000" spc="20" dirty="0">
                <a:latin typeface="Times New Roman"/>
                <a:cs typeface="Times New Roman"/>
              </a:rPr>
              <a:t> </a:t>
            </a:r>
            <a:r>
              <a:rPr sz="2000" dirty="0">
                <a:latin typeface="Times New Roman"/>
                <a:cs typeface="Times New Roman"/>
              </a:rPr>
              <a:t>a</a:t>
            </a:r>
            <a:r>
              <a:rPr sz="2000" spc="10" dirty="0">
                <a:latin typeface="Times New Roman"/>
                <a:cs typeface="Times New Roman"/>
              </a:rPr>
              <a:t> </a:t>
            </a:r>
            <a:r>
              <a:rPr sz="2000" dirty="0">
                <a:latin typeface="Times New Roman"/>
                <a:cs typeface="Times New Roman"/>
              </a:rPr>
              <a:t>longer</a:t>
            </a:r>
            <a:r>
              <a:rPr sz="2000" spc="15" dirty="0">
                <a:latin typeface="Times New Roman"/>
                <a:cs typeface="Times New Roman"/>
              </a:rPr>
              <a:t> </a:t>
            </a:r>
            <a:r>
              <a:rPr sz="2000" dirty="0">
                <a:latin typeface="Times New Roman"/>
                <a:cs typeface="Times New Roman"/>
              </a:rPr>
              <a:t>time.</a:t>
            </a:r>
            <a:r>
              <a:rPr sz="2000" spc="15" dirty="0">
                <a:latin typeface="Times New Roman"/>
                <a:cs typeface="Times New Roman"/>
              </a:rPr>
              <a:t> </a:t>
            </a:r>
            <a:r>
              <a:rPr sz="2000" dirty="0">
                <a:latin typeface="Times New Roman"/>
                <a:cs typeface="Times New Roman"/>
              </a:rPr>
              <a:t>Care</a:t>
            </a:r>
            <a:r>
              <a:rPr sz="2000" spc="10" dirty="0">
                <a:latin typeface="Times New Roman"/>
                <a:cs typeface="Times New Roman"/>
              </a:rPr>
              <a:t> </a:t>
            </a:r>
            <a:r>
              <a:rPr sz="2000" dirty="0">
                <a:latin typeface="Times New Roman"/>
                <a:cs typeface="Times New Roman"/>
              </a:rPr>
              <a:t>should</a:t>
            </a:r>
            <a:r>
              <a:rPr sz="2000" spc="5" dirty="0">
                <a:latin typeface="Times New Roman"/>
                <a:cs typeface="Times New Roman"/>
              </a:rPr>
              <a:t> </a:t>
            </a:r>
            <a:r>
              <a:rPr sz="2000" dirty="0">
                <a:latin typeface="Times New Roman"/>
                <a:cs typeface="Times New Roman"/>
              </a:rPr>
              <a:t>be</a:t>
            </a:r>
            <a:r>
              <a:rPr sz="2000" spc="10" dirty="0">
                <a:latin typeface="Times New Roman"/>
                <a:cs typeface="Times New Roman"/>
              </a:rPr>
              <a:t> </a:t>
            </a:r>
            <a:r>
              <a:rPr sz="2000" dirty="0">
                <a:latin typeface="Times New Roman"/>
                <a:cs typeface="Times New Roman"/>
              </a:rPr>
              <a:t>taken</a:t>
            </a:r>
            <a:r>
              <a:rPr sz="2000" spc="15" dirty="0">
                <a:latin typeface="Times New Roman"/>
                <a:cs typeface="Times New Roman"/>
              </a:rPr>
              <a:t> </a:t>
            </a:r>
            <a:r>
              <a:rPr sz="2000" dirty="0">
                <a:latin typeface="Times New Roman"/>
                <a:cs typeface="Times New Roman"/>
              </a:rPr>
              <a:t>while</a:t>
            </a:r>
            <a:r>
              <a:rPr sz="2000" spc="15" dirty="0">
                <a:latin typeface="Times New Roman"/>
                <a:cs typeface="Times New Roman"/>
              </a:rPr>
              <a:t> </a:t>
            </a:r>
            <a:r>
              <a:rPr sz="2000" spc="-10" dirty="0">
                <a:latin typeface="Times New Roman"/>
                <a:cs typeface="Times New Roman"/>
              </a:rPr>
              <a:t>donating 	</a:t>
            </a:r>
            <a:r>
              <a:rPr sz="2000" dirty="0">
                <a:latin typeface="Times New Roman"/>
                <a:cs typeface="Times New Roman"/>
              </a:rPr>
              <a:t>such</a:t>
            </a:r>
            <a:r>
              <a:rPr sz="2000" spc="-20" dirty="0">
                <a:latin typeface="Times New Roman"/>
                <a:cs typeface="Times New Roman"/>
              </a:rPr>
              <a:t> </a:t>
            </a:r>
            <a:r>
              <a:rPr sz="2000" dirty="0">
                <a:latin typeface="Times New Roman"/>
                <a:cs typeface="Times New Roman"/>
              </a:rPr>
              <a:t>products</a:t>
            </a:r>
            <a:r>
              <a:rPr sz="2000" spc="-45" dirty="0">
                <a:latin typeface="Times New Roman"/>
                <a:cs typeface="Times New Roman"/>
              </a:rPr>
              <a:t> </a:t>
            </a:r>
            <a:r>
              <a:rPr sz="2000" dirty="0">
                <a:latin typeface="Times New Roman"/>
                <a:cs typeface="Times New Roman"/>
              </a:rPr>
              <a:t>i.e.</a:t>
            </a:r>
            <a:r>
              <a:rPr sz="2000" spc="-5"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products</a:t>
            </a:r>
            <a:r>
              <a:rPr sz="2000" spc="-25" dirty="0">
                <a:latin typeface="Times New Roman"/>
                <a:cs typeface="Times New Roman"/>
              </a:rPr>
              <a:t> </a:t>
            </a:r>
            <a:r>
              <a:rPr sz="2000" dirty="0">
                <a:latin typeface="Times New Roman"/>
                <a:cs typeface="Times New Roman"/>
              </a:rPr>
              <a:t>should</a:t>
            </a:r>
            <a:r>
              <a:rPr sz="2000" spc="-40" dirty="0">
                <a:latin typeface="Times New Roman"/>
                <a:cs typeface="Times New Roman"/>
              </a:rPr>
              <a:t> </a:t>
            </a:r>
            <a:r>
              <a:rPr sz="2000" dirty="0">
                <a:latin typeface="Times New Roman"/>
                <a:cs typeface="Times New Roman"/>
              </a:rPr>
              <a:t>be</a:t>
            </a:r>
            <a:r>
              <a:rPr sz="2000" spc="-10" dirty="0">
                <a:latin typeface="Times New Roman"/>
                <a:cs typeface="Times New Roman"/>
              </a:rPr>
              <a:t> </a:t>
            </a:r>
            <a:r>
              <a:rPr sz="2000" dirty="0">
                <a:latin typeface="Times New Roman"/>
                <a:cs typeface="Times New Roman"/>
              </a:rPr>
              <a:t>in working</a:t>
            </a:r>
            <a:r>
              <a:rPr sz="2000" spc="-35" dirty="0">
                <a:latin typeface="Times New Roman"/>
                <a:cs typeface="Times New Roman"/>
              </a:rPr>
              <a:t> </a:t>
            </a:r>
            <a:r>
              <a:rPr sz="2000" spc="-10" dirty="0">
                <a:latin typeface="Times New Roman"/>
                <a:cs typeface="Times New Roman"/>
              </a:rPr>
              <a:t>condition.</a:t>
            </a:r>
            <a:endParaRPr sz="2000">
              <a:latin typeface="Times New Roman"/>
              <a:cs typeface="Times New Roman"/>
            </a:endParaRPr>
          </a:p>
          <a:p>
            <a:pPr marL="352425" marR="5715" indent="-339725" algn="just">
              <a:lnSpc>
                <a:spcPct val="100000"/>
              </a:lnSpc>
              <a:spcBef>
                <a:spcPts val="484"/>
              </a:spcBef>
              <a:buFont typeface="Arial MT"/>
              <a:buChar char="•"/>
              <a:tabLst>
                <a:tab pos="355600" algn="l"/>
              </a:tabLst>
            </a:pPr>
            <a:r>
              <a:rPr sz="2000" dirty="0">
                <a:latin typeface="Times New Roman"/>
                <a:cs typeface="Times New Roman"/>
              </a:rPr>
              <a:t>Reuse</a:t>
            </a:r>
            <a:r>
              <a:rPr sz="2000" spc="85" dirty="0">
                <a:latin typeface="Times New Roman"/>
                <a:cs typeface="Times New Roman"/>
              </a:rPr>
              <a:t>  </a:t>
            </a:r>
            <a:r>
              <a:rPr sz="2000" dirty="0">
                <a:latin typeface="Times New Roman"/>
                <a:cs typeface="Times New Roman"/>
              </a:rPr>
              <a:t>of</a:t>
            </a:r>
            <a:r>
              <a:rPr sz="2000" spc="90" dirty="0">
                <a:latin typeface="Times New Roman"/>
                <a:cs typeface="Times New Roman"/>
              </a:rPr>
              <a:t>  </a:t>
            </a:r>
            <a:r>
              <a:rPr sz="2000" dirty="0">
                <a:latin typeface="Times New Roman"/>
                <a:cs typeface="Times New Roman"/>
              </a:rPr>
              <a:t>these</a:t>
            </a:r>
            <a:r>
              <a:rPr sz="2000" spc="95" dirty="0">
                <a:latin typeface="Times New Roman"/>
                <a:cs typeface="Times New Roman"/>
              </a:rPr>
              <a:t>  </a:t>
            </a:r>
            <a:r>
              <a:rPr sz="2000" dirty="0">
                <a:latin typeface="Times New Roman"/>
                <a:cs typeface="Times New Roman"/>
              </a:rPr>
              <a:t>products</a:t>
            </a:r>
            <a:r>
              <a:rPr sz="2000" spc="90" dirty="0">
                <a:latin typeface="Times New Roman"/>
                <a:cs typeface="Times New Roman"/>
              </a:rPr>
              <a:t>  </a:t>
            </a:r>
            <a:r>
              <a:rPr sz="2000" dirty="0">
                <a:latin typeface="Times New Roman"/>
                <a:cs typeface="Times New Roman"/>
              </a:rPr>
              <a:t>also</a:t>
            </a:r>
            <a:r>
              <a:rPr sz="2000" spc="90" dirty="0">
                <a:latin typeface="Times New Roman"/>
                <a:cs typeface="Times New Roman"/>
              </a:rPr>
              <a:t>  </a:t>
            </a:r>
            <a:r>
              <a:rPr sz="2000" dirty="0">
                <a:latin typeface="Times New Roman"/>
                <a:cs typeface="Times New Roman"/>
              </a:rPr>
              <a:t>benefits</a:t>
            </a:r>
            <a:r>
              <a:rPr sz="2000" spc="90" dirty="0">
                <a:latin typeface="Times New Roman"/>
                <a:cs typeface="Times New Roman"/>
              </a:rPr>
              <a:t>  </a:t>
            </a:r>
            <a:r>
              <a:rPr sz="2000" dirty="0">
                <a:latin typeface="Times New Roman"/>
                <a:cs typeface="Times New Roman"/>
              </a:rPr>
              <a:t>society.</a:t>
            </a:r>
            <a:r>
              <a:rPr sz="2000" spc="90" dirty="0">
                <a:latin typeface="Times New Roman"/>
                <a:cs typeface="Times New Roman"/>
              </a:rPr>
              <a:t>  </a:t>
            </a:r>
            <a:r>
              <a:rPr sz="2000" dirty="0">
                <a:latin typeface="Times New Roman"/>
                <a:cs typeface="Times New Roman"/>
              </a:rPr>
              <a:t>By</a:t>
            </a:r>
            <a:r>
              <a:rPr sz="2000" spc="90" dirty="0">
                <a:latin typeface="Times New Roman"/>
                <a:cs typeface="Times New Roman"/>
              </a:rPr>
              <a:t>  </a:t>
            </a:r>
            <a:r>
              <a:rPr sz="2000" dirty="0">
                <a:latin typeface="Times New Roman"/>
                <a:cs typeface="Times New Roman"/>
              </a:rPr>
              <a:t>donating</a:t>
            </a:r>
            <a:r>
              <a:rPr sz="2000" spc="95" dirty="0">
                <a:latin typeface="Times New Roman"/>
                <a:cs typeface="Times New Roman"/>
              </a:rPr>
              <a:t>  </a:t>
            </a:r>
            <a:r>
              <a:rPr sz="2000" dirty="0">
                <a:latin typeface="Times New Roman"/>
                <a:cs typeface="Times New Roman"/>
              </a:rPr>
              <a:t>the</a:t>
            </a:r>
            <a:r>
              <a:rPr sz="2000" spc="90" dirty="0">
                <a:latin typeface="Times New Roman"/>
                <a:cs typeface="Times New Roman"/>
              </a:rPr>
              <a:t>  </a:t>
            </a:r>
            <a:r>
              <a:rPr sz="2000" spc="-20" dirty="0">
                <a:latin typeface="Times New Roman"/>
                <a:cs typeface="Times New Roman"/>
              </a:rPr>
              <a:t>used 	</a:t>
            </a:r>
            <a:r>
              <a:rPr sz="2000" dirty="0">
                <a:latin typeface="Times New Roman"/>
                <a:cs typeface="Times New Roman"/>
              </a:rPr>
              <a:t>electronics,</a:t>
            </a:r>
            <a:r>
              <a:rPr sz="2000" spc="340" dirty="0">
                <a:latin typeface="Times New Roman"/>
                <a:cs typeface="Times New Roman"/>
              </a:rPr>
              <a:t> </a:t>
            </a:r>
            <a:r>
              <a:rPr sz="2000" dirty="0">
                <a:latin typeface="Times New Roman"/>
                <a:cs typeface="Times New Roman"/>
              </a:rPr>
              <a:t>many</a:t>
            </a:r>
            <a:r>
              <a:rPr sz="2000" spc="335" dirty="0">
                <a:latin typeface="Times New Roman"/>
                <a:cs typeface="Times New Roman"/>
              </a:rPr>
              <a:t> </a:t>
            </a:r>
            <a:r>
              <a:rPr sz="2000" spc="-20" dirty="0">
                <a:latin typeface="Times New Roman"/>
                <a:cs typeface="Times New Roman"/>
              </a:rPr>
              <a:t>lower-</a:t>
            </a:r>
            <a:r>
              <a:rPr sz="2000" dirty="0">
                <a:latin typeface="Times New Roman"/>
                <a:cs typeface="Times New Roman"/>
              </a:rPr>
              <a:t>income</a:t>
            </a:r>
            <a:r>
              <a:rPr sz="2000" spc="340" dirty="0">
                <a:latin typeface="Times New Roman"/>
                <a:cs typeface="Times New Roman"/>
              </a:rPr>
              <a:t> </a:t>
            </a:r>
            <a:r>
              <a:rPr sz="2000" dirty="0">
                <a:latin typeface="Times New Roman"/>
                <a:cs typeface="Times New Roman"/>
              </a:rPr>
              <a:t>families</a:t>
            </a:r>
            <a:r>
              <a:rPr sz="2000" spc="315" dirty="0">
                <a:latin typeface="Times New Roman"/>
                <a:cs typeface="Times New Roman"/>
              </a:rPr>
              <a:t> </a:t>
            </a:r>
            <a:r>
              <a:rPr sz="2000" dirty="0">
                <a:latin typeface="Times New Roman"/>
                <a:cs typeface="Times New Roman"/>
              </a:rPr>
              <a:t>can</a:t>
            </a:r>
            <a:r>
              <a:rPr sz="2000" spc="330" dirty="0">
                <a:latin typeface="Times New Roman"/>
                <a:cs typeface="Times New Roman"/>
              </a:rPr>
              <a:t> </a:t>
            </a:r>
            <a:r>
              <a:rPr sz="2000" dirty="0">
                <a:latin typeface="Times New Roman"/>
                <a:cs typeface="Times New Roman"/>
              </a:rPr>
              <a:t>afford</a:t>
            </a:r>
            <a:r>
              <a:rPr sz="2000" spc="330" dirty="0">
                <a:latin typeface="Times New Roman"/>
                <a:cs typeface="Times New Roman"/>
              </a:rPr>
              <a:t> </a:t>
            </a:r>
            <a:r>
              <a:rPr sz="2000" dirty="0">
                <a:latin typeface="Times New Roman"/>
                <a:cs typeface="Times New Roman"/>
              </a:rPr>
              <a:t>to</a:t>
            </a:r>
            <a:r>
              <a:rPr sz="2000" spc="330" dirty="0">
                <a:latin typeface="Times New Roman"/>
                <a:cs typeface="Times New Roman"/>
              </a:rPr>
              <a:t> </a:t>
            </a:r>
            <a:r>
              <a:rPr sz="2000" dirty="0">
                <a:latin typeface="Times New Roman"/>
                <a:cs typeface="Times New Roman"/>
              </a:rPr>
              <a:t>use</a:t>
            </a:r>
            <a:r>
              <a:rPr sz="2000" spc="325" dirty="0">
                <a:latin typeface="Times New Roman"/>
                <a:cs typeface="Times New Roman"/>
              </a:rPr>
              <a:t> </a:t>
            </a:r>
            <a:r>
              <a:rPr sz="2000" dirty="0">
                <a:latin typeface="Times New Roman"/>
                <a:cs typeface="Times New Roman"/>
              </a:rPr>
              <a:t>these</a:t>
            </a:r>
            <a:r>
              <a:rPr sz="2000" spc="330" dirty="0">
                <a:latin typeface="Times New Roman"/>
                <a:cs typeface="Times New Roman"/>
              </a:rPr>
              <a:t> </a:t>
            </a:r>
            <a:r>
              <a:rPr sz="2000" spc="-10" dirty="0">
                <a:latin typeface="Times New Roman"/>
                <a:cs typeface="Times New Roman"/>
              </a:rPr>
              <a:t>devices 	</a:t>
            </a:r>
            <a:r>
              <a:rPr sz="2000" dirty="0">
                <a:latin typeface="Times New Roman"/>
                <a:cs typeface="Times New Roman"/>
              </a:rPr>
              <a:t>that</a:t>
            </a:r>
            <a:r>
              <a:rPr sz="2000" spc="-15" dirty="0">
                <a:latin typeface="Times New Roman"/>
                <a:cs typeface="Times New Roman"/>
              </a:rPr>
              <a:t> </a:t>
            </a:r>
            <a:r>
              <a:rPr sz="2000" dirty="0">
                <a:latin typeface="Times New Roman"/>
                <a:cs typeface="Times New Roman"/>
              </a:rPr>
              <a:t>they</a:t>
            </a:r>
            <a:r>
              <a:rPr sz="2000" spc="-10" dirty="0">
                <a:latin typeface="Times New Roman"/>
                <a:cs typeface="Times New Roman"/>
              </a:rPr>
              <a:t> </a:t>
            </a:r>
            <a:r>
              <a:rPr sz="2000" dirty="0">
                <a:latin typeface="Times New Roman"/>
                <a:cs typeface="Times New Roman"/>
              </a:rPr>
              <a:t>otherwise</a:t>
            </a:r>
            <a:r>
              <a:rPr sz="2000" spc="-45" dirty="0">
                <a:latin typeface="Times New Roman"/>
                <a:cs typeface="Times New Roman"/>
              </a:rPr>
              <a:t> </a:t>
            </a:r>
            <a:r>
              <a:rPr sz="2000" dirty="0">
                <a:latin typeface="Times New Roman"/>
                <a:cs typeface="Times New Roman"/>
              </a:rPr>
              <a:t>could</a:t>
            </a:r>
            <a:r>
              <a:rPr sz="2000" spc="-10" dirty="0">
                <a:latin typeface="Times New Roman"/>
                <a:cs typeface="Times New Roman"/>
              </a:rPr>
              <a:t> </a:t>
            </a:r>
            <a:r>
              <a:rPr sz="2000" dirty="0">
                <a:latin typeface="Times New Roman"/>
                <a:cs typeface="Times New Roman"/>
              </a:rPr>
              <a:t>not</a:t>
            </a:r>
            <a:r>
              <a:rPr sz="2000" spc="-20" dirty="0">
                <a:latin typeface="Times New Roman"/>
                <a:cs typeface="Times New Roman"/>
              </a:rPr>
              <a:t> </a:t>
            </a:r>
            <a:r>
              <a:rPr sz="2000" dirty="0">
                <a:latin typeface="Times New Roman"/>
                <a:cs typeface="Times New Roman"/>
              </a:rPr>
              <a:t>pay</a:t>
            </a:r>
            <a:r>
              <a:rPr sz="2000" spc="-5" dirty="0">
                <a:latin typeface="Times New Roman"/>
                <a:cs typeface="Times New Roman"/>
              </a:rPr>
              <a:t> </a:t>
            </a:r>
            <a:r>
              <a:rPr sz="2000" spc="-20" dirty="0">
                <a:latin typeface="Times New Roman"/>
                <a:cs typeface="Times New Roman"/>
              </a:rPr>
              <a:t>for.</a:t>
            </a:r>
            <a:endParaRPr sz="2000">
              <a:latin typeface="Times New Roman"/>
              <a:cs typeface="Times New Roman"/>
            </a:endParaRPr>
          </a:p>
          <a:p>
            <a:pPr marL="352425" marR="5715" indent="-339725" algn="just">
              <a:lnSpc>
                <a:spcPct val="100000"/>
              </a:lnSpc>
              <a:spcBef>
                <a:spcPts val="480"/>
              </a:spcBef>
              <a:buFont typeface="Arial MT"/>
              <a:buChar char="•"/>
              <a:tabLst>
                <a:tab pos="355600" algn="l"/>
              </a:tabLst>
            </a:pPr>
            <a:r>
              <a:rPr sz="2000" spc="-10" dirty="0">
                <a:latin typeface="Times New Roman"/>
                <a:cs typeface="Times New Roman"/>
              </a:rPr>
              <a:t>E-</a:t>
            </a:r>
            <a:r>
              <a:rPr sz="2000" dirty="0">
                <a:latin typeface="Times New Roman"/>
                <a:cs typeface="Times New Roman"/>
              </a:rPr>
              <a:t>wastes</a:t>
            </a:r>
            <a:r>
              <a:rPr sz="2000" spc="250" dirty="0">
                <a:latin typeface="Times New Roman"/>
                <a:cs typeface="Times New Roman"/>
              </a:rPr>
              <a:t> </a:t>
            </a:r>
            <a:r>
              <a:rPr sz="2000" dirty="0">
                <a:latin typeface="Times New Roman"/>
                <a:cs typeface="Times New Roman"/>
              </a:rPr>
              <a:t>should</a:t>
            </a:r>
            <a:r>
              <a:rPr sz="2000" spc="245" dirty="0">
                <a:latin typeface="Times New Roman"/>
                <a:cs typeface="Times New Roman"/>
              </a:rPr>
              <a:t> </a:t>
            </a:r>
            <a:r>
              <a:rPr sz="2000" dirty="0">
                <a:latin typeface="Times New Roman"/>
                <a:cs typeface="Times New Roman"/>
              </a:rPr>
              <a:t>never</a:t>
            </a:r>
            <a:r>
              <a:rPr sz="2000" spc="250" dirty="0">
                <a:latin typeface="Times New Roman"/>
                <a:cs typeface="Times New Roman"/>
              </a:rPr>
              <a:t> </a:t>
            </a:r>
            <a:r>
              <a:rPr sz="2000" dirty="0">
                <a:latin typeface="Times New Roman"/>
                <a:cs typeface="Times New Roman"/>
              </a:rPr>
              <a:t>be</a:t>
            </a:r>
            <a:r>
              <a:rPr sz="2000" spc="235" dirty="0">
                <a:latin typeface="Times New Roman"/>
                <a:cs typeface="Times New Roman"/>
              </a:rPr>
              <a:t> </a:t>
            </a:r>
            <a:r>
              <a:rPr sz="2000" dirty="0">
                <a:latin typeface="Times New Roman"/>
                <a:cs typeface="Times New Roman"/>
              </a:rPr>
              <a:t>dumped</a:t>
            </a:r>
            <a:r>
              <a:rPr sz="2000" spc="260" dirty="0">
                <a:latin typeface="Times New Roman"/>
                <a:cs typeface="Times New Roman"/>
              </a:rPr>
              <a:t> </a:t>
            </a:r>
            <a:r>
              <a:rPr sz="2000" dirty="0">
                <a:latin typeface="Times New Roman"/>
                <a:cs typeface="Times New Roman"/>
              </a:rPr>
              <a:t>with</a:t>
            </a:r>
            <a:r>
              <a:rPr sz="2000" spc="240" dirty="0">
                <a:latin typeface="Times New Roman"/>
                <a:cs typeface="Times New Roman"/>
              </a:rPr>
              <a:t> </a:t>
            </a:r>
            <a:r>
              <a:rPr sz="2000" dirty="0">
                <a:latin typeface="Times New Roman"/>
                <a:cs typeface="Times New Roman"/>
              </a:rPr>
              <a:t>the</a:t>
            </a:r>
            <a:r>
              <a:rPr sz="2000" spc="240" dirty="0">
                <a:latin typeface="Times New Roman"/>
                <a:cs typeface="Times New Roman"/>
              </a:rPr>
              <a:t> </a:t>
            </a:r>
            <a:r>
              <a:rPr sz="2000" dirty="0">
                <a:latin typeface="Times New Roman"/>
                <a:cs typeface="Times New Roman"/>
              </a:rPr>
              <a:t>other</a:t>
            </a:r>
            <a:r>
              <a:rPr sz="2000" spc="250" dirty="0">
                <a:latin typeface="Times New Roman"/>
                <a:cs typeface="Times New Roman"/>
              </a:rPr>
              <a:t> </a:t>
            </a:r>
            <a:r>
              <a:rPr sz="2000" dirty="0">
                <a:latin typeface="Times New Roman"/>
                <a:cs typeface="Times New Roman"/>
              </a:rPr>
              <a:t>household</a:t>
            </a:r>
            <a:r>
              <a:rPr sz="2000" spc="260" dirty="0">
                <a:latin typeface="Times New Roman"/>
                <a:cs typeface="Times New Roman"/>
              </a:rPr>
              <a:t> </a:t>
            </a:r>
            <a:r>
              <a:rPr sz="2000" dirty="0">
                <a:latin typeface="Times New Roman"/>
                <a:cs typeface="Times New Roman"/>
              </a:rPr>
              <a:t>wastes.</a:t>
            </a:r>
            <a:r>
              <a:rPr sz="2000" spc="254" dirty="0">
                <a:latin typeface="Times New Roman"/>
                <a:cs typeface="Times New Roman"/>
              </a:rPr>
              <a:t> </a:t>
            </a:r>
            <a:r>
              <a:rPr sz="2000" spc="-20" dirty="0">
                <a:latin typeface="Times New Roman"/>
                <a:cs typeface="Times New Roman"/>
              </a:rPr>
              <a:t>This 	</a:t>
            </a:r>
            <a:r>
              <a:rPr sz="2000" dirty="0">
                <a:latin typeface="Times New Roman"/>
                <a:cs typeface="Times New Roman"/>
              </a:rPr>
              <a:t>should</a:t>
            </a:r>
            <a:r>
              <a:rPr sz="2000" spc="-50" dirty="0">
                <a:latin typeface="Times New Roman"/>
                <a:cs typeface="Times New Roman"/>
              </a:rPr>
              <a:t> </a:t>
            </a:r>
            <a:r>
              <a:rPr sz="2000" dirty="0">
                <a:latin typeface="Times New Roman"/>
                <a:cs typeface="Times New Roman"/>
              </a:rPr>
              <a:t>be</a:t>
            </a:r>
            <a:r>
              <a:rPr sz="2000" spc="-10" dirty="0">
                <a:latin typeface="Times New Roman"/>
                <a:cs typeface="Times New Roman"/>
              </a:rPr>
              <a:t> </a:t>
            </a:r>
            <a:r>
              <a:rPr sz="2000" dirty="0">
                <a:latin typeface="Times New Roman"/>
                <a:cs typeface="Times New Roman"/>
              </a:rPr>
              <a:t>separated</a:t>
            </a:r>
            <a:r>
              <a:rPr sz="2000" spc="-25" dirty="0">
                <a:latin typeface="Times New Roman"/>
                <a:cs typeface="Times New Roman"/>
              </a:rPr>
              <a:t> </a:t>
            </a:r>
            <a:r>
              <a:rPr sz="2000" dirty="0">
                <a:latin typeface="Times New Roman"/>
                <a:cs typeface="Times New Roman"/>
              </a:rPr>
              <a:t>and</a:t>
            </a:r>
            <a:r>
              <a:rPr sz="2000" spc="-10" dirty="0">
                <a:latin typeface="Times New Roman"/>
                <a:cs typeface="Times New Roman"/>
              </a:rPr>
              <a:t> </a:t>
            </a:r>
            <a:r>
              <a:rPr sz="2000" dirty="0">
                <a:latin typeface="Times New Roman"/>
                <a:cs typeface="Times New Roman"/>
              </a:rPr>
              <a:t>sold</a:t>
            </a:r>
            <a:r>
              <a:rPr sz="2000" spc="-15" dirty="0">
                <a:latin typeface="Times New Roman"/>
                <a:cs typeface="Times New Roman"/>
              </a:rPr>
              <a:t> </a:t>
            </a:r>
            <a:r>
              <a:rPr sz="2000" dirty="0">
                <a:latin typeface="Times New Roman"/>
                <a:cs typeface="Times New Roman"/>
              </a:rPr>
              <a:t>or</a:t>
            </a:r>
            <a:r>
              <a:rPr sz="2000" spc="-20" dirty="0">
                <a:latin typeface="Times New Roman"/>
                <a:cs typeface="Times New Roman"/>
              </a:rPr>
              <a:t> </a:t>
            </a:r>
            <a:r>
              <a:rPr sz="2000" dirty="0">
                <a:latin typeface="Times New Roman"/>
                <a:cs typeface="Times New Roman"/>
              </a:rPr>
              <a:t>donated</a:t>
            </a:r>
            <a:r>
              <a:rPr sz="2000" spc="-25" dirty="0">
                <a:latin typeface="Times New Roman"/>
                <a:cs typeface="Times New Roman"/>
              </a:rPr>
              <a:t> </a:t>
            </a:r>
            <a:r>
              <a:rPr sz="2000" dirty="0">
                <a:latin typeface="Times New Roman"/>
                <a:cs typeface="Times New Roman"/>
              </a:rPr>
              <a:t>to various</a:t>
            </a:r>
            <a:r>
              <a:rPr sz="2000" spc="-35" dirty="0">
                <a:latin typeface="Times New Roman"/>
                <a:cs typeface="Times New Roman"/>
              </a:rPr>
              <a:t> </a:t>
            </a:r>
            <a:r>
              <a:rPr sz="2000" spc="-10" dirty="0">
                <a:latin typeface="Times New Roman"/>
                <a:cs typeface="Times New Roman"/>
              </a:rPr>
              <a:t>organizations.</a:t>
            </a:r>
            <a:endParaRPr sz="2000">
              <a:latin typeface="Times New Roman"/>
              <a:cs typeface="Times New Roman"/>
            </a:endParaRPr>
          </a:p>
          <a:p>
            <a:pPr marL="351790" marR="5715" indent="-339090" algn="just">
              <a:lnSpc>
                <a:spcPct val="100000"/>
              </a:lnSpc>
              <a:spcBef>
                <a:spcPts val="480"/>
              </a:spcBef>
              <a:buFont typeface="Arial MT"/>
              <a:buChar char="•"/>
              <a:tabLst>
                <a:tab pos="355600" algn="l"/>
              </a:tabLst>
            </a:pPr>
            <a:r>
              <a:rPr sz="2000" dirty="0">
                <a:latin typeface="Times New Roman"/>
                <a:cs typeface="Times New Roman"/>
              </a:rPr>
              <a:t>While</a:t>
            </a:r>
            <a:r>
              <a:rPr sz="2000" spc="380" dirty="0">
                <a:latin typeface="Times New Roman"/>
                <a:cs typeface="Times New Roman"/>
              </a:rPr>
              <a:t> </a:t>
            </a:r>
            <a:r>
              <a:rPr sz="2000" dirty="0">
                <a:latin typeface="Times New Roman"/>
                <a:cs typeface="Times New Roman"/>
              </a:rPr>
              <a:t>buying</a:t>
            </a:r>
            <a:r>
              <a:rPr sz="2000" spc="385" dirty="0">
                <a:latin typeface="Times New Roman"/>
                <a:cs typeface="Times New Roman"/>
              </a:rPr>
              <a:t> </a:t>
            </a:r>
            <a:r>
              <a:rPr sz="2000" dirty="0">
                <a:latin typeface="Times New Roman"/>
                <a:cs typeface="Times New Roman"/>
              </a:rPr>
              <a:t>electronic</a:t>
            </a:r>
            <a:r>
              <a:rPr sz="2000" spc="390" dirty="0">
                <a:latin typeface="Times New Roman"/>
                <a:cs typeface="Times New Roman"/>
              </a:rPr>
              <a:t> </a:t>
            </a:r>
            <a:r>
              <a:rPr sz="2000" dirty="0">
                <a:latin typeface="Times New Roman"/>
                <a:cs typeface="Times New Roman"/>
              </a:rPr>
              <a:t>products</a:t>
            </a:r>
            <a:r>
              <a:rPr sz="2000" spc="380" dirty="0">
                <a:latin typeface="Times New Roman"/>
                <a:cs typeface="Times New Roman"/>
              </a:rPr>
              <a:t> </a:t>
            </a:r>
            <a:r>
              <a:rPr sz="2000" dirty="0">
                <a:latin typeface="Times New Roman"/>
                <a:cs typeface="Times New Roman"/>
              </a:rPr>
              <a:t>consumers</a:t>
            </a:r>
            <a:r>
              <a:rPr sz="2000" spc="385" dirty="0">
                <a:latin typeface="Times New Roman"/>
                <a:cs typeface="Times New Roman"/>
              </a:rPr>
              <a:t> </a:t>
            </a:r>
            <a:r>
              <a:rPr sz="2000" dirty="0">
                <a:latin typeface="Times New Roman"/>
                <a:cs typeface="Times New Roman"/>
              </a:rPr>
              <a:t>can</a:t>
            </a:r>
            <a:r>
              <a:rPr sz="2000" spc="385" dirty="0">
                <a:latin typeface="Times New Roman"/>
                <a:cs typeface="Times New Roman"/>
              </a:rPr>
              <a:t> </a:t>
            </a:r>
            <a:r>
              <a:rPr sz="2000" dirty="0">
                <a:latin typeface="Times New Roman"/>
                <a:cs typeface="Times New Roman"/>
              </a:rPr>
              <a:t>opt</a:t>
            </a:r>
            <a:r>
              <a:rPr sz="2000" spc="365" dirty="0">
                <a:latin typeface="Times New Roman"/>
                <a:cs typeface="Times New Roman"/>
              </a:rPr>
              <a:t> </a:t>
            </a:r>
            <a:r>
              <a:rPr sz="2000" dirty="0">
                <a:latin typeface="Times New Roman"/>
                <a:cs typeface="Times New Roman"/>
              </a:rPr>
              <a:t>for</a:t>
            </a:r>
            <a:r>
              <a:rPr sz="2000" spc="380" dirty="0">
                <a:latin typeface="Times New Roman"/>
                <a:cs typeface="Times New Roman"/>
              </a:rPr>
              <a:t> </a:t>
            </a:r>
            <a:r>
              <a:rPr sz="2000" dirty="0">
                <a:latin typeface="Times New Roman"/>
                <a:cs typeface="Times New Roman"/>
              </a:rPr>
              <a:t>those</a:t>
            </a:r>
            <a:r>
              <a:rPr sz="2000" spc="370" dirty="0">
                <a:latin typeface="Times New Roman"/>
                <a:cs typeface="Times New Roman"/>
              </a:rPr>
              <a:t> </a:t>
            </a:r>
            <a:r>
              <a:rPr sz="2000" spc="-10" dirty="0">
                <a:latin typeface="Times New Roman"/>
                <a:cs typeface="Times New Roman"/>
              </a:rPr>
              <a:t>products 	</a:t>
            </a:r>
            <a:r>
              <a:rPr sz="2000" dirty="0">
                <a:latin typeface="Times New Roman"/>
                <a:cs typeface="Times New Roman"/>
              </a:rPr>
              <a:t>which</a:t>
            </a:r>
            <a:r>
              <a:rPr sz="2000" spc="170" dirty="0">
                <a:latin typeface="Times New Roman"/>
                <a:cs typeface="Times New Roman"/>
              </a:rPr>
              <a:t>  </a:t>
            </a:r>
            <a:r>
              <a:rPr sz="2000" dirty="0">
                <a:latin typeface="Times New Roman"/>
                <a:cs typeface="Times New Roman"/>
              </a:rPr>
              <a:t>are</a:t>
            </a:r>
            <a:r>
              <a:rPr sz="2000" spc="165" dirty="0">
                <a:latin typeface="Times New Roman"/>
                <a:cs typeface="Times New Roman"/>
              </a:rPr>
              <a:t>  </a:t>
            </a:r>
            <a:r>
              <a:rPr sz="2000" dirty="0">
                <a:latin typeface="Times New Roman"/>
                <a:cs typeface="Times New Roman"/>
              </a:rPr>
              <a:t>made</a:t>
            </a:r>
            <a:r>
              <a:rPr sz="2000" spc="170" dirty="0">
                <a:latin typeface="Times New Roman"/>
                <a:cs typeface="Times New Roman"/>
              </a:rPr>
              <a:t>  </a:t>
            </a:r>
            <a:r>
              <a:rPr sz="2000" dirty="0">
                <a:latin typeface="Times New Roman"/>
                <a:cs typeface="Times New Roman"/>
              </a:rPr>
              <a:t>with</a:t>
            </a:r>
            <a:r>
              <a:rPr sz="2000" spc="170" dirty="0">
                <a:latin typeface="Times New Roman"/>
                <a:cs typeface="Times New Roman"/>
              </a:rPr>
              <a:t>  </a:t>
            </a:r>
            <a:r>
              <a:rPr sz="2000" dirty="0">
                <a:latin typeface="Times New Roman"/>
                <a:cs typeface="Times New Roman"/>
              </a:rPr>
              <a:t>fewer</a:t>
            </a:r>
            <a:r>
              <a:rPr sz="2000" spc="165" dirty="0">
                <a:latin typeface="Times New Roman"/>
                <a:cs typeface="Times New Roman"/>
              </a:rPr>
              <a:t>  </a:t>
            </a:r>
            <a:r>
              <a:rPr sz="2000" dirty="0">
                <a:latin typeface="Times New Roman"/>
                <a:cs typeface="Times New Roman"/>
              </a:rPr>
              <a:t>lethal</a:t>
            </a:r>
            <a:r>
              <a:rPr sz="2000" spc="165" dirty="0">
                <a:latin typeface="Times New Roman"/>
                <a:cs typeface="Times New Roman"/>
              </a:rPr>
              <a:t>  </a:t>
            </a:r>
            <a:r>
              <a:rPr sz="2000" dirty="0">
                <a:latin typeface="Times New Roman"/>
                <a:cs typeface="Times New Roman"/>
              </a:rPr>
              <a:t>substances,</a:t>
            </a:r>
            <a:r>
              <a:rPr sz="2000" spc="165" dirty="0">
                <a:latin typeface="Times New Roman"/>
                <a:cs typeface="Times New Roman"/>
              </a:rPr>
              <a:t>  </a:t>
            </a:r>
            <a:r>
              <a:rPr sz="2000" dirty="0">
                <a:latin typeface="Times New Roman"/>
                <a:cs typeface="Times New Roman"/>
              </a:rPr>
              <a:t>products</a:t>
            </a:r>
            <a:r>
              <a:rPr sz="2000" spc="165" dirty="0">
                <a:latin typeface="Times New Roman"/>
                <a:cs typeface="Times New Roman"/>
              </a:rPr>
              <a:t>  </a:t>
            </a:r>
            <a:r>
              <a:rPr sz="2000" dirty="0">
                <a:latin typeface="Times New Roman"/>
                <a:cs typeface="Times New Roman"/>
              </a:rPr>
              <a:t>which</a:t>
            </a:r>
            <a:r>
              <a:rPr sz="2000" spc="170" dirty="0">
                <a:latin typeface="Times New Roman"/>
                <a:cs typeface="Times New Roman"/>
              </a:rPr>
              <a:t>  </a:t>
            </a:r>
            <a:r>
              <a:rPr sz="2000" spc="-20" dirty="0">
                <a:latin typeface="Times New Roman"/>
                <a:cs typeface="Times New Roman"/>
              </a:rPr>
              <a:t>uses 	</a:t>
            </a:r>
            <a:r>
              <a:rPr sz="2000" dirty="0">
                <a:latin typeface="Times New Roman"/>
                <a:cs typeface="Times New Roman"/>
              </a:rPr>
              <a:t>reprocessed</a:t>
            </a:r>
            <a:r>
              <a:rPr sz="2000" spc="235" dirty="0">
                <a:latin typeface="Times New Roman"/>
                <a:cs typeface="Times New Roman"/>
              </a:rPr>
              <a:t> </a:t>
            </a:r>
            <a:r>
              <a:rPr sz="2000" dirty="0">
                <a:latin typeface="Times New Roman"/>
                <a:cs typeface="Times New Roman"/>
              </a:rPr>
              <a:t>content.</a:t>
            </a:r>
            <a:r>
              <a:rPr sz="2000" spc="235" dirty="0">
                <a:latin typeface="Times New Roman"/>
                <a:cs typeface="Times New Roman"/>
              </a:rPr>
              <a:t> </a:t>
            </a:r>
            <a:r>
              <a:rPr sz="2000" dirty="0">
                <a:latin typeface="Times New Roman"/>
                <a:cs typeface="Times New Roman"/>
              </a:rPr>
              <a:t>Products</a:t>
            </a:r>
            <a:r>
              <a:rPr sz="2000" spc="215" dirty="0">
                <a:latin typeface="Times New Roman"/>
                <a:cs typeface="Times New Roman"/>
              </a:rPr>
              <a:t> </a:t>
            </a:r>
            <a:r>
              <a:rPr sz="2000" dirty="0">
                <a:latin typeface="Times New Roman"/>
                <a:cs typeface="Times New Roman"/>
              </a:rPr>
              <a:t>which</a:t>
            </a:r>
            <a:r>
              <a:rPr sz="2000" spc="235" dirty="0">
                <a:latin typeface="Times New Roman"/>
                <a:cs typeface="Times New Roman"/>
              </a:rPr>
              <a:t> </a:t>
            </a:r>
            <a:r>
              <a:rPr sz="2000" dirty="0">
                <a:latin typeface="Times New Roman"/>
                <a:cs typeface="Times New Roman"/>
              </a:rPr>
              <a:t>are</a:t>
            </a:r>
            <a:r>
              <a:rPr sz="2000" spc="235" dirty="0">
                <a:latin typeface="Times New Roman"/>
                <a:cs typeface="Times New Roman"/>
              </a:rPr>
              <a:t> </a:t>
            </a:r>
            <a:r>
              <a:rPr sz="2000" dirty="0">
                <a:latin typeface="Times New Roman"/>
                <a:cs typeface="Times New Roman"/>
              </a:rPr>
              <a:t>energy</a:t>
            </a:r>
            <a:r>
              <a:rPr sz="2000" spc="225" dirty="0">
                <a:latin typeface="Times New Roman"/>
                <a:cs typeface="Times New Roman"/>
              </a:rPr>
              <a:t> </a:t>
            </a:r>
            <a:r>
              <a:rPr sz="2000" dirty="0">
                <a:latin typeface="Times New Roman"/>
                <a:cs typeface="Times New Roman"/>
              </a:rPr>
              <a:t>efficient.</a:t>
            </a:r>
            <a:r>
              <a:rPr sz="2000" spc="220" dirty="0">
                <a:latin typeface="Times New Roman"/>
                <a:cs typeface="Times New Roman"/>
              </a:rPr>
              <a:t> </a:t>
            </a:r>
            <a:r>
              <a:rPr sz="2000" dirty="0">
                <a:latin typeface="Times New Roman"/>
                <a:cs typeface="Times New Roman"/>
              </a:rPr>
              <a:t>Products</a:t>
            </a:r>
            <a:r>
              <a:rPr sz="2000" spc="235" dirty="0">
                <a:latin typeface="Times New Roman"/>
                <a:cs typeface="Times New Roman"/>
              </a:rPr>
              <a:t> </a:t>
            </a:r>
            <a:r>
              <a:rPr sz="2000" spc="-10" dirty="0">
                <a:latin typeface="Times New Roman"/>
                <a:cs typeface="Times New Roman"/>
              </a:rPr>
              <a:t>which 	</a:t>
            </a:r>
            <a:r>
              <a:rPr sz="2000" dirty="0">
                <a:latin typeface="Times New Roman"/>
                <a:cs typeface="Times New Roman"/>
              </a:rPr>
              <a:t>are</a:t>
            </a:r>
            <a:r>
              <a:rPr sz="2000" spc="120" dirty="0">
                <a:latin typeface="Times New Roman"/>
                <a:cs typeface="Times New Roman"/>
              </a:rPr>
              <a:t>  </a:t>
            </a:r>
            <a:r>
              <a:rPr sz="2000" dirty="0">
                <a:latin typeface="Times New Roman"/>
                <a:cs typeface="Times New Roman"/>
              </a:rPr>
              <a:t>easy</a:t>
            </a:r>
            <a:r>
              <a:rPr sz="2000" spc="114" dirty="0">
                <a:latin typeface="Times New Roman"/>
                <a:cs typeface="Times New Roman"/>
              </a:rPr>
              <a:t>  </a:t>
            </a:r>
            <a:r>
              <a:rPr sz="2000" dirty="0">
                <a:latin typeface="Times New Roman"/>
                <a:cs typeface="Times New Roman"/>
              </a:rPr>
              <a:t>to</a:t>
            </a:r>
            <a:r>
              <a:rPr sz="2000" spc="114" dirty="0">
                <a:latin typeface="Times New Roman"/>
                <a:cs typeface="Times New Roman"/>
              </a:rPr>
              <a:t>  </a:t>
            </a:r>
            <a:r>
              <a:rPr sz="2000" dirty="0">
                <a:latin typeface="Times New Roman"/>
                <a:cs typeface="Times New Roman"/>
              </a:rPr>
              <a:t>disassemble.</a:t>
            </a:r>
            <a:r>
              <a:rPr sz="2000" spc="120" dirty="0">
                <a:latin typeface="Times New Roman"/>
                <a:cs typeface="Times New Roman"/>
              </a:rPr>
              <a:t>  </a:t>
            </a:r>
            <a:r>
              <a:rPr sz="2000" dirty="0">
                <a:latin typeface="Times New Roman"/>
                <a:cs typeface="Times New Roman"/>
              </a:rPr>
              <a:t>Products</a:t>
            </a:r>
            <a:r>
              <a:rPr sz="2000" spc="120" dirty="0">
                <a:latin typeface="Times New Roman"/>
                <a:cs typeface="Times New Roman"/>
              </a:rPr>
              <a:t>  </a:t>
            </a:r>
            <a:r>
              <a:rPr sz="2000" dirty="0">
                <a:latin typeface="Times New Roman"/>
                <a:cs typeface="Times New Roman"/>
              </a:rPr>
              <a:t>which</a:t>
            </a:r>
            <a:r>
              <a:rPr sz="2000" spc="125" dirty="0">
                <a:latin typeface="Times New Roman"/>
                <a:cs typeface="Times New Roman"/>
              </a:rPr>
              <a:t>  </a:t>
            </a:r>
            <a:r>
              <a:rPr sz="2000" dirty="0">
                <a:latin typeface="Times New Roman"/>
                <a:cs typeface="Times New Roman"/>
              </a:rPr>
              <a:t>utilizes</a:t>
            </a:r>
            <a:r>
              <a:rPr sz="2000" spc="114" dirty="0">
                <a:latin typeface="Times New Roman"/>
                <a:cs typeface="Times New Roman"/>
              </a:rPr>
              <a:t>  </a:t>
            </a:r>
            <a:r>
              <a:rPr sz="2000" dirty="0">
                <a:latin typeface="Times New Roman"/>
                <a:cs typeface="Times New Roman"/>
              </a:rPr>
              <a:t>nominal</a:t>
            </a:r>
            <a:r>
              <a:rPr sz="2000" spc="125" dirty="0">
                <a:latin typeface="Times New Roman"/>
                <a:cs typeface="Times New Roman"/>
              </a:rPr>
              <a:t>  </a:t>
            </a:r>
            <a:r>
              <a:rPr sz="2000" spc="-10" dirty="0">
                <a:latin typeface="Times New Roman"/>
                <a:cs typeface="Times New Roman"/>
              </a:rPr>
              <a:t>packaging. 	</a:t>
            </a:r>
            <a:r>
              <a:rPr sz="2000" dirty="0">
                <a:latin typeface="Times New Roman"/>
                <a:cs typeface="Times New Roman"/>
              </a:rPr>
              <a:t>Products</a:t>
            </a:r>
            <a:r>
              <a:rPr sz="2000" spc="204" dirty="0">
                <a:latin typeface="Times New Roman"/>
                <a:cs typeface="Times New Roman"/>
              </a:rPr>
              <a:t> </a:t>
            </a:r>
            <a:r>
              <a:rPr sz="2000" dirty="0">
                <a:latin typeface="Times New Roman"/>
                <a:cs typeface="Times New Roman"/>
              </a:rPr>
              <a:t>which</a:t>
            </a:r>
            <a:r>
              <a:rPr sz="2000" spc="200" dirty="0">
                <a:latin typeface="Times New Roman"/>
                <a:cs typeface="Times New Roman"/>
              </a:rPr>
              <a:t> </a:t>
            </a:r>
            <a:r>
              <a:rPr sz="2000" dirty="0">
                <a:latin typeface="Times New Roman"/>
                <a:cs typeface="Times New Roman"/>
              </a:rPr>
              <a:t>offer</a:t>
            </a:r>
            <a:r>
              <a:rPr sz="2000" spc="215" dirty="0">
                <a:latin typeface="Times New Roman"/>
                <a:cs typeface="Times New Roman"/>
              </a:rPr>
              <a:t> </a:t>
            </a:r>
            <a:r>
              <a:rPr sz="2000" dirty="0">
                <a:latin typeface="Times New Roman"/>
                <a:cs typeface="Times New Roman"/>
              </a:rPr>
              <a:t>take</a:t>
            </a:r>
            <a:r>
              <a:rPr sz="2000" spc="200" dirty="0">
                <a:latin typeface="Times New Roman"/>
                <a:cs typeface="Times New Roman"/>
              </a:rPr>
              <a:t> </a:t>
            </a:r>
            <a:r>
              <a:rPr sz="2000" dirty="0">
                <a:latin typeface="Times New Roman"/>
                <a:cs typeface="Times New Roman"/>
              </a:rPr>
              <a:t>back</a:t>
            </a:r>
            <a:r>
              <a:rPr sz="2000" spc="200" dirty="0">
                <a:latin typeface="Times New Roman"/>
                <a:cs typeface="Times New Roman"/>
              </a:rPr>
              <a:t> </a:t>
            </a:r>
            <a:r>
              <a:rPr sz="2000" dirty="0">
                <a:latin typeface="Times New Roman"/>
                <a:cs typeface="Times New Roman"/>
              </a:rPr>
              <a:t>options.</a:t>
            </a:r>
            <a:r>
              <a:rPr sz="2000" spc="215" dirty="0">
                <a:latin typeface="Times New Roman"/>
                <a:cs typeface="Times New Roman"/>
              </a:rPr>
              <a:t> </a:t>
            </a:r>
            <a:r>
              <a:rPr sz="2000" dirty="0">
                <a:latin typeface="Times New Roman"/>
                <a:cs typeface="Times New Roman"/>
              </a:rPr>
              <a:t>Products</a:t>
            </a:r>
            <a:r>
              <a:rPr sz="2000" spc="204" dirty="0">
                <a:latin typeface="Times New Roman"/>
                <a:cs typeface="Times New Roman"/>
              </a:rPr>
              <a:t> </a:t>
            </a:r>
            <a:r>
              <a:rPr sz="2000" dirty="0">
                <a:latin typeface="Times New Roman"/>
                <a:cs typeface="Times New Roman"/>
              </a:rPr>
              <a:t>that</a:t>
            </a:r>
            <a:r>
              <a:rPr sz="2000" spc="200" dirty="0">
                <a:latin typeface="Times New Roman"/>
                <a:cs typeface="Times New Roman"/>
              </a:rPr>
              <a:t> </a:t>
            </a:r>
            <a:r>
              <a:rPr sz="2000" dirty="0">
                <a:latin typeface="Times New Roman"/>
                <a:cs typeface="Times New Roman"/>
              </a:rPr>
              <a:t>have</a:t>
            </a:r>
            <a:r>
              <a:rPr sz="2000" spc="200" dirty="0">
                <a:latin typeface="Times New Roman"/>
                <a:cs typeface="Times New Roman"/>
              </a:rPr>
              <a:t> </a:t>
            </a:r>
            <a:r>
              <a:rPr sz="2000" dirty="0">
                <a:latin typeface="Times New Roman"/>
                <a:cs typeface="Times New Roman"/>
              </a:rPr>
              <a:t>been</a:t>
            </a:r>
            <a:r>
              <a:rPr sz="2000" spc="210" dirty="0">
                <a:latin typeface="Times New Roman"/>
                <a:cs typeface="Times New Roman"/>
              </a:rPr>
              <a:t> </a:t>
            </a:r>
            <a:r>
              <a:rPr sz="2000" spc="-10" dirty="0">
                <a:latin typeface="Times New Roman"/>
                <a:cs typeface="Times New Roman"/>
              </a:rPr>
              <a:t>certified 	</a:t>
            </a:r>
            <a:r>
              <a:rPr sz="2000" dirty="0">
                <a:latin typeface="Times New Roman"/>
                <a:cs typeface="Times New Roman"/>
              </a:rPr>
              <a:t>by</a:t>
            </a:r>
            <a:r>
              <a:rPr sz="2000" spc="-25" dirty="0">
                <a:latin typeface="Times New Roman"/>
                <a:cs typeface="Times New Roman"/>
              </a:rPr>
              <a:t> </a:t>
            </a:r>
            <a:r>
              <a:rPr sz="2000" dirty="0">
                <a:latin typeface="Times New Roman"/>
                <a:cs typeface="Times New Roman"/>
              </a:rPr>
              <a:t>regulatory</a:t>
            </a:r>
            <a:r>
              <a:rPr sz="2000" spc="-45" dirty="0">
                <a:latin typeface="Times New Roman"/>
                <a:cs typeface="Times New Roman"/>
              </a:rPr>
              <a:t> </a:t>
            </a:r>
            <a:r>
              <a:rPr sz="2000" spc="-10" dirty="0">
                <a:latin typeface="Times New Roman"/>
                <a:cs typeface="Times New Roman"/>
              </a:rPr>
              <a:t>authorities.</a:t>
            </a:r>
            <a:endParaRPr sz="2000">
              <a:latin typeface="Times New Roman"/>
              <a:cs typeface="Times New Roman"/>
            </a:endParaRPr>
          </a:p>
          <a:p>
            <a:pPr marL="352425" marR="6350" indent="-339725" algn="just">
              <a:lnSpc>
                <a:spcPct val="100000"/>
              </a:lnSpc>
              <a:spcBef>
                <a:spcPts val="484"/>
              </a:spcBef>
              <a:buFont typeface="Arial MT"/>
              <a:buChar char="•"/>
              <a:tabLst>
                <a:tab pos="355600" algn="l"/>
              </a:tabLst>
            </a:pPr>
            <a:r>
              <a:rPr sz="2000" dirty="0">
                <a:latin typeface="Times New Roman"/>
                <a:cs typeface="Times New Roman"/>
              </a:rPr>
              <a:t>Consumers</a:t>
            </a:r>
            <a:r>
              <a:rPr sz="2000" spc="340" dirty="0">
                <a:latin typeface="Times New Roman"/>
                <a:cs typeface="Times New Roman"/>
              </a:rPr>
              <a:t> </a:t>
            </a:r>
            <a:r>
              <a:rPr sz="2000" dirty="0">
                <a:latin typeface="Times New Roman"/>
                <a:cs typeface="Times New Roman"/>
              </a:rPr>
              <a:t>should</a:t>
            </a:r>
            <a:r>
              <a:rPr sz="2000" spc="340" dirty="0">
                <a:latin typeface="Times New Roman"/>
                <a:cs typeface="Times New Roman"/>
              </a:rPr>
              <a:t> </a:t>
            </a:r>
            <a:r>
              <a:rPr sz="2000" dirty="0">
                <a:latin typeface="Times New Roman"/>
                <a:cs typeface="Times New Roman"/>
              </a:rPr>
              <a:t>opt</a:t>
            </a:r>
            <a:r>
              <a:rPr sz="2000" spc="335" dirty="0">
                <a:latin typeface="Times New Roman"/>
                <a:cs typeface="Times New Roman"/>
              </a:rPr>
              <a:t> </a:t>
            </a:r>
            <a:r>
              <a:rPr sz="2000" dirty="0">
                <a:latin typeface="Times New Roman"/>
                <a:cs typeface="Times New Roman"/>
              </a:rPr>
              <a:t>for</a:t>
            </a:r>
            <a:r>
              <a:rPr sz="2000" spc="335" dirty="0">
                <a:latin typeface="Times New Roman"/>
                <a:cs typeface="Times New Roman"/>
              </a:rPr>
              <a:t> </a:t>
            </a:r>
            <a:r>
              <a:rPr sz="2000" dirty="0">
                <a:latin typeface="Times New Roman"/>
                <a:cs typeface="Times New Roman"/>
              </a:rPr>
              <a:t>upgrading</a:t>
            </a:r>
            <a:r>
              <a:rPr sz="2000" spc="350" dirty="0">
                <a:latin typeface="Times New Roman"/>
                <a:cs typeface="Times New Roman"/>
              </a:rPr>
              <a:t> </a:t>
            </a:r>
            <a:r>
              <a:rPr sz="2000" dirty="0">
                <a:latin typeface="Times New Roman"/>
                <a:cs typeface="Times New Roman"/>
              </a:rPr>
              <a:t>their</a:t>
            </a:r>
            <a:r>
              <a:rPr sz="2000" spc="340" dirty="0">
                <a:latin typeface="Times New Roman"/>
                <a:cs typeface="Times New Roman"/>
              </a:rPr>
              <a:t> </a:t>
            </a:r>
            <a:r>
              <a:rPr sz="2000" dirty="0">
                <a:latin typeface="Times New Roman"/>
                <a:cs typeface="Times New Roman"/>
              </a:rPr>
              <a:t>computers</a:t>
            </a:r>
            <a:r>
              <a:rPr sz="2000" spc="335" dirty="0">
                <a:latin typeface="Times New Roman"/>
                <a:cs typeface="Times New Roman"/>
              </a:rPr>
              <a:t> </a:t>
            </a:r>
            <a:r>
              <a:rPr sz="2000" dirty="0">
                <a:latin typeface="Times New Roman"/>
                <a:cs typeface="Times New Roman"/>
              </a:rPr>
              <a:t>or</a:t>
            </a:r>
            <a:r>
              <a:rPr sz="2000" spc="340" dirty="0">
                <a:latin typeface="Times New Roman"/>
                <a:cs typeface="Times New Roman"/>
              </a:rPr>
              <a:t> </a:t>
            </a:r>
            <a:r>
              <a:rPr sz="2000" dirty="0">
                <a:latin typeface="Times New Roman"/>
                <a:cs typeface="Times New Roman"/>
              </a:rPr>
              <a:t>other</a:t>
            </a:r>
            <a:r>
              <a:rPr sz="2000" spc="360" dirty="0">
                <a:latin typeface="Times New Roman"/>
                <a:cs typeface="Times New Roman"/>
              </a:rPr>
              <a:t> </a:t>
            </a:r>
            <a:r>
              <a:rPr sz="2000" spc="-10" dirty="0">
                <a:latin typeface="Times New Roman"/>
                <a:cs typeface="Times New Roman"/>
              </a:rPr>
              <a:t>electronic 	</a:t>
            </a:r>
            <a:r>
              <a:rPr sz="2000" dirty="0">
                <a:latin typeface="Times New Roman"/>
                <a:cs typeface="Times New Roman"/>
              </a:rPr>
              <a:t>items to</a:t>
            </a:r>
            <a:r>
              <a:rPr sz="2000" spc="-1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modern</a:t>
            </a:r>
            <a:r>
              <a:rPr sz="2000" spc="-15" dirty="0">
                <a:latin typeface="Times New Roman"/>
                <a:cs typeface="Times New Roman"/>
              </a:rPr>
              <a:t> </a:t>
            </a:r>
            <a:r>
              <a:rPr sz="2000" dirty="0">
                <a:latin typeface="Times New Roman"/>
                <a:cs typeface="Times New Roman"/>
              </a:rPr>
              <a:t>version</a:t>
            </a:r>
            <a:r>
              <a:rPr sz="2000" spc="-40" dirty="0">
                <a:latin typeface="Times New Roman"/>
                <a:cs typeface="Times New Roman"/>
              </a:rPr>
              <a:t> </a:t>
            </a:r>
            <a:r>
              <a:rPr sz="2000" dirty="0">
                <a:latin typeface="Times New Roman"/>
                <a:cs typeface="Times New Roman"/>
              </a:rPr>
              <a:t>rather</a:t>
            </a:r>
            <a:r>
              <a:rPr sz="2000" spc="-30" dirty="0">
                <a:latin typeface="Times New Roman"/>
                <a:cs typeface="Times New Roman"/>
              </a:rPr>
              <a:t> </a:t>
            </a:r>
            <a:r>
              <a:rPr sz="2000" dirty="0">
                <a:latin typeface="Times New Roman"/>
                <a:cs typeface="Times New Roman"/>
              </a:rPr>
              <a:t>than</a:t>
            </a:r>
            <a:r>
              <a:rPr sz="2000" spc="-20" dirty="0">
                <a:latin typeface="Times New Roman"/>
                <a:cs typeface="Times New Roman"/>
              </a:rPr>
              <a:t> </a:t>
            </a:r>
            <a:r>
              <a:rPr sz="2000" dirty="0">
                <a:latin typeface="Times New Roman"/>
                <a:cs typeface="Times New Roman"/>
              </a:rPr>
              <a:t>purchasing</a:t>
            </a:r>
            <a:r>
              <a:rPr sz="2000" spc="-40" dirty="0">
                <a:latin typeface="Times New Roman"/>
                <a:cs typeface="Times New Roman"/>
              </a:rPr>
              <a:t> </a:t>
            </a:r>
            <a:r>
              <a:rPr sz="2000" dirty="0">
                <a:latin typeface="Times New Roman"/>
                <a:cs typeface="Times New Roman"/>
              </a:rPr>
              <a:t>new</a:t>
            </a:r>
            <a:r>
              <a:rPr sz="2000" spc="-5" dirty="0">
                <a:latin typeface="Times New Roman"/>
                <a:cs typeface="Times New Roman"/>
              </a:rPr>
              <a:t> </a:t>
            </a:r>
            <a:r>
              <a:rPr sz="2000" spc="-10" dirty="0">
                <a:latin typeface="Times New Roman"/>
                <a:cs typeface="Times New Roman"/>
              </a:rPr>
              <a:t>equipment.</a:t>
            </a:r>
            <a:endParaRPr sz="20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153</TotalTime>
  <Words>2686</Words>
  <Application>Microsoft Office PowerPoint</Application>
  <PresentationFormat>On-screen Show (4:3)</PresentationFormat>
  <Paragraphs>163</Paragraphs>
  <Slides>28</Slides>
  <Notes>0</Notes>
  <HiddenSlides>0</HiddenSlides>
  <MMClips>0</MMClips>
  <ScaleCrop>false</ScaleCrop>
  <HeadingPairs>
    <vt:vector size="4" baseType="variant">
      <vt:variant>
        <vt:lpstr>Theme</vt:lpstr>
      </vt:variant>
      <vt:variant>
        <vt:i4>2</vt:i4>
      </vt:variant>
      <vt:variant>
        <vt:lpstr>Slide Titles</vt:lpstr>
      </vt:variant>
      <vt:variant>
        <vt:i4>28</vt:i4>
      </vt:variant>
    </vt:vector>
  </HeadingPairs>
  <TitlesOfParts>
    <vt:vector size="30" baseType="lpstr">
      <vt:lpstr>Office Theme</vt:lpstr>
      <vt:lpstr>1_Office Theme</vt:lpstr>
      <vt:lpstr>E-waste &amp; it’s Management</vt:lpstr>
      <vt:lpstr>What is an E-waste?</vt:lpstr>
      <vt:lpstr>PowerPoint Presentation</vt:lpstr>
      <vt:lpstr>PowerPoint Presentation</vt:lpstr>
      <vt:lpstr>Sources of E-waste</vt:lpstr>
      <vt:lpstr>Composition of E-waste</vt:lpstr>
      <vt:lpstr>E-waste source, constituents &amp; Health effects</vt:lpstr>
      <vt:lpstr>TOXIC SUBSTANCES PRESENT IN E-WASTE</vt:lpstr>
      <vt:lpstr>PowerPoint Presentation</vt:lpstr>
      <vt:lpstr>PowerPoint Presentation</vt:lpstr>
      <vt:lpstr>PowerPoint Presentation</vt:lpstr>
      <vt:lpstr>E-Waste Management</vt:lpstr>
      <vt:lpstr>Effective e-waste management involves the following key steps:</vt:lpstr>
      <vt:lpstr>PowerPoint Presentation</vt:lpstr>
      <vt:lpstr>2.3 Recycling and Resource Recovery</vt:lpstr>
      <vt:lpstr>2.4 Refurbishment and Reuse</vt:lpstr>
      <vt:lpstr>2.5 Disposal of Hazardous E-Waste </vt:lpstr>
      <vt:lpstr>2.6 Regulation and Compliance</vt:lpstr>
      <vt:lpstr>Why E-Waste Management is Essential?</vt:lpstr>
      <vt:lpstr>E-waste management in India</vt:lpstr>
      <vt:lpstr>PowerPoint Presentation</vt:lpstr>
      <vt:lpstr>PowerPoint Presentation</vt:lpstr>
      <vt:lpstr>PowerPoint Presentation</vt:lpstr>
      <vt:lpstr>It is imperative to adopt certain management options to handle the bulk E- wastes. Following are some of the suggested management options for the government, manufacturing industries and the public.</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Jitendra</dc:creator>
  <cp:lastModifiedBy>KJSCE</cp:lastModifiedBy>
  <cp:revision>4</cp:revision>
  <dcterms:created xsi:type="dcterms:W3CDTF">2024-11-28T06:34:13Z</dcterms:created>
  <dcterms:modified xsi:type="dcterms:W3CDTF">2024-11-28T09:21:34Z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2023-12-06T00:00:00Z</vt:filetime>
  </property>
  <property fmtid="{D5CDD505-2E9C-101B-9397-08002B2CF9AE}" pid="3" name="Creator">
    <vt:lpwstr>Microsoft® PowerPoint® 2010</vt:lpwstr>
  </property>
  <property fmtid="{D5CDD505-2E9C-101B-9397-08002B2CF9AE}" pid="4" name="LastSaved">
    <vt:filetime>2024-11-28T00:00:00Z</vt:filetime>
  </property>
  <property fmtid="{D5CDD505-2E9C-101B-9397-08002B2CF9AE}" pid="5" name="Producer">
    <vt:lpwstr>Microsoft® PowerPoint® 2010</vt:lpwstr>
  </property>
</Properties>
</file>