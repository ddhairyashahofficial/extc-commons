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73" r:id="rId2"/>
    <p:sldId id="274" r:id="rId3"/>
    <p:sldId id="275" r:id="rId4"/>
    <p:sldId id="276" r:id="rId5"/>
    <p:sldId id="257" r:id="rId6"/>
    <p:sldId id="258" r:id="rId7"/>
    <p:sldId id="277" r:id="rId8"/>
    <p:sldId id="259" r:id="rId9"/>
    <p:sldId id="260" r:id="rId10"/>
    <p:sldId id="261" r:id="rId11"/>
    <p:sldId id="304" r:id="rId12"/>
    <p:sldId id="299" r:id="rId13"/>
    <p:sldId id="262" r:id="rId14"/>
    <p:sldId id="263" r:id="rId15"/>
    <p:sldId id="264" r:id="rId16"/>
    <p:sldId id="265" r:id="rId17"/>
    <p:sldId id="266" r:id="rId18"/>
    <p:sldId id="267" r:id="rId19"/>
    <p:sldId id="294" r:id="rId20"/>
    <p:sldId id="268" r:id="rId21"/>
    <p:sldId id="278" r:id="rId22"/>
    <p:sldId id="280" r:id="rId23"/>
    <p:sldId id="269" r:id="rId24"/>
    <p:sldId id="279" r:id="rId25"/>
    <p:sldId id="295" r:id="rId26"/>
    <p:sldId id="296" r:id="rId27"/>
    <p:sldId id="297" r:id="rId28"/>
    <p:sldId id="298" r:id="rId29"/>
    <p:sldId id="270" r:id="rId30"/>
    <p:sldId id="271" r:id="rId31"/>
    <p:sldId id="300" r:id="rId32"/>
    <p:sldId id="301" r:id="rId33"/>
    <p:sldId id="302" r:id="rId34"/>
    <p:sldId id="305" r:id="rId35"/>
    <p:sldId id="306" r:id="rId36"/>
    <p:sldId id="303" r:id="rId37"/>
    <p:sldId id="281" r:id="rId38"/>
    <p:sldId id="282" r:id="rId39"/>
    <p:sldId id="283" r:id="rId40"/>
    <p:sldId id="284" r:id="rId41"/>
    <p:sldId id="285" r:id="rId42"/>
    <p:sldId id="287" r:id="rId43"/>
    <p:sldId id="288" r:id="rId44"/>
    <p:sldId id="289" r:id="rId45"/>
    <p:sldId id="290" r:id="rId46"/>
    <p:sldId id="291" r:id="rId47"/>
    <p:sldId id="292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20:19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3238 5697 440,'-9'-2'10,"1"-1"45,0 0-12,4-4 0,4 5-22,0-1-14,0-3-4,2 1 9,-2 3 0,0 1 7,0-1-3,0 2-10,2 0-3,-2 0-3,0 0-3,8 2 3,0 1 0,3 2 3,7 1-2,7-1 3,-1 4-2,5-3 1,2 0 1,2-2-2,1-2 2,2 0-4,2-1 2,4 2-1,1-6 2,-2 3 2,5-1-4,-1-1-1,3-3 1,-1 4 1,0-3-1,-3 2-1,-1-3 0,-3 4 0,-5-3 2,2 2-2,-2-3 1,-1 3 0,1 1-1,1-3 1,1 2-1,6-1 1,-2-1-1,5 3 1,-4-3-1,2 2 0,-3-1 0,-3 3 0,-3 3 1,-1-1-2,1 0 1,2-2 0,0 3 1,5-3-1,-1 2 0,1-2 0,2 2 5,-1 1-4,-1-1-1,-3 0 0,2 0 2,-5-2-2,-5 1 1,2 1 0,3-2 3,-5-2-2,8 4-1,1-2-1,-3 0 0,6 2 1,-1 1-1,6-1 1,-9 2-1,8-3 0,-4 4 0,-6-2 1,1 1-1,-3-1 1,2 2-2,-4-2 1,1 1 0,0-1 1,5-1 0,3 0-1,3-2 2,4-2 0,2-1-1,-2 1 6,9-5-4,-2 2 3,0 1-1,-3-2-2,-4 4-3,5-1 2,-8 2 0,4 1-1,-1 0-1,-5 0 2,-1 0-2,8-2 0,-6 2 1,-3-2-1,1 2 1,1 0-1,-2 0 0,-1-2 1,1 2 1,2-3-2,4 1 2,5-1 0,3 1 1,-4-2-2,6-3 0,3 2 0,-10-1 1,0-1-2,-6 0 1,-3-1 0,-6-1 2,1 4-3,-5-2 0,8 1 0,-7 2 1,8 3-1,-3-3 0,-3 1 1,7 2-1,1-2 0,1 1-1,-1 0 1,8 2 3,-4-1-3,-1 1-1,6-2 1,-6 2 1,-3-3 0,7 6 0,-4-3 0,-1-3 0,-3 1-1,1 0 1,-3-1 0,-5-2-1,-4 1 2,-2 1 1,3-2-3,-8 1 1,10 0-1,-3 0 2,2 3-2,5-2 2,3 2-1,-4 1-1,-1-3 0,-1 3 0,1-2 1,-5 2 0,-2-2 1,0 2-1,0-2 0,0 2-1,-4-3 1,-1 3 0,3-3 0,-2 1 0,-6-2 4,6 1-4,0-2-1,-6 1 0,6 2 0,-7 0 1,5 1 0,-4 1-1,-1 0 0,5 0 0,-4 1 0,6 1 0,0-2 0,-5 2 0,3 0 1,-3-2-1,4 0 0,-8 0 1,3 0-1,2 2 0,-6-2 0,3 3 0,-3-3 1,-2 2-1,12-2 0,-5 1 0,7 1 0,1 0-1,9 0 1,-6 0-1,4 1-31,10 0-189</inkml:trace>
  <inkml:trace contextRef="#ctx0" brushRef="#br0" timeOffset="19846.1188">13439 9092 602,'-7'-9'7,"5"1"3,2-2 23,-2 5 0,2 1-15,-2 1-7,2 3 5,0 3-4,-10 5 21,-3 8 12,-8 8-22,-5 10 8,-2 4 2,1 4-10,8 1-4,11-8-3,6 1-4,4-5-3,9-4-3,5-1-3,11-2 3,15-2-6,16-3-102,19-3-148</inkml:trace>
  <inkml:trace contextRef="#ctx0" brushRef="#br0" timeOffset="22897.8781">17990 9060 288,'3'0'246,"-1"-3"-240,-2-1 11,0 2 19,-2-1-26,4 3 7,-2 0-4,0 2-5,0-2-1,0 0-3,0 0 2,0 0 15,2 0 8,-2 0 1,0-2-9,0 2-9,-2 0-4,2 0 2,0 0 11,0 0-5,0 0-7,2-2-5,10 2-1,-1-3-1,5 1 1,1 0-1,10 2 4,0 0 3,4 2-4,2 5 7,5 5-3,-9 8 2,-2 6 0,-11 8 3,-10 6-1,-11 2-4,-10 2-4,-25 0 3,-18-1-8,-17-8-11,-12-2-103,-7-4-162</inkml:trace>
  <inkml:trace contextRef="#ctx0" brushRef="#br0" timeOffset="24309.0118">15052 9182 603,'-4'-6'13,"-2"-2"11,-7-3 31,-8 2-5,2-1-16,1 3-4,-4-2-7,5 1-1,4 0 2,3 1-6,4 0 6,-3-3-7,5-1-10,4 4 1,0-6-5,4 0 3,7-1-6,7-3 0,8 2-2,14 2 4,4 1-3,4 6 1,4 2-1,-10 6 1,-3 6-5,-10 4 1,-10 8 0,-9 6 4,-18 6 0,-3 5 4,-12 2-4,-12 4 0,0-5 1,-3-3 1,6 0-1,4-7 0,14-8-1,8-1 1,6-7 4,6-3-2,8-3 2,5-2-2,6-1-2,4-7 0,2-7-1,5-1 1,-8-7 3,0-4-3,-8-3 2,-3 0-2,-7-3 4,-10 4-5,-4 1-3,-15 4 2,-3 6-2,-9 4 3,-8 4-2,7 6-46,3 2-106,6 4-311</inkml:trace>
  <inkml:trace contextRef="#ctx0" brushRef="#br0" timeOffset="25307.4471">15554 8907 488,'0'6'118,"0"0"-118,-3-4-5,3 2 5,0 6 6,3 2 1,-3 5 3,0 2 15,-3 4 7,3 3 1,-3 2 0,1 4 12,-8 0-18,5 4-4,-5 0-4,6-2-6,-4-3-1,6 1-8,2-9 6,0-5-5,2-6-4,-2-5 5,0-4-6,0-3 12,0 0 15,0-3 14,0-6-31,6-5-10,-2-9 2,0-3-2,7-6 0,5-3 4,1 5-4,4 2 1,-1 8-1,3 3-1,-4 8 0,3 5-2,-4 6-1,-6 5 0,-6 9-3,1 7 7,-12 5 0,-1 0 0,-8 4-3,-10-4 4,2-5-2,-5-2 2,1-5-1,6-6 0,8-2-2,3-3-1,7-5 2,2 1 1,2-2 0,7-1 1,-3-3-1,15-1 1,-1-2-1,9-5 0,-1 1 1,11-5 0,-6-1-1,9-5 0,-1-2 0,-6 1 1,3-2-1,-7 0-2,-2 4 2,-4 2 0,-8 4 3,-1 4-3,-7 5-7,-7 5-9,-2 8 15,-4 9 1,-7 3 2,-3 7 1,1 4-1,-1 0 0,-1 0 2,6-7-1,4 0-1,2-5 2,3-5-1,3-3 2,9 1-2,-1-6 1,4-4-1,3 0-1,2-4-2,7-3 1,-2-5 1,1 0-1,-8-3-1,-1 1 1,-5 4 1,-3 3-2,-7 4-2,-2 3 1,0 0 0,-2 0 0,2 0-1,0 3 0,0-3-2,-5 0 2,3 5 2,0 4 0,-2 0 0,-7 3-70,-5 0-157</inkml:trace>
  <inkml:trace contextRef="#ctx0" brushRef="#br0" timeOffset="25472.7645">15962 8869 798,'-9'-20'7,"5"6"-5,-5 0-2,4 8-38,10 12-83</inkml:trace>
  <inkml:trace contextRef="#ctx0" brushRef="#br0" timeOffset="25732.2944">16274 8923 796,'-9'-2'15,"7"2"-13,-2 2 1,4 7 12,2 8 4,0 7-5,9 6-5,-4 3-5,6 0-2,3 4 2,-2-3-3,-1-5-1,-2 0 0,-9-7-4,-2-7-27,-4-1-63,-5-5-23,-4-6-67</inkml:trace>
  <inkml:trace contextRef="#ctx0" brushRef="#br0" timeOffset="26033.0701">16267 9198 283,'0'-16'107,"10"0"-73,3-2 41,3-2-32,2 0-11,8-1-3,1-1 3,51-36 0,-69 53 10,-3 2 4,-1 1-7,-3 0-19,2-1-18,-2 1-2,-2 4 0,-4 1 8,2 9 1,-5 3 4,2 2-3,5 8-1,0 1 3,12 2 0,-6 4 0,8 0-1,-3 0-3,3-4 6,-12-2-1,-4-4 5,-8-5-4,-9 0-6,-9-5-7,-4 0-1,-11-2-84,-6 0-136</inkml:trace>
  <inkml:trace contextRef="#ctx0" brushRef="#br0" timeOffset="43154.5969">18856 9080 648,'8'-16'11,"-5"0"32,-6 0 22,-5 1-35,-2 9-24,4 5-4,-10 2 6,3 3 5,-4 3 0,-4 0-2,5 3 0,3 1-2,9-1-1,2 3 4,4 1 3,11 5 0,3 1-2,9 2-8,-4 2 1,8 0-5,-2 0 0,-2-2 0,-7 0 0,-5-4-1,-4-4 0,-7-3 0,-2-6 0,-9 2 5,-2-2 6,-9-1-2,-5-2-9,-4 0-1,-2-2 0,4-4-17,8 0-52,5-4-55,3-1-177</inkml:trace>
  <inkml:trace contextRef="#ctx0" brushRef="#br0" timeOffset="43410.8773">19103 9056 156,'12'-6'528,"-1"4"-487,-7 0-15,-2 2-9,3 7 30,-1 9-11,9 7-5,1 4-7,1 6-6,-1-1-7,1-4-11,-1 0 5,-10-7-3,5 0-2,-9-7-1,0-5-9,0-2-53,-2 0-50,-9-7 24,-3 3-55,-1-6-50</inkml:trace>
  <inkml:trace contextRef="#ctx0" brushRef="#br0" timeOffset="44414.8395">19083 9254 339,'-2'-10'104,"0"1"-32,6 2-24,2-3-11,8 2-10,9 1-3,3-2-2,5-1-5,1 2-1,9-2-5,0 1 0,-8 4 0,-2-3 1,-6 4 0,-2 0 6,-10 1 3,-9 1-7,-2 2-6,-2 0-7,-2 2 1,0 3-2,-7 2 12,3 5-3,-7 5-2,3 0-3,6 2 2,-3-3-6,7-2 4,7-2 2,-3-3-4,6-4 4,3-1-1,-6-2-1,8-4 0,0 0-1,1-5 0,4-5-1,-5-2-2,3-1 1,-2-2 1,-1 0 0,-1 0-2,-5 5 1,-3 3-1,-6 1 2,6 6 2,-6 0-4,0 2-5,0 0 0,0 4 3,0 1 2,0 6 0,2 1 2,0 4-1,0 0 0,7-1 0,-8 0 1,4-3-2,2-2 4,-4-6 1,-1-2 4,1 1 5,7-8-2,-4 1-6,6-1-1,3-7-1,1 1-3,4-3-1,-4 0 2,-3-2 0,-4 2 2,2 2-2,0 3 2,-5 2-1,2 2 1,-4 3-4,3 2-4,-7 0 3,2 2 0,2 5 1,6 1-1,-6 6 1,7 1 0,-6 6 1,6-1-1,-7-3 0,5 2 2,-5-3-1,6-4 0,-8-1 1,2-6 1,3-3 7,-3 0-6,7-4-2,4-2 1,6-2 0,1-6-1,-2-2-1,3-8 1,-4-2-2,4-5 1,-5 0-1,-5 0 0,1-1 1,-8 4 0,-1 2 6,-5 7 1,0 2 1,0 6 4,-5 2-8,5 6-5,0 1-10,0 5 10,-2 7 0,-2 8 2,4 6 1,-4 6 1,-2 4-1,3 0-2,3-2 0,-1 1-1,-1-5 3,2-5-3,-2 1-2,-7-5-28,4-5-75,-4-2-57,-6-3-201</inkml:trace>
  <inkml:trace contextRef="#ctx0" brushRef="#br0" timeOffset="44575.0308">19953 9189 733,'17'-21'19,"11"1"9,13-4 23,2 1-22,4 7-23,8 4-6,3 7-39,-2-2-312</inkml:trace>
  <inkml:trace contextRef="#ctx0" brushRef="#br0" timeOffset="48297.8572">11350 9242 547,'-6'-20'41,"1"1"24,-6-4-6,-3 7-27,8 2 4,-3 6-14,2 4-8,-1-1-5,7 5-7,-3 3 1,-1 1 0,3 1-2,0 7 4,0 5 2,4 3 2,0 6 3,10 6 2,3 2 2,9 2-6,-3 0-3,14-2 0,-9-1-3,-1-5 0,-2-7-2,-11-5 1,-7 0 2,-3-9 1,-9 3 4,-7-2 2,-15 2-12,-10 0 4,-3-4-12,0 1-24,-1-7-37,14-3-57,8-7-234</inkml:trace>
  <inkml:trace contextRef="#ctx0" brushRef="#br0" timeOffset="48532.0375">11611 9169 728,'14'-1'21,"-1"1"-21,-7 0 0,1 4 19,-3 13 10,1 6 8,6 9-26,0 6 0,-4 2-7,2-2 1,-5-1-4,-4-6 0,-2-1-1,-4-3-30,-6-6-54,-1-2-39,-5-7-69</inkml:trace>
  <inkml:trace contextRef="#ctx0" brushRef="#br0" timeOffset="48920.1425">11609 9377 421,'15'-24'28,"5"-1"6,7 4 42,-2 0-42,2 5-12,2 4 5,-8 1-1,4 2 1,-7 6-8,-5 0-11,1 6-2,-7 0 1,-1 8 6,-2-2 4,8 5-2,-1 4-7,2-1 10,3 4-3,4-1-4,4 0 4,3-2-1,2-4-4,-4-5-1,-5-4 9,-5-3 1,-6-2 2,-4-3 3,-3-1-3,0-3-13,-4-3-5,0-4 0,-10 1-3,-4 1-6,-3 1 2,-8 8 3,-6 3-1,-3 3-5,5 6-25,4-4-69,14 4-89,6-4 60,14-1-232</inkml:trace>
  <inkml:trace contextRef="#ctx0" brushRef="#br0" timeOffset="49369.9713">12188 9249 601,'13'-7'48,"1"0"14,-7 7 4,-3 0-56,-2 3 0,10 8 8,-1 6 4,-1 10 0,9 4 3,-3 8-9,1 0-5,-3-5-6,-8-1-3,3-8 2,-7-4-2,-2-7-2,0-4 3,-2-5 0,0-2 5,2-1 24,0-7 15,-2-2-31,-3-10-16,3-6 3,0-12-1,0-4 0,2-6 0,0-1-2,2 2 3,2 5-2,7 2 1,3 5-1,1 6 0,6 3-1,-4 7-2,1 9-1,-5 5-2,3 4 1,-7 9 1,-5 8 2,-4 3 1,-4 7-2,-9-3 1,-10 6-4,-4-1-29,-2-2-19,-2-2-51,2-1-53,12-5-96</inkml:trace>
  <inkml:trace contextRef="#ctx0" brushRef="#br0" timeOffset="50107.1365">12589 8978 582,'11'-19'4,"3"4"18,-5 1 28,-2 5-29,3 7-10,-3 4 6,4 7 9,-3 5 4,0 13-2,5 5-2,-1 11-4,-1 1-4,3-1-8,-6 1 2,3-7-4,-1-2 0,-4-10-2,-5-6-5,5-7 0,-6-5 1,0-3 3,0-4 6,-6 0 36,6-2 18,6-7-53,-4-8-9,2-3-2,0-8 0,8-2-1,0 2 0,7 3 0,2 4-2,-2 4 1,-1 8-1,0 5-2,-7 4-5,-2 8 5,-7 6 3,-2 6 1,-2 4 0,-13 2 0,1 0 1,-2-3-2,-6-6 1,4-3 0,7-6 1,5-4 3,3-1 4,3-6-5,7-5-3,6-2 1,5-6-2,9-5 1,-2 1 0,5-1 1,-1 1-1,-4-2 0,-8 1 0,-3 4 0,2 2 1,-9 1 0,-4 7-2,0 0 0,-3 5-7,-3 4 0,3 2 4,0 6 4,0 2 0,0 2 0,0 6 0,3-3 1,-3-3-1,2 1 0,-2-3-7,0-1-109,-2-3-66,-4-4-248</inkml:trace>
  <inkml:trace contextRef="#ctx0" brushRef="#br0" timeOffset="50526.1925">13031 8886 685,'-6'-21'13,"-2"5"40,4 0 8,2 6-46,-3 3-10,12 5-5,-1-1 0,13 6-24,-1-1-59,1 3 6,7 2 11,-7-4 47,2 1 19,-4-2 0,-6 1 8,-7 2 16,-1 1 20,-1 6 9,-2 6-19,4 4 4,1 5-15,6 0-12,3-1-3,-6 1-7,4-3 0,1-7-1,-11 0-2,0-5-28,-4-5-33,-3-2 61,-6-5 4,5-5-2,-3-2 6,5-5 0,4-5 3,4 0 4,11-6 3,10 2 0,4-4-3,11 1-12,7-2-1,7 2-50,3-2-324</inkml:trace>
  <inkml:trace contextRef="#ctx0" brushRef="#br0" timeOffset="56856.17">17652 8944 334,'4'0'155,"-2"-3"-142,-6-1 26,2-1 2,-7 3-12,2-3-12,-4 1 15,5 2-10,-8-4-6,-6 2 1,0-4 1,-5-2 5,-7 0-7,-5 1-9,-5-3 5,-5 3-7,-7-2-1,-7 4-1,0-1-1,-10-1-1,-8 4 1,2-4-1,-10 4 0,-7-3 2,1-2-3,-7 1 3,-1-3 0,-6 1 0,6 0 5,1 4-3,2 2-1,7 2-4,4 3 1,-7 1 3,5 3-1,0 3 1,-9 0-2,2 0-1,0 2-1,-12-2 0,4 0 1,0 2-1,-1-1 0,11-1 0,8 0 2,3 1-1,2-1-1,8 5-1,4-3 0,2 1 1,-1 3 0,7 1 0,-4 3 2,1-1-5,1 2 4,3 1-1,6 1 1,7-3 0,5-1-2,0 0 1,11 3 0,-2-3 0,-2 1 1,6 1-3,3 0 4,-4 0-1,9-1-1,-6-1 1,0-2 0,-2 0-1,4-3 0,8-2 0,1-3-2,3-2 1,11-2 0,0 0 1,4-2 0,-2 0 2,2 1-1,0-1 1,0 0-1,5 0-1,-4 0 0,0 0 0,4 3-5,0-1-50,6 2-69,12 0-101</inkml:trace>
  <inkml:trace contextRef="#ctx0" brushRef="#br0" timeOffset="76303.9881">10907 15302 474,'-24'0'89,"10"-2"-81,0-2 2,2-4 39,6 4-11,4-1-16,-5-2 3,5 2 3,2 0 3,0 1-4,0 2-10,0 0 1,0 0-3,0 2-3,0-2 0,0 2-3,2 0-8,2 0 3,4 0-4,3 0 0,2 0 3,3 0-2,1 2-1,8 0 4,-7 0-3,11 1-1,0 0 7,11 2-5,2 2 2,12-2-1,-4-5-2,10 3 2,4-3-3,-4 0 2,-3 0-1,0 0-1,-4-3 0,-4 3 1,-2-3 0,4 1-1,-2 0 0,5 0 1,-1-1 0,3 2 0,0-3-1,-3 0 0,2 2 0,2-2 2,-11-1-2,4 2 1,-8 3 0,1-4 3,-1 2 4,0 0 0,5-2 0,7 4 2,5-2-3,1 2-4,10 0 0,-10 0-2,0 0 1,-10 0-2,-6-2 1,-11 2 2,-4 0-1,-2-2 0,-10 2-1,4 0-1,-5 0 3,-2-2 5,3 2-4,0 0-3,8-3 7,0 3-4,6-1-2,0-1 0,2 2-2,3 0 0,-5-2 1,-2 2 0,0 0 2,-6 0-5,-4-3 3,-1 3-1,5-1 0,-6-2 4,1 3-4,5 0 1,-4-1 0,6-3 0,-7 1 1,5 2-1,-6-1 1,-3-1-1,-1 2-1,-7-2 1,3 3-3,-6 0 2,4 0 0,-5 0 4,0 0-4,0 0-4,-2 0 4,2 0 1,-2 0 1,2 0-4,3 0 2,-3 0 0,0 0 4,3 0-4,4-1 0,-5 1 0,7-3 0,-6 2 2,4-1-2,0 2 0,-3-2 0,-4 0 4,6 2-4,-6-3 0,-2 1 0,0 2 0,0 2 2,0-2-1,0 0 3,2 3-2,-2-3-2,0 0-1,0 0 1,2 0 2,-1 0 1,-1 0 1,0 0-1,6 0 0,-6 0-2,-6 0 1,6 0-1,0 0-1,0 0 0,0 0 1,0 0-1,0 0 0,0 0-1,0 0 1,0 0 1,-1 0-1,1 0 0,0 0 1,0 0 1,0 0-2,0 0 4,0 0-4,0 0 0,1-3-2,-1 3 2,0 0 2,0 0-2,0 0 0,0 3 1,0-3-1,0 0 0,0-3 3,0 3-2,0 0 0,6 0 0,-6 0 0,0 3-1,0-3 1,0 0-3,0 0 2,0 0 0,0 0 5,0 0-5,0 0 0,0 0 0,0 0 0,0 0 1,0 0 0,0 0 0,0 0-1,0 0 0,0-3 2,0 3-2,0 0 0,0 0 3,0 0-3,0 3 0,0-3 1,0-3-1,0 3 4,-6 0-7,6 0 6,0 0-5,0 3 5,0-6-2,0 3-1,0 0-3,-1 0 3,1 0-22,0 3-75,-2-6-225</inkml:trace>
  <inkml:trace contextRef="#ctx0" brushRef="#br0" timeOffset="78104.0527">18057 15383 545,'-2'3'23,"2"-6"-16,0 3 30,0-3-19,2 3-18,6 0 0,-6 0 1,9 0 2,2 0 3,3 0 2,4-2-2,4 2 5,-4-2-2,9 0 2,0 0 6,7 0-9,-1 1-2,6-2 4,3-3 0,8 6 1,-2-2 0,14 1 0,0-2 3,7 3-6,2 0 1,6 0 1,-2-3-1,4 3 0,2-1-2,-7 1 1,8-2-1,-4 2 0,-4 0 2,-4 0-6,-6-2 3,1 2-1,4 0 0,5-4 3,5 4-5,-4 0 4,2 0 1,-6 0-3,-1 0-2,-2 0 1,6 0 6,-2 4-9,4-2 4,7 4 2,-7-2-3,0-2 1,-4 1-4,-1 0 2,-6-3 0,-5-3-2,6 0 1,-8 1-1,-2 1-1,-3-5 1,3 3 1,-9 1 3,5 2 3,4-4 3,-3 4-8,0 0 2,2 0-2,-20-2-1,-3-1 0,-14-2-2,-4 1 5,-9 1-5,-12 1-33,-15-1-60,-25 1-101</inkml:trace>
  <inkml:trace contextRef="#ctx0" brushRef="#br0" timeOffset="79176.2119">1820 16203 245,'-9'1'367,"1"-1"-325,1 0-28,5 0-8,2 0-3,0 4 8,2-4 17,3 4 6,3 2-5,3 1-12,7-2-10,7 3 6,8-4 2,9-2 1,16-4-4,12-3 0,16-7-5,21-5 2,18 0-4,14-2-1,3 1-4,-1 2 0,-19 0 1,-15 4 0,-24 4 0,-30 4 0,-17-2 0,-18 6 14,-14 0 37,0 0-7,-8 0-14,4 0-15,0 0-6,-2 4-3,0-4-3,2 0-4,0-4 0,0 4-1,-2 4-5,2-4-15,0 2-44,-2 0-9,-6 2-28,6 2-66,-2-3-270</inkml:trace>
  <inkml:trace contextRef="#ctx0" brushRef="#br0" timeOffset="85439.3461">13542 15049 112,'-3'0'10,"-4"2"-10,5 1 2,0-2 3,-5 1 1,5 0 1,0 0-7,0 0-11</inkml:trace>
  <inkml:trace contextRef="#ctx0" brushRef="#br0" timeOffset="102794.7191">21832 15154 260,'-29'9'511,"4"-2"-488,5-4 27,5-4 34,3 1-27,10 0-1,2 0 5,2-2-8,5 2-32,6-7-6,8 7 0,8-1-11,4-2 7,9 2-9,12 1 0,4 0-1,10 0-2,7 0-25,-4 1-22,0 2-25,-13-2-41,-15-1-44,-15 7-143</inkml:trace>
  <inkml:trace contextRef="#ctx0" brushRef="#br0" timeOffset="102983.5131">21655 15363 873,'16'9'61,"22"-5"-49,27-6 52,12-3-32,17 2-24,17 0-5,8 0-3,-1 3-32,-4 0-79,-5-2-118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22:17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6745 2244 306,'2'-6'52,"-2"-1"-30,2 2 5,-2-4 16,5 4-1,-3-6 26,2 4-35,-2-3-7,8-1 7,-6 2-3,5-2-8,-5 6-7,0-4 7,3 3-11,-2 3-6,-3 0 0,7 2-3,2-4 0,7 5 0,9 0 0,4 0-2,7 0 2,-2 5-1,13-1-1,-5-3 1,7-1-1,5 4 1,2-6-2,13-1 0,1-4 1,9 2 0,5-4 1,5 1-1,3-1 0,-1 2 1,5-3 0,-1 4-1,-8-3 0,-7 6 0,-6-3 1,-5 1-1,0-2 0,1-1 1,-1-2 4,0 2 5,1-3-2,1 2-2,8 1-4,-4-1 1,10 4-3,7 1 0,-5 4 0,-2-2 0,-2 4 0,0 0 0,0 0 0,4 0 1,-3 1-1,6-3 1,-1 5-1,-4-3 1,-4 3-1,-8-2 0,4 3 1,-13-1-2,6 0 2,-3-1-1,-9 2 0,-3 0 0,-2-2 3,-10 0-3,-5 2 2,-8-2 0,-5 1 0,-4-2 2,-7-1 2,-5 0 6,-5 0-3,-4-2 3,0 0 3,-2 0 0,0 0-2,0 0-2,-2 0-3,2 0-8,0 0-5,0 0-11,2 0-16,3 2 9,-2 1 3,1-3-5,-4 5-13,7-3-3,-3 4 8,-2-2-43,-2 0-71</inkml:trace>
  <inkml:trace contextRef="#ctx0" brushRef="#br0" timeOffset="23368.863">806 6711 311,'-2'-3'31,"2"-3"5,-2 3-16,0-1 37,-4 0-44,6 0 15,-1 2 3,-1-1-21,2-2 15,-3 3-9,1-2-14,-3 3-1,3-2 5,-2 3-2,2-4-2,0 4 1,-1-1-1,3 1-1,0-3 1,0 3 3,0 0-1,3 0-4,-3-2 0,2 4 0,0-2 2,2-2-1,-2 2 2,3 0 3,3 0 2,11 0 4,1 2-6,11-2-1,7 0-3,9-2 9,9 2-10,6-2 4,9 0-3,2 2 0,4-4 1,0 0 1,-3 2-3,-3-2 2,1 1-3,-7-4 5,-3 2-4,-2-4 0,5 3-1,2-4 7,0 0-5,4-1-3,-4-1 1,-4 3 0,1-2 0,-6 4 0,-4-1-2,-2 2 2,0 1 2,-3 0-2,2 1 0,3 0 2,-1-3-3,5 4 2,3-1 0,-1-3 1,2 4-1,-2-1 9,5-1-7,-3 2 5,3-3-3,-1 0 11,4-3-4,-1 1 3,-3 1-6,1-1 3,-1-3-1,1 4-2,-1-2-1,-6 1-6,-1 2 0,-2 2 1,-10 3-2,-5-1-1,-9 2 1,-2 2-1,-4-1 0,-6 1 0,2 0-1,-6 1 1,-3-3 0,-3 2 1,3-2-1,-2 0 0,-2-2 0,-1 2 1,0 0 0,-2 0 0,-3 0-1,0 0 1,0-3 0,-2 3 0,0-2 0,0 2-1,0 0 0,2 0 1,-2 0 0,2 0-1,5-2 1,-1 2-1,2-1 1,-2-1-1,1 2 0,-3-2 2,-2-1-1,-2 3 5,1-2 0,-2 2 0,1 0-3,0 2 2,0-2-3,0 0-2,0 0 1,0 0 2,0-2-1,0 2 1,0 0 1,0 0 4,-2 0-3,2 0 0,0 0-1,0 0-4,0 0 2,0 2-2,0-2 0,0 0 0,0 0 0,0 0 0,0 0 0,0 0 0,0 0 0,0 0 0,0 0 1,0 0-1,0 0 0,0-2 0,0 2 1,0 2-1,0-4 3,0 2-2,0 0-1,0 0 0,0 0 0,0 0 0,0 2 0,0-2 0,0 0-2,0 0 2,0 0 0,-2 0 1,2 0-1,0 0 0,0 0 0,0 0 0,0 0 0,0 0 1,0 0-1,-2 0 0,4 0-1,-2 0 1,0 0 0,0 0 0,0 0-2,0 0 2,0 0 0,-2 3 1,2-3 0,2-3-1,-4 3 0,4 0 0,-2 0 0,0-2 0,-2 2-3,4 2 3,-2-2 1,0 0-1,0 0 1,0 0-1,0 0 1,0 0 0,0 0 0,0 0-1,0 0 1,0 0-1,0 0 1,0 0 0,0 0 1,-2 0-2,2 0 0,0 0 0,0 0 0,0 0 1,0 0-1,0 0-1,0 0 1,0 3 0,0-3 0,0 0 0,-2 0 0,4 0 0,-2-3 0,0 3 0,-2 0 0,4 0 0,-4 0 1,2 0-1,0 0-2,0 0 2,0 3 2,0-6-1,0 6-1,0-3 0,2 0 0,-2 0 0,-2 0 0,2 0-1,2 0 3,-4 0-4,4 0 4,-2 0-1,0 0-1,0-3 1,2 3 1,-4 0-1,2 0 1,0 0-1,0 0 2,0 0 0,0 0-2,0 0 1,0 0-1,0 0 1,0 0 0,0 0-2,-2 0 0,2 0 0,0 0 0,0 0 1,0 0-1,0 0 1,2 0-1,-4 0 0,2 3 0,0-3 1,0 0-1,0 0 0,0 0 0,0 0 0,0 0 1,-5 0-2,10 0 1,-5 0 0,0-3 1,0 6-1,0-6 0,0 1 0,0 4 0,0-4 0,0 2 0,0 2 0,0-2 0,0 0 0,0 0 0,0 0 0,0 0 0,0 0 0,0 0 0,0 0 0,-5 0-3,5 3 2,0-3 2,0 0 0,0 0-1,0 0 1,0 0 0,0 0 0,0 0-1,0 0 0,0 0-1,5 0 0,-5 0 1,0 0 0,-5 0 2,10-3-2,-10 3 0,5 0 0,0 0 0,5 0-1,-10 3 1,10-3 0,-5 0 0,0 0 0,2 0 0,-4 0 0,2 0 0,0 0 1,-5-3-1,5 6 0,0-3 1,5-3 0,-5 3-1,0 0 0,0 0 0,0 0 0,-5 0-2,10 3 2,-10-6 2,5 3-2,0 0 1,5 0-1,-5 0 0,0 3-1,0-6 1,0 3 0,-5 0 1,5 0-1,0-2 0,5 4-1,-5-2 1,0 0 1,0 0-1,0 0-1,0 0 1,-5 0 1,10 0 0,-5-2-1,0 4-1,0-2 0,0 0 1,0 3-1,0-3 1,0 0-2,0-3 2,0 3 0,0 0 0,0 3 2,-5-6-1,10 6-1,-5-6-1,-5 3 1,5-2-1,0 4 1,0-2-3,0 0 5,0 3-2,0-3 0,0 0 0,0 0 1,0 0-1,0 0-1,0 0 1,5 0 0,-10 0-1,5 0 1,0 0 1,0-3-1,0 6 0,0-3-1,0 0 2,0-3 1,5 3-2,-5 0 0,0 0 0,0 0 0,-5 0 1,5 0-2,0 0 2,0 0-2,0 0 2,0 0 0,0 0 0,5 0-1,-5 0 0,0 0 0,0 3 0,2-6 0,-4 3 0,4 0 1,-2 0-1,0 0-1,-2 0 1,2 0-1,0 0 1,0 0-1,0 0 2,0 3-2,0-3 1,0 0 0,0 0-2,-5 0 3,5-3-1,0 3 0,0 0-2,0 3 2,0-3 2,-2 0-2,4 0-2,-2 2 0,0-2 2,0 0-2,0 0 0,0 0 2,0 0-1,-2 0 1,2 0 0,-3 3-1,2-3 2,-1 4-1,-4-1 0,6 0-2,-2 1 0,0 4-55,0 2-207</inkml:trace>
  <inkml:trace contextRef="#ctx0" brushRef="#br0" timeOffset="36998.7135">1089 7236 774,'0'-7'15,"0"0"80,-2 4-49,2 3-46,-3 5-3,3 6 3,-2 4 4,2 5 0,0 5 6,-2-1-2,2 2 1,0-6 2,-2 1-2,-1-4-5,3-3 2,-1-4-3,-1-2 0,2-6 3,0-2 6,0 0 22,2-4 5,2-2-22,5-6-3,-1-6-13,8-5 7,-2-6-4,1 0-4,-2 2 1,-1 5-1,-3 4 0,-3 5-1,-2 8-7,0 3-5,-4 8 1,2 4 9,2 6 4,-3 5-1,11 5 3,0 1-3,-6-1-1,7-4 1,-1-5 4,-3-4-4,-3-5 2,-4-4 4,5-4 2,0-2 7,2-4-1,2-5-2,4-6-2,4-3-3,0-4-6,2-2 5,-4 2-6,1 2 0,-3 6 0,-5 6 1,-6 3-1,5 7-7,-7 5 1,2 3 6,6 2 2,1 4-2,0 2 0,-1 4 0,4 0-2,-9 1-50,-4 4-52,-7-4-46,4 0-113</inkml:trace>
  <inkml:trace contextRef="#ctx0" brushRef="#br0" timeOffset="37966.6957">1691 7236 639,'4'-12'52,"-4"3"51,0 1-40,-2 0-22,0 6-28,0 0-8,-5 6-5,1 1 5,-6 8 6,-3 3 3,-1 4 1,-1 4-6,3 1 1,5-2-4,5 1-3,4-4-1,4-3 3,5-3 2,5-3 1,1-5-6,3-3 6,1-6-6,4-3 4,-3-2-3,1-6 1,-6-1-1,-2-6-3,-4-1 1,-1-4 1,-3 2-1,0 0 6,-3 3 4,-2 7-1,0 4-4,0 7-6,0 1-1,2 2-11,-2 4 4,3 4 8,-3 4 0,4 2 0,-1 4 0,3 1 0,-2-2 4,5-1-4,1-3 3,-4-2 1,3-5 0,-3-2 3,1-2 1,0-4-3,-3-2-2,7-2 2,1-2-1,-3-4-4,-1-4 3,4-2-2,-1 0-1,3 0-1,-6-2 1,6 3 0,1 0 0,3 4 0,-2 2-6,-8 3 2,6 4-5,-12 4-7,7 4 10,-5 8 4,3 3 2,0 7 2,2 2-1,-3 3 1,3-3 0,1-3 0,-3-1 3,5-3-3,0-5 5,-6-2-2,3-6 2,-3 0 0,6-5-4,-1-4 1,1-3 1,1-6-2,3-5-2,-3-6 0,2-8 0,-6-4 0,5-6-1,-3-1 1,-7 2-1,5 4 4,-7 6 8,-2 9 3,0 6-2,2 7-7,-4 4-6,4 6-4,-2 4-3,0 6 7,0 6 0,5 8 0,2 6 1,-3 3 0,7 3 0,-2-4 0,-2 2 0,-2-4-1,-8-4 0,-2 0-40,-6-3-69,3-6-28,0-3-82,7-7-316</inkml:trace>
  <inkml:trace contextRef="#ctx0" brushRef="#br0" timeOffset="38202.0069">2492 7074 611,'11'-32'60,"-4"8"61,-4 6-45,-3 8-10,0 4-43,0 4-16,-4 4-1,-7 10 6,2 3 6,-6 11-1,-4 1-4,6 5 9,3 0-9,0 1-10,10-2 3,4-2 1,8-3-4,5 0 3,10-3-6,4 0-76,10-2-102</inkml:trace>
  <inkml:trace contextRef="#ctx0" brushRef="#br0" timeOffset="39361.0528">414 6803 250,'-5'-7'179,"1"-1"-122,0-1 26,-2 1-27,4 3-20,0 0-5,0 3 11,2-1-31,-2 1 12,0 0-4,-3 2-9,5-3-4,0 3-6,-2 0 0,0 0-2,0 3 2,-2-1-4,1 0 1,-3 1-1,5-1 2,1 3 1,0-1-4,0 0 5,1 0-3,5-3 3,5-1 11,10 0 7,10-1-8,13-3-2,16-3-7,8 1 3,11 1-2,8-2-2,-2 1 1,-4 1 1,-1 0 8,-12 0-3,-5-2-1,-13 6 0,-7-4 2,-7 1-5,-15 2-2,-1 1-2,-14 1-1,-2 0-6,-4 3-2,0 1-77,0 5-219</inkml:trace>
  <inkml:trace contextRef="#ctx0" brushRef="#br0" timeOffset="41545.5898">1161 6136 487,'2'-16'31,"0"-3"-13,-2-3 48,-2 0 20,-2 1-11,4 1-29,-2-3-15,2 4 1,0 0 11,2 5-9,0 2-8,0 6-5,0 3-21,-2 4-6,2 7 6,3 10 12,-2 9-2,4 6 2,5 10 5,-1-1 0,1-1-7,3 2 1,-4-7-8,3-4 3,-4-6-3,4-4-2,-5-4 1,-5-2-2,-3-1 0,5-2-14,-12 1-73,5 4-102</inkml:trace>
  <inkml:trace contextRef="#ctx0" brushRef="#br0" timeOffset="44267.2482">4222 6399 360,'0'-4'37,"-6"-2"38,6 1-25,-2 0-6,2 3-2,-2-3-12,2 5 0,0-2-1,0 0-5,-2 1-5,2 1-2,0 0-7,0 1-3,0-1 2,-3 0 4,3 0 1,0 0-4,0 0 1,0 0-3,0 0-1,0 0-5,3 0 4,-3 0-6,0 0 0,2 2-1,-2-2 4,0 2-5,0 0 4,0 5-2,0 1 1,0 3 4,0 50-1,0-48 0,0 6-1,-2 1 2,4 1 7,-2 23-5,2 3 0,0 1 4,-2-1-2,6-1-1,-2 0 6,-4-4-5,1-1-3,-1 0-5,0-1 7,-1-2-1,1 2-5,-2-6 1,2-2-2,0-3 0,0-5 0,2-7 1,-1 0-3,-1-3 4,3-6-2,-3-1-1,0 0 0,5-3 2,-3-1-2,-2 3 0,0-1 0,2 1 1,0 2 1,0-1-2,-2 2 1,2-1-1,6 0 0,-4 1 0,-2 3 0,5 5 1,-1-1-1,1 4 1,-2 2 0,-2 0-1,7 2 2,-6-2 0,5-1-1,-2-3 0,-2 1 1,0 0-1,-2-3-1,4-1 1,-3 2 0,-1-3-1,2 1 0,-3 0 0,0-1 1,0-2 0,0-4-1,-2 1 1,0-2-1,0 1 1,2 0-1,-2-2 0,0 0 0,0 2 1,0-5 0,0 3-1,0-1 0,0-3 2,0 0-1,0 0 1,0-2 1,0-2 3,0 2-2,0 0 7,0-2-5,0 2-5,0-2-1,-2-2-70,0-4-131</inkml:trace>
  <inkml:trace contextRef="#ctx0" brushRef="#br0" timeOffset="50259.8612">4387 7744 425,'0'-2'45,"0"4"-16,0-4 3,0 2 21,0 0-17,-1 0-7,1 0 3,0 0-4,0 0-11,-2-2-5,4 2 0,-2 0-3,0 0-2,0 0-1,0 2-1,0-2-1,-2 0 1,2 0 0,2 0 1,-2 0 0,0 0 3,0 0 2,0 0-2,0 0 5,0 0-4,1-2-2,-1 2-1,10-2 2,0 2-1,0 0-3,3 0-2,8 0 1,-4 0 0,1-2-3,3 2-1,0 0 6,-1 0-4,3-1 0,-5 1-1,4 0 5,-2-3-1,3 3-1,-4 0 0,2 0-3,-1-3 4,3 3-1,-4 0-3,4 0 2,-1 0 1,-2 0-3,0 0 2,-1 0-3,4 0 0,-3 3 0,3 0 4,-6-2-3,-1 1 0,5 0-1,-2-2-1,-1 0 1,-3 0 0,6-2 1,-3 2 1,-3 0-1,-1 0-1,3-2 1,-4 2-1,3 0 0,-3-1 5,3 1-4,-3-3 0,0 3-1,1 0-1,-2-3 1,-1 3 2,-3-1-2,4 1 1,-1 0 0,-5-2 0,8 0-1,-3 2 1,0-2 0,3 2-1,1 0 0,-1 0 0,-3 0 1,0 0-1,0 0 0,-2 0 0,0 0 1,4 0-1,-2 0 0,1 0 2,3-2 0,1 2-1,-3 0 2,3-2-3,1 2 0,-3-3 1,6 3 0,0 0 2,-2-1-3,4 1 1,3 0 1,-3-2 1,1 2 1,-3-2 0,8 0 0,-10 2-1,5-2 3,-8-1-1,-4 3 1,-5 0 1,0 0 3,-4-3-3,-2 3-5,0 0-2,0 0-2,-2 0-2,-4 0-2,6 0-21,-3 0-67,-7 0-45,2 0-187</inkml:trace>
  <inkml:trace contextRef="#ctx0" brushRef="#br0" timeOffset="53408.7688">5013 8041 606,'2'-9'31,"0"4"18,-2-2-3,-2 4-6,2-1-11,-2 4-5,-2-2-6,3 2-3,-4 0-12,1 2 3,-7 0 2,-3 6 8,-3 1 0,-8 8 0,1 5-1,-5 6-6,-1 2 0,8 4-3,-2-2 2,10 1-6,10-8 0,2 1 5,6-5 3,10-6 15,6-1-3,4-6-4,10-5-11,1-7 0,6-4-2,3-5 1,-1-2-1,-1-3-2,-2-4 3,-5-3 7,-8-2-3,-9 2 6,-5-1-2,-3-2-1,-12 2-7,-6 4-6,0 2 2,-7 6-4,-6 4 4,-6 4-4,-2 4 2,0 8-2,0 0-42,0 6-62,2 1-46,-2 8-133</inkml:trace>
  <inkml:trace contextRef="#ctx0" brushRef="#br0" timeOffset="57713.0771">5668 6423 439,'-2'0'59,"2"0"-33,2 0-7,-2 0 4,-2 0-7,2 0-4,0 0 4,0 2-5,0-2-6,0 0-3,0 5 7,0 2-2,0 1 3,0 4 8,2 2-12,-2 1 6,0 4 0,2 3 4,-2 2 0,2 0-3,0 2-4,-2 0 5,0 0-2,2 3 0,4-2-2,-2 2-2,-2-1-1,0-1-1,5 2-2,-5-2 1,-2 2-2,3-1 3,-3 0-2,3 0 1,-3 0-3,6 0 3,-12-1-1,6 0-2,-3 0 2,2-4 2,-1 0 0,2-2 0,0-2 1,3-4 1,-3 0-2,9 1-1,-5-2-2,0 2-1,0-2-2,-1 2 5,1 0-2,-2 2 0,3-4 0,-2 1 0,-1 0-1,-2-1 1,1-2-1,-2 0-1,1 1 1,0-1 0,0-3 0,-2 2-1,4 1 2,-2-5-1,-2 1 0,2 3-2,0-4 1,-3-1 1,-2 1-2,10-2 0,-10 1 1,5-2 0,0 3 1,0-3-1,5-1 0,-5 1 1,0 1-2,3-1 0,-3-3 2,-3 3-1,3-1 1,3-3 0,-3 0 1,0 1-1,2-2-1,-2 2 0,0-1 0,-2 0-1,2 0 0,0 3-1,0-2 1,0-1 1,0 2-1,0 1 1,0-1 0,0 0-1,0-1-2,-3-1 2,3 4 0,0-1 1,-5 1-1,5 0 1,0 0-1,0-1 0,0 2 3,0-3-3,0 0 3,0-2-2,0 0 2,0 0 0,0-2 2,0 2 3,0 0 5,0-2 5,0-1-5,0 3-4,0-2-3,5 1-2,-5-1-1,0-2 0,0-3 1,3 2 1,-3-6-2,2 0 1,-2-4-4,1-1 3,2-6-2,-1-2-1,3-3 1,-3-5-1,2-2 0,-2-1 0,-2 0 0,7 1 0,-4 2 0,-1 3 1,0-3-1,0-3 0,4 1 0,-1 0 1,-3-2-1,5 2 0,-2 4 0,-4 4 0,5 4 0,-4 2 0,-2 4 0,2 0 1,-2 2-1,0 0 0,0 0 0,0-1 0,0 0 0,0 1 0,0-2 0,0 3-1,-2 1 0,0 2 0,2 1 0,-6 0 0,5 2 1,-1-2 0,-3 3 1,0-4-1,1 2 0,0-1 0,-3 0 1,3-1-1,-1 2 0,0 0 0,3 4 0,-2-3 1,2 4-1,2 1 0,-5-2 0,3 2 0,2-2 1,0 2-1,-3-2 1,2-2 0,1 1-1,-2 0 0,-1-2 0,3 2 1,0 1-1,-5-1 1,5 0-1,-2 1 0,0-2 0,2 0 0,-2 0 0,2 0 0,0-2 1,-3-2-1,3 0 0,-4 0 0,4 0 0,0 1 0,0 2 0,-2 0 0,0 4 0,2 1 0,-2-2 0,2 1 0,-2 3 0,2-1 0,0-1 0,0 0 0,0-1 1,2 2-1,-4-2 0,2 2 0,-6 1-1,6-2 1,-3 2-1,3 0 2,0 0-2,0 0 1,0 0 0,3 0-1,-3 0 0,0 0 0,0 0 0,0 0-12,0-2-58,6 4-35,-2-2-95,0-2-260</inkml:trace>
  <inkml:trace contextRef="#ctx0" brushRef="#br0" timeOffset="90138.5921">451 6771 265,'6'-4'181,"-6"3"-164,2-4-5,0 1 17,-1-1 0,4 0-8,0 1 3,-3 3 17,0-3-9,0-1-20,0 3-9,-2 0-3,0 1-1,5 1-4,0 0-5,4 0-23,4-3-52,11 2-103</inkml:trace>
  <inkml:trace contextRef="#ctx0" brushRef="#br0" timeOffset="90343.2364">1516 6559 190,'13'0'0,"2"0"-9</inkml:trace>
  <inkml:trace contextRef="#ctx0" brushRef="#br0" timeOffset="90632.9423">2426 6437 726,'29'-7'9,"-6"4"-8,-12-3 1,-11-1-2,3 6-16,-3 1-122,0 0-29,2 3 51</inkml:trace>
  <inkml:trace contextRef="#ctx0" brushRef="#br0" timeOffset="90818.0749">2797 6437 368,'22'-2'1,"-2"-3"-1,-8 0 0,1 1 0,-7 1-37,5-1-27,-1 1-15</inkml:trace>
  <inkml:trace contextRef="#ctx0" brushRef="#br0" timeOffset="91007.6767">3599 6414 706,'2'2'6,"-2"-4"-5,-2 1 0,-3-1-1,4 2-49,1 2-112,4-2 29</inkml:trace>
  <inkml:trace contextRef="#ctx0" brushRef="#br0" timeOffset="91178.7991">3944 6384 706,'0'-2'73,"-4"-1"-70,0-4 8,-6 0 16,9 0-16,-3 2-11,4 2-37,2 2-119,9-2-179</inkml:trace>
  <inkml:trace contextRef="#ctx0" brushRef="#br0" timeOffset="91690.1619">4137 5482 351,'-7'0'238,"7"0"-219,-4 0 38,3-3 14,2 3-40,3 0-29,-4-3 1,0 3-3,0 0-3,0 3-22,0-3-32,0 5-34,0 5-63</inkml:trace>
  <inkml:trace contextRef="#ctx0" brushRef="#br0" timeOffset="91852.3624">4143 5770 210,'-2'26'173,"-4"-5"-165,-3-3 15,6-2-2,1 0-21,-3 0-4,10-2-268</inkml:trace>
  <inkml:trace contextRef="#ctx0" brushRef="#br0" timeOffset="92080.023">4193 6124 304,'-12'21'240,"-2"-2"-239,1-1 7,0-4 18,2 4-18,4 0-8,0 2-74,3 0-260</inkml:trace>
  <inkml:trace contextRef="#ctx0" brushRef="#br0" timeOffset="92298.1784">4166 6495 597,'-8'10'0,"2"-2"0,-1-4 2,5 2-2,2 0-125</inkml:trace>
  <inkml:trace contextRef="#ctx0" brushRef="#br0" timeOffset="92308.6874">4156 6675 211,'-11'-4'218,"5"-4"-218</inkml:trace>
  <inkml:trace contextRef="#ctx0" brushRef="#br0" timeOffset="111636.3011">5582 6039 432,'-8'-10'37,"6"-2"32,-4 1-36,1 0 4,5-3 5,0 3-17,0-4 25,0 1-8,0 2-16,0 0-1,5 4-7,-5 2 5,-5 3-13,5 3-4,0 0-6,0 0-2,0 0 0,0 5-5,5 2 7,-1 4 0,0 5 1,7 8-1,-1 5-13,-3 7-91,3 6-227</inkml:trace>
  <inkml:trace contextRef="#ctx0" brushRef="#br0" timeOffset="116555.1419">5676 6442 285,'0'0'117,"0"-1"-58,6-1 6,-6 0-17,0 2-1,1-5-22,4 1-4,-3 1 18,5-4-20,-2 2 2,4 1-2,-5 2-7,0-2-5,5 1 0,5-1-6,5 0 3,22-2-3,12-1 1,21-4-2,17 1 2,18-2-1,9-1-1,10-1 0,1-1 3,-11 2 1,-7-3 0,-10 5 5,-19-1 4,-22 0 5,-15 1 2,-16 4 10,-16-1-15,-13 2-13,-8 1-2,-15 0-10,-17 1-96,-16 1-338</inkml:trace>
  <inkml:trace contextRef="#ctx0" brushRef="#br0" timeOffset="116938.5176">5705 5450 649,'-3'-6'8,"0"4"-7,1 1-2,2 1 2,0 9 3,0 8 15,4 2 25,-3 9-14,10 6-1,-1 4-3,4 3-14,-3-4-5,7 2-4,-7-4 2,2-6-3,0 0 1,-1-2 1,-4-1-4,2-4-78,-1-2-328</inkml:trace>
  <inkml:trace contextRef="#ctx0" brushRef="#br0" timeOffset="117275.0147">5740 5571 717,'-8'-21'5,"8"-1"-4,11-4 1,7 3-2,11 4 8,12 3-1,3 2 3,0 5 1,4 9-9,-11 5 2,-8 10-3,-4 8 2,-12 5 8,-10 5 2,-8 6-4,-6 0 5,-7-3 2,-4 0-6,0-4-3,-5-1-3,0-4-2,0-5 1,8-4-3,5-4-5,5-5-44,7-2-114,8-9-165</inkml:trace>
  <inkml:trace contextRef="#ctx0" brushRef="#br0" timeOffset="117926.8049">6301 5528 605,'-4'-12'31,"-10"0"-8,-8 4 20,4 4-10,-7 6-18,4 6-1,-2 3-5,5 4-1,3 3 0,1 2-6,5 0 2,9 0 3,2-4-2,7-4 0,1 0-1,-2-5 10,7-6-4,4-1-2,-1-4-3,1-4-1,6-2-1,-5-4 2,1 0-3,-2-4 3,-8 1-4,-4-4 3,2 5 0,-7 0-1,-2 4 8,2 7-8,-2 0-3,0 7-9,5 2 6,-3 4 3,5 2 1,6 4 1,1 0-1,10 0 0,2-3 3,2-4-2,-5-4 6,7-6 0,-5-4-4,-1-5 0,-3-5 5,3-3-4,-4-3 12,-7-9-5,2 1-2,-5-5 1,-6-1-2,3 3 4,-5 5-4,-2 4 4,0 9-2,0 6-11,-2 8-5,-5 9 1,5 6 4,-2 9 1,-4 11 0,6 8 0,0 5 1,6 1-2,6 1 0,1 0 0,3-4-16,-4-4-31,1-3-34,-1-10-1,-4-5-39,-6-6-68</inkml:trace>
  <inkml:trace contextRef="#ctx0" brushRef="#br0" timeOffset="118347.7114">6602 5532 488,'0'-16'16,"2"2"-4,5-2 13,2 2-22,13 0 6,5 0-8,4-2 5,4 0 2,4 2-1,-8 2 5,-4 1 5,-10 8 5,-9 1-21,-8 6 1,-3 4 19,-4 5 7,-4 6-5,2-1-6,2 3-11,4-7 3,3 1 10,3-5 10,6-6 5,-2 0-2,6-5-8,8-6-8,-4-3 6,1-5-1,7-4-7,-6-3-5,-3 0 7,5 4-8,-9 4-3,-5 5-5,3 12-2,-4 6 2,1 14 0,1 9 2,6 12 1,-1 7-3,2 8-4,-1 3-64,0 4-77,-5-1-323</inkml:trace>
  <inkml:trace contextRef="#ctx0" brushRef="#br0" timeOffset="118804.9219">6461 6454 317,'-6'0'3,"-1"0"-3,1 0 1,-2 3 1,4-1 0,2 0 31,-1-2 61,3 0-20,0-2-29,0 0-13,3-2 1,-3 1-9,4 3-18,6-1-6,5-3 0,4 1-2,16 0-19,2-1-47,8-3-103,6 2-24</inkml:trace>
  <inkml:trace contextRef="#ctx0" brushRef="#br0" timeOffset="118952.2161">6889 6386 251,'39'-5'63,"-9"1"-42,0-3-13,-3 4-8,-1-1-79</inkml:trace>
  <inkml:trace contextRef="#ctx0" brushRef="#br0" timeOffset="119131.3444">7404 6330 625,'15'-2'24,"-5"-4"5,-4 0-1,-6-1-17,8 0-11,5 3-18,9 1-40,7 0-118</inkml:trace>
  <inkml:trace contextRef="#ctx0" brushRef="#br0" timeOffset="119315.4737">7850 6280 219,'29'-5'353,"-8"0"-279,-13-1-7,-8-4-10,-4 2-28,4 0-13,0-1-16,2 4-9,13-2-118,10 4-436</inkml:trace>
  <inkml:trace contextRef="#ctx0" brushRef="#br0" timeOffset="119325.4808">8359 6200 683,'-7'0'12,"-7"-2"-10,9-5 12,4 0-14,5 3-30,21 0-198</inkml:trace>
  <inkml:trace contextRef="#ctx0" brushRef="#br0" timeOffset="119496.604">8720 6159 643,'-12'-5'5,"-2"-4"-3,1 0-2,6 1-31,1 2-353</inkml:trace>
  <inkml:trace contextRef="#ctx0" brushRef="#br0" timeOffset="124892.1695">7775 6300 230,'0'-8'56,"2"0"-49,-2-1-5,2 0 3,-2 1 5,0 0-4,0 0 4,0 2 5,0 2-10,2 1-3,5-2-1,-4 1-1,5 0-3,1 2 3,6-2-12</inkml:trace>
  <inkml:trace contextRef="#ctx0" brushRef="#br0" timeOffset="125053.2814">8345 6152 532,'28'0'10,"-8"0"-8,-6-2 0,-4 0 14,-8 2-12,2 2-4,5 4-1,5 0-27,5 3-233</inkml:trace>
  <inkml:trace contextRef="#ctx0" brushRef="#br0" timeOffset="125220.3637">8974 6194 591,'22'0'11,"-3"-3"-5,-4-6 3,-7 1-3,6 2-6,3 0-4,17 0-22,2 2-67</inkml:trace>
  <inkml:trace contextRef="#ctx0" brushRef="#br0" timeOffset="125387.3561">9627 6108 536,'49'-9'18,"-17"-3"19,-2-3 15,-12 0-15,-6 4-28,3 1-9,0-1-21,6 3-78</inkml:trace>
  <inkml:trace contextRef="#ctx0" brushRef="#br0" timeOffset="125560.4759">10108 6014 463,'-9'2'0,"7"-4"-174</inkml:trace>
  <inkml:trace contextRef="#ctx0" brushRef="#br0" timeOffset="125726.5918">10365 6002 594,'-18'2'8,"-4"-2"-8,4-2-1,5-3-129</inkml:trace>
  <inkml:trace contextRef="#ctx0" brushRef="#br0" timeOffset="129296.6331">10249 6078 577,'8'0'24,"4"-4"-21,-5-3 3,-5 0-6,4 0-4,8 4-12,11 1-79,6 0-127</inkml:trace>
  <inkml:trace contextRef="#ctx0" brushRef="#br0" timeOffset="129475.8703">10955 6029 505,'23'3'16,"-15"-6"-13,6 2 2,-1-6 15,1 6-15,-1-2-5,12 2-2,4 1-43,1 1-317</inkml:trace>
  <inkml:trace contextRef="#ctx0" brushRef="#br0" timeOffset="129644.9903">11517 5966 434,'0'-5'105,"0"3"-73,0 1-32,8 1-5,5 0-40,2 0-173</inkml:trace>
  <inkml:trace contextRef="#ctx0" brushRef="#br0" timeOffset="129809.1116">11798 5939 379,'-9'0'60,"5"-2"-38,-3 0-10,2 2-12,3 2-37,2 0-62</inkml:trace>
  <inkml:trace contextRef="#ctx0" brushRef="#br0" timeOffset="132415.4103">11985 6032 448,'0'2'58,"0"-2"-40,0-2 25,0 2-22,0-3-11,2 3-7,6 0 0,-4 3-3,-4-3 2,4 0-2,0 0-2,-4 2 2,0 0-2,5 1-1,-5 6-2,2 0-3,0 4-2,3 3-10,-5 2 3,0 2 7,0 1 1,3-4 1,-3-1 6,2-3 2,-2-4 0,0-6 0,0 2 13,0-5 5,0 0 3,0 0-6,0 0-15,0 2 0,0 0 0,0 3 2,-2 7 5,2-1-4,0 5 2,0 3 1,2-6 1,-2-1-3,2-3 2,-2-4-4,0-3 0,0 1 0,0-3-2,0 1-6,0-1-36,0-1-305</inkml:trace>
  <inkml:trace contextRef="#ctx0" brushRef="#br0" timeOffset="136975.1259">12074 6090 232,'0'-4'148,"-2"2"-115,2 0 4,0-1-16,0-1-7,-2 3-4,-1-3 3,2 0 6,-4 2-9,2 0-3,3 0 5,-1 2-1,1-3-5,0 3 3,0 0 2,-2 0 4,4-2 2,-4 2-7,2 0 3,0-2-10,0-1 5,0-1 0,0 1 0,0 1 4,0 0-2,0 1-3,2 1-4,-2-2 0,1 0-3,7 0 2,-2-2-1,3 1-1,-2 2 0,4-2 0,2 2 1,3-2-1,0 2 1,1-1-1,6 2 1,-4 0 0,6 0-1,-2 0 2,-3 2 2,5-4-4,-6 2 7,6-3 0,-6 1 5,6-1-1,-7-1-2,5-1 0,-6 1-4,-1 1 1,-3-2-3,3 1-1,-4 2 0,7-2 0,2 4 0,-2-1-1,6-2 0,-3 2 0,5 1 1,-1-3-1,1 3 2,0 0-1,-7-1-2,1 1 1,-6 0 1,-7-3 2,4 1-1,-1 2-1,0-2 1,5-2-2,-3 2-1,5 0 1,0 0 0,4 0-1,-2 1 0,4-1 1,4 2 0,-1-3-1,-4 1 1,6 0 1,0 0-1,0 1-1,5 1 2,-5-2 0,2 2-1,0 0 2,-4-3-1,0 3 1,-7-2-3,5 2 4,-10-2 3,3 2-4,-3 0-1,6-2-1,-4 2 0,-3 0 1,3 0-1,6 0-1,-5 0 1,-3 2 0,8-2 0,-3 0-1,-5 2 1,6-2 0,-4 0 0,1 0 0,-5 0 0,1-2 1,-1 2 0,-6-2-1,3 0 0,4 2 2,-2 0-2,-6-1 0,5 2-1,-1-1 2,-4-1-2,5 2 2,-7-1-2,6 0 2,-6 2-2,-2 0-1,5 0 1,-5 3 0,-2-2 0,0 3 1,1 0 0,2 2 0,2-2-1,-2 3 5,-1-5-4,0 1 0,-2-3 3,0 0-2,0-2 0,2 0-1,-4 0-1,2 0 1,0 5-1,-4-1-16,-8-1-64,-15 4-122</inkml:trace>
  <inkml:trace contextRef="#ctx0" brushRef="#br0" timeOffset="139734.9738">11885 6067 332,'9'0'10,"-2"0"16,2 0 31,-3 3-12,5 1-19,-1 0 13,-4 4-9,1 3 16,-3 3-2,-2 8-15,-2 4-12,0 6 6,0 6-3,0 8-3,-4 9 5,-3 14-4,1 4-1,-6 10-1,1 1 2,2 1-11,0-9 4,5-6 2,6-6-7,3-8 5,1-6-3,1-6-6,6-4 5,-3-5-3,-4-7 3,1-3-6,-3-6 4,-4-7 1,2-2-4,-2-6 4,0 0 2,0-2-1,0-2-2,-2 0 7,2 2-4,0-2-1,0 0-1,2-4-2,-4 1-4,2 2 3,0 1 0,0 0 0,0-4 0,0 1-1,0 0-2,0-4 0,0 2 2,-2-1-3,2-2 1,-2-2-9,-3-1-34,3 0-37,0 0-67,-7 1-258</inkml:trace>
  <inkml:trace contextRef="#ctx0" brushRef="#br0" timeOffset="139938.2043">11740 7190 741,'-24'13'7,"6"-5"-6,-2-7-1,-3-1 2,10 3-2,7 1-9,-1-1-60,3 4-66,4-1-185</inkml:trace>
  <inkml:trace contextRef="#ctx0" brushRef="#br0" timeOffset="140149.8561">11738 7243 678,'-7'0'4,"2"-3"-1,-8-2 8,6-1-6,-1 4-5,-4 2-18,4 2-139</inkml:trace>
  <inkml:trace contextRef="#ctx0" brushRef="#br0" timeOffset="140363.0075">11344 7219 652,'-19'-2'2,"2"-3"-2,6-3-26,9 1-288</inkml:trace>
  <inkml:trace contextRef="#ctx0" brushRef="#br0" timeOffset="141633.0157">12587 6196 473,'-2'-8'15,"-2"0"-3,-5 2 24,-4 6-4,1 2-7,-6 2 4,3 2 4,-5-1-4,1 4-11,6-1-6,7 0 0,-4 5-5,8-2 8,2 3 5,10 4-10,-5 1-4,9 0 0,7 1-2,-3 4-1,1-1-1,4-1-1,-5-3-1,-3 0 3,-4-3-1,-9 0 3,1-4 0,-6 0 1,-10 2 3,-2-1-1,-5-2-4,-3-3-1,6-1-3,3-2 1,3-3-1,9-2-3,4-4-45,5-4-74,-2-6-5,12-6-94</inkml:trace>
  <inkml:trace contextRef="#ctx0" brushRef="#br0" timeOffset="142156.4741">12768 6214 496,'4'-4'121,"-2"-3"-107,-2 7-7,0 3 19,0 7 27,-2 8-25,2 6-5,0 6-7,0 2-6,0 1-1,2-2-7,0-2 1,2-5-1,-8-7 1,4-4 1,-2-6 0,0-2 0,-2-5 0,-5-8-3,-3-6 4,4-4-4,-1-7-1,3-3 1,-2 5-1,10-2 0,8 6-1,-4 2 0,5 6-3,3 4 1,-1 3 3,3 4-1,-4 4 0,5 3 1,0 2 2,6 1-1,-5 0-1,4-2 2,-4-2 0,7-4 0,-6-4 2,-3 1 0,5-4 2,-11-3 5,-1 2 8,-5 2 7,2-2-5,-6 0-17,-8 3-4,2-1 0,-9 1 0,-8 2 0,-6 2 1,9 2-2,0-2-1,6 2-13,10-3-45,8 0-39,6 1-37,5-2-114</inkml:trace>
  <inkml:trace contextRef="#ctx0" brushRef="#br0" timeOffset="142592.4563">13101 6171 527,'-1'-9'32,"-10"4"-8,9 4 1,-8 4-1,6 9 32,4 11 2,0 5-25,0 11-6,8 2-8,0 6-6,3-5-8,-5-3 2,4-2 4,-6-9-6,1-10 2,-5-6-2,0-6 1,-5-6 9,5 0 14,0-4 8,0-8-19,5-6-8,-5-12-5,2-7 0,2-7-3,3 0-1,-1 0 0,4 4-1,-2 4 2,3 5-2,3 8-2,-1 5 0,1 8-2,-1 6 3,-1 6 0,-4 5 0,3 10 1,-1 5 0,-4 2 0,-6 4 1,-6 0 0,-15-4 1,-8-2-2,-11-2 0,2-1-7,-4-8-44,6 1-56,14-3-102</inkml:trace>
  <inkml:trace contextRef="#ctx0" brushRef="#br0" timeOffset="143334.6156">13611 6113 576,'6'0'13,"-4"3"-12,-2 1 15,-2 6 32,2 10 1,-2 8 0,4 10-7,0 7-15,9 4-18,3 1 4,-3-3-1,-4-5-7,2-8 3,-7-9 2,-1-6-5,2-7 8,2-8-2,-3-4 22,2-4 8,1-6-21,4-11-14,2-2-1,3-9-3,1-5-1,3 5-1,-4 2 0,10 4 0,-4 8-2,2 6 0,-2 6 0,-5 6-1,-1 8-3,-3 8 4,-6 6 2,-3 8-1,-4 5 2,-1-1-1,-6-4 0,1-4 1,-4-4 0,3-8 0,5-6 1,0-4-1,4-2 6,2-6-3,2-4-4,9-6 0,12-4 0,2-7-1,6 0 1,6-1-1,-6-1 0,-4-1 0,-2 1-1,-10 0 2,-3 0 0,-5 1 0,-7 7 0,0 3-1,-2 6 1,0 6-5,0 4-1,0 5 4,-2 7 2,0 5 1,2 7 1,0 2-2,0 4 1,4 0 0,-4 0-1,3-3 1,3-3-1,-4-2 0,-2-5-4,-8 2-64,3-6-133</inkml:trace>
  <inkml:trace contextRef="#ctx0" brushRef="#br0" timeOffset="143531.7807">14035 6312 784,'-20'-10'8,"-2"0"0,7-4 31,7-3 6,0 8-16,10 3-23,9-2-6,7 2 0,7 3-5,11-2-64,0 1-263</inkml:trace>
  <inkml:trace contextRef="#ctx0" brushRef="#br0" timeOffset="143882.93">13900 6092 547,'-25'-8'200,"6"2"-195,-3-2 0,6 0 8,4 3-10,8 5-3,4 5-4,2 0-11,9 6-75,7 3-407</inkml:trace>
  <inkml:trace contextRef="#ctx0" brushRef="#br0" timeOffset="144064.0623">14246 6116 617,'10'2'1,"-3"2"0,5-1 3,5 12-3,7 4-1,2 10-15,-8 5-191</inkml:trace>
  <inkml:trace contextRef="#ctx0" brushRef="#br0" timeOffset="144273.2063">14246 6476 602,'0'-4'30,"10"-7"-27,7-5 1,0-4-4,12 2 0,12 0-9,-4 1-122</inkml:trace>
  <inkml:trace contextRef="#ctx0" brushRef="#br0" timeOffset="145577.7467">12487 5496 479,'9'-10'19,"-3"0"6,6 1 22,-10 2-1,7 7-32,-7 2-14,0 8 34,-2 10 9,0 4-11,4 8-5,2 6-7,-2 0-3,-2-1-6,5-6 0,-1-2 1,-5-9-5,5-4 1,-1-3-4,-3-6-1,-2-5 4,0 0-3,0-2 14,0 0 14,0-2-6,0-4-17,0-2-2,0-4 2,0-6-8,0-5 4,0 0-4,0-3 2,0-1-1,0 1 5,0 4-6,-2 3-1,-1 0 1,3 7-1,0 6 0,-2 2-3,2 1-6,0 8-19,0 3-60,2 4-54,1 9-257</inkml:trace>
  <inkml:trace contextRef="#ctx0" brushRef="#br0" timeOffset="147954.6359">13706 6014 382,'7'0'42,"-7"0"12,4 0-21,0 0-17,15 0-1,1 0 0,11 0 4,11 2-4,8-1-5,-2-1 3,4 0 1,-5 3 3,-3-3 6,-4-3-6,-6 2 2,-7-1-2,1-1 2,-5-1 5,-5 1 0,-6-2-2,-5 5-8,3-4-6,-7 4-3,9-2-2,0 1-3,3 1 2,3 0-1,-1 0 0,4 1 0,-6-1-1,-4 4 2,-4-2-2,-3 1 1,1 2 0,-3-1 0,-2 5 2,1-1-1,-1 3 0,0 3 1,-1 5 0,1-1 0,-2 2-1,-3 0-2,5 0 6,-4 1-2,4 2 2,-2-1-2,-3 2 0,1 0 0,-1 3 6,1-2-9,-5 4 3,7 3 1,-5 0 4,5 6-4,0 1-2,0 4 2,-2-1 3,-2 0-7,2-2 4,-5-4-1,5 0 4,-3-4-8,-3-1 10,9-7-8,-8 0-1,5 0 4,-4-1-1,4 1 0,4 3-1,-4-3-1,2 0 2,-3 0-2,2-2 0,2-2-1,1-2 0,0 0-1,-2 1 1,0-4 1,-4-1-2,6 0 1,-2-1 1,2-6-2,0 2 1,0-6 1,0 1-2,0-4 3,0 0 0,2 3 0,-2-3 1,6-3 0,-6 3 0,0-1-2,0 1-1,2-4-1,0-2-4,-2-1-80,-2 0-251</inkml:trace>
  <inkml:trace contextRef="#ctx0" brushRef="#br0" timeOffset="150376.981">14321 7311 502,'-5'2'5,"-3"-4"22,4-1 21,0 2-19,-2-1-8,6 2 1,0-2-8,6 1-3,-4-5 3,-2 3 4,0 1 7,0-2-2,0-1-4,0 2-5,0-1-3,0 2-3,2-1 0,-2-2-4,2 3-1,7-3-1,4 0-2,5-3 0,11-1 0,12 0 0,7-1 1,15 0-1,-1-2 2,-2 2-1,-1 0-1,-2-1 1,-3 1 2,-12 2 3,0 3-2,-8 0 1,-8 1-1,-3 3-1,-15 1 2,0-3-3,-11 6-2,-4-3 0,-6 3-25,-5-1-139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27:39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16505 6182 319,'17'-2'61,"0"0"-46,4 0 28,-11-3-2,4 5-24,-1 0 0,-5-3 9,0 3-5,1 0-6,-7 0-5,5 0 2,-3 3-3,1-3 3,4 0 4,2 0-4,0 0-2,11 0-1,-4 3 4,7-1-7,2 2-1,0-2 1,-6 2 4,6 1-3,0-2 1,2 1-3,-2 1 2,-5-5-5,10 3 5,-9 1-5,5-2 3,8 0 2,-3 1-2,-2 2-2,9-1 3,-2-1-4,-1 0 4,2-1-2,3-2-2,-7 2 4,1-2-2,-5 0 1,0 0-3,6 0 3,-6 0-2,0 0 0,7 0 0,-5 2 1,5-2-4,-7 2 2,5 2 1,-2-2-2,-3 1-1,-2 0 0,-2-1 1,-6 2 0,2-1-1,-3 0 0,2-1 1,-2 2 0,3 1 0,-3-5-1,8 3 2,-1-3 1,2 2-3,2-2 5,3 0 1,-3 0 2,-2 2-6,0-2 4,-2 0-2,-5 0-4,3 5 1,2-4 5,-4 3-5,2-1 2,0 0-1,2 3-1,0-1 0,0-2 1,2 4-1,2-2-1,-1 1 1,4 0 0,2 0 0,-6 1 1,4-3-1,0-1-1,-3-1 1,-2 0-1,-2-2 3,2 0-3,0 0 3,-1 0-3,2-2 1,3 2-2,-2 0 2,5-2 0,-1 0 0,4 2-1,-2-1 3,-3-3-2,-1 0 2,0 0 2,-3-1-1,-6-1 3,1 0 3,-3 1 1,-4-2 3,-6 2 0,5-2-3,-4 2-6,1 1 2,-8 0-3,10-8 1,-11 12-2,-5 0-3,2 0 1,-2 0-1,0 0-1,0-3-9,2-1-63,0 2-39,5-3-235</inkml:trace>
  <inkml:trace contextRef="#ctx0" brushRef="#br0" timeOffset="23190.1971">9852 7171 483,'-15'-5'6,"1"2"-4,0-6 3,8 4 4,-1 1-2,7-2 3,0-1-1,7 3 6,-2 0-2,-4-2 2,9 3 2,-6-2 1,-2 3-7,5 2-3,-2 2 2,4 3 6,1-2 1,13 3-4,4 1 2,6-2 0,7 1-5,5 1 2,0 3-2,10 2 1,-1 2-1,2 1-6,4 2 4,0-1-4,7 0-1,-3-4 1,2 2 0,-3-7-3,4 2 0,-7-4 1,8 2 0,-8-3-1,-1 2 0,-1-3-1,-4 2 0,0-1-1,-8-1 2,8-3-2,-5 0 2,7 0 0,9-3 0,-1-1-1,7-2 0,1-1 0,8 2 1,-2-2 1,5 2-3,-8 1 3,-2 2 0,-5-1-2,-10 2 2,-3 1-2,-10-2 3,-5 0 0,-9 0 2,-2-3 1,-11 2-1,0 1 0,-9 0 2,4-3-3,-4 4-2,-3 0 1,6-2-2,-3 0 0,-2 3-2,0 0 1,-2 0-1,-2 0-3,6 6-26,-5-5-52,14 0-111</inkml:trace>
  <inkml:trace contextRef="#ctx0" brushRef="#br0" timeOffset="24120.0643">14665 7236 375,'67'11'129,"8"-1"-127,10-4 1,9 1 2,1-2 2,13-1 5,-7-1 9,3 2 4,-7-5-3,-9 0 4,-6 0 0,-12-6-1,-12 2 5,-12-3 2,-6 2-8,-11-2-7,-11 5-6,-3-4-3,-3 3 3,-3-1 1,-5 1-3,-2 1-4,-2 0-2,0 2-2,0-1-1,0 1-1,0 0-4,0 0-5,0 3-48,0-1-52,-2 5-182</inkml:trace>
  <inkml:trace contextRef="#ctx0" brushRef="#br0" timeOffset="54270.5548">14083 14849 594,'-5'-15'12,"1"-3"55,-5 0 7,3 3-52,-4 2 1,6 1-11,2 5 0,0 0 5,-5 3-9,5-2 2,-8 2-2,6 4-3,-11 7 4,-1 5-1,-9 7 8,4 11 5,-2 11-7,5 3-5,7 0-2,11 2-2,9-8 2,11-3-3,11-8-3,9-9 3,14-8 3,2-10-5,4-8 0,-3-7 0,2-8 0,-1-3 1,-12-4-3,-6-2 7,-8 1 5,-8-4-3,-22 3-1,-4 0 2,-13 4-6,-12 3-3,-6 9-1,-5 6 1,-3 9-3,4 2 2,1 6-2,9 3-9,9-1-93,9 4-95,14-1-369</inkml:trace>
  <inkml:trace contextRef="#ctx0" brushRef="#br0" timeOffset="54877.4083">15137 14672 554,'-2'-14'62,"0"1"11,-7 1-8,2-1-22,-2 3-8,3 7-19,-6-4 1,1 7-4,-2 1-2,-4 6 5,1 5 2,-8 8-7,3 6 0,-6 8-1,3 3 1,6 1-3,2-2-3,7-4 1,13-3-3,3-4 1,9-4 4,9-3-3,6-7 0,1-5-1,11-2 1,-2-6-3,1-3 1,-2-6-1,-1-1 0,-8-2-1,-2-4 3,-10-2-1,-3-2 1,-7-5 0,-9-1 2,-9 5-2,-7-1 1,-3 3-4,-8 5-1,-2 9 0,-2 4 0,2 3-1,4 4-3,12 2-30,1 2-104,12 0-90</inkml:trace>
  <inkml:trace contextRef="#ctx0" brushRef="#br0" timeOffset="55411.2365">15953 14607 615,'-2'-15'55,"0"5"19,-2 0-28,-1 4-14,0 8-4,1 0-16,-7 3-5,-3 7 2,-1 5 0,-8 3 4,-1 6 7,0 4-9,-5 4 3,6 1 0,5 3-4,12-2 2,-1-1-7,16-6 2,5-1-4,7-7 4,8-7-1,7-2-2,-2-7 4,6-5-4,-7-2-3,3-8 6,-5-2-4,-2-6 1,-9-3 0,3-2 2,-12-3 0,-7-3-2,-4 3 0,-11 6-4,-5 2 0,-3 5-3,-6 3 2,-4 5 1,-2 1-1,4 11-4,2 0-9,10 3-69,8 2-57,9 1-173</inkml:trace>
  <inkml:trace contextRef="#ctx0" brushRef="#br0" timeOffset="55919.7523">16769 14730 621,'9'-13'42,"-5"-6"34,-2-5-4,4 0-38,-6 4 16,0 0-21,-10 2-5,4 6-5,-5 4-7,-6 8-1,-5 6-2,3 6 2,-4 8-2,5 6 1,1 4 0,3 0 0,5 3-5,7-4 2,4 1-4,9-3 0,7-1 1,9-6-4,6-6 7,9-6-2,8-4-2,-1-8 0,3-4 1,-4-6 2,-4-2 4,-5-6 0,-12-4 11,-10-1-7,-3-3-1,-14 1-5,-2-2-2,-12 1-2,-9 6-4,-7 5-2,-4 10 2,-8 11 0,-2 8-1,4 8-1,10 4-36,13 2-57,9-2-66,20-1-152</inkml:trace>
  <inkml:trace contextRef="#ctx0" brushRef="#br0" timeOffset="56332.1466">17519 14622 434,'4'-18'236,"-4"4"-127,0 2-28,-2 4-39,-11 8-26,3 10 8,-6 6-4,1 6-1,-4 8-5,7 1-2,5-2-3,16-3 4,6-3-3,14-8 7,14-3-4,11-8-1,1-5-1,0-7 2,-4-3-3,-1-6 0,-14-4 1,-5-1 5,-8-4 4,-8-6-5,-4 0-6,-11-2-4,-11 2-1,-5 6-4,-10 8 0,-15 14-3,-1 8 2,-5 5 1,3 8-4,4 4-62,11 2-108,11 0-222</inkml:trace>
  <inkml:trace contextRef="#ctx0" brushRef="#br0" timeOffset="57646.0972">18325 14526 537,'-17'0'48,"-9"6"15,7 2-8,-6 4-31,9 11 0,-5 0-11,14 3-2,-2-2 0,16 0-1,-1-5 3,17-6 9,0-6 1,14-4-8,-2-5 0,5-6-4,0-2 4,-1-5 2,-8-2 9,-10 0 2,-2-6 2,-9 1-12,-3-3 0,-7 0-2,-7 4-6,-1 1-9,-13 8 2,2 5-2,-8 7-1,-4 2 1,2 6 0,0 1-1,2 6-37,10 4-170</inkml:trace>
  <inkml:trace contextRef="#ctx0" brushRef="#br0" timeOffset="60191.6885">18967 14379 680,'7'-15'68,"0"1"16,-5-1-38,0 9-32,0 9-10,-2 8 9,2 8 14,5 9 6,-7 4-6,4 5-13,6-1 9,-6 1-4,6-5-7,-3 0-6,3-2-1,-1-6-1,-5-2-3,-4-3 0,0-2-1,0 0-23,0-5-102,2-2-95</inkml:trace>
  <inkml:trace contextRef="#ctx0" brushRef="#br0" timeOffset="60952.2309">19453 14359 259,'0'-4'165,"2"3"-81,-2-2-18,-2-1-44,2 2 3,0 0 6,0 1 1,-2-2-10,4 3 11,-4-4 11,2 2-18,-5 1 6,10-2 9,-5 3-3,0 0-16,0 0-9,0 3-8,0 2 9,2 3 7,0 4 4,-1 7-8,5 2 4,1 5-10,-3 2 5,3 4 4,-5 2-11,0 1 0,-2 0-7,-2-4 2,0-1-3,-3-6 1,5-5 0,-2-2 0,2-5-3,0-3 1,2-4-11,-2-2-47,0-10-50,7-1-122,-1-6-214</inkml:trace>
  <inkml:trace contextRef="#ctx0" brushRef="#br0" timeOffset="61358.7482">19828 14335 332,'0'-3'293,"0"0"-201,0 2-33,-4 1-46,-6 5 1,10 5 14,-2 4-1,0 6 2,2 4 0,0 0-5,-5 2-8,10-1-5,-3-6-5,-2 0-2,0-4-4,0-1 4,0-2-1,-2 1-3,-7-3-7,6 2-109,0-4-172</inkml:trace>
  <inkml:trace contextRef="#ctx0" brushRef="#br0" timeOffset="61591.3456">19995 14423 513,'8'-14'76,"4"5"28,-1 2-29,-7 4-42,0 1-13,4 4-7,-6 1 1,2 4-2,3 1 3,-4 2-7,0 4-2,3-2-4,-4 3-1,-2 0-1,0 3-85,2-4-331</inkml:trace>
  <inkml:trace contextRef="#ctx0" brushRef="#br0" timeOffset="61748.4778">20425 14434 445,'0'-7'192,"-5"2"-115,5-4-42,-4 4-35,4 2-14,0 3-106</inkml:trace>
  <inkml:trace contextRef="#ctx0" brushRef="#br0" timeOffset="62655.6323">19475 14444 504,'0'-8'48,"-2"-1"2,2 4 14,0-4-16,2 8-12,3-3-8,-3 1-4,0 3-5,0-1-12,0 5-2,6 1 12,-7 12 5,6 7 15,-2 10-13,-3 7-6,0 2-2,1-1-7,-3-2 2,7-3-11,-5-8 3,0-5-1,-2-3-2,0-6 0,4-2-40,5-6-85,7-2-234</inkml:trace>
  <inkml:trace contextRef="#ctx0" brushRef="#br0" timeOffset="63135.9729">19941 14376 550,'-9'-11'61,"5"1"26,-7 5-50,4-2-16,-2 6-5,3 1-3,-6 1 2,3 6 0,5-3 2,-5 4 0,6 2 8,2 1 6,1 7 8,4 6 2,-2 10-16,3 7 0,-3 2-10,-2 4 3,2-4-9,0-4-3,0-7-5,-2-6 0,5-5 4,-3-6-5,-2-5 0,0-2-7,0-4-47,7-5-27,1-6-72,6-3-235</inkml:trace>
  <inkml:trace contextRef="#ctx0" brushRef="#br0" timeOffset="63750.1363">20155 14376 479,'0'-14'112,"3"2"-11,-1-1 1,0 8-44,-2-2-28,-2 7-8,-3 4-1,3 2 11,-7 6-6,7 6 0,2 3 2,0 6 4,6 6-5,8 3-3,1 2-7,4 0-5,-4-4-4,-1-4-3,-6-4-3,1-6 0,-5-6 2,4-2-2,-6-2-2,-2-3-2,2-1-42,0-3-51,7-3-68,-1-3-181</inkml:trace>
  <inkml:trace contextRef="#ctx0" brushRef="#br0" timeOffset="64101.7245">20646 14342 317,'0'-13'264,"0"3"-181,-2 0-3,2 5-38,0 0-16,2 3-1,0 1-6,0 1 2,5 1 2,-1 7 9,2 8 2,7 8 3,-2 8-9,1 4-3,-1 10-1,1-3-7,1-2-2,-7-4 0,4-7-10,-3-2-1,-7-7-1,2-1-3,-4-3 1,-2-1-1,0 1-7,-5-2-87,3-1-97,1 3-279</inkml:trace>
  <inkml:trace contextRef="#ctx0" brushRef="#br0" timeOffset="65648.6659">16018 14664 308,'-11'-5'92,"-1"4"-53,8-1 28,-5 2-21,5-2-16,4-2-4,-2 4 11,-1 0 1,3 0-4,0 0 2,3-2-17,-1-1-6,0-2-4,7-2 6,-1 2-6,6 3 4,8 0-8,-2 6 4,7 6-3,2 2-2,-2 9-1,-9-1-1,8 55 0,-28-62 0,-7-4-1,5 3-1,0-3 3,-8 11-2,3-4-1,5-4-2,6-2-60,9-8-299</inkml:trace>
  <inkml:trace contextRef="#ctx0" brushRef="#br0" timeOffset="72698.0558">14132 16281 597,'-18'-7'4,"3"2"4,1-2 62,1 3-45,2 4-16,11-2-4,0 2 5,0-4 3,4 4-10,5-3-1,5 1 0,-1-1 0,1 1 2,12 2 2,-2-2 0,12 2 0,5 0-2,7-3 0,8 1 1,6-3-4,7 1 0,3-2-1,-1 2 2,-2-4-2,0 4 1,-6-2-1,-3 2 1,1-2-1,-9 4 6,3-4-5,-2 3 7,-9-2-6,-3 1-1,-8 1 6,5-2-2,-7-1 8,0 0-2,2 0-3,4-3 5,3 0-8,-3-2 3,3 6-5,4-3 3,1 4-3,7-2-1,-9 3-1,5-2 0,-6 3 4,-1 0-4,-3-1 0,-3 1 3,5 2-1,3-3-1,5 6 1,13-1-3,1 1 0,6-1 3,-6 0-3,-4-2 1,-3 0-1,-6 0 0,1-2 1,-6 0-1,3-1 0,6 3 0,5-2 0,0-1 3,4 1-2,-1 0-1,-9 0 1,5 2-1,-3-2 1,-6 2 0,4-1-1,-3 1 0,0 0 4,-2 0-1,7-3 6,-4 3-7,6 0 6,1-2 3,7-2-7,-4 4 0,-4 0-1,-5 0-2,0 0 0,-2 0 6,1 0-7,5 4 1,-9-4 3,3 0-2,-1 0 3,-5-4-2,-1 4 1,-5 0-3,1-2 3,-3 2-2,2 0 1,-8 0-1,0 0 0,-1 0 2,1-2-1,-4 2-3,-7-2 1,-1 0 2,-1-1-2,-3 2 0,1-1 1,0-2 0,10 4 0,-2-2 1,5-1-2,2 0 0,0-1 1,-5-1-2,2 0 0,-3 5 1,0-2 1,2 0-2,-8 2 0,8-5 1,-7 4-1,1-3 2,4 0-1,-4 2-1,4-2 2,-7 2-2,-1-1 1,-1 1 0,-3 1 0,-5 1 1,4-4 0,-6 4-1,6-5 0,3 4 3,0-3-1,-5 1-1,4 2-1,-3-2 1,-5 1-1,-4 2 0,0 0 0,2 0-1,-2 2 2,0-2-1,0 0 0,0 0 0,0 0 1,-2 0-1,2 0 0,0 0-1,0 0 1,0 0-1,0 0 2,0 0-2,0 0 0,0 0 1,0 0 0,0-2 0,0 2 0,0 0 0,0 2-1,0-2 1,0 0 3,0-2-3,0 2 2,0 0 0,0 0 0,0 0-1,0-3-1,0 3-1,0 0 1,0 0 0,-2-2-1,4 0 2,-2 2-1,0 0 0,0-2 0,0 2 0,0-3 0,0 3 0,-2-1 1,2 1-2,0 1 2,0-1-1,0 0-1,0-1 0,0-2 0,2-2 0,-4 5-2,0-4 5,2 2-3,0-1 0,-5 1 1,5 0 0,0 2 0,0-1-1,0-1 0,0 2 1,0 0-1,5 0 0,-10 0 1,10-2 0,-3 2-1,-2 0 2,-2-5-2,2 5 3,0 0-3,0-1 0,-5-2 1,10 2-2,-5-1 3,0-3 0,0 3-2,2-3 1,0 1 0,-2-3-1,0-2 0,0 2 1,2-5-1,-2 5 0,0-8 1,2 5 0,-2 0 0,0-1-1,-2 0 1,4-13 1,-4 20-2,2-1 2,-2 3-1,2-5-1,0-1 0,0-4 2,0 0-4,0 2 6,0-2-3,-2 0 0,0 0-1,-3-2 0,5 4 1,0-3 0,-2 6 0,2-1-1,-2 0 0,0 2 0,2-3-1,0 4 2,0-2-1,0 2 1,0-4 3,0 0-3,0 3 1,-3-1-2,3-3 0,0 5-3,-5-2 3,5 1 4,0 1-4,0 1 1,0-3-4,0 0 3,-2-2 0,2 0 1,-2 0 2,0 1-2,2 3-1,0-2-2,-2 1 2,0 0 0,-3 2 0,3-1 1,0-2 0,0 3 3,-6-2-4,4-2-4,1 2 4,3 0 0,-6 0 2,6 0 1,-3 2-6,2 0 2,1 1 1,0 0 0,-2 0 0,2 0 0,2 3 0,-1-2 2,2-2-6,2 1 4,-1 0 0,6-3 3,-4 4-3,5-1 0,0 0-4,-2 1 7,4 2-6,1-4 3,0 1-1,8 3 1,-5-5 1,3 3-1,3 0 0,-6-2 0,1 3 0,5-2 3,-8 0-5,3 0 2,3 3 0,-4-2 0,-3 2-1,2 0 1,1-2 1,0 2-1,4-2 1,-4 0-1,1-1 0,5 2-1,-6-5 1,6 6 0,-5-2 1,-1-1 1,6 0-4,-5 1 3,1 0-1,2-3 0,-1 4 0,2-3-1,-2 1 2,3 0-2,-4 1 2,8 0-2,0-3 2,2 2-3,0 1 1,0-2 1,-1-1 2,4 2-2,-4-1-1,4-1-1,2 2 2,-3-2 2,0 1-2,7-1 0,-4-1 0,7-1 1,2 2-1,0-4 0,-1 4 0,0-4-2,3 5 2,-3-1 2,3-4 0,3 5-2,0-1 0,-1-2 0,-5 0 2,0 0-1,-1 1 0,-4 1-2,1-2 3,2 3-2,-6-3 0,-1 0 2,1 1-1,-6-1-1,2 0 0,-9-1 2,4 3-1,-2-1 0,-3 0-1,1 3 1,-4-3 1,-4 6 2,-6-2-3,2 2 1,-7-3 0,-2 3 1,2 3-3,-2-3 2,0 0-1,0 0 0,2 0 0,-2 0 0,-2-3 0,4 6 1,-2-3-1,-2 0 1,2 0-2,2 0 1,-2 0 0,0 0 0,0 0 0,0 0 1,0 0-1,0 0 0,0 0 0,-2 0 0,2-3 0,0 3-1,0 0 0,0 3 0,0-3 0,0 0 1,0 0-1,0 0 0,0 0 0,0 0 0,0 0 1,0 0-2,0 0 2,0 0-1,0 0 0,0 0 1,0 0-1,0 0 1,0 0-1,0 0 0,0 0 0,0 0 0,0 0 0,0 0 1,0 0-1,0 0 0,0 0 1,0 0-1,0 0 0,0 0 1,0 0-1,0 0 1,0 0-1,0 0 1,0 0-1,0 0 1,0 0-1,0 0 0,0 0 0,0 0 1,0 0-1,0 0 0,0 0 0,0 0 1,0 2-1,0-2 0,0 0 0,0 0 0,0 0 1,0-2-1,0 2 0,0 0 1,0 0-1,0 0 1,0 0-2,0 0 2,0 0-1,0 0 0,0 0 0,0 0 0,0 0 0,0 0 0,0 0 0,0 0-4,0 0 4,0 2 4,-2-2-4,2 0 0,0 0 0,0 0 0,0 0 0,2 0 0,-2 0 0,0 0 0,0 0 0,0 0-3,0 0 7,0 0-4,0 0 0,0 0 0,0 0 0,0 0 0,0 0 0,0 0 1,-2 0-1,2 0 0,0 0 0,0 0 0,0 0 0,0 0 1,0 0-1,0 0 0,0 0 0,0 0 0,0 0 1,0 0-1,0 0 0,0 0 1,0 0-1,-2 0 0,2 0-1,0-2-2,0 2-50,-7-3-89,5 3-144</inkml:trace>
  <inkml:trace contextRef="#ctx0" brushRef="#br0" timeOffset="90576.7737">3725 15813 532,'-10'-8'3,"4"0"6,-4 4 40,4 1-18,-2-3 0,7 6 6,-1-1-11,2-1-7,0 0-6,0 2 2,0 0-6,0 0-3,-2 0-4,0 0-2,2 0-6,0 2-23,6 0-68,7 2-34,14-1-272</inkml:trace>
  <inkml:trace contextRef="#ctx0" brushRef="#br0" timeOffset="92345.9133">3597 15811 148,'2'0'242,"0"-2"-238,9-2-2,3 1 7,3-2 10,18 1 1,0 1-10,7 0-1,1 3-5,-3 0-2,-7 0 1,-4 0-2,-3-3 1,-2 3 6,-3-1 13,8-1 0,10-4-7,5 1-4,16-2 0,13-3 5,21 2-8,9-2-2,11 6-3,8-4-1,8 2-1,7 1 1,7-4 2,23-1-3,16-3 3,9-1-2,25-1-1,11-2 3,0-2 0,3 0 5,-8 2 12,-18-1 5,-7 5-5,-22 2-13,-14 3-5,-25-1-2,-16 4 1,-19-2-1,-13 1 0,-6 1 2,-5-4-2,-7 1 2,2 4-1,4 1 1,-5-2 0,5 3-2,-4 0 0,-2 0 3,-7 2-2,-14 0-1,-5 0-1,-11 0 0,-14 0 1,-7 2 0,-11-2 0,-2 0 7,0-2 9,-4 2-11,-3-4-3,3 3 2,-1-2 4,-2 3-5,5-1-1,-4-2-2,-1 3 0,2-2-3,-4 2 2,3 0-2,-5-2 1,-1 0-4,4 2-4,-3-3 4,1 0 4,-1 1 2,7 0-2,2-2 0,2 3-2,0-6 4,3 3 0,7 1 0,-6-3 1,10 3-1,-3-3 1,-5 4 3,4-1 3,-8 0 3,5 3 2,-7 0 0,0 0-7,0 0-5,0 0 2,-5 3 1,5 2 2,-2 3-3,0 2-1,0 2-1,0-1-35,-4 5-155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33:27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18459 10377 610,'7'0'50,"-5"-5"77,-2 5-77,2-3-17,2 1-13,3 0 1,-6 2 4,4-2 9,1-1 4,-6 3-2,-6 0-18,4 0-9,-2 0 6,-7-3-7,-7 6-2,-6-3 5,-8 5-4,-2 4-1,-6 2-1,0 3-4,8 5-1,-2-2 1,10-1-1,1 0-3,10 0 3,1 0-10,8-2 7,5 2 2,9-2 1,6 0 14,9 2-13,4 1 4,4-3-1,7 0-4,0-1 2,-4 1-1,4-2 1,-8 3-2,5-1 1,-6 0 0,-2 1 0,-9 0 0,-5 2 0,-7-4-1,-7 3 7,-2 1 3,-13-5 6,-9 2 11,-6 1-14,-6-5 0,-4 0-4,-2-1 6,5-7-6,-4 1-6,2-6-2,3 1 1,4-5-2,2-1-1,4-1-32,7 0-24,0-2-37,7-20-79,16 27-169</inkml:trace>
  <inkml:trace contextRef="#ctx0" brushRef="#br0" timeOffset="938.779">19154 10411 482,'1'-4'102,"3"2"-5,-2 0-19,-2-2-33,4 0-5,-4 2 2,-4-2-1,2-2-8,-2 4-7,3-2-3,-10-1-5,0 5-2,-7 0 9,-7 0 0,-4 5-3,-4 3-1,-5 4-7,3 2-4,-1 5-8,5 2-1,4 4 6,7 2-6,7 1 2,3 2 1,10-1-3,7 0 5,7 0-2,2-3-4,3-4 4,8-3-2,0-2 1,4-2 4,5-8-2,-3-1-4,5-5-1,-4 2 0,4-6-2,-7 0-38,4-6-35,1 2-25,-5-5-34,2-3-103</inkml:trace>
  <inkml:trace contextRef="#ctx0" brushRef="#br0" timeOffset="1470.0728">19625 10485 579,'2'-6'60,"-2"0"59,0 2-50,-2-1-19,0 0-5,2 3-11,-7 2-7,0 0-18,-5 2 21,-2 0 5,-12 4-6,2 3-5,0 3 2,-10 2-10,10 3-3,-3 1-13,3 5 0,8-1-1,5 0-1,7 2 2,8 0 4,7-2 2,7-2-1,6 0-3,3-6 4,4-4-4,-2-4 1,2-3 0,8-8 3,-8-2-5,2-6 1,1-3 1,-5-4 0,-5-6-3,-4-3 0,-12-1-4,0-2 2,-8 2 0,-14 4-3,-1 2 5,-12 4 0,-2 6 2,0 6-3,2 5 1,10 3-8,-4 0-35,13 5-23,-2 3-12,6 0-41,6 3-21,0-2-61</inkml:trace>
  <inkml:trace contextRef="#ctx0" brushRef="#br0" timeOffset="2393.0861">20039 10427 534,'-5'-6'69,"3"-2"51,2 0-42,2 2-20,-2 0-3,5 2-10,-2 4-2,-3-3-29,0 6-10,4 3 14,3 2 15,-3 7-5,0 8-5,6 5-7,-8 5 0,7-1-3,-7-1-6,-2-2-4,0-5 3,0-4-4,-2-4 0,2-6-1,0-5 0,0 0 0,0-3 8,0-2 0,0-4 5,2-4-9,0-2-4,2-8-1,4-3 3,-4-2-1,5-4-2,-5-1 0,7 1 0,-4 0-3,2 3 0,-3 2 1,4 3 2,3 6-1,-11 5 1,7 2-1,-7 4-3,4 6 3,2 4 1,-2 9 0,7 6 3,9 5-2,-5 8 2,10 1-3,-4-4 3,4-2 0,-2-8-1,-5-2 0,-2-9 5,-7-5 1,-4-2 2,-1-3 3,3-4-5,2-3 1,-4-4-7,2-3 3,3-7-2,-6-2 1,3-5 1,-5-5-5,6-3 3,-8 0-3,2-2 3,-2-2-2,5 3 1,-5 1-2,2 5-1,-2 0 0,6 10-1,-5 5 1,0 4-8,2 4-38,-1 6-14,0 6-11,6 4-14,5 6-78,3 6-76</inkml:trace>
  <inkml:trace contextRef="#ctx0" brushRef="#br0" timeOffset="2710.0823">21178 10626 725,'7'-2'83,"0"0"8,0-2-4,-5 4-69,4 6-12,0 8 6,-1 5 5,0 8-10,2 1-3,-5 2-2,-2-4-2,0-4-10,-2-5-47,2-2-75,-7-5-85</inkml:trace>
  <inkml:trace contextRef="#ctx0" brushRef="#br0" timeOffset="3300.0803">21855 10210 592,'4'-10'126,"-4"0"-28,0 1-45,-8-1-16,2-1-8,-9 3-4,0 3-3,-1 2-4,-7 3-5,5 5 4,-5 0-3,6 3-6,1 6-1,5 3 4,0 5-8,7 2-3,4 7 2,4 0-1,5 3 4,6-2-3,10 0-1,-7-4 0,9-2 3,-8-3-4,3 0 2,-3 0 2,-4-3 4,-3-2 3,-10-3-7,-4 0 4,-8-4 11,-3-1-8,-10-2-8,-1-1 2,-5-4-2,-2-1-3,2 0-7,0-4-52,5 0 3,6-1-25,9-5-71,9-2-277</inkml:trace>
  <inkml:trace contextRef="#ctx0" brushRef="#br0" timeOffset="6352.7505">22186 10239 336,'-5'-6'258,"3"-1"-134,0 3-35,-2-1-31,4 0-9,0 5-10,0 0-8,-2 3-10,4-1-5,-2 0-10,0 3 15,0 6 18,0 5-15,-2 3 0,2 10-4,-5 3-4,3 4-1,0 0-5,-1 0-1,1-2 1,-8-4-1,7-4-8,3-5 3,-5-3-3,5-4 2,-2-4-3,4-3 0,-4 2 4,4-6-1,-2 1-3,0-4 2,0 0 3,0 0-5,0-1 5,0 1-1,-2 0 9,2-3 1,0 2-7,0-1-6,0-5 0,0 2 0,0-4 0,0 2-1,0-4 1,2-1 0,-2 1 2,5-1 1,-5-3-3,2-1 1,2-2-2,3-3 0,0-2 0,2-5 0,-3-2-1,8-4 0,-1-1-3,5 3 1,4 1 2,7 4-3,0 6 1,9 4 1,-6 7 2,1 5-1,-4 5 1,-5 5-4,-10 5 0,-8 7-1,-8 2 5,-4 8-4,-13 3 1,-1 0 3,-5 0 2,5-4-2,6-2-4,0-4-7,12-4-5,4-2 12,12 0 4,7 0 2,6 2-2,4 3 0,3 1 0,-10 0 0,-3-2-2,-8-3-3,-13-3-7,-2-2 12,-12-1 11,-10-4 0,-7-2-1,-5-3-9,-7 0 2,-1-3-2,-1 2-1,10-3-33,-1 2-29,11-3-47,15 2-64,0-3-384</inkml:trace>
  <inkml:trace contextRef="#ctx0" brushRef="#br0" timeOffset="6854.0994">22794 10152 641,'8'-12'50,"-8"3"82,-6 0-89,6 5-2,-2 4-27,2 2-10,0 2 27,-2 7 9,-1 3-11,2 8-7,1 5 1,0 8-2,-5 5-13,5 1 7,5-2-7,-4 1 2,4-3 8,5-6-11,1-2 5,-3-4 3,4-5-14,2-4 6,3-6-1,3-2 3,-2-4-7,0-2 2,4-2-4,-4-4 9,-1-3-6,1-6-3,3-4 4,-9-6-1,3-5 0,-7-2-3,5-5-1,-3 0-1,-5-1-3,1 3-3,-6 0 3,-7 6 1,3 8 1,-6 5-32,4 5-37,1 4-47,3 3-93,4 5-210</inkml:trace>
  <inkml:trace contextRef="#ctx0" brushRef="#br0" timeOffset="7462.7163">23348 10193 654,'2'-8'87,"7"-1"51,-9 4-58,2 0-26,0 3-43,0 2-3,-4 2-2,6 5 16,-4 5 11,2 8-5,6 4-5,-3 10-6,3 2-5,-2 2-3,1 4 3,-7 0-6,-5-4 1,-3 0 1,-3-6-4,-3-6-4,-1-6 5,3-1-2,5-5-2,1-4 0,2-2 1,4-5-1,0-1 3,0 0 2,1-4 2,-1 0 2,3-3-8,3-4-1,-3-5 2,3-4-2,2-5 0,3-6 0,-5-3-1,6-3 1,1 1-1,0 1 1,3-1-2,-3 2 2,3 2-1,-1-3 0,3 1 0,-2 4 0,4 1 1,-6 2-1,-6 7-1,1 2 1,-3 4 0,2 3-4,-4 6-1,5 1 3,-5 2 2,6 2-1,-4 1-1,5 2-1,3 2-6,-1 0-20,0 5-8,1 0-20,-8 4-39,3 0-55,-7 1-67</inkml:trace>
  <inkml:trace contextRef="#ctx0" brushRef="#br0" timeOffset="7725.368">23408 10391 564,'9'4'66,"-1"0"89,13 0-108,-2 0-4,6-2-16,4 2-1,2-2-8,1-2-11,8 0-4,-2 0-3,-7-2 0,-2 0-23,-9 0-42,-7 2-57,-6 2-180</inkml:trace>
  <inkml:trace contextRef="#ctx0" brushRef="#br0" timeOffset="9464.3864">19382 11909 545,'2'-11'72,"0"0"27,-2 3-46,2 1-11,0 2-25,3 1 6,-5 4-4,0-3-3,0 3 2,0 0-7,0 0-2,1 0-3,-1 7 10,-1 1 24,1 6-17,-5 8 2,3 8-10,0 2 5,0 6-3,2-1-1,0 2-7,0 0 4,0-7-2,0-1 1,0-4-6,-2-3-6,0-2 4,-3-4 3,3-5-5,-2-1-4,1 1 4,-4-5-2,3-2 2,4 1 3,0-6-4,0 3 4,0-4 0,0 0 5,0 2-5,0-4 1,0-3-6,0-2 1,-2 0-4,2-6 3,0 1 0,0-2-2,0-2 6,2-2-3,-1-2-1,2-3 1,7 1-1,-8 1 0,2-4 1,5-1-4,-5 0 3,4 1 0,0-2 3,1 0-3,4-4-5,1 2 5,1-3-1,1 3-2,4 0 1,2 3 2,3 9-1,-7 1-1,-3 6-2,1 4 2,-6 6 2,5 0-2,-10 6 1,5 5 1,-6 6 0,2 7 0,-3 5-1,-3 3-1,-3-3-2,-5 0-2,2-6 0,-13-3 2,0-2 4,-4-6 7,-1 0-5,-3-2-2,-2-1 0,0-4-20,2-1-40,10 1 2,-2-2-60,13-1-9,2 2-83</inkml:trace>
  <inkml:trace contextRef="#ctx0" brushRef="#br0" timeOffset="10058.0654">20202 11773 385,'4'-6'221,"3"0"-116,-7-1-27,2 1-36,-2 1-12,0 1-5,-2 0-7,2 2-1,-7-1-1,0 2-5,-3 1 13,-4 1-9,-1 2 14,-3 1-1,-7 3-8,6 5-1,-6 0-9,0 7 2,3 3 0,-1 0-3,4 7-2,3-4 0,1 5-3,0 2 2,5-3 0,-1 5 1,6-5 1,5 0-2,0-5 1,7-2-1,2-5 2,4-2 2,7-6-6,5-1-1,2 1 5,6-5-7,3-3-1,-3-2-4,0-2-29,1-4-31,-10-1-28,-1-3 3,-6 2-31,-1-3-96</inkml:trace>
  <inkml:trace contextRef="#ctx0" brushRef="#br0" timeOffset="10664.6694">20539 11883 467,'1'-11'73,"2"4"9,-3-1-17,2 2-18,-2 2 0,0-3-15,0 4 2,-2-1-7,2 2 1,0-3 2,-3 4-11,-3-1-9,2 0-5,0 4-1,-8-2 9,-1 6-4,-3-1 1,1 7-4,1-3-2,-3 8-1,-4 2 5,4 3-2,1 4 4,3 4-7,1-2 3,8 0-3,2-2 1,4-2 0,0-3 1,12-3 2,-3-4 0,4-4 2,3-5-3,6-1 1,-4-4-3,7 0-2,0-4 0,2-1 1,-2-4-1,0-3 1,-7 0 0,2-4 0,-4-2 4,-7-5-2,-9 2-5,-2-3-1,-7 4 0,-1 1 1,-13 2 0,2 3 2,-6 2-2,3 0-3,-6 4-21,4 0-26,7 4-12,3 2-37,5 2-29,7 2-35,2 2-129</inkml:trace>
  <inkml:trace contextRef="#ctx0" brushRef="#br0" timeOffset="11400.9027">20790 11904 261,'1'-7'245,"6"1"-148,-7 0-4,0 0-40,0-1-6,0 4-21,0 3 6,0-2-9,0 0-16,-7 4-6,6 3 2,-3 0 18,-3 7-3,0 3 6,-2 4-12,1 2-4,-3 4-2,2-1-3,2-2-1,0-3-1,3-5 0,2-3 2,2-2-3,-2-6 2,2-1 0,0-2 6,0 0 4,0-4 17,2-1-24,-2-5-3,4-5 0,3-2-1,-5-4 0,5 1-1,0-2 2,-3 2-2,5-1 0,-3 1 0,4 3 0,-4 3-2,3 4 2,-4 0 0,4 6-1,-5 0 0,3 4 0,-3 1 0,0 6 0,6 1 1,1 6 1,-5 2 0,6 3-1,1 0 0,3 2 1,-3 0 1,-1-3-2,5-4 1,-4-1 2,-4-8 3,0-3 4,2 0 4,3-4-1,-7 0 8,5-3-1,0-6 6,1 0-10,-7-4-5,4-3-2,-6-4-6,3 0-2,-5-2-1,-2-3-7,0 6 1,0-1-25,-7 2-20,-1 6-32,-6-1-28,-11 8-97</inkml:trace>
  <inkml:trace contextRef="#ctx0" brushRef="#br0" timeOffset="34280.8446">10541 7441 326,'22'0'12,"6"-2"17,6 2 21,11-4 6,11 2-12,4-2 5,11 0-7,10-4-7,-6 2-2,6-2 0,-11-2-7,-7 3-14,-7-2 0,-11 3-3,-14 2-3,-7 0 0,-8 2-3,-7 1-2,-5-2 1,-4 3-2,0 0-4,0 0 2,0 3 0,-2-2-27,0 1-78,-7 4-98</inkml:trace>
  <inkml:trace contextRef="#ctx0" brushRef="#br0" timeOffset="34587.9035">10448 7567 467,'0'7'55,"3"-6"-24,0-1 23,12 0-15,6-1-12,1-3 2,16-1-5,6 1-6,3-1-8,7-1-6,0 2-1,-4-1-2,6 3 0,0-1-1,2 3-1,6-3-111</inkml:trace>
  <inkml:trace contextRef="#ctx0" brushRef="#br0" timeOffset="35524.0527">15488 7433 555,'3'-4'72,"2"0"-60,8 0 4,8 3 6,-1-2-2,21 1-3,16 0 3,3 0 0,7 2-5,-3-2 7,3 0 5,3-2-8,-6 1-6,3 0-2,-1-1-2,-3 2-1,-5 0-6,-11 2 0,-7 0-2,-11 2-1,-8-2-2,-13 4-2,3-2-32,-11 1-74,-2 4-48,-7-1-152</inkml:trace>
  <inkml:trace contextRef="#ctx0" brushRef="#br0" timeOffset="35787.0849">15454 7618 502,'0'7'93,"9"-4"-82,8-6 56,10 0-14,14-4-32,14 2-2,10-1 6,6-1-9,8 2-11,-6-4-3,-2 4-2,-13-3-18,-9 2-88,-7 2-128</inkml:trace>
  <inkml:trace contextRef="#ctx0" brushRef="#br0" timeOffset="79791.7546">7964 8839 266,'-2'-2'106,"0"2"-91,2-2-1,0 0 16,0 2-1,2-2-3,-2-1 9,2 3 1,-2-3-11,2 1-5,3 0-2,-3 2-3,2-2-4,0-1-3,10 1 6,11-1 5,6 1-4,9 0-5,7 4 0,7 0 0,1 2-5,-1 2 0,-3 1-4,0 2 2,-6 1-2,-1 0 2,1 0-2,-3-3 2,3 2-1,-3-3 1,2-2 1,6 0 1,-3-2-4,-1 2 1,8-4-1,-2 3 1,-2-2-1,2-1 1,-6 2-2,-1 0 0,-5 0 0,-9 0 1,-2 1 0,-2-2-1,0-1 0,0 2 0,0 0-1,2-2 1,-1 0 1,6 2-1,-3-2 1,7 0-2,-3 0 3,6 0-4,1-2 4,2-2-4,-1 0 4,0-2-1,10 3 0,-6-2-1,6-1 0,3 2-1,-5 2 1,3-1 3,-1 3-3,-6 3 0,-3-1 0,-1 2 1,-5-2-1,-3 2 0,3 1 0,-4-2 0,2-1 0,-3 2 1,5-1-1,-3-2 0,6-1 0,3 2 0,-3 0 0,3 0 0,0 0 1,8 1-2,-3-1 2,6 3-1,1-1 1,0-1-1,-10 0 0,4-1 0,-3-2 0,-4 2 0,3-2 1,0-2-1,8 2 4,4-2-4,-2 2 4,4 0-1,5-3-3,-3 3 1,-7 0 1,4 0-1,-1 0-1,0 3 1,-2-1-2,8 2 2,-6-2 0,0 2 1,-5 1-2,3-4 1,-3 1 0,1 2-1,-3-2 2,3 1 1,0 0-1,1-1-1,5 2 2,0 1 0,0-2-1,6 1 0,-9 1-1,-1-1 1,-7 0-2,3-3 4,-4 1-4,4 0 3,-3-2-2,2 0 0,-2 0 3,5-2 0,-10 2-3,3 0 2,2 0 0,-4 0-2,-1 0 5,3 2-6,6 0 3,1 3 0,-3-3-2,3 1 3,-1-1-4,-9 1 1,1-3 1,-2 2-1,-1-2-1,-2 0 1,3 2 1,1 0 1,-1-2-3,-3 1 4,-3 1-3,4-2-1,-8 2 3,3-2-2,-3 0-1,3 0 0,-5 3 0,-4-6 1,0 3-1,-3 0 0,1-2 0,-3 2 1,-2-2-1,3 1 3,-4-1-2,8 0-1,-5 0-1,3-1 0,2 1 2,-3 0-1,-2 1 0,3 1 2,-7-2-1,1 2 1,0-3-1,-4 1 0,1-2 1,-1-2 0,1 2-1,-1-2-1,6 1-1,-3-2 1,-2 1 0,10-2 1,-8 2 1,6 0 0,-6 0-1,5 0 4,-6 0-4,-2 0 1,-1 1 1,-2-2 1,-6 3 0,5-4-1,-1 4-2,-4-2 5,-2 2-3,5 0-2,-5 0 2,6-2-3,-4 2 1,2-1 1,5 0-2,-9-1 3,7 0-2,-7 0 1,4 0 0,-4-2-1,5-1 0,-3 2 0,-2-3 1,3 0 1,-2-2-3,2 2 0,-3 1 1,-2 0 1,0 1-1,0 2 0,3-1 0,-3 2 0,-2-1-1,1-1 1,-1 2 0,4-2-1,-2 2 1,3-4-2,-3 3 2,0-2-2,-2 2 0,0 5 1,2-3 4,-2 1-4,2 1 0,-4 0 1,4 1-1,-4-1 0,4 0 0,-4 2 1,2-2-2,0-1-2,0 3-12,-2-2-87,0 0-20,-11 1-12,-1-1-95</inkml:trace>
  <inkml:trace contextRef="#ctx0" brushRef="#br0" timeOffset="106828.3873">21758 13467 336,'0'-10'120,"0"8"-67,0 2-18,-3 0-12,6-2-15,-3 2-1,0-3 2,0 3 14,0 0-14,2-3 3,0 1 5,0-2 4,-1 2-2,-1-2 2,7-1 2,-7 5-4,0 0-10,2 0-5,-2-3-2,0 6 0,0-3 2,0 0-4,0 0 4,0 0 0,0 0-1,0 5 3,0-1 8,0 4 0,0 2 1,2 4 2,2 3-10,3-2 8,-3 4-5,6-2-1,-2 1-1,1-2 0,3-2 0,1-1-3,-5-4 0,2 1 1,3-3-2,-2-2 3,-4 0-5,2-1-1,-5-1 0,0 0 3,3-3-4,-7 0 1,3 1 0,-3-1 0,2 0-1,-2-1 0,0 2 0,0-1 2,0-1-1,2 1 1,-2 0 1,0-3 1,0 3 2,0 0 0,0 0-2,0 0-1,0 3-1,-2-3-2,2 0 3,0-3-4,0 3 3,2 0-2,3 0 2,-3-2 1,4 1 1,3-3 1,-2-1-5,4-2 1,2-2 1,3-1 1,7-2-1,0 1-1,12-5 0,9-1-1,12-3 3,6-1-2,5 2-1,5 1 1,-1 0 0,2 2-1,-3 2 1,3 2 1,-5-2 2,5 0-2,-9 0-2,0 2 5,-5 1-3,-11-2-1,-7 5 0,-12-1 2,-10 4 5,-7 1-3,-3 2 1,-9-1-6,-2 3-8,-5 0 6,-5 0-1,2 3-24,-11 1-41,2 1-49,-6 4-88</inkml:trace>
  <inkml:trace contextRef="#ctx0" brushRef="#br0" timeOffset="108448.566">21849 13508 407,'0'-3'29,"-2"1"24,0 0-7,2-2-6,-2 3-15,-3-2-9,1 3 16,2-2 3,0 0-2,0 1 5,2-2-16,-6 1-6,6 2-4,6-2-8,-4 0 3,-2-1-4,0 3 4,2 0-4,0 0-2,-2 3-1,2-1 0,0 2 2,5 4 1,-5 2 2,6 2-4,-2 2 2,-1-2 0,5 2-1,1-1 3,-4-3-3,4 1 3,0 1-2,-4-1-1,0-1 2,-1-3-3,-4 4 1,5-4 0,-7 0 1,0-2-3,0-1 3,0 1-2,0-5 1,0 2-1,0-2 3,0 0-3,0 0 8,0 0-2,0 0 4,0 0-5,1 0 1,-1-2-2,0 2-5,0 0 7,4 0-6,-2-2 2,5-1-3,-3-1 0,5 0-2,-3 0 2,6-1 1,1 0-1,5 0 2,7 0-2,2-2 0,6 0 0,5-1 0,4-1 0,1 1 0,-1-1 0,-3 1 1,4 1-1,-5 0 0,-1 1 0,-5 0 2,-4 0-2,-8 0 1,1 3 4,-12 0 2,0-1-3,-5 4 1,-4-2-1,0 2-3,0 0-1,0 0 1,0 0-2,0 0-5,-3 0-1,2 0 2,-1 0 2,-7 2-2,5 0-12,-10 3-3,7-5-4,-1 3 4,-2-1-4,4 0-9,-5-2-34,0 2-34,-3 1-150</inkml:trace>
  <inkml:trace contextRef="#ctx0" brushRef="#br0" timeOffset="117104.9071">8120 14212 224,'0'0'108,"0"0"-100,0-3 3,-2 1 12,2 2-10,0-2-3,0-3-3,0 2-1,0 1 18,0-4-2,-2 4-5,2-2-6,-7 1-7,5 0-3,-5 3 3,-1-2 3,5 2 8,-4-2 6,5 0-2,0 2-5,-1-3-2,1 3 4,2-2-4,-2 2 2,2 0-4,0 0-1,0 0-1,0 2-6,0-2 2,0 0-2,0 0 1,0 0 0,0 0-1,0 0 0,2 3 4,-2-3 4,5 2 1,-3 0 3,7 0-1,2-2 2,3 3-9,3 0 1,3-1-3,5 0-1,0 0 0,-2-2-1,4 2 0,2-2 0,-2 0 0,-1 2 3,2-2-3,-8 4-2,6-1 3,-3-3-2,-3 3 0,-3 1 0,6-2-1,-5 1 1,-1-3-1,8 3 2,-1-3-1,-1 0-1,4 2 1,-1-2 0,-3 0 0,-3 0-1,-3 0 0,6 0 1,-5 4-1,4-4 0,0 2 1,3-2-1,-5 2 0,7-1 1,-3-1-1,0 0 1,-1 3-1,2-3 0,0 0 0,-4-3 0,6 3 0,0-1 0,0 1 2,-5-2 0,5 0-2,-7-2 1,2 4 0,1 0 0,-4 0-1,-1 0 1,5 0 0,-6-2-1,6 2 2,-3-3-1,2 3-1,-1-5 0,7 5 0,3-4 2,3 1-2,-1 3 0,-2-3 0,7-1 1,-6 2 0,-1-4-1,0 1 1,5 0-1,-5-4 2,0 2-1,4-1 1,-1 2 0,-3-2-1,0 4 1,1 0-1,-10 0 0,5 1-1,-10 1 0,4 2 0,-5 0 0,-3 0 1,0 0-1,-4 0 0,4 0 1,-1 0 0,1-1-1,2-1 3,1 0-2,-1 0 0,-1-1-1,1 3 0,-1-2 0,-1 2 1,-3 0-1,-5 0 0,3 0 2,-6 0 0,0-1 13,-2 1 0,0 0-5,0-2-5,0 0 3,0 0-6,0 0 5,0-1-1,0 3-2,0 0-3,2 0 1,-4-3-1,2 3-1,0 0-4,-4 3-26,-4 2-118</inkml:trace>
  <inkml:trace contextRef="#ctx0" brushRef="#br0" timeOffset="145015.6336">3900 12584 141,'-15'61'0</inkml:trace>
  <inkml:trace contextRef="#ctx0" brushRef="#br0" timeOffset="149324.2235">22119 13593 428,'9'-6'22,"-6"2"16,1-1 8,0 0-36,4 1-3,4 1 1,-5 1 5,4-1-1,-1-1 0,5 2 4,-11-2 6,5 2 6,-7 0-10,0 1-9,3 1-3,2 0 1,-3 0-1,5 0 1,0 1 1,0-1-4,2 2 2,4 0 3,-1-2 1,0 3 1,-1-3 2,0 0-1,-2-3-6,0 1 0,1 2-2,0-2 0,2 2-3,-5-1 1,4 1-1,-1 0 5,-1 0-2,2-3-1,-1 3-2,-6-2 2,4 2-1,-5-2 0,5 0 2,-6 2-3,5-3 1,-3 3 0,6 0-2,-1-3 1,3 3-1,-6 0 0,3 0 2,0 0-2,3 0 0,0 0 1,-8 0-1,3 0 1,-3 0-1,1 3 2,-4-3-1,-3 0 3,4 0 0,-2 0-3,5 0 1,-1 0-1,3-3 0,3 3 1,-4-2-2,4 2 2,-1-2-1,2 0 2,1 2 2,-6-2-3,3 1 2,1-1 0,-1-1 0,-5 1-1,4 0-1,3 2-2,-7 0 1,4 0 1,3-2-1,-7 2 0,2-3 2,-2 3-2,3 0 1,-7-3-1,7 1 2,-5 2-1,3-2-1,4 0 0,-2 0-1,4 1 1,-4-2-1,3 1 0,-1 2 1,2-2 1,-1 1-2,-6-2 4,3 1-1,-7 0-2,2 0-1,4-1 2,-4 3-2,0 0 0,5 0 1,-3-3-1,2 3 0,-2 0 0,1-2 3,-1 2-3,4 0 1,-5-2 0,4 2-1,-2-2-1,3 0 1,-6 2 4,3-3-2,-3 3 0,0 0 0,0 0-1,2-3 3,-2 1-2,3 2-1,-3-2-1,5 2 1,-6-2 1,-1-1-1,7 3 1,-7 0 3,0-3-3,0 1 2,5 2-3,-5-2 1,0 2-1,1-2 1,-1 2 0,5 0 5,-7 0-3,0-2-3,0 2 3,0 0-2,0 0-1,0 0 1,0 0 0,0 0 2,0 0-3,0 0-1,0 0 2,0 0-2,-5 0 2,5 0-1,0 0-1,0 0 0,0 0 0,0 2 1,-2-2 0,2 0 0,-2 0 0,4 0-1,-4 0 0,2 0 0,0 0 0,0 0-3,-3 2 1,3-2 0,0 0-1,0 0 2,0 0-1,0-2 2,0 2 1,0 0 1,0 0-2,0 2-1,0-2 0,0 0-1,0 0-12,0 0-4,0 0 2,-2 0 13,0 2-8,-5-2-39,1 0-34,-5 0-98,-3-2-138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36:33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5458 4446 490,'2'0'16,"4"-3"11,-4 3 26,0 0-39,0 0-8,0 0 0,-2-2 14,2 2-3,4 2-6,-3 1 14,6-1 7,-1 3-3,13 1-10,8 2 1,9 3-3,14-1-6,11-1-3,15 0 1,14-4-7,8 0 4,12-4 2,11-1-4,1 3-1,-1-2 1,-5 3 2,-10 3-4,-14-1 0,-8 4-2,-15-1 2,-4 0-2,-10 0 1,-2 0 1,-5-1-1,-5-2 1,-3 0 2,-3-2-2,-10 1 0,-10-5 2,0 0-4,-11 3 0,-1-3-1,0 2 1,-5-2 0,3 2 0,-3-2-1,-2 2 2,0-2 0,0 0-1,0 0-2,0 0 2,0 0 0,0 0 0,0 0-1,-2 0 0,-3 0-9,5 0-6,0 0-9,-2 2-13,2-2-9,0 0-38,-3 0 2,-1 1-139</inkml:trace>
  <inkml:trace contextRef="#ctx0" brushRef="#br0" timeOffset="2431.6283">13711 4034 273,'-5'-24'75,"1"6"-75,-12 2-12,-6 4 9,-2 3-60,-10 0 22,-4 4 2,-4-1-11,-8 1 16</inkml:trace>
  <inkml:trace contextRef="#ctx0" brushRef="#br0" timeOffset="65449.7295">16562 15191 527,'-11'-4'24,"7"-1"47,-6-2-13,8 4-45,2 1-8,0 2-5,0 0 0,0 0 0,0 0 1,2 0 1,0 0 1,6 2 5,0-2 9,13 0-1,8 0 4,19 0 4,21-2-3,30 2-1,21-2-1,32-3 2,19 5-6,13 5-4,11 0-3,1 2-4,-9 0-4,-13 1 0,-16-3 2,-19-4 0,-23-2-2,-14-4 2,-15 0-2,-18-3 1,-16-2 0,-10 0 2,-14-1-3,-10 4 2,-7-1-2,-2-1-1,-16 4-5,-1 0 5,-9 1 0,-9 0 1,-11 4 0,-2-4-1,-2 8 0,2-4 0,7 3 1,9 0 0,1-1-3,10 0-4,7 3 7,8-2 6,14 3-4,4 1 0,15-2-2,-2 8 1,5-1-1,0 0 0,-11 0 1,0 2-1,-13-1 0,-4 2 0,-12-1 2,-9-2 1,-4 0-2,-6-2 1,-8 2-2,7-3-41,-1 2-221</inkml:trace>
  <inkml:trace contextRef="#ctx0" brushRef="#br0" timeOffset="67745.6321">19645 14333 246,'0'-5'236,"0"-4"-185,0 4 16,2 0-25,3 0-7,-3-2-3,0 1 8,-1-1 4,2 2 1,-1 1-12,3-1-1,-5 5 4,2-3-6,-2 1-12,0 7-15,-2 2 18,-5 15 16,3 7-2,-5 10-7,2 7-6,-2 7-8,5-2-4,0-2-3,-3-2-2,3-10-3,-4-5 0,1-7-2,1-6 1,0-6-1,-4-3-50,6-5-40,2-5-50,-5-5-57,5-5-224</inkml:trace>
  <inkml:trace contextRef="#ctx0" brushRef="#br0" timeOffset="68015.8594">19446 14284 222,'-4'-14'373,"4"-1"-275,0 5-23,2 0-26,7 0-27,0 2 2,9 6-7,2-1 8,7-4-2,3 5-3,4-1-12,2 3-2,-6 0-5,2 0-1,2 5 0,-10 2-2,3-2-57,2 9-109,-2-2-265</inkml:trace>
  <inkml:trace contextRef="#ctx0" brushRef="#br0" timeOffset="68300.6242">19930 14284 479,'8'-9'77,"0"1"17,7-1-13,8-2-12,-6 3-16,10 2 3,0 2-10,2 8-26,-2 6 6,-3 5-3,1 6-4,-3 9-5,-6 3-8,-8-3 3,-3-2-9,-10-3 0,-2 0 6,-6-5-4,0-5-2,-2 2-49,-1-5-82,0-2-76,7-5-285</inkml:trace>
  <inkml:trace contextRef="#ctx0" brushRef="#br0" timeOffset="68518.5824">20298 14258 568,'0'-5'110,"-8"5"-70,3 5 27,-11 2-17,-7 7-14,-3 6-3,-4 6-11,0 0-11,-1 6-6,1-2-3,2 3-1,1-1-1,7-1-59,2 0-120</inkml:trace>
  <inkml:trace contextRef="#ctx0" brushRef="#br0" timeOffset="68847.604">20561 14351 633,'0'-9'91,"0"-1"18,0 3-43,0 1-31,-2 6-24,0 4-10,2 8 18,-8 4 10,6 9-6,-2 0-5,4 6-11,-3-1-1,2-2-3,-4-1-1,1-1-2,2-1-28,-6-6-116,4-2-217</inkml:trace>
  <inkml:trace contextRef="#ctx0" brushRef="#br0" timeOffset="69148.6347">20516 14345 569,'12'-17'96,"0"-2"-14,7 3-30,8 2-25,2 2-12,4 6 2,5 3-1,4 3 0,2 9 11,1 8-10,-2 6-2,-11 9-2,-9 5 2,-11 0-2,-19 1 7,-13-6 12,-11-1-12,-23-7-6,-11-7-8,-10 0-5,-12-2-1,-2-2-17,-5 1-116,5 0-183</inkml:trace>
  <inkml:trace contextRef="#ctx0" brushRef="#br0" timeOffset="73198.5621">18817 15041 591,'-4'-4'63,"2"-2"12,2 0-19,0 1-30,4 2-19,4 1 3,-7 0 3,2 0 4,1 4-4,-4 2-12,-2 4 10,-3 10 19,-4 8-10,3 6-1,-5 4-1,-1 2-1,8-4-1,2-3-7,2-9-1,0 0-1,2-4-4,-2-8 2,4-2-1,-4-5 2,2-3 2,-2 0 3,6-5-4,-4-1-6,0-4 2,2-1-2,5-6-1,-5-5 0,4 0 0,-7-4 0,2-1-1,-1 1 5,-2 2-8,2 2 4,-4 6 0,2 0 1,-2 4-1,2 6 1,0 2-2,0 2 0,2 2-2,7 2 3,-1 2-3,13 2 3,1 4 0,12 5 0,-3 3 0,0 2 0,2-3 1,3 4-1,-7-6 1,-4-2-1,-7-5 0,-7-2 1,-7-6-1,-4 0-3,-2 0 3,-9 5 8,-7-1 5,-11 3-8,-11 1-4,-5 2 0,-9-4 0,1 8-1,0-5-37,-3 3-153,-1-1-360</inkml:trace>
  <inkml:trace contextRef="#ctx0" brushRef="#br0" timeOffset="78357.7001">14516 15086 724,'-9'-15'42,"4"1"15,-6 0-30,-1 5-11,6 4-10,-3 1-5,1 8 3,-4 0-4,-3 4 3,-6 2 4,1 2 7,-2 3 2,2 0-6,2 4-4,5-2 0,2-1 1,11 1 0,9-2 6,6 3-3,7-4-1,12 3-4,-2-1-3,3-2-1,-1 2-1,-12 0 3,0-2 6,-8 2 0,-12-2 8,0-4-5,-6-1 1,-8 0 3,-5 1-8,-8-2-3,-7 0-3,-9-2 1,1-3-3,-1 0 0,8-6-44,4 0-53,6-3-108</inkml:trace>
  <inkml:trace contextRef="#ctx0" brushRef="#br0" timeOffset="79348.5767">14761 15145 615,'-4'-4'82,"-5"-1"0,8 1-21,-3-1-39,-1 2-20,5 6 0,-2 7 6,0 3 8,0 0 9,2 10 4,-2 3-9,2 0-4,0 2 3,2 2-3,-2-1-7,0 3-6,0-6 6,0-1-9,0-4 2,-4-6 1,-2-2-1,4-6 0,0-3 2,2-2-2,0-2 9,0 0 10,0-4 15,0-1-26,-4-6-9,-2-5 2,3-2 4,3-6-7,-2-2 0,4-3-1,-2-6 0,11 0 1,1-2 1,3-3-1,3 1-2,7 5 0,-3 6 1,6 5-3,-3 8 3,0 7-2,-6 6 1,-5 7-3,-3 6 5,-7 10 1,-1 5-1,-3 6 0,-3 2 0,3-3 1,3 1 0,6-3-1,-3-3 1,13-2-1,-4-2 1,1-2-1,-3-2 1,-5 0-1,2-4 2,-8-2 0,-2-2 1,-2-2 3,-10-1 3,-3 0-8,-5 2 3,-7-4-3,-4 1 4,-5 1-10,5-6-5,2-1-87,4 0-72,8-1-321</inkml:trace>
  <inkml:trace contextRef="#ctx0" brushRef="#br0" timeOffset="79789.7371">15153 15158 544,'11'-8'143,"-2"-1"-48,-7 1-28,0 2-32,-2 3-35,0 8 0,-2 7 1,2 5 18,-9 5-1,5 6 3,-5 0 3,4 2-9,5 0 3,0-1-2,2-6 1,10-1-4,1-4 5,2-6-3,13 0-3,-3-6-1,4-4 1,-6-4-7,4-4 3,0-2 0,-9-4 4,2-4 0,-6-3-3,-8-4-2,3-3-2,-11 0-5,-5 3 0,1 2-1,-8 4-5,-6 4 4,2 5-6,3 2-63,1 3-74,3 3-157</inkml:trace>
  <inkml:trace contextRef="#ctx0" brushRef="#br0" timeOffset="80269.7592">15567 15137 710,'0'-1'63,"0"-2"9,0 2-45,0 2-14,8 6 18,-4 4-5,7 8 0,0 6-1,5 6 9,-3 1-15,-4 1-4,0 1-3,-7-8 1,-2 1-2,-2-5-1,0-4-4,-5-2-1,3-6-2,0-4-2,3 1 1,-4-6 5,5-1 6,0-4 3,0-6-9,-4-4-2,2-7-5,0-5 2,-5-7-2,7-5 1,5 0 0,-1 0-1,0 0 0,4 3 1,0 5-1,1 2-1,4 5-1,1 2 2,2 1-3,10 4 2,-4 2 1,7 4 1,5 4-1,-5-1-1,0 6 0,-2 2-55,-5 4-53,0 1-97,-6 3-267</inkml:trace>
  <inkml:trace contextRef="#ctx0" brushRef="#br0" timeOffset="80509.9259">15625 15308 758,'6'0'51,"2"-6"-10,7 2-2,8-6-23,15 1-9,9 4-7,9-2 0,-2 2-2,0 1-23,-2 0-121,-14-3-375</inkml:trace>
  <inkml:trace contextRef="#ctx0" brushRef="#br0" timeOffset="80968.9511">13945 15091 602,'-16'-2'54,"2"4"6,-1 11 7,0 7-13,1 15 9,3 10-11,7 9-10,4 2-12,4 0-11,-2-4-10,9 1-5,-6-12-3,4 0 2,-7-10-3,0-2-9,0-9-43,3-6-60,-5-6-74,2-8-323</inkml:trace>
  <inkml:trace contextRef="#ctx0" brushRef="#br0" timeOffset="83337.7244">13818 15095 686,'15'-29'7,"16"6"18,19 0 42,10 4-32,27 3-12,22 2 1,15 0-5,17 4-5,11 0 9,8 0-13,10-1-4,2 6 4,1-2-5,8 2-2,-9 3 1,-15 0-1,-11-1-1,-17 2 3,-22-3-4,-13 0 2,-21 2 3,-15-2 0,-16-1-3,-8 5 3,-6 0-2,-3 0-2,0 3 2,-7-3-3,-1 2-1,-3 0 0,-3-2 1,-9 0-1,0 2-6,-2-2 2,-4 6 4,2 2 5,-9 8 0,-4 6 3,1 4 1,-2 8-4,3 4-4,-1 2 2,10 4 1,-3 0 4,3 1-4,2 3 6,-6 0 1,4 0 2,-10 2-4,4-4-4,-4-2-2,4-2-1,-2-7 0,1-7-1,0-6 1,6-4-1,1-9 0,-3 3 1,5-9-1,2-1-1,0-2 1,0 4-1,-2-4 0,-5 2 9,-2-1-8,-4 2 2,-11-1-3,-4 2 2,-5-2-1,-11 7 3,-12-2-4,-9 0-1,-11 0 1,-15 1 1,-22-2 1,-28-2 0,-19-2-2,-23-4 0,-3-2 0,3 0 7,19 4-5,12 4-2,20 0-1,21 2 1,13-2 0,16-1 0,6-3 0,14-3 2,4-3-2,6-2 0,15-1-2,3 0 2,16 1 0,7 2 0,8-10 0,3 12 0,0 1 0,8 2 0,-6-1 2,0-4-2,0 3 1,0-2-1,-2 3 1,2-3-1,-2 5 0,0 0 0,0 0-1,0 0 1,0 0-2,0 0-1,-2 3-1,2-3 0,-2 0 0,2 2 4,-4-2 2,2 2-1,-3 0 0,2-2 0,3 0 1,0 0-1,0 0 1,3 0 2,-3 0-3,0 0-1,0 0 1,0 0 1,0 0-2,5 0 1,-10-2 0,10 2-1,-5 0-1,0 2 1,0-2 0,0 0 0,0 0 0,-5 0 0,5 0 0,0 0 1,0 0 0,0 0 1,0 0 0,0 0-2,0 0 0,0-2 0,0 2-1,0 0 0,0 0 1,0 0 1,0 2-1,5-2 0,-5 0 0,0 0 0,0 0-1,0 0 1,-5 0 0,5 0-1,0 0 2,0 0-2,0 0 1,0 0 0,0 0 0,5 0 3,-5 0-3,0 0 0,-5 0-4,5 0 4,0 0-1,0-2 3,0 2-2,0 0 0,0 0-2,0 0 1,0 2 1,5-2-2,-5 0 0,0 0 1,0-2 1,0 2 1,0-2 1,-5 0-2,5-6-7,0 2 6,0-6-1,0 0 1,0-7-3,0 0 2,5-3 0,-5-5-3,2-3 1,-4 1-13,-3-3 14,0 1 0,-4 3 0,5 6 3,-2-1-2,-1 6 1,5-1 0,-1 2 1,3-4 0,0 2-1,0 0 1,0 0 0,3 2-1,-1 0 1,-2 3 0,0 3 0,2 2 0,3 3 0,-5 2 0,0 1 0,0 2-1,0 0 1,0-3 0,0 6 0,0-3 0,0 0 0,0-3 1,0 3-1,0 0 0,0-2 0,0-1 0,0-1 0,0 2 0,-5 1 0,10-2 1,-5-1-2,0 4 1,2-1 0,0-6 0,-2 3 0,2 0 0,-2 1 0,2-1-1,0 1-2,5-1 0,0 2 3,4-2 0,5 1-1,8-4 1,1 2 0,6-2 0,-1 1 0,2-1 0,-1 2 0,6 1 0,-4-1 0,7 0 0,-2 1 0,1 1 0,4-2 0,-1 1 0,8 0 0,-4 0 2,-1 1-2,1 2-4,2-1 4,-6 2-1,1 0 1,-5 0 0,5 0 1,7-2 0,-3 2-1,3-1 0,0-2-2,6 0 3,0 3-1,-7-1 0,4 1 0,1 0 0,-8 1 1,1-1-1,2 6 0,0-5 1,5 3-1,2-3 0,4 2 0,-2 1 0,9-2 0,-5 0 0,-4 2 1,-2-2-1,-12 1 0,-2-6 1,-9 3-1,2-2 1,-14 0 1,4-2-1,-11 2 2,-1 0 0,-9 0 1,3 2-1,-5-3 0,-2 3-1,3 0-2,-3 0-1,-3 0-1,1 0-5,2 0 2,-7 0-25,5 0-86,-7-1-119</inkml:trace>
  <inkml:trace contextRef="#ctx0" brushRef="#br0" timeOffset="87935.7607">18981 15290 414,'0'0'0,"0"0"-25,2 0-120</inkml:trace>
  <inkml:trace contextRef="#ctx0" brushRef="#br0" timeOffset="92891.8231">23620 15671 595,'0'-5'66,"3"2"3,0-1-21,-3 2-27,0 2-10,5 0-2,-5 0 4,0 0 8,0 0 5,0 0 4,-5 0-10,5 0-9,-3 0-2,0 2-4,-11-2 2,-3 0-3,-18 4 2,-9-2-2,-16-1 6,-11 2-8,-14-3 4,-6 2-4,-7 0-1,-10-2 4,-1 0-4,-12-2 3,6 0-1,1-1-2,9 3 3,17 3-1,14 1 1,10 0 0,23 5-4,10-6 0,13 1-1,7 1 0,7-5 0,4 2 1,2-2 4,1 0-3,7 0 6,4-2-7,5 2-29,12-5-58,7 3-79,7-3-267</inkml:trace>
  <inkml:trace contextRef="#ctx0" brushRef="#br0" timeOffset="93183.7917">22634 15529 530,'-17'-9'48,"-6"5"44,-6 0-25,-4 4-15,-8 4-13,-3 0-7,-3 9-3,-5-1 1,4 2-3,-2 2-2,7 2-4,9 0 0,5 4 3,6-1-2,9 2-8,11-2-5,9-2 0,15-1-2,7 0-4,15-1-3,15 0 0,11 0-89,9 0-80,8-5-302</inkml:trace>
  <inkml:trace contextRef="#ctx0" brushRef="#br0" timeOffset="94460.7147">23620 15163 496,'-3'-12'76,"-2"-2"9,3 1-34,2 1 14,-2 0-27,2 1-7,0 5 1,0 2-9,0 4-14,-2 3-7,0 4 12,-5 8 4,1 5 7,-4 6-5,4 8 3,-3 2-6,6 2-2,2 0-9,-1-6-1,4-3-4,-2-10 1,0-3-1,0-8 2,0-2 2,0-4 7,0-2-3,0 0 7,0-4 0,0-5-8,1-3-5,2-2 0,-1-13-3,-2 1 2,0-6-2,2-2 5,5-4-5,-2-4-3,10-1 3,0 2 0,6-2 0,8 8-1,0 3-6,0 13 4,4 7 1,-4 8 0,-2 6 0,-4 5-2,-13 5-1,-5 9 0,-10 7 5,-11 2 0,-6 4 1,-11-4 1,-5 2-1,-2-6 0,2-5 3,3-4-4,-3-2 0,18-5-3,-1 2 4,13-3-4,6 6 6,4 2-3,11 2 1,4-1 1,13 3 1,8 0-3,1 1 1,11-4-2,-7-1 1,3-6-19,-4-3-80,-4-1-40,-9-7-79</inkml:trace>
  <inkml:trace contextRef="#ctx0" brushRef="#br0" timeOffset="94709.8898">24004 15212 550,'-6'-8'79,"0"2"10,4 2-45,2 4-31,2 6 13,0 6 18,8 6-9,7 6-7,4 4 0,6 2-10,7-2-9,-5-2-5,-7-4-1,1-4-3,-10-6 0,-6-4-69,0-2-56,-6-4-153</inkml:trace>
  <inkml:trace contextRef="#ctx0" brushRef="#br0" timeOffset="94962.2207">24243 15186 482,'5'-14'98,"-5"4"-8,-7 3-33,1 3-20,-6 3 4,-3 5-10,-8 1-2,-1 6-1,-13 5-1,3 6-3,-8 0-11,-2 2-2,4 1-10,3-2 3,8 3-4,7-4 0,6 0-29,9-6-72,14-4-132</inkml:trace>
  <inkml:trace contextRef="#ctx0" brushRef="#br0" timeOffset="95310.6745">24596 15101 570,'10'-19'80,"-5"3"30,-1 5-45,2 5-28,-6 3-6,0 3-21,-8 5 8,1 5 25,-2 8-13,-4 8-4,5 5-7,-3 1-6,2 0-5,6-2-5,1-2-1,0-4-1,2-6-1,0-4-3,0-3-45,0-2-54,0-3-57,0-4-211</inkml:trace>
  <inkml:trace contextRef="#ctx0" brushRef="#br0" timeOffset="95578.0736">24471 15051 546,'0'-20'40,"9"4"40,8 6-25,10 4-11,12 4-2,-2 8-4,5 2-13,-1 6 10,-5 8-2,-12 6 1,-4 9-11,-6 6 4,-22 3-6,-9 3-9,-21-3-1,-22-5-7,-23-9 1,-23-6-5,-20-3-92,-19-5-313</inkml:trace>
  <inkml:trace contextRef="#ctx0" brushRef="#br0" timeOffset="110344.7375">19356 15526 666,'0'3'119,"-1"-2"-110,1 7-9,0 2 13,0 15-4,1 3-2,12 8 2,-2 2-2,-3-1-2,6-2-1,-5-3-1,-4-4-2,1-4 2,-4-4-3,0-2-7,0-1-94,1-4-195</inkml:trace>
  <inkml:trace contextRef="#ctx0" brushRef="#br0" timeOffset="111491.4079">19727 15488 281,'56'-8'109,"4"1"-73,7-2 35,-3 2-26,10-2-9,7 5-22,7 1-1,11 0-9,10 1 3,9 0-7,9-2 1,3 3 1,2-2 1,6-1-3,-14 4-1,-4 0 1,-15 0 0,-16 0 1,-10 0 2,-11-2 2,-14 0 10,-3 0 5,-6 1 3,-3-2-12,1 0 2,-3 3-9,-4 0 4,-1-1 0,-6 1 1,-13-2 12,-3 2 14,-11-2-11,0 2-12,-2 0 1,-2 0-8,2 0-1,0 2-3,0-4 0,0 4-1,0-2 0,-2 0 0,2 2-3,0-1 0,0 8 3,-9 2 4,5 6 1,-10 5 0,3 9 8,0 0-3,2 4 2,-2 1-2,2 0 3,2-2 2,5 0-3,-4-4-6,5 2 3,-1-4-6,0-2 1,0-2-2,-1-2-1,-3-3 0,2-6-1,4 0 0,0-5 4,0-3-1,0-3-1,0 3-1,0-5 0,0 0 4,0 2-4,0-2 2,4 0 0,-4 0-1,0-2-2,-4 2 0,3 0-7,-1 0 5,-9 0 2,-7 0 1,-9 2-1,-15 0-1,-16 3-8,-14-1-1,-14 1-20,-14-3 10,-15-2 7,-13 0 9,-13 0 4,-2-2 0,-9-3 3,-1 4-2,-4-7 0,4 6-1,8-2 3,7-1 0,11 3-2,18 1-1,3-1 0,18 2 2,11-2 0,13-3 5,13 5-2,0-1 4,8-3-2,6 2-1,-1 0 4,5-3-5,-2 1 1,5 0 3,12 3 2,2-3 1,3 1-7,10 3-2,-1 0 0,4 0 0,0 0 0,4 0-2,-1 0-1,10-4-18,5-1-61,15 0-76,19-5-381</inkml:trace>
  <inkml:trace contextRef="#ctx0" brushRef="#br0" timeOffset="112205.5972">21473 15504 418,'11'-5'236,"-5"0"-148,-1 1-15,2 2-59,-7 11-14,-7 1 7,7 3 11,-5 4 7,3 11 0,0 3-11,0 1-1,-5-1-4,7-3-2,-3-3-4,3-2 4,0 0-4,-1-6-3,1 1-80,-12-2-107</inkml:trace>
  <inkml:trace contextRef="#ctx0" brushRef="#br0" timeOffset="112604.7412">20648 15480 665,'9'-10'50,"-3"4"22,1 0-29,-2 2-34,-1 7-6,3 2 5,-5 9 8,1 7 13,3 8-4,-12 6 3,3 7-5,1 0-9,-9-4-3,4 0-4,0-6-5,3-4 0,-5-2 2,2-4-4,-3-3-39,0-5-70,-1-2-153</inkml:trace>
  <inkml:trace contextRef="#ctx0" brushRef="#br0" timeOffset="112910.8304">19898 15507 704,'5'1'52,"-5"3"-41,-5 4 40,2 10-9,-6 5-11,-1 9-4,2 2-10,-3 2-10,-5 1-3,3-4-4,-5-1 0,-7-2-32,-4-4-138</inkml:trace>
  <inkml:trace contextRef="#ctx0" brushRef="#br0" timeOffset="118040.3081">21658 14941 542,'-7'-5'87,"5"-4"15,0 5-50,2-3-14,0 4-5,0-3 16,0 3-12,0 3-2,0 0-8,0 0-18,0 0-9,-3 7 3,3 3-2,0 6 11,-2 4-6,-3 5 3,10 1-5,-3-1 0,1-1-3,-1 1 0,4-6 2,-3-3-3,-1-4-24,0-1-49,-2-6-29,0 0-35,0-4-65,-2 2-78</inkml:trace>
  <inkml:trace contextRef="#ctx0" brushRef="#br0" timeOffset="118375.6252">21579 15017 533,'-8'-12'60,"-1"0"45,5 1-50,4 0-23,2-1-11,9 3-5,5-2-8,5-1 1,8 6 5,5 0-4,-3 0 4,-2 6 1,-2 0-4,-5 4 0,-1 4-5,-8 7 3,-5 2-3,0 5-4,-8 4 1,-8-2 1,1 0 0,-7-4 3,-7-2-3,-4 0 1,-1-4-4,-5-1-2,6-4-4,7 0-42,7-4-25,4-2-42,7 1 14,7-3-106</inkml:trace>
  <inkml:trace contextRef="#ctx0" brushRef="#br0" timeOffset="118671.7237">22021 15013 266,'7'-5'314,"-12"5"-247,-1 3-12,-1 3-15,0 2-11,5 4 4,2 0 4,4 5 11,10-5-2,5-1-22,14 0-9,-5-6-1,4-5-2,-4-1 3,-6-6 1,-1-1 4,-6-6-9,-10-2 0,-3 0-10,-7-2-1,-10 1-7,-12 6-7,-15 5-59,-16 8-80,-18 8-272</inkml:trace>
  <inkml:trace contextRef="#ctx0" brushRef="#br0" timeOffset="119473.7937">20927 15013 592,'-9'-12'44,"3"4"44,-2 2-24,4 4-52,-4 5-3,3 8 3,0 5 2,-2 3 3,3 6-5,4 2-6,1-4-4,2 1-1,-1-6 2,3 1-3,-5-5-37,0-3-121,0-2-331</inkml:trace>
  <inkml:trace contextRef="#ctx0" brushRef="#br0" timeOffset="119749.737">20912 14991 537,'6'-15'34,"5"1"51,-5 5-27,6 3-28,1 2-14,-1 8 4,3 4-1,0 4 3,1 8-3,-3 4 1,-1 2-12,-8 0-1,-6 0 1,-2-2 0,-15-4-1,-3-2 3,-9-1-6,-6-5-4,5-2-8,-4 0-56,12-1-104,-1-2-239</inkml:trace>
  <inkml:trace contextRef="#ctx0" brushRef="#br0" timeOffset="119922.9123">21101 15119 670,'19'5'87,"-6"3"-67,-3 4 67,-8 2-45,-2 5-28,2 8-6,-2-1-3,-4 2-5,-7-2-4,-5-2-141</inkml:trace>
  <inkml:trace contextRef="#ctx0" brushRef="#br0" timeOffset="120793.1027">19226 15017 338,'-2'-2'103,"-3"-2"-59,5 4-5,0-3-13,0 3-12,0 0 17,5 0 32,-3 0-32,-2 0-26,2 0-5,0 3-24,5 1-42,-7 1-154</inkml:trace>
  <inkml:trace contextRef="#ctx0" brushRef="#br0" timeOffset="121123.1238">20269 15725 873,'-15'-10'22,"-1"-2"61,-2 0-52,0 7-25,2 2-6,1 7 0,-12 0-33,-2 5-127,-2 0-425</inkml:trace>
  <inkml:trace contextRef="#ctx0" brushRef="#br0" timeOffset="121292.2259">19496 15698 835,'-56'-11'7,"0"-3"6,9 0-1,0 4-12,12 6-194</inkml:trace>
  <inkml:trace contextRef="#ctx0" brushRef="#br0" timeOffset="121463.3398">18829 15659 862,'-49'-5'8,"-1"0"18,13-3 2,10-2-28,7 7-56,14 6-168</inkml:trace>
  <inkml:trace contextRef="#ctx0" brushRef="#br0" timeOffset="122023.6229">18551 16341 728,'-12'-12'43,"3"-1"42,2 2-20,-2 1-39,5 3 0,4 5-9,0 0-10,0 4 2,-2-2-7,2 7 4,-2-2 3,-3 6-1,3 3-2,0 4-5,0 2 6,-6 2-7,8 2 1,-2 0-1,-2-6-37,4 6-60,-2-8-49,-5 1-184</inkml:trace>
  <inkml:trace contextRef="#ctx0" brushRef="#br0" timeOffset="122313.6396">18450 16351 435,'-9'-26'242,"7"-1"-181,0-1 19,4 2-48,4 5-16,8 2-5,1 6 11,8 2 5,-6 8-1,6 5-7,33 35-2,-50-25 5,6 7 0,-6-1-5,0 0-3,8 15-3,-9 2 4,-7-5-5,-8-2 1,-5-1-6,-3-8 1,-9-1-6,2-2-11,6-4-60,1-5-39,7-2-23,1-5-312</inkml:trace>
  <inkml:trace contextRef="#ctx0" brushRef="#br0" timeOffset="122532.6716">18582 16383 539,'15'-20'126,"10"0"-16,-5 2-21,6 0-5,5 6-33,0 3-6,6 9-16,-4 7 6,3 7-1,-8 8-17,2 7-7,-10 3-3,-7 5-3,-4-2-1,-14 0-2,-3-3-1,-13 3-34,-1-6-87,-7-3-74,-7-1-238</inkml:trace>
  <inkml:trace contextRef="#ctx0" brushRef="#br0" timeOffset="122699.7692">18757 16513 672,'14'-24'98,"3"2"-26,8 0-13,4 0-22,9 3-23,6 2-11,-1 3-3,2 4-55,-16 2-74,-2-1-325</inkml:trace>
  <inkml:trace contextRef="#ctx0" brushRef="#br0" timeOffset="123205.906">19068 15565 659,'19'-10'42,"-5"2"-23,-14-1 8,-14 9-9,-15 9 0,-14 5 7,-8 4-9,-11 4 4,0 2-4,4 0-2,12-2 1,5 0-7,12-3-6,7 0-1,13-1 3,0 0-3,6 5 0,6 3-1,1 3 0,6 5 0,-6 0 2,5 7-2,-5-3 0,5-1 0,-7-2 1,3-3 0,2-2 7,-5-6 4,2-6 4,3-4 4,-3-5-3,-2-4 10,1 2-10,4-6 6,-5 1 4,10-4-8,5 2-9,10-6-8,4-4-2,13-1-96,10-6-137</inkml:trace>
  <inkml:trace contextRef="#ctx0" brushRef="#br0" timeOffset="175509.7035">18055 1407 305,'2'0'93,"3"-2"-1,0 0-25,-5 2-20,2-1 4,-2-1-1,0 2-3,0 0-14,0 0-2,0 0-2,0 0-2,0 0-3,0 0-2,-2-2 2,2 2-4,2 0-2,-2 0-1,0 0 1,0 0-2,0 0-1,0 0 2,0 0 3,0 0-2,0 0 3,-2 0-5,2 0-12,0 0-3,-2 0 0,-1 2-2,-2-2-1,3 0-5,0 0 7,-7 0 10,1 0-7,-13 2 0,-1-1-3,-7 1 1,-7 5 1,5-3-2,2 3 1,0 1-1,4 2-3,6 0-1,5-1 3,1-2-2,3 0 0,6-4 0,2 1-5,2 0 3,2 0 3,-2 1 2,2-2 3,6 2 0,-6 1-1,2 0 0,7 0-1,-2 0 4,1 0-4,4 1-1,2 0 3,5 2-2,-4-2 3,5 0-3,-6 0-1,2 1 0,-2 0 1,1 1-1,4 0-1,-6 1 0,-9-3-1,4 2-3,-6-1 0,-2 0 0,-2-1-1,0-2 1,0 2 5,-4-5 1,0 1 13,-8-1 3,-2 2-7,-1-1-7,-2 4 2,-8-3 3,-4 2-7,0-2 0,0 2-1,-2-1 0,2-2 0,4-1-18,3-2-45,11 0-43,2-3-120</inkml:trace>
  <inkml:trace contextRef="#ctx0" brushRef="#br0" timeOffset="176305.6873">18209 1485 332,'2'-4'406,"0"0"-324,6-1-6,-8 0-12,1 1-23,-1 3-14,-1 1-3,-4 0-14,5 1-7,-3-1-3,1 2-8,2 0 8,-2 3 3,2 3 7,-2 1-7,-4 8 5,5-2-1,1 7-2,-2 1 0,0-1 4,2 3-7,-2-4-1,0-1 4,2-3-4,-5-3-1,3-1 1,2-1 1,0-3-1,0-4 1,0 0 3,0-3-4,0 0 2,0-2 3,0-2 7,0 0 14,0 2 1,0-5-8,-4-2-16,3-4-1,-1-1 2,-3-6 1,3-2 0,2-2 0,2-4-2,5-4-2,5 0-2,-4 2-5,5 0 2,3 1 3,7 6-4,-4 3-10,6 6 2,-7 5-1,-3 5-6,-5 2 0,-4 7-10,-6 0 12,0 5 7,-6 3 10,4 2 0,-6 0 0,4 2-5,4 0 4,4-2-5,6 3 4,3 1 2,3 1 0,-3-2 0,-7-2-1,3-2-9,-9 0 4,0-4-8,-9-2 14,1 0 27,-13-2-7,2-2-15,-8-3-2,-3-1 0,2-4-3,-1-3-6,0-1-30,6-4-47,8-1-68,6-1-161</inkml:trace>
  <inkml:trace contextRef="#ctx0" brushRef="#br0" timeOffset="177176.3589">18623 1431 273,'-1'-5'376,"-4"0"-285,3 1-3,2 1-39,0 1-15,2-1 2,-2 1-11,5 2-8,-5 0-2,1 0 3,-1 0-7,-1 0-2,1 0-9,-5 2 0,5-2-1,0 0-3,0 0 3,0 3-1,0-3 2,0-3 1,0 3 5,0 0-4,0 0 5,0 3 4,0-6-3,0 3 5,0 0-5,0 0-5,0 3 1,5-3-3,-5 0 1,0 0 1,1 0-5,-1 0 4,0 0-2,0 0 3,0 0 3,0 0 0,0 0-4,0 0 7,0 0-5,-1 0-2,1 0-2,0 0 0,0 0-1,0 0 0,0 0-9,0 2 2,-5 1 8,3 7 1,0 4 2,0 5-2,-1 5-1,-4 0 1,3 2 3,4-3 3,2 0-6,7-2 2,5-2-2,1-5 9,1-2-5,11-2-1,0-4-3,2-4 9,2-2-9,-4-2 6,2-6-2,-8 0 8,4-4-7,-7 0 5,2-2 10,-9-2-3,0-2-5,-4-4-6,-5-2 5,-2-2-4,-9 1-3,4 4-5,-8 0 0,2 5 0,0 4 1,2 3-1,-2 0-13,0 5-32,4 2-41,-2 2-58,7 2-68,0 2-227</inkml:trace>
  <inkml:trace contextRef="#ctx0" brushRef="#br0" timeOffset="177798.5122">19154 1438 626,'0'-7'152,"0"3"-72,0 0-8,0 0-34,0 4-15,0 0-11,0 0-4,0 2-8,0 0-5,0-2 0,0 7 5,-2-2 1,0 6 9,-5 5-5,5 3 3,-2 6 0,-3 3-7,3 0 4,-4 0-2,5 0 0,2-4 1,-1-2-2,2-4 0,2-6 1,-1-4 1,-1-4 11,0-2 1,3-2 6,-3 0-4,0-2 1,0 2 11,0-4-6,0-2-18,0-5-4,-3-3 7,3-7-6,-1 1 1,1-2 3,0-2-7,4 2 4,1-1 0,0 0-3,4-1 0,-3-1 0,5 4-1,0-2 1,-2 3-5,5 6 1,-3 2-3,2 4 2,1 2-2,30-1-8,-32 7 0,-6 2-20,3-1-31,-5 1-23,10 6-33,-3 4-57,-11 2-227</inkml:trace>
  <inkml:trace contextRef="#ctx0" brushRef="#br0" timeOffset="177979.2266">19154 1601 491,'0'3'281,"1"-3"-228,9-3-22,-1-2-26,7 1-5,6 0 0,5 0-47,6 1-126,8 0-304</inkml:trace>
  <inkml:trace contextRef="#ctx0" brushRef="#br0" timeOffset="182810.0833">5046 7386 157,'11'-5'58,"3"-2"-58,55-18-2,-54 23-26,3-5-30</inkml:trace>
  <inkml:trace contextRef="#ctx0" brushRef="#br0" timeOffset="193062.0403">5398 7506 149,'-80'-27'185,"20"3"-103,3 1-47,15-3-6,5-1-6,3 2-20,5 2-3,2-1-12,4 2-24,2 0-30,3 4-23</inkml:trace>
  <inkml:trace contextRef="#ctx0" brushRef="#br0" timeOffset="239669.9409">8834 13750 264,'-1'-3'42,"-1"2"-11,-5-1 32,3-2-9,-5 2-29,3-1 8,-4 0-4,6 1 5,-5 0-12,7-2 1,2 1-3,-2 3-2,2 0-8,-3-3 4,3 3 1,0 0-3,-2 0-5,2 0-2,0 3 0,0-6-3,0 3-2,2 0 0,3 3 11,10-3-1,8 5-4,8-1-3,13-2-2,14-1-1,16-1-5,17 0-66,12-3-117</inkml:trace>
  <inkml:trace contextRef="#ctx0" brushRef="#br0" timeOffset="241920.5199">19197 13858 601,'13'-2'4,"-4"-3"0,2-4 7,4 4-2,8 2-4,-1-1 2,7 4 4,5-2 3,-3 2-6,0-3 2,9 3 0,-7 0-1,12 0-5,5-3 1,7 3-1,13 0 1,7 0-5,12 3 0,5 0 2,9 3 0,6-3-2,-4 2 1,9 1-1,11-3 2,-5 2-1,9 2-1,7-4 0,-6 3 1,-8-2-1,3 0 0,-7-1 0,-5 6 1,-5-3 0,-15-2-1,-10 3-1,-12-4 1,-9-1 0,-8-2 1,0 0 5,-10-2 7,-1-1 2,-3 0 0,-5 1-3,-4-2-6,-4 2 2,-3-1-5,-6 3 1,-2-3-2,-7 3-1,-3-2 1,-1 0 0,-10 2-2,1-2-99,-7-1-300</inkml:trace>
  <inkml:trace contextRef="#ctx0" brushRef="#br0" timeOffset="242387.4925">3785 15446 457,'-63'-10'0,"-4"0"-273</inkml:trace>
  <inkml:trace contextRef="#ctx0" brushRef="#br0" timeOffset="244155.0997">1363 14671 307,'32'1'12,"8"3"6,6 0 13,6 2 15,4 2-9,10 1-11,11-1-5,8-1-4,15 1-6,4 0 3,8-2 1,6 1 2,1-3-4,9 2-2,6-2-6,4-3 3,3-1-2,5-1-2,2-2 1,0 2-4,0-4-1,4 4 2,-9-1-1,-3 0 3,-4-3 0,-11 3 0,-12 4 0,-10-2-2,-14 2 1,-13 3 2,-16-3 5,-11-1-5,-9 1 12,-11 1-9,-6-3-1,-3 0 4,-5-3-6,-2 3 5,3-2-1,0-1-3,8 1 1,2-3-2,4 2-3,-1-2 1,3 1 0,-2 0-2,-5-2 0,-5 6-1,-2 0 1,-11-2 2,2 2-2,-8 2 2,-1-2 7,0 0 4,0 0 3,0 0-10,0 0-1,0 0-3,-1 0-3,1 2 1,0-2-1,0 0 0,0 0-1,0 0 0,0 0 1,0 0 0,0 0 0,0 0 0,0 0 0,0 0 0,0 3 0,0-3 1,-5 0-1,5 0 0,0 0-1,0 0 1,0-3 0,0 3-1,0 0 2,5 0-1,-5 0 0,0 0 1,0 0 0,-5 0-1,5 3 0,0-3 1,0 0 0,0 0-1,0 0 1,0-3-1,0 6 0,0-3 1,0 0 0,0 0 0,5 1-1,-5-2 1,0 1 1,0 0-2,-5 0 1,5-3 2,0 3-1,0 0 1,0 0 3,0 3-3,0-3 1,0 0 0,0 0-1,0 0 0,0-3 0,0 3-2,0 0 0,0 0 0,0 0 2,0 0-1,0 0 1,0 3 0,-4-3 3,4 0-3,0 0 4,0 1-2,-1-1-1,1 0 1,0 0-4,0 3 1,0-3 0,0 0-1,0 0 0,0 0 1,-2 0-2,2 0 2,0 0 0,0 0-1,-2 0 0,2 0 0,0 0 0,0 0 0,0 0-1,-2 0 1,2 0-1,0 0 0,0 0 2,0 1-2,0-1 0,0 0-1,0 0 1,0 0-1,-5 0 1,5 0 0,0 0 0,0 0 0,-2 0 1,0 4-1,0-1 2,-5-1-2,7-2 1,-2 1-1,0-1 0,-1 0 1,3 0-1,0 0 0,0 0 0,0 0 1,0 0-1,0 0 1,0 0-1,0 0 0,-2 2-2,-5-2 1,3 0-3,-7 2-33,-5 1-36,3 1-103,-3-1-172</inkml:trace>
  <inkml:trace contextRef="#ctx0" brushRef="#br0" timeOffset="251451.6931">12137 15793 462,'2'-3'73,"0"-3"-23,1 3-3,-3-3-11,0 4-9,0-1-10,0 3-3,0-3 5,0 3 1,0 0 0,0-2-7,0 2-5,0 0-2,0 0-5,-5 0 0,-6 2 1,0 1-1,-5-3-1,1 5 0,-10-1 3,3 0-3,-7 0 0,-2 0 2,-5 2-1,-6-1 1,-7 0 0,-7 4 1,-9-4 3,-9 2-3,-10-2 1,-5 5 4,-12-2-4,-10 0-1,-9 5-2,-9-6 2,-11 1-2,6 0-1,-5 1 1,8-5 5,6 0 4,-3-3 4,8-1 8,4-1 3,5-2-16,6 0-4,9 1-1,7-3 0,5 0-2,3 1 2,12 0-1,11-3-2,13 2 0,5 5 1,9-5-2,2 1 0,2 2 0,3 2 0,-3 0 1,1-1-1,1 1 0,-2 0-1,9 0 2,-1 0 0,0 0 1,3 0-2,10 0 1,-3 0-1,7-3 2,0 3-1,2 3-1,0-6 4,2 3-4,-2 0 1,-2 0 0,2 0 0,-2 0 0,2-4 0,0 4-1,0 0 1,0 0 2,0 0-3,0 0 2,0 0-2,0-2 2,0 4-2,0-2 0,0 0-2,0 0 1,2 0 1,-2 0-9,2 0-41,6 0-13,11 0-32,12-2-92</inkml:trace>
  <inkml:trace contextRef="#ctx0" brushRef="#br0" timeOffset="258689.5583">8903 15363 284,'-7'-3'185,"0"-3"-138,-2 0-9,-2 0-12,4 1-16,3-2 13,-3 2-14,5 3-2,0-3-1,2 1 5,-2 2 7,2-2-6,0 1-7,-5 0 9,5 1-4,-2 0-4,2 2-2,0-2 2,0 2 1,0-2-2,0 2 2,0-3 1,0 3-2,0 0 1,0 0 1,0 0-1,0 0-2,0 0-1,0 0-2,0 0-2,0 0 3,0 0-2,0 0 0,0 0 0,0 0 2,-4 0-2,4 0 0,0 0-1,0 0 0,0 3-2,0-3-1,0 2-2,0-2 5,4 2 0,-4 2 0,0-4 0,0 6 0,0-2 1,0 0-1,0 0 0,0 1 1,0 2-1,-4 3 0,4-1 0,0 0 0,0 3 1,0-1-1,0-2 0,-1-1-1,1 4 2,-2 2-1,0 1 1,-3 5-1,5 6 0,-2 2 0,2 4 0,2 4 1,-2 0-1,10 70 1,-10-93 0,-1 0 0,2-1-1,-1-2 2,0 10 0,0-6 0,0-5 2,0 0-2,4-6-1,-4-2 2,0 1 0,0-4 0,0 2 1,0 0-1,0-1 0,0-2-3,7-3-2,-3-4-34,-2-2-74,7-2-186</inkml:trace>
  <inkml:trace contextRef="#ctx0" brushRef="#br0" timeOffset="259963.6889">8961 15240 324,'6'-2'35,"5"0"-12,3-1 5,-1 2 7,5-1 2,-1 0-9,10 0-6,0 0 7,9-1-2,0 2 3,8-3-12,10 1-6,-2 2 4,7 1-5,1-3-3,8 3 0,-3 3-3,7-2 1,-1-1 3,3 5-1,2-2 0,0 0 5,-4 1-4,3 0-3,3 0 1,0 0-4,0 0 2,2 2-1,-7-2-1,6 0-2,-4 0 0,-3 1 0,-1 0 1,10-1-1,-4-1-2,-3 2 3,-1-5-2,-2 6 1,-1-5-2,0 2 2,3 1 3,-2 0 2,2-1-5,-3 3-1,-3-3 4,-9 1-3,-2-2 3,-6-2-1,4 3 0,0-3-1,-10 0 1,-3 0-2,-8-3-1,-4 3 2,0-2 0,-5 2-1,-2 0 1,3-2-1,-2 2 0,-5 0 1,-1 0-2,-4 0-1,1 0 1,-5 0 0,-3 0 0,-2 0 1,4-2 0,-4 0-1,7 2 1,-2-1-1,-3-5 1,-1 3-1,-1 3 1,-1 0 3,-1-2 1,-2 2-1,-2 2 0,2-2-1,0 0 0,0 0-1,0 0 1,0 0 1,0 0-2,0 0 0,0 0-1,0 0-1,0 0 0,0 0-3,-3 0 2,3 0-2,-4 0 3,2 6 0,-1-2 1,3 2 0,-3 1-1,-7 5 0,6 2 0,-5 7 2,3 2-2,-4 4 1,-1 1 1,5 2-2,-2 1 4,4-4-3,4 4 0,-2-7 1,-2-2-2,-1-3 2,3-2-1,2-5 0,0 0 2,0-7-3,0 2 2,0-5 1,0-2 0,0 0 1,0 0 2,0 0-1,0 0 1,0 0-2,0 0-3,0 0-1,-2 2-9,-8 5 5,-7 0-131,-12 9-251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6:32:52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9531 15041 521,'0'0'87,"0"0"-29,0 0-3,0 0-30,0 0-8,117-40 9,-98 27-10,-1 1 7,0 1 9,0-4-14,-3 2-5,3-1-3,2-2-6,0-4 3,-5 2-6,3-5-1,1 2 16,-9 1 22,2 3-8,-12 8-19,1 5-2,-1 4 11,0 0 0,0 0-12,0 0-8,-4 4-6,-15 15 6,-4 6 2,-2 3 15,8 0 7,1 0-6,3 2-4,7 0 7,0 2-18,6-6 5,0 0-1,0-4-2,0-6 2,9-5-5,3-6 0,4-1 15,1-4-11,3 0 10,12-4-5,-3-14-7,0-6 5,0-2-9,-8-3 0,2 0 4,-7 0-4,-3-5 0,-7 2 1,4 3 0,-6 3 1,-2 12-2,3 6 0,-5 6-1,0 2 1,0 0-1,0 0-4,0 10-9,0 12 14,0 4-1,0 3 1,0 0 17,0-3-11,0-6 3,0 1 3,0-4-6,0-2 1,4-4-7,0-1 1,8-2 5,-1 0-6,7-2-2,4-3-95,2-3-88,3 0-106</inkml:trace>
  <inkml:trace contextRef="#ctx0" brushRef="#br0" timeOffset="456.1594">10490 14839 260,'0'0'236,"0"0"-98,0 0-31,0 0-35,0 0-11,0 0 6,1-88-12,-1 79-10,-6 6-16,0-2 3,-4 5-21,-5 0-3,-10 8-4,5 12-1,-4 2 14,8 1 8,1-4-6,10 4 8,5-3-24,0 3 3,0-2 1,0 2-2,14-4 8,5-1-6,-3 0-6,7-4 15,-6-4-12,-1-2 2,-1-6 4,-1-2-2,1 0 7,1 0-2,-1 0-10,-2 0 10,-4 0-13,-4 0 0,0 0 3,-5 0-2,2 0 0,-2 0-1,3 0-19,-1 0-72,0 6-153,-2-4-343</inkml:trace>
  <inkml:trace contextRef="#ctx0" brushRef="#br0" timeOffset="6920.2829">11756 15631 356,'0'0'143,"0"0"-84,0 0 10,0 0-19,0 0-30,0 0-20,0 0 3,-12 0 4,12 0 9,0 0 28,0 0 24,0 0-22,0 0-7,0 0-8,0 0-16,0 0-3,0 0-12,0 0 2,0 0-3,0 0 2,0 0-2,0 0 0,14 0 1,9-4-1,-2 2 1,3 0 0,4-2 1,-1 2 2,2 0-3,2 0 2,0 2-1,0 0 2,5 0-3,-1 0 0,6 0 0,1 0 3,-1 0-3,3-2 0,-2-1 2,3 2-2,-1-1 0,12-2 0,0-1 4,4 4-3,5-3 4,-3 0-1,0-4-4,1 4 12,-3-2-4,-2 2-1,0 0 6,2 2-12,3 0 8,-5 0-5,-2-1-2,-6 1 6,2 0-8,-5-1 0,-3 1 6,3-3-3,0 4-2,-11-2 0,4 2 0,-9 1 4,-1-3-5,7 3 0,-4-1 2,9 1 2,-1 0-4,-8 0 0,-6 0 2,-5 0-2,-13 0 0,0 0 0,-7 0 0,-2 0 2,0 0-2,2 0 0,5 0 1,-3 0 2,6 0-3,-4-3 0,-2 1 5,3 2-2,-5 0-3,2-4 3,2 4-3,-4 0 9,-2 0-9,0 0 4,0-1 15,0-2-10,0 2 6,0-3-9,0 1-5,0-3 6,0 3-7,0-4 0,0 2 3,-2-2-1,-4 3-2,4 1 3,2 0-3,-2-1 3,2 2-3,0 0 0,0 1 2,0 1-1,0 0-1,0 0 0,0 0-6,0 0 1,0 0-15,0 12 20,0 3-2,2 4 2,10-2 0,-8-3 0,2 0 2,-1-1-2,-3-8 0,0 0 0,4-5 0,-6 0 3,0 0-3,0 0 6,0 0 0,0 0 6,0 0-7,0 0 3,0 0 7,-8-6-14,-5-6-1,-3-2 0,1 1 1,-1-1-1,3 0 0,7 2 0,-4-2 2,1 2 0,5 2-2,2 2 3,0 3-2,0 0 6,-3 3-6,5 2-1,0-2 8,0 2-6,0 0-2,0-2 3,0 2-2,9-1 1,6 1-2,3 0 0,5 0 3,-2 0 0,8 5-3,0 2 3,0 0-3,3-2 6,-12-1-6,5-3 0,-10-1 6,-3 3-3,-6-3-2,-3 0 3,-3 0-4,6 0 2,-6 0-2,0 0 0,0 1-2,0 5 2,0 2 0,0 3 0,-9 1 2,-8 0 2,3-3-4,-12 4 0,6-3 2,-3-3 0,-4 4-2,7-3 5,-5 0 0,8 2 7,-4-4-11,13-3 1,-4 2 11,10-3-11,0-2-2,2 2 2,0-2-1,0 0 4,0 0-5,0 0 0,0 0 7,0 0-5,0 0 0,0 0 2,0 0-4,0 0 8,0 0-8,0 0 0,0 0 3,0 0-2,0 0-1,0 0 5,0 0-4,0-2 1,0 0-2,4-3 0,-4 4 0,3-1 0,-1 0 0,-2-1 1,0 2 0,5-2 1,-5 2-2,0 1 0,0-4-1,0 4 1,0 0 0,0 0-1,2 0 4,-2 0-4,0 0 1,0 0-7,0-4-18,0-5-108,0-5-236</inkml:trace>
  <inkml:trace contextRef="#ctx0" brushRef="#br0" timeOffset="25024.6908">21506 13851 445,'0'0'18,"0"0"-16,0 0 35,0 0-28,0 0-2,0 0 26,0 0-3,0 0 4,-6 25 10,-6-13-10,3-2 17,3-2-35,4-2-7,2-4 8,-6-2-16,6 0 10,0 0 9,0 0 7,0 0 20,0 0-4,0 0-16,0-10-15,-6-2-11,1-2-1,-3 0 0,4 1 3,-5 2 6,6 3 2,-6 4-4,7 4 25,0 0-16,-1 0-10,-7 4-6,-2 27-3,-1 8 2,7 7 1,3-2 0,3-2 14,0-7-14,0-8 5,7-6-1,2-9-1,-7-7 4,0-2-7,0-3 0,-2 0 16,2 0-3,3 0 40,-3-17-31,-2-2-18,3-6-3,-3-3-1,0-2 0,0-1-1,0-1 1,0 1 0,-3 7 0,1 7 1,-3 6-4,3 5 3,2 4 0,0 2-5,0 0 5,0 0-9,14 0 5,24 0 4,6 0-2,5 10 2,3 4 0,-4 0-7,-5 2 8,-8-4-1,-5-1 0,-15-8 1,-3 1-2,-10-4 1,-2 0 0,0 0 10,0 0-4,0 0 6,0 0 1,-9 0-13,-13 0 8,-19 0-8,-3 0 0,-10 7 5,-2 5-3,8 3-2,-8 5 0,6 3 1,13 0-9,1 8 7,18 3-136,7 0-40,7-4-124</inkml:trace>
  <inkml:trace contextRef="#ctx0" brushRef="#br0" timeOffset="27747.5438">21560 15173 635,'0'0'57,"0"0"-4,0 0 38,0 0-68,0 0-13,0 0 2,-16-60-12,16 42 9,0-6 0,4-4-8,-2-7 5,-2-8-6,0-11 3,0-8 1,-6-7-4,-17 7 0,4 8-1,-6 10 4,2 8-3,-1 4 0,0 6 0,4 2-3,-9 2 3,4 1 0,-4 8-2,2-1 2,8 2 0,-2 0 0,15 1 0,-1 2 0,5 0 0,2 4 0,0-4-1,0-1 3,0 0-2,0-2 0,7-2 0,1-4-2,3-2 2,1-3 0,1 0-1,-1 0 2,-2 4-1,1 3 0,-2 7 1,-2 2-2,0 3 1,-5 1-1,-2 3-1,0 0-3,0 0 1,0 0-2,0 0 6,0 0-3,0 0 3,0 0 0,0 0-2,0 0 5,0 0-1,0 0-1,0 0 1,0 0 6,0 0-8,0 0-1,0 0-1,0 0 3,0 0-2,0 0 1,0 0-3,0 0-3,0 0-13,0 0 2,0 0 6,0 0 3,0 0 8,0 0 0,0 0 0,0 0 1,0 0-1,0 0 0,0 0-1,0 0 3,0 0-2,0 0 0,0 0 0,0 0 2,0 0-2,0 0 0,0 0 0,0 0 1,0 0-1,0 0 0,0 0 0,0 0 8,0 0-6,0 0-1,0 0 10,0 0-8,0 0 5,0 0-4,0 0-2,0 0 8,0 0-10,0 0 0,0 0 1,0 0 1,0 0-1,0 0-1,0 0 3,0 0 0,0 0-3,0 0 0,0 0-2,0 0 3,0 0-1,0 0 0,0 0 1,0 0-1,0 0 0,0 0 0,0 0-1,0 0 2,0 0-1,0 0 0,0 0 2,0 0-2,0 0 0,0 0 0,0 0 1,0 0 0,0 0-1,0 0 0,0 0 3,0 0-1,0 0-2,0 0 0,0 0 0,0 0 1,0 0-1,0 0 0,0 0 1,0 0-1,0 0 0,0 0 0,0 0-2,0 0 4,0 0-2,0 0 0,0 0 1,0 0-2,0 0 1,0 0 0,0 0-2,0 0 2,0 0 0,0 0 0,0 0 0,0 0-3,0 0 3,0 0 0,0 0-2,0 0 4,0 0-2,0 0 0,0 0 2,0 0-4,0 0 2,0 0 0,0 0-2,0 0 4,0 0-2,0 0 0,0 0 1,0 0-1,0 0 0,0 0 0,0 0 0,0 0 1,0 0-1,0 0 0,0 0 1,0 0-2,0 0 1,0 0 0,0 0-1,0 0 2,0 0-1,0 0 0,0 0 1,0 0-1,0 0 0,0 0 0,0 0-2,0 0 3,0 0-1,0 0 0,0 0 1,0 0-2,0 0 1,0 0 0,0 0-1,0 0 2,0 0-1,0 0 0,0 0 1,0 0-7,0 0 5,-7 0-60,-2 7-80,-6-7-177</inkml:trace>
  <inkml:trace contextRef="#ctx0" brushRef="#br0" timeOffset="32292.9429">22503 15700 453,'0'0'55,"0"0"-15,0 0 46,0 0-30,0 0-30,0 0-6,0 0-1,0-20 6,0 17-17,0 3 0,0 0 16,2 0-15,0-4 8,-2 2 1,1-3-7,-1 2 3,0-1-11,3 4 3,-3-2 14,0 2-13,0 0 5,0 0-3,0 0-7,0 0-2,0 2-9,0 14 9,0 7 7,0-4-5,0 9 0,0 0 2,0-4-4,0 2 2,0-1-2,0-1 0,0-5-3,0 3 6,0 1-3,0-5 2,0-1-1,0 0 10,0-11-4,-3 2-4,3-8 9,0 0-11,0 0 2,0 0 7,0 0 5,0 0 10,0 0-12,0 0-7,0 0 7,0 0-12,0 0-1,0 0 4,0 0-4,0 0 6,0 0-6,0 0 1,0 0-3,-5 0 2,-2 0-58,-1 0-80,8-16-160</inkml:trace>
  <inkml:trace contextRef="#ctx0" brushRef="#br0" timeOffset="48348.1488">14881 16218 561,'0'0'28,"0"0"-27,0 0 8,0 0 63,0 0-33,0 0-9,0 0-14,-116-34 17,109 22 8,-4 5-17,2-8 1,3 5 4,4-4-11,0-2 9,2-2-11,0 1-15,4-6 7,21 5-8,4 4 0,4 4 0,0 0 1,5 4-3,-5 6 2,-7 0 0,-2 0-6,-11 0 4,-10 16-1,-3 6 0,0 4 3,0 8 1,-14 5-1,-13 0 0,-2 3 2,2-2-2,9 1 0,5-7 0,4-5 1,9 0 0,0-10-1,0-2 0,20-5 4,-2-6-4,9-4 0,0-2 6,0 0-3,1-14 7,-4-9-4,-1-3-2,-7-1 12,-12-4-9,-4-1 16,0 2 5,-8 2-13,-19 6 1,-5 10-16,-4 7 3,3 5-6,-7 0 3,2 13-4,9 9-5,11 1-51,14 2-44,4-6-76,0-10-395</inkml:trace>
  <inkml:trace contextRef="#ctx0" brushRef="#br0" timeOffset="49212.7631">15280 16032 110,'0'0'688,"0"0"-688,0 0 0,0 0 20,0 0-16,0 0-4,0 0 5,0 88-4,7-58 9,-4 11 3,-3-6-2,5 5 17,1-4-8,-6-4 1,0-3-7,0-11-8,0-9 7,0 0-6,0-7-4,0-2 8,0 0-10,0 0 6,0-4 37,0-20-6,0-10-32,0-3-6,0 0 0,4 2-1,0 3 1,7 6 0,5 10-2,1 2 3,6 5-2,-3 2-2,2 3 1,-6 4-3,-3 0 1,3 4-2,-14 15 5,0 8 1,-2 1 1,0 0-1,-4-4 0,-16-6 3,-3 0-3,8-6 0,-1-3-1,3-3 3,9-6 1,-1 0-2,5 0-1,0 0 8,0 0-8,0 0-3,0 0-1,0-6 1,9-1 0,5 0 3,10-4 0,-2-3-2,9-4 2,-2-4 0,6 0 0,-1-4 3,2 0 2,-2-2-5,-6 0 1,-3 1 0,-7-5 1,-14 7-2,-4 3 3,0 9 2,0 3 2,-4 9-4,-5 1 2,0 0-1,-4 1-4,-1 22-2,-1 0 2,4 8 3,1-4 7,10 2 1,0-5-9,0-4 15,0-2-16,10-4 2,1-3-3,-3-2 2,4-5-2,-1-2 0,-2-2-38,-4 0-34,-2 0-119,-3-12-134</inkml:trace>
  <inkml:trace contextRef="#ctx0" brushRef="#br0" timeOffset="49348.8591">15579 15920 630,'0'0'2,"0"0"3,0 0-5,0 0-5,0 0-48,0 0-285</inkml:trace>
  <inkml:trace contextRef="#ctx0" brushRef="#br0" timeOffset="49753.1467">15864 15891 855,'0'0'11,"0"0"-7,0 0 39,0 0-6,-4 129-10,10-97-27,8 3 0,-5-12 1,-6 5-1,0-6-3,-3-10-26,0 2-40,0-6 0,-8-6-53,-11-2-11,4 0-68,6-2 79,0-10 122,5-2 85,4 0 28,0-4-28,0 1-2,13-10 1,7 5-15,8 0-7,4-4-34,2 2 5,-1-3-23,-4 8 14,0 3-9,-2 2-5,-11 5 8,-10 4-16,-6 3 0,0 2-2,0 0-1,-11 0-51,-13 2-115,-7 3-265</inkml:trace>
  <inkml:trace contextRef="#ctx0" brushRef="#br0" timeOffset="50098.3918">15530 15909 763,'0'0'6,"0"0"4,0 0 31,0 0-36,0 0-1,0 0-4,37-5-2,-27 10-22,1-2-102,-9-3-274</inkml:trace>
  <inkml:trace contextRef="#ctx0" brushRef="#br0" timeOffset="51266.2226">15289 15957 424,'0'0'15,"0"0"11,0 0 62,0 0-24,0 0-7,0 0-29,0-48 4,0 45 3,0-2 5,0 3-24,0-2-10,0 4 24,0-1-16,-2 1 3,-5-3-4,3 3-6,2 0 3,0-1-10,-4 1 0,6 0 7,-2 0-7,2 0 0,0 0 2,0 0 0,-2 0-4,2 4 6,-4 14-4,-4 6 21,7 2-16,1 2 8,0-1-4,0 0-5,0-5 11,0-1-11,0-4-4,0-2 20,0-6-20,0-4 3,0-5 10,0 0-8,0 0 12,0 0-14,1 0-1,-1 0 17,0 0-19,0 0 1,0 0 1,0 0 2,0 0-8,0 0-16,0 0-101,0 0-73,0 0-363</inkml:trace>
  <inkml:trace contextRef="#ctx0" brushRef="#br0" timeOffset="52227.9049">15320 16120 298,'0'0'52,"0"0"-39,0 0 37,0 0-8,0 0-32,0 0-10,0 0 0,2-10 7,-2 10 1,0 0 23,0 0 5,0 0 4,0 0-4,0 0-18,0 0 10,0 0-10,0 0-5,0 12 14,0-1-15,0-2 3,0 5 4,0 0-15,2 2-3,-2 1-1,0 0-2,0-2-74,0-8-171</inkml:trace>
  <inkml:trace contextRef="#ctx0" brushRef="#br0" timeOffset="59091.3613">15945 15230 36,'0'0'0,"0"0"-20</inkml:trace>
  <inkml:trace contextRef="#ctx0" brushRef="#br0" timeOffset="71344.5924">21760 13994 277,'0'0'29,"0"0"-5,0 0 33,0 0-18,0 0 0,0 0 5,0 0-18,-25-41-3,23 34 1,-2 2-19,2 0-4,-5 1 0,2 1 0,-4 0 4,5-1-4,-5 0 4,3-2 22,-3 3-17,4-4 10,-6 3 3,7 4-12,4-2 14,-3 2-10,-5 0-14,-2 2 10,0 16-8,-4 5 30,1 0 0,4 2-20,3-4 20,0 0-24,6-5-6,0-6 23,0-4-26,0-5 2,0-1 6,0 0-3,0 0 26,-2 0 9,-1-7-27,0-10-4,-6 0-9,2-5 0,-4 2 1,4-2 3,3-1-7,0 5 3,4 2 0,0 8-4,0 2 4,0 6 0,0 0-1,0 0-12,26 0 10,10 0 2,17 10 1,5 0 1,0 0-1,4-2 0,-6-2 4,-4-2-1,-10-4 0,-11 0-3,-11 0 0,-11 0 8,-9 0-5,0 0 17,0 0 23,0 0-32,-15 5-2,-14 0-9,-7 4 0,-7 0 8,-3 4-8,-2-4 6,-2 1 12,12-2-11,2-2 10,16-1-12,4-3-1,5-1 1,4 1-5,3 1 0,4-2-6,0 3 0,0 0 6,0 3-43,2-1-68,10-4-63,-1-2-151</inkml:trace>
  <inkml:trace contextRef="#ctx0" brushRef="#br0" timeOffset="74134.9417">21591 13957 362,'0'0'0,"0"0"3,0 0 73,0 0-30,0 0-6,152-7 8,-102 5 0,8-2-1,7 1-5,11-2-16,13 1 22,17 1-13,11 3-11,7 0 19,-5 0-23,-7 0 5,-19 0-8,-12 0-16,-17 0 27,-15 0-22,-18 0-6,-11 0 25,-11 0-20,-5 0 5,-4 0 8,0 0-11,0 0 19,0 0-26,0 0 4,0 0 9,0 0-12,0 0-1,0 0 0,0 0 6,0 0-7,0 0 1,0 0 0,0 1-3,-2 1 4,-4-2-1,-3 2 0,3 0 3,-2 1-5,4-1 2,2-2 0,-5 0-2,5 0 2,0 3 0,2-3 0,0 0 4,0 0-7,0 2 3,0-2 0,0 0-3,0 0 3,0 0 0,0 0 0,0 0 4,0 0-5,0 0 1,0 0 0,0 0-2,0 2 2,0-2 0,0 0 0,0 0 4,0 0-6,0 0 2,0 0 0,0 0-2,0 0 3,0 0-1,0 0 0,0 0 3,0 0-4,0 0 1,0 0 0,0 0-1,0 0 1,0 0 0,0 0 0,0 0 4,0 0-6,0 0 2,0 0 0,0 0-2,0 0 2,0 0 0,0 0 0,0 0 2,0 0-3,0 0 1,0 0 0,0 0-2,0 0 2,0 0 0,0 0 0,0 0 3,0 0-3,0 0 0,0 0 0,0 0-1,0 0 1,0 0 0,0 0 0,0 0 3,0 0-2,0 0-1,0 0 0,0 0 2,0 0 0,0 0-2,0 0 0,0 0 6,0 0-6,0 0 0,0 0 0,0 0-1,0 0 1,0 0 0,0 0 0,0 0 4,0 0-6,0 0 2,0 0 0,0 0-2,0 0 2,0 0 0,0 0 0,0 0 3,0 0-5,0 0 2,0 0 0,0 0-5,0 0 5,0 0 0,0 0 0,0 0 5,0 0-6,0 0 1,0 0 0,0 0 0,0 0 0,0 0 0,0 0-4,0 2 10,0-2-7,0 0 1,0 0 0,0 0-5,0 0 5,0 0 0,0 0 0,0 0 6,0 0-8,-2 0 2,2 0 0,0 3-2,0-1 2,0-2 0,-5 2 0,5-1 3,-2-1-4,0 2 1,2-2 0,0 0-2,0 0 4,0 0-2,0 0 2,0 0-1,0 0 12,0 0-8,0 0 9,0 0 15,0 0-23,0 0 7,0 0 0,0 0-9,0 0 10,0 0-14,0 0 0,0 0 4,0 0-4,0 0 0,0 0 0,0 0 3,0 0-5,0 0 2,0 0 0,0 0-8,0 0 8,0 0-1,0 0 0,0 0 2,-3 0-7,1 2 6,0 3 0,-5-4-2,3 3 3,4 3-1,-7-4 0,5 2 3,0-2-3,-3-1 0,5-2 0,0 0-3,0 2 3,0-2 0,-2 0 0,2 0 3,0 0-3,0 0 0,0 0 0,0 0 7,0 0-4,0 0-3,0 0 7,0 0-6,0 0 9,0 0-5,0 0-5,0 0 18,0 0-14,0 0-4,0 0 5,0 0-3,0 0 0,0 0-2,0 0 0,0 0 1,0 0-1,0 0 0,0 0 2,0 0 1,0 0-2,0 0-1,0 0 0,0 0 0,0 0 0,0 0 0,0 0-3,0 0 8,0 0-6,0 0 1,0 0 0,0 0-3,0 0 3,0 0 0,0 0-4,0 0-5,-5 0-5,-1 0-50,-3 0-48,0 0-1,-2 0-89,9 0-289</inkml:trace>
  <inkml:trace contextRef="#ctx0" brushRef="#br0" timeOffset="95781.0286">20390 15545 86,'0'0'201,"0"0"-171,0 0-21,0 0 40,0 0-16,0 0-24,0 0-6,0 0 10,0 0-12,-103-7 0,76 7-1,-4 0-90,0 0-149</inkml:trace>
  <inkml:trace contextRef="#ctx0" brushRef="#br0" timeOffset="96692.168">20117 15524 282,'0'0'57,"0"0"-50,0 0-2,0 0 53,0 0 18,0 0-29,9-12-11,-9 12 11,0-1 0,0-2-27,0 2-8,-2-2-7,-11 1 14,-3-1-19,-6 3 9,4 0 4,-9 0-7,0-2 20,-4 2-14,-7-3-9,-6 3 16,-10 0-19,-4 0 3,-6-2 7,6 0-5,-5-1 1,12 0 2,2 3-1,9-4 19,0 4-23,4 0-3,3 0 7,4 0-5,4 0 1,2 0-3,-3 0 2,1 0-6,-1 0 4,6 0 0,-5 0-1,8 0 6,5 0-5,6 0 0,1 0 2,3 0 6,2 0-8,0 0 0,-2 0-1,0 0 2,-6 4-1,2 0 0,-3-2 1,5-2-2,2 2 1,2-2 0,0 0-1,0 2 1,0 1-1,0 7 1,-3 3 0,3 5 4,0 13-3,0 1 5,0 0 11,0 1-12,5-4 3,8-3 0,-9-6-7,6-3 19,-6-2-20,3-4 5,-5-2 4,0 0-2,-2-4 3,0 1 2,0 2-9,0-1 27,0 2-22,0-1 2,0-2 0,0-2-8,0-4 8,0 0-6,0 0-3,0 0 14,0 0-15,0 0 1,0 0 11,0 0-10,0 0-4,11-14-91,7-11-228</inkml:trace>
  <inkml:trace contextRef="#ctx0" brushRef="#br0" timeOffset="111452.9761">18753 15741 582,'0'0'0,"0"0"0,0 0 4,0 0 18,0 0 9,0 0-25,0 0-3,0 0 48,-11-16 7,11 16-20,0 0-4,-6 0-15,-15 0-5,-6 8-6,-8 8-6,-17 2 14,-7-1-11,-2 3-1,-8-3 6,-4-5-10,1 3 2,-1-8 0,-8 5-1,6-5 5,-6-2-6,4-3 0,3-2 3,3 0 0,1 0-3,13-4 8,1-10-1,11 1 12,5-4-15,11 3-3,-1-1 15,15 1-16,0-1 4,-1 3 0,1 0-2,-6-1 0,2 2-2,-6-1 0,0 2 2,5 3-2,3-2 0,3 6 0,3 0 2,9 0-1,2 3-1,0 0 0,0 0-1,0 0 2,0 0-1,-2 0 0,-5 0 1,0 0-1,-4 0 0,-5 0 0,3-3 0,-5 3 0,-4-2 0,4 0 0,3 0 4,-3 0-3,5 2 0,-1-3-1,2 2 6,-1-1-2,-2-2-4,1 4 4,-1-2-3,3-1 7,6 3-8,-3 0 1,7 0 6,-5 0-7,3 0 0,0-3 6,3 3-6,-8-2 1,7 2-1,-7-2 0,2 0 0,-6 2 0,-2-3 0,-3 2 1,-8-3 0,2 4-2,7-4 1,-2 2 0,7-1 1,0 2-1,10-1 0,0 2-2,2-2 4,0 2-1,0 0-1,0 0 0,0 0-3,0 0 3,0 0 0,0-4-2,0 4 6,0-6-5,0 0 1,14-5 0,-4 2 0,-1-1 0,1-1 0,-6 4 0,-4 0 0,0 2 2,0-4-2,0 5 0,0-1 2,0 0-2,0 1 0,0 4 1,0 0-1,0 0 0,0-1-1,0-2 1,0 2-2,0 1 2,0 0 0,0 0 1,0 0-1,0 0-1,0 0 1,1 0 0,-1 0-1,0 0 1,0 0-5,0 0 4,8 0-2,-4 0 2,10 0 1,0 0 0,5 5-3,-2 8 3,4-3 0,-3-1-1,-1 0 3,-3-1-2,-3-4 0,-9-2 1,-1 0-1,5-2 0,-6 0 0,0 0 5,0 0 0,0 0-1,0 0-4,0-4 0,-18-3 6,-11 6-6,-6 1 0,-6 0 1,1 0-1,7 0 0,3 0-1,2 0 5,10 0-8,0 1 4,7 3 0,2 1-2,0 3 2,5-3-2,0 3 0,4 4 2,0-1-6,0-2 6,0 0-2,0 3-2,17-2 7,1-3-3,11 0 0,7 0 1,1 2-4,3 2 3,1 1-1,-1 1-2,-9 0 4,-6-2-1,-8-2 0,-6-6 1,-8-1-1,-1-2 0,-2 0 0,0 0 5,0 0-5,2 0 14,5 0 16,-3-10-18,6-8-4,-4-5-8,3 0 0,-5-3 3,0 0-2,2 4 4,-4 3-1,-1 2 0,-1 7 11,3-4-13,-1 4 1,0 2 9,3 1-10,-3 3 7,-2 4 1,0 0-9,0 0 12,0 0-13,0 0 0,0 0-3,0 0 3,0 0 0,0 0-1,0 0-3,0 0-3,0 12 5,0 5-92,2 1-43,10-7-59,-1 0-295</inkml:trace>
  <inkml:trace contextRef="#ctx0" brushRef="#br0" timeOffset="121128.89">22545 15607 606,'0'0'3,"0"0"-1,0 0 0,0 0 58,0 0-10,0 0-36,0 0-10,-9-34 5,9 34-2,0 0 5,0 0-12,0 0 0,-2 0 22,0 0-5,2-3 4,-8 2-8,4-3-8,0-2 3,-1-1-1,1 0-6,2 0 17,0-1-17,2 4 6,0-2 2,0 2-7,0 3 6,0-3-8,0 1 1,0 3 7,0 0-7,0 0 0,0 0-1,0 0-1,0 0-1,-2 4-1,-3 14 3,5 2-2,0 3 2,0-3 0,0 0 0,-3-2 2,1-2-3,-1-4 1,-5 2 0,2-1 4,-3 1-4,4-2 4,-4 1 3,5-3-6,2-1 8,2-6-9,-2-1 0,2-2 1,0 2 1,0-2-2,0 2 0,0 3 3,0 0-7,0-3-20,17-2-153,11 0-492</inkml:trace>
  <inkml:trace contextRef="#ctx0" brushRef="#br0" timeOffset="146632.968">12095 4483 628,'0'0'3,"0"0"-6,0 0 7,0 0-8,0 0 4,0 0 0,0 0-5,6-30 5,19 28 0,6 0 0,10 2 4,18 0-6,15 0 2,20 0 0,12 0-1,10 0 4,5 4-3,-14 4 0,-9-3 1,-18-4-2,-6-1 1,-12 0 0,5 0-7,-7 0-30,11-1-161</inkml:trace>
  <inkml:trace contextRef="#ctx0" brushRef="#br0" timeOffset="152400.6061">17694 5867 442,'0'0'3,"0"0"0,0 0-4,0 0 1,0 0-2,0 0-4,0 0 0,-27 12-87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41:26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13268 13912 695,'-10'-12'49,"8"0"20,-5 0-30,5 4-16,2 3 10,0 0-20,0 3-9,2 0-4,3 2 0,-3 2 0,0 5 1,-2 6 9,4 9 0,2 9 8,-2 7-1,-2-1-5,0 2-1,0-6-4,2-1-1,-1-7-1,-1-4-3,-4-4 3,2-8-5,0-2 1,-3-3 2,3-4 2,0 0 2,0 0 4,0-6 0,0-4-7,-4-6 0,2-6-3,0-7-1,-2-3 2,-4-1-1,6-2-1,0 3 0,2 0 1,0 4 0,0 2-1,2 2 0,0 6 1,4 7 2,-4-1-3,0 9 0,0 1-6,0 4 0,7 4 6,2 6 1,5 4 0,2 6 0,-1 6 1,4 5 2,-2-4 2,-3 0-1,-3-4-4,1 0 1,1-8 1,-5-5-2,-4-1 0,1-5 1,-5-3-1,0-3 4,-2 0 2,0 0 16,1-5-10,9-7-8,-3 2-2,4-7-2,3-2 1,-3-6 0,-4 1 0,8-2-2,-4 0 0,4 0 1,-1 3-1,2 3 0,-1 3 0,6 3 0,-4 4 0,0 4 0,-1 2 0,0 4 1,-3 2-1,1 9 3,-1 1 1,-1 11 5,-1 7 8,-3 4 2,0 2-3,-4 3-5,-4-4-4,0 0-1,0-3-3,0-6-2,-2-4 0,0-5-1,2 0 0,0-5-3,0-2-49,0-3-57,4-4-46,0-6-153</inkml:trace>
  <inkml:trace contextRef="#ctx0" brushRef="#br0" timeOffset="450.9484">14145 13860 553,'-2'-14'116,"-6"2"-18,5 0-17,-8 4-25,5 2-17,5 6-21,-8 0-7,3 6 5,-8 5 6,-1 4-5,-6 3 3,4 7-4,0 1 1,5 6-2,0-2-2,12 0-5,12-5 0,3 1 2,8-3-2,8-5-1,2-6-1,5-2-3,-7-8 4,8-4-2,-8-5 1,-4-5-1,-8-5 6,-1-3-2,-5-6-2,-6-6-1,-9-2-4,-8-1 0,-2 3-2,-6 4-1,-7 7 1,0 7-5,4 5 2,-4 6-6,0 3-82,5 7-49,9 3-99</inkml:trace>
  <inkml:trace contextRef="#ctx0" brushRef="#br0" timeOffset="982.0247">14479 13883 490,'6'-7'189,"-2"-3"-102,11-22-24,-15 30-10,3 0-7,4 0-10,-4 2-18,2-3-9,6 6-1,3 1 9,-1 8 0,7 4-1,5 7 5,-3 6-4,0 0-6,3 5 0,-5-3-4,0 0-1,-6-6 1,-4-3-5,-1-5-2,1-5 6,-6-6-1,-2 0 2,5-6 8,-3 0 9,-2-5-1,8-2-11,-4-5 0,7-2-5,-1-7-3,1-2 2,-5-5-2,2-3 1,-1-3-4,-3 0 1,5-2 1,-8 2-1,6 0 1,-5 6-1,-2 2-1,4 3 0,-3 9-2,-1 2 1,-2 4 0,0 7-22,0 1-72,-2 4-48,-1 4-125</inkml:trace>
  <inkml:trace contextRef="#ctx0" brushRef="#br0" timeOffset="2236.9485">16051 13689 593,'12'-12'14,"-12"1"69,2-1-19,0 4-10,-2 3-29,0 4-8,-2 1 4,0 1-8,0 5 8,-10 9 7,-4 3 1,-6 10-6,0 6-4,-3 3-9,1 4 0,2-3-6,-1 0 0,6-5 0,3-7-3,-1-5 4,10-8-4,-4-3 0,9-7 4,0-4 4,14-10-3,-1-3-5,7-9 3,4-8-2,7-8-2,1-4 1,2-4 1,-11 0-1,9-3-1,-8 0 1,1 1-1,1 6 3,0 2 10,-7 11 7,1 9 3,-1 6-10,-12 9-11,3 10-2,4 13 3,-8 9-1,3 8 5,7 10-2,-3 5-4,1-1 1,-3-2 0,2-1-2,-4-8 2,2-3-2,-7-5-2,3-5-7,-4-4-67,-3-6-62,1-4-59,-1-6-230</inkml:trace>
  <inkml:trace contextRef="#ctx0" brushRef="#br0" timeOffset="2469.434">15991 13774 711,'-11'-4'78,"7"0"3,-3-3-28,4 4-31,10 1-18,2-2-2,14 0-1,4-2 2,10 1-2,12 2-1,-2-1-1,7 2-20,-4 0-151</inkml:trace>
  <inkml:trace contextRef="#ctx0" brushRef="#br0" timeOffset="2754.8336">16881 13754 733,'15'-7'30,"-1"2"10,-1-2 8,-2 2-16,-2 8-15,9 8 12,-2 4-9,-3 8-5,1 3-5,-11 0-9,0 3 3,-7-4 1,-8-1-5,-1 0-3,-2-3-122,3-2-139</inkml:trace>
  <inkml:trace contextRef="#ctx0" brushRef="#br0" timeOffset="3309.1621">17866 13467 594,'-9'-8'29,"3"2"41,-8 3 3,-1-2-42,-1 7-17,-7 1 2,4 4-5,-5 5 0,5 2 0,-2 4 1,6 3-8,9-2 6,-3 1-2,9 1-1,2 1 0,5 0 0,-1-1-4,8 2 7,-3 1-4,4-4-1,-1-2 3,1-3-2,-3 0 0,-1-5 1,-7-3-4,5 0 0,-9-3 2,3-4 0,-11 1 1,4 1 4,-9 1-8,-3-1 1,-1 0-1,-8 0-1,4-2-1,2 3-13,7-6-102,8-1-138</inkml:trace>
  <inkml:trace contextRef="#ctx0" brushRef="#br0" timeOffset="3967.9342">18209 13551 524,'2'-8'67,"-4"-1"15,2 2-14,0 2-24,2-2-16,-2 5-16,0-3 5,0 2 4,2 1-3,-2 0 7,0 2 1,0 0-7,3 0-13,-6 0-2,3 4-3,0 2-1,0 5 3,0 1-1,-2 3 4,2 2-3,-2-1 2,2-2-3,0-1 0,2 4 4,0-2-2,6 6 4,-4 3-2,7-2 2,-6 0-3,8 0 1,0-7-2,1-3 4,-1-3 5,3-6-1,1-3 2,1-1-2,5-7-3,-4-2-2,4-4-1,2-4-2,-6-4 3,6-2-1,-5-4 3,-3 0 1,2-5-6,-12 1 3,4-2 2,-7 3-3,-4-1-2,0 6 0,-4 1-4,-4 4 1,4 4-1,0 7 1,-5 2-3,7 4-4,-1 4-22,-4 4-62,1 2-50,4 2-83</inkml:trace>
  <inkml:trace contextRef="#ctx0" brushRef="#br0" timeOffset="5159.7386">17962 13522 338,'-7'-2'157,"5"-1"-90,0 1-4,0 2-14,4 0-23,-2 0-12,0 0-1,0 5 26,0 2 1,-2 5-6,-3 6-7,0 7-5,3-2-3,2 8-2,-7-4-4,3-1-3,2 1-9,0-5 4,0-1-4,-3-1 1,3-8-2,-1 2 0,1-5 3,2-3-3,-2-1 2,4-5 0,-2 0 4,0 0 3,0 0 12,2-5-10,3 1-10,2-4 7,-5 0-3,0-4-2,2 0-1,1-2-2,-3-4 2,0 0 1,3-4-1,2-2 1,-5-5-2,2 2 2,5-4 0,-5 6-2,10-2 3,-1 8-4,5 0 0,5 5-3,6 4 2,-5 4 0,0 6 0,-1 3-4,-10 6 4,-6 7 1,-9 5 0,-5 4 1,-6 3-1,-10 1 0,4-2 0,-6-3-1,9-4 1,7-1 0,5-5-1,13 2 2,7-2-2,0 0 2,4-2-2,4 3 1,-9-6 0,-2-1-1,-10-2 1,-6 0 3,-9 0 0,-4-2 0,-13 0-3,-10-1 1,4 2-2,-6-1 1,13 2-2,1-2-119,11-2-157</inkml:trace>
  <inkml:trace contextRef="#ctx0" brushRef="#br0" timeOffset="5932.0792">18829 13423 628,'-6'-12'77,"-4"2"20,6 4-45,2 2-39,-3 5-9,3 6 5,2 3 12,-2 6 8,2 6 2,2 4-5,0 6-6,5 6-7,-5 1-2,2 1-1,-2-3-5,5-2 3,-7-8-6,0-2 1,5 15-2,-5-40 1,0-2-2,0 2 4,0 0 4,0 0 14,0-5 24,2 0-36,3-7-3,-3-4-4,0-4-1,0-8 0,0 0 2,-2-4-4,2-2 3,6-4-3,-6-1 2,6 1-2,-1-1 1,5 7-1,-1 5 1,2 5-2,-2 4 1,2 8-1,3 2 0,4 1 0,-2 6 0,7 1 0,-11 1-2,5 6-8,-6 1-50,-1 4-46,-12 6-64,-12 3-267</inkml:trace>
  <inkml:trace contextRef="#ctx0" brushRef="#br0" timeOffset="6120.1243">18686 13673 605,'7'0'97,"9"-1"-3,11-3-48,6-2-20,13-1-16,8 3-4,1 0-4,4 0-1,-11 2-1,0 2-22,-15-1-146</inkml:trace>
  <inkml:trace contextRef="#ctx0" brushRef="#br0" timeOffset="9091.3859">18864 13481 444,'-6'-8'70,"2"0"-2,1 2-17,-2 0-2,3 0-4,2 4-9,0-2-10,0 2-7,2 0 1,-2 0 8,0 2-3,0-2 0,-2 2-7,2 0-6,0 0-7,0 0 2,0 0-7,0 0 0,0 2 0,0 2 0,-2 2 2,0 2 1,0 6-1,0 4 1,-3 5 0,3 3 0,2 4 2,2 2-1,5-1 3,-5 0-4,4-3 1,2-5 0,-4-2-4,-2-4 3,2-2 0,-8-3 0,4-4-2,-2-2 3,0-3-3,2 2 0,0-1 2,0-4 1,2 2 0,-2-4 4,0 2 5,0-2 7,0 0 0,0 2-9,0-3-5,2 3-2,-2 0-1,0-2-3,4-1 0,-1 1 1,-1-5 0,-2 2-1,2-2 1,0 2 0,3-1 1,-5-3-2,0 2 1,-5-1-1,5-3 0,-2-1 0,0-1 0,2-3 1,0-2-1,-5-1 0,5 2 1,-6-2-1,4 1 0,0 2 0,-1 2 0,-6 4 1,7 0-1,-7 2 1,5 0-2,1 2 1,-4-3 0,3 0 1,2-1-1,0 0 1,0 0-1,2 0 1,0 4-1,0 3 0,-5 0 0,5 3 0,0 0 1,0 0-1,0 0 0,0 0 0,0 0 2,0-2-2,0 2 0,5-2-2,-10 2 1,5 0-2,0 0 0,0 2 0,0-2-1,0 0 3,0 2 1,0-2-1,0 0 0,0 0 0,0 0 2,0 0-2,5 0 2,-5 0-1,0 0 0,-5 0 0,5 0 0,-2 0 0,2 0 0,0 0 0,0 0-1,0 0 1,0 3 0,0-3 0,0 0 0,0 0 0,0 0 1,0 0-1,0 0 1,0 0-1,0 0 0,0 0-1,0 0 2,0 0 1,0 0-2,0 0 0,0 0 4,0 0-2,2-3 0,3 1-1,-3-2-1,0 0-1,4-3 1,4 0 1,3 2-1,-2-2 0,2 0-1,1 0 1,2 1 0,1 2 0,-1 0-2,4 2 2,-3 2 0,-2 0 1,-7 0-2,1 0 2,-7 0-1,0 0 0,0 0 0,-2 0-1,6 2 2,-6-2-1,0-2 0,-6 4 0,6-4 0,0 2 0,0 0 0,0 0 0,0 0 0,-2 0 0,-2 2-1,-3-1 1,1 2-3,-8-3-68,3 2-52,-2 0-89</inkml:trace>
  <inkml:trace contextRef="#ctx0" brushRef="#br0" timeOffset="12428.7117">22081 10135 242,'-2'-3'163,"-2"2"-84,2-3 11,2 4-47,0 0-20,0 0 4,0 0 4,0 1-3,0-1 3,-2 0 3,4 3-11,-2-2 2,-2-1-3,-4-1-9,4-2-7,-2 2-1,-3-2-4,1 1 3,-10 0-2,3-1-2,-5 1 0,-7 0 2,3 2 0,0 0 0,1 0-2,-1 2 4,9 0 0,-2-2 0,1 0 1,1 1-1,3 1 6,3 0-3,-5 3-1,-2-1 0,-1 0-2,-8-3 2,1 3-2,-5 0-1,5-1 0,2-1 1,4-1-3,3 1 1,2 0 0,4-2 0,-4 2-1,0 2 0,-1-2-1,4 0 0,-3 2 0,-1-1 1,8 1-1,-7-3 0,9-1 1,0 2-2,2-2 3,0 0-2,0 3 0,0-3 0,-2 0 2,2 0 1,-6 0-2,12 0 2,-6 0-1,2 0 0,-2 0 1,0 0-3,0 0 0,0-3 0,0 1-47,0-3-331</inkml:trace>
  <inkml:trace contextRef="#ctx0" brushRef="#br0" timeOffset="21861.766">20798 11584 371,'4'0'230,"5"-2"-213,-5-2 58,2-2-18,2 2-26,3 0-8,-7 0 1,10 4-11,-3-2 6,4 2-9,1 0-2,4 0-1,4 2 0,7 2 1,10 0 0,7 3-5,10 0 7,7 1-7,7 0 0,1-2 1,8-2-1,-6 1 2,8-3-2,-10-2 0,1 0 1,-5 0-4,-5-1 5,-1 0-4,-3-2 1,4-1 3,4-1 1,157-10-4,-185 13 0,-6 0 5,4-2-6,-7 1 5,33-4-6,-1-1 3,-12-2 2,-2 0-5,-11-4 5,0-1 1,0-2 1,-5-1-4,7-2-1,-2 1 0,2 0-2,0-1 1,-1 0 1,-8 2-2,0 0 0,-4-3 4,-6 1-4,0-2 1,-6-4-2,-1-1 2,1-2-1,1-3 0,1 0 4,4-4-4,-3 3-3,-3 1 3,0 1-1,-3 1 0,-6-1-1,2 1 2,-8 0-1,-8 1 0,2 4-1,-3 4 2,1-4 0,-4 3 0,-1 2-1,1 0-1,-1-2 1,-1 3 0,-1-1 1,-3-1-2,1 0 1,-8 2 0,2 3 0,-2 1 1,4 3-1,-7 2 0,2 1 1,-3 0 2,0-1-2,-2 2 0,-2-2 0,2 2 0,-5 0 0,3 0-2,2 0 2,-8 2 0,5 0 2,-1 2-1,2-1-1,-3 2 0,3 1 0,2 0 0,-6 0 0,1 2 0,1-3 0,-2 3 0,1-2 0,1 2 0,-3 0 1,6 2-1,1 1-1,-3-1 1,3 0 0,-1 0 0,4 1 0,-1-3 0,4 3 0,4-3 0,-4 0 0,0-3 0,3 0 0,-5 1 3,5-2-6,0 1 3,6 3 0,-4 0 0,2 0 3,3 3-3,-2-1 0,3 0-1,0 0 2,1-2-2,-1 3 2,3-3-2,-3 3 1,6-3-2,-4 2 4,3-2-1,3 0-1,-5 0-1,2 2-2,0-2 3,-2 0 0,2 0 0,2 2 0,-2-2 0,3 0 2,-1 0-2,3 0 0,1 0 0,3 0 0,-7 0 0,5 0 0,0 0 0,0 0-3,0 2 3,-5-2 2,3 2-2,2-2-2,-8 2 2,7 0 0,2-2 0,-1 3 0,-5-3 1,5 1-1,-2 1 1,-6 2-3,4-2 1,-3 1-55,3 0-112,-4 1-132</inkml:trace>
  <inkml:trace contextRef="#ctx0" brushRef="#br0" timeOffset="83580.8598">18258 12835 580,'-2'-3'53,"0"-1"-5,2-1-17,-2 3-17,2 2 11,-2-2 15,2 1 0,-6-1-9,6-3-7,-3 1-6,3 1 5,-1-2-9,-1-1 10,0-3-9,0 2-3,-7-3-5,6 1 1,-6-2-3,3 2-5,-7-3 6,-1 1-3,-1-1 0,-9 0 0,8 1 3,-2-1 2,-8-1-5,-2 0-2,-1-2 3,-5 1 0,-3-3 4,-3 4-3,4-4 2,-4 6-6,2-3 8,3-1-3,-6 4 4,1-3-6,-4 2-2,-1-1 2,-11 1-4,0 1 1,-2 2 0,1-1 3,-2 2-2,2 4-2,-1 0 2,0 2 3,2 2-2,0 2 2,-2 1-1,-1 2 4,3-1 1,-2 2-3,2 2 4,4 3-9,8-2 5,9 2-3,0 3 6,4 0-5,4-1 6,6 1-2,-6 4-1,9 0 0,-7 0-1,8 1 0,-4 0 0,6 0 0,-1-1-3,1-2 0,2 0-1,6-2 0,-2 0-2,-3 0 2,8-4 0,2-2-2,-5-1 1,5-4 0,2-1-1,-2 0-2,2 0 2,0 1 2,0-3-2,0-3 0,0 3 0,0 0 2,0 0-1,0 0-1,0 0 0,0 0 1,0 3-1,0-6 0,0 3 1,0 0-1,2 3-1,-2-6-3,0 3 3,0 0-1,0 0 2,0 3 0,-2-3 0,2 3 2,0-1 0,-2 2-1,-1 1 0,3-2 0,-7 1 1,5-2-1,0 2 0,2-4-1,-4 4 1,-3 2-1,5 1 0,-2-2 1,-4 1-1,6 1-1,0-4 1,2 1 1,0-1-1,-2-3 1,2 1-1,-2 2 0,-4-3 0,6 1-3,-3 2 3,3 1-1,-2-3 2,2 2 2,0 3-3,0-5 0,0 1 0,0 0 0,0 1 0,-2 1 1,-3-1-1,0 6 0,3-1 0,0 0 1,-3-3-1,3 2 0,0-3 0,0-2 0,2-2 0,0 0-2,0 0 0,0 0 0,0-2 1,0 0-5,2 2-21,0 0-4,0-2-17,-2-2-5,7-3-20,-5-1 4,0-1-21,8-1 3,-5 1-17,5 2 47,2-4 27,-8 3 16,5 0 5,-7-2-6,-2 3 9,-2-6 6,-5 4 1,5-3 3,-8 3 15,4-1 0,4 3 5,-7-2 8,5 3 14,-3 1-5,2-2-5,1 2-10,-5 5 1,7-5-2,-7 5-7,4-2 7,3 2 1,2 0-10,0 0 1,0 0-4,2 0-8,0 0-1,8 0 29,3 2-8,7-2-11,7 2-9,6 1 4,5-3-5,0 0 0,-5 0-2,0 0 1,2-3 0,-14 3-1,0 0 1,-13 0-3,2 0-7,-8 3 4,-4 0 3,-6 6 18,1 2-3,-7 3-6,-9 7 1,3 2-2,-9 2 4,-2 1-7,2 2 0,0-2-2,3 1-1,1 0 0,5-1-1,-1-4 4,6-7-4,1-1 1,8-5-1,-1-6 0,5 0 0,0-3 1,2 0 4,0-3-1,0 3 6,0-3 10,0-3-17,-2-6 0,0-2-4,-6-9 1,6-3 2,-3-4 0,-3 1 2,6-4-1,-7 1 1,4 3-2,1 0 0,-3 3 1,5 6-3,-1 3 0,2 6 1,1 5-2,0 2 0,-2-1-4,-4 5-1,6 0 0,0 3-35,0 1 0,-1 4-41,-1 3-20,4 10-40,7 7-142</inkml:trace>
  <inkml:trace contextRef="#ctx0" brushRef="#br0" timeOffset="91920.4351">22179 13939 315,'-8'2'17,"-4"3"0,3-1 5,3 3-8,-7-2-10,-1 4 1,-9 0-5,2 1 0,-8 1-1,-10 1-8,-1 1 3,-9 2-2,-8 1 6,-15-2 2,-13-1 1,-13-1 0,-4-1 5,-12-5 23,-2 1 10,-3-2 9,-3-1-6,3 0-5,-2-3-19,14 4-12,-5-2-1,10 2-4,4-3 4,-172 3-5,226-8 0,5 1 0,2 0 1,-7-3-2,-39 0 1,4-3 0,6-2-1,3-1 1,12-1 6,8 0-1,5 1 4,-2 0-3,4 4-6,6 0 0,-5 2 1,-1 0 2,3 0 9,7-2-6,3 3 21,6 3-17,6-2 0,5 3-9,0 0 2,3 0-4,2 3 2,-6-2-1,-6 2 1,-1-2 9,5 2 0,-9-3 4,6 0 0,0 0 0,5-3 0,7 3-6,6 0-5,1-1 0,0 1-3,0 0 1,0 0-1,0 0 1,-8 0-2,4 0 2,2 0 1,-7 0-2,5 0 0,-3-3 0,5 3-2,0 0-33,2-1-24,0 1-66,-2 0-209</inkml:trace>
  <inkml:trace contextRef="#ctx0" brushRef="#br0" timeOffset="93451.0447">18883 13957 465,'0'0'93,"-5"0"-82,-2 5 57,-4 4 2,-3 4-37,-1 5-2,-1 5-4,3-1-9,7-7-2,-2-1-4,6-3-4,2-5 4,0-3-9,0-3 9,2 0 9,4 0 6,-4-7-15,9-3-6,-5-3-2,5-6 0,3-3-3,-1-1-1,-4 0 2,0-1-3,2 1 2,-6 7-1,-3 4 0,0 6-2,-2 4-4,-2 2-2,2 4 8,0 5 5,2 3 3,5-1-4,-1 3-2,6-2 2,1 1-3,5-5 4,-3-3-5,6-2 2,-6-1 0,1-2-1,1-2 1,6-3-2,-3 2-1,-3-4 1,4 3-1,-8 0 1,-8 4 0,-3 0-1,0 0-5,-4 0-8,0 3 9,0 2 5,-1 2 6,-5 3-1,7 0-1,-1 4-1,-2-1-1,-3 4 1,5-3-1,2 2 2,-2-5-2,2 1 1,2-3-2,-2-1-1,2-4 0,-2-1 2,0-1 0,0-2 3,0 3 2,0-6 7,0 3 8,0-2-6,-2-1-13,0 1-3,-1-3 0,-8 2-1,2-1 1,-5 2 0,-3 0 1,-2 4 0,3 0 0,-9 0 1,9 1-2,-4-1 0,9 1 1,-1-1-2,6-2 2,3 2-2,2-2 1,1 0 0,0 2 0,-3-2-1,3 0 0,0 0 0,0 0 0,0 0-1,0 0-3,0 0-5,0 0 3,0 0 2,0 0 0,0 0 1,0 0 1,0 0 2,3 0 0,-3 0 0,0 0 0,1 0 0,-1 0 0,0 0-1,0 0 1,0 1-1,0-1 1,0 2 0,0 1 0,3-1-1,-3 0 2,0 0-2,0 0 2,0 2 0,5-2 0,-5 0 0,0-1 0,0-1 0,1 0 0,-1 3-1,0-1 0,0-2 2,0 0-1,0 2 1,3-2-1,-3 0 0,0 2 0,0-2 1,0 0-1,0 3 0,0-3 0,0 0 0,2 0-1,-2 0-1,0 0 2,0 0-1,2 0 1,-2 0 0,5 0 1,-5 0-1,0 0 0,2 0 1,-2 0-1,2 0 1,-2 0 0,0 3-1,0-3 0,0 0 0,0 0 0,0 0 0,0 0 1,0 0-1,0 0 0,0 0 0,0 0 0,0 0 0,0 0 0,0 0 0,0 0 0,0 0 0,0 0 1,0 0 0,0 0 0,0 0-1,0 0 0,0 0 0,0 0 0,0 0 0,0 0 0,0 0 0,0 0 0,0 0-1,0 0 1,0 2 1,0 0-1,2 0 0,1 0-3,-1-2-64,3 0-63,-3 0-163</inkml:trace>
  <inkml:trace contextRef="#ctx0" brushRef="#br0" timeOffset="117712.1371">7558 11285 319,'-9'-4'9,"5"0"1,-5 0 24,3 0 11,-2 0 24,6 2-53,0-1 0,-2-2 21,-1 3-12,3-2-8,-2 2-3,-6 1 2,8-2 1,-2 3-4,2-3-3,-3 6-1,5-3-9,0 0 0,7 3 0,-3 0 2,8 1-2,5 4 3,1-2 0,9 2 0,8 1-2,1-1 0,6 0 0,8-1 1,1 1 1,11 0 0,5-1 2,4 0-2,2 2-2,10-1 3,4-1-1,10 4-1,-1 0-1,-1 2 2,3 3-2,-9 2 0,3-2-1,-6 0 0,2 2 0,-3-4 1,-1-4-1,3-3 0,1 0 2,2-5-2,8-4 1,5-2 1,7-2-1,3 2-1,-1-3 1,-6 4 1,-6 1 2,-11 4-4,-4-2 6,-2 3-5,-10-3 5,6 0-1,-8 0 1,-5 3-1,6-3 4,-3 0-1,2 2 0,1-2-1,-5 2-3,-3 0 1,0-2-5,-5 0 3,-8 0-2,0-2 0,-8 0 1,-3 0-2,-7-1 2,6-2-1,-6-2 2,5 0 2,-5-3-2,7 2 2,-7-1 1,8 0-1,-8 3 1,2-3-2,-3 4 1,-4 1-2,2 0 2,-1 0-1,-7 1 2,-4 1-4,-4 1 1,-8 1 0,-1-3 0,-3 6 1,-2-3-1,0 1-1,0-1-2,-2 0-6,2 2-33,0 1-37,-5-1-104</inkml:trace>
  <inkml:trace contextRef="#ctx0" brushRef="#br0" timeOffset="127950.9857">7790 15259 721,'-2'-26'23,"0"2"10,-3 2 43,3 3-26,0 6-19,2 8-23,0 6-8,-2 7 4,-8 13 7,2 3 5,-3 14 0,-5 2-1,3 3-1,-1-8-1,1 5-2,1-6-4,6-7-3,-3-4-4,6-8 1,2-3-1,1-7 3,0-2 7,1-6 9,-1-2 1,3-7-12,-1-7-2,5-7-4,-1-6 0,2-7 0,-2-4 1,2 1-3,-1 0 1,7 6-1,-5 7-1,-3 11 1,2 7 2,-6 7-2,-2 5-3,0 10 2,0 5 1,2 7 5,0 10-4,5 4 0,-1-2 1,8-1 3,0-2-5,3-4-1,-6-6 1,0-4 1,0-5 0,-4-6 5,-5-2-5,5-3 3,-3-4 10,-1-5-2,8-1-11,0-6 5,3-8 0,3-2-2,1-4-3,-3-5 0,1-2-1,7 3 0,-6 2-1,1 6 1,2 3 0,-6 8-1,-8 4-5,3 8 1,-2 9 5,-5 6 5,8 8 6,2 6 2,-2 7-2,-2 2 1,-1-2-12,-4 2 3,0-5-2,-3-4-1,0-1 3,-3-3-3,-5-3-2,2 4-39,-5-5-52,4-6-73,-1-2-95,8-7-282</inkml:trace>
  <inkml:trace contextRef="#ctx0" brushRef="#br0" timeOffset="128391.7607">8393 15262 713,'0'-18'54,"-1"2"13,-3 4 4,-3 0-31,4 9-17,3 2-13,-5 2-3,-1 6 9,0 3-5,-8 8 5,-1 4-1,-1 4-2,1 10 1,1-2-7,5 0 0,4-2-2,5-4-1,5-6 5,7-4-7,3-7 5,3-2 2,6-5 1,1-5 3,4-3-12,0-9 9,2-5-10,-2-4 6,-2-6-2,-7-3 5,-5-4-4,-10 5-3,-10 2 1,-1 5 0,-7 2-3,-6 7 3,-3 3-3,-3 4-7,4 5-6,-2-1-91,7 8-57,2-1-111</inkml:trace>
  <inkml:trace contextRef="#ctx0" brushRef="#br0" timeOffset="128879.6787">8751 15221 658,'9'-12'59,"-3"3"25,-6-4-32,2 3-22,3 6-16,0 3-7,-1 2 6,5 8 9,2 4 7,-2 5-1,4 11-6,1 1-4,1 0 1,1 5-5,2-9 0,-2 1-5,1-8 3,-2-2-2,-1-7 2,-2-2-4,-6-4 6,2-2 4,-3-4-5,7-2 1,-6-2-1,5-6-7,1-2 5,-3-6 0,-1-6-8,2-6 5,-4-4-4,5-3-2,-2 0-1,-2-1 1,4 4-1,-9 1 0,5 8-1,-7 2 0,0 5 0,0 3 0,-5 8-3,5 1-48,0 6-83,-2 6-29,2 4-87</inkml:trace>
  <inkml:trace contextRef="#ctx0" brushRef="#br0" timeOffset="130094.1197">10139 15033 404,'-11'-13'306,"1"6"-243,-11 2-18,1-2-20,-7 7-12,1 4 4,-1 4-8,7-1-6,-1 4-1,14 1-1,4 2 2,3 0 0,3 4-2,4 2-1,6 0 2,11 2 0,-5 2-2,8-1 1,-4-1 1,-3-2 0,-3-2 3,2-4 4,-11-4 6,-6-4-3,5-3 1,-7 0 7,-2-3 4,-5 4-8,-9-2-10,-4 0-4,-13-2-1,0 3 1,-8-3-2,6 3-15,4-3-88,8 0-155</inkml:trace>
  <inkml:trace contextRef="#ctx0" brushRef="#br0" timeOffset="130807.747">10349 15132 757,'14'-10'73,"-6"-3"-6,1 5-16,-7 2-26,-2 4-13,3 9 7,3-2-1,-1 12-6,-1 1-4,3 4 1,-3 3-2,-1 1 1,-3 1-1,0-1-3,-3-2 2,3-3-4,-2-2 3,-2-7-3,-1 3-1,3-6 1,0-3 0,0-2-1,2-2 2,0-2 5,0 0 3,0-4 4,0 0-9,0-6-4,0 0 2,0-6-2,-3-4 0,3-3 2,-1-6 1,-4 0 2,2-4-6,3-4 0,-2-2 2,0 1 1,4-1-4,0 5 0,7 3 0,-2 2 0,9 3 0,8 10-1,1 0 0,2 8 0,-3 4 0,3 5-2,-12 10 1,-1 9 2,-12 6-1,-2 6 1,-4 6-1,-10 0 0,2-1 1,7-6 0,-5-3 0,8 0-1,12-1-1,-3-6 2,12 0 0,1-1 0,-2-3 0,2-2-1,-9-4 1,0 0 0,-10-4 1,-2-5 0,-3 3 5,-12 2-5,-6-2 0,-7 1 0,-2 0-1,0 0-5,0-6-94,4 3-54,6-3-169</inkml:trace>
  <inkml:trace contextRef="#ctx0" brushRef="#br0" timeOffset="131251.4943">10770 15020 756,'2'-17'82,"4"5"3,-6 3-43,0 2-31,2 7-8,0 7 2,-1-1 15,-1 9 0,3 7-5,-3 7-2,5 4-2,-5 4-4,1 1 0,2 0 1,-1-6 0,10-2-1,-6-8 0,5-4 1,5 0-1,4-10 1,1-2 2,3-8-2,-3-5-3,6-4 1,0-9 3,-11-7-5,1-2 2,-5-8-1,-3-1-1,-7 2 0,-4 0-4,-7 2 1,-5 6-1,-1 4 1,-1 4-1,-3 6-3,-1 5-4,5 6-38,9 1-86,4 4-75,8 1-341</inkml:trace>
  <inkml:trace contextRef="#ctx0" brushRef="#br0" timeOffset="131767.6027">11210 14979 676,'-12'-6'120,"8"0"-35,-6 1-22,10 2-43,-1 1-13,2 4 5,2 1 15,4 8 1,-1 3-4,6 7-2,-1 4-8,-5 8-2,6 1 1,-9 3-2,3 1-3,-6-1-2,0-5-1,-7-4 0,5-4-2,-2-6 0,2-4-5,-4-5 6,6-4-2,0 1 0,-2-4 4,2-2 3,0-4-1,0-2-5,-3-6-1,0-4 0,-4-12 0,5 0-2,2-7-1,4-4 1,4-7 0,5-1 1,-6-1-2,7 4 2,0 4-1,-2 4 0,3 6 0,-2 4 3,0 2-3,1 6-5,4 4 4,-5 2 1,5 3-1,4 8 1,-4 1-4,-3 6-7,1 1-55,-3 8-66,-3 4-104</inkml:trace>
  <inkml:trace contextRef="#ctx0" brushRef="#br0" timeOffset="131964.0329">11198 15119 780,'-2'-6'88,"4"-2"-42,0 3-34,56-2-10,-42 7-1,5 2-1,-4-2-14,8 2-133</inkml:trace>
  <inkml:trace contextRef="#ctx0" brushRef="#br0" timeOffset="132277.789">11800 15208 754,'6'-7'106,"-2"4"-62,-4 0-27,0 8-4,0 4 32,-4 6 0,0 5-11,2 6-12,0 2-10,-2-1-5,-1-2-6,1 1 2,4-4-3,-2-2-10,0-4-110,6-2-183</inkml:trace>
  <inkml:trace contextRef="#ctx0" brushRef="#br0" timeOffset="132839.8893">12155 15095 718,'0'-12'108,"-4"4"-36,-3 4-40,7 2-26,0 4 2,-3 6 17,3 6 7,-2 5-6,-5 6-8,5 1 0,0 9-8,0-3-3,0-3-3,0-4 0,-3 2-2,3-10 0,2-3-1,-3-5 0,1-2 0,2-5 0,2-2 3,1 0 4,-1-2-1,7-6-2,-3-5-3,6-8-1,2-7 1,3-8-1,-4-4 0,-3-4 1,3 0 0,-9 3-2,-2 4 2,3 4 2,-1 5 6,-2 8 4,0 5-2,0 4-3,6 5-4,-4 6-3,5 4 1,-4 6-2,8 8 3,2 8-4,-3 8 2,-2 7-1,-1 2-1,3 2 0,3-5 2,-1-4-2,-1-7 0,-4-4 0,-2-4 0,-5-3-3,-2-4-62,-2-9-83,-1 4-106</inkml:trace>
  <inkml:trace contextRef="#ctx0" brushRef="#br0" timeOffset="133014.7018">12099 15240 788,'-11'-7'96,"9"2"-37,6-5-43,13 1-12,8 4-3,15-1-1,10-2-51,1 2-522</inkml:trace>
  <inkml:trace contextRef="#ctx0" brushRef="#br0" timeOffset="136260.1806">9954 15649 577,'-15'0'71,"-3"0"27,5-2-28,-1 0-18,3-1-28,9 3-12,2 0 2,0 0 3,0 0-9,0 3 1,8-3 11,11 0 19,10 0-13,15 0-12,14-3-5,13-2-4,12 1-4,2-4 1,-5 0-2,0-2 6,-8-1-5,-12 3 0,-9-1 0,-15 3-1,-11 2 0,-8 1 3,-8 2-3,-7 1-3,-2 0-12,-9 4-70,-1 0-54,-11 2-88</inkml:trace>
  <inkml:trace contextRef="#ctx0" brushRef="#br0" timeOffset="137550.3252">9708 15841 424,'-1'0'99,"-1"0"-41,0-4-7,2 4-23,-5 0-5,5 0 1,0 0-3,0 0 17,0 0-7,5 0-10,-1-4-3,2 4 0,13-4 1,5 0-2,18-2 4,14 0-4,13-2 2,14 0-7,6 4-5,0 1 4,-2-4-5,-2 3-1,-12 0 1,-11-1 0,-12 5 3,-14-7 1,-12 5 4,-2-1 3,-10 1-6,-6-1-1,1 1-8,-7 2 1,0 0 0,0 0-4,0 0 2,0 0-1,-6 0 2,12 0-1,-12 0-1,6 0 1,-1 2 0,-1 1 1,0-3-2,0 0 0,2 0 1,0 0 1,0 0-2,0 0 1,0 0-1,0 0 1,0 0-1,0 0-1,-5 0 1,5 0 0,0 2 1,-2-2-2,-1 0 1,3 0 0,0 3 1,-2-3-1,2 2 0,0-2 1,0 0-3,0 0 4,0 0-3,0-2 2,0 2-1,0 2 0,0-4 0,0 4 1,0-2-1,0 0 0,0 0 0,0 0 0,0-2 1,0 2 0,0 0-1,0 0 0,0 0 1,2 2-1,-2-2 0,-2 0 0,2-2 0,0 2 1,0 0 1,0 0-1,0 0 0,0 0 2,0 0-3,0 0 0,0 0 1,0-3 0,0 6-2,-2-6 2,2 6 0,0-6-1,0 6-1,0-3 1,0 0 0,-2 0 0,4 0 0,-4 0 0,2 0 1,0 0-1,2 0 0,-2 0-3,0 0 2,0 0 1,0 0-1,-2 2 1,-5 0 0,7 0 0,-6 1-1,-1-3 0,5 3-52,-4-1-138,-2-2-447</inkml:trace>
  <inkml:trace contextRef="#ctx0" brushRef="#br0" timeOffset="141029.8603">9406 13754 463,'1'-10'97,"2"-1"-50,-3-1-4,10 0-6,1-1-9,-1-3 18,9-2-6,-5-3-2,1 4-21,-7 2-2,3 6-5,-6 6-4,2 10 6,-5 6 19,0 11 7,-2 12-14,0 8-3,-2 2-8,0 3-7,4-5 3,0-4-4,-2-6 1,10-8-2,-6-6 1,5-8-1,-3-5 0,6-5 6,-1-9-3,2 0-2,1-9 0,3-5-5,1 0 2,-3-4-1,-1-1 1,1 2-2,-1 2 0,-3 4-1,-5 9 0,4 4-6,-6 10 7,5 8 0,4 3 3,5 1 3,0 3-1,6-3 0,6-5 8,-6-3-1,-4-6 10,3-6-5,-4-2 0,2-7-3,-5-2-3,1-6 0,-6-1-2,-2-6 1,-2-4-3,-5-2-5,-4-1 0,-5-3-1,3 3-1,-10 2 0,1 8 0,-3 7-1,-1 4-1,-1 12-4,0 2-31,2 10-28,8 3-54,1 2-60,7 2-203</inkml:trace>
  <inkml:trace contextRef="#ctx0" brushRef="#br0" timeOffset="141583.9891">10289 13629 542,'0'-17'85,"-5"-2"3,3 1-35,2 0-23,0 4-4,0 5 3,0 2 1,2 5-9,-2 0-15,-2 6-3,2 8 15,-2 4 10,-2 9-7,-1 2-2,5 6-4,7-1-2,4-3-1,7 2-3,4-7-2,12-1 1,3-4 0,11-7-4,-6-6-1,-5-4 1,2-8-1,-11-4 1,-1-8 5,-7-2-2,1-9 15,-13-1-7,-1-3-5,-12-1-1,-1 1-1,-8 3-7,-8 6-1,-2 7 0,-10 6-1,3 8 1,-10 6-2,6 8-11,4 9-142,6 1-235</inkml:trace>
  <inkml:trace contextRef="#ctx0" brushRef="#br0" timeOffset="142657.7231">19253 12497 651,'-10'-14'76,"6"2"17,-3-1-47,3 5-22,4 6-20,-2 7 2,0 4 14,2 8-4,-5 5-1,10 3 5,-3 6-5,0-1 1,2-2-12,3-4 5,-7-4-4,2-6 1,-2-4 0,0-6 5,-2-2 7,2-2 10,0-4-6,0-1-14,2-7-5,-2-7-3,2-3 6,6-6-4,-4-5-1,2 0-1,5-6 2,1 0-2,1-2 1,5 5-1,-3 2 0,8 4 0,-3 6-3,3 6 2,3 8 0,-8 8-3,-3 8 3,-10 7 1,-9 6 0,-8 9 0,-6 2 0,-12 2-4,0 1 4,-4-6 1,1 0 3,6-5-5,6-3 1,2-2 0,11 0 0,-1-3-1,9 1 1,11-3 0,4 0 0,12-5 3,6 0-3,10-3-3,3-3-6,6-1-140,-3-1-82,0-5-376</inkml:trace>
  <inkml:trace contextRef="#ctx0" brushRef="#br0" timeOffset="142995.294">19881 12412 504,'5'-20'66,"-5"2"30,0 4 8,-3 2-45,-4 6-22,1 3-18,-1 3 1,-1 3-4,-6 6 5,1 6-5,-3 5 2,9 6-5,3 3 0,8 1-2,8 2-2,12-2 1,5-2-5,6-6 6,3-6-4,5-6 8,-3-10 2,-8-8 9,5-9 2,-8-6-1,-7-8-5,-1-5-5,-13-3-6,-8-2-4,-8 1-7,-17 8 0,-18 10-1,-14 10-5,-24 9-108,-12 16-163</inkml:trace>
  <inkml:trace contextRef="#ctx0" brushRef="#br0" timeOffset="164310.6381">5883 12668 301,'0'0'52,"-1"-3"-38,1 3 33,0-2-4,0 2-38,1-2-1,2 2 1,-3 0 2,0 0-1,0-2-3,0 2-1,0 0 0,5 2 7,0-2 6,2 2-7,5 3 6,4-2-3,1 1-5,8 1 1,2 0-4,4-1 3,5 0-3,2 0 5,4 2-4,8-4 3,0 2-4,8 1 7,7-4-8,-1 3 2,6-2 2,1 3-4,-2-2 2,1 1-3,-7 1-1,1-2 1,-11 2 0,2-2 0,-3 1 2,-5 1-3,-3-2 0,8 3 6,-4-1-1,4-2 3,2 3-5,-3-3 0,2 2 0,-4-3 0,0 0-1,-4 1-1,-10-3 5,6 0-2,-3 1 0,-5-1 0,5 0 1,-5 0 4,8-1 0,-4-4 0,1 1 0,2 1 0,1-4-1,1 3 0,-3-2 1,0 2-3,3-1 0,-4 2-1,-6-1 1,0 2-3,3 0 1,-2 4 1,7-4 2,1 2-2,5 0-5,0 0 2,-3 0-1,1 0 1,-3 0 0,-3 0-1,-1-1 1,3-2 0,3 1 3,-3 0-3,0-2 1,3 0 1,-2 2-1,-3-1-1,12 0-1,-1 3 2,0 0-1,-2 0-1,-3 0 0,-5 0-1,-6-2 2,-2 2-1,-2-2 0,0 0 0,2 2 2,-2-2-1,-1-1 0,5 0 0,-4 1 3,-6-2-3,4 1 2,-2 0 0,-5-1 0,2 0 0,-6 0 2,-1-1-2,-3 2 0,-1 1 0,-5 0-2,-4 0 1,1-1 0,2 3-1,-10-3-2,5 1-2,-3 2 0,1 0-2,-4 5 2,-3-2-59,-3 3-39,4 0-62,-1 2-110</inkml:trace>
  <inkml:trace contextRef="#ctx0" brushRef="#br0" timeOffset="171075.7626">2066 14166 699,'15'-9'13,"-4"-3"47,-4 0-20,-4 1-21,-3 6-8,2 1-1,-4-1 3,-1 5-2,-4 2-2,-2 3-2,-8 0 0,-1 6-2,-7 0 4,0 6-4,4-1-3,2 6 1,7-2-3,4 1 1,6-4 0,6 1 1,14-4 2,7 0-1,4-1-1,11-4 1,-2 3-3,-3 0-2,-1 0 2,-10 3 4,-8-3-4,-6-5 0,-7 4 7,-6-3 18,-9 0 11,-6 4-19,-11 0-10,-9-2-1,3 0-6,-3-4 2,0-2-10,4-4-16,5-4-89,2-2-241</inkml:trace>
  <inkml:trace contextRef="#ctx0" brushRef="#br0" timeOffset="171564.3669">2333 14139 809,'17'-12'16,"-3"0"29,-8 4-11,-2 2-29,0 10-1,2 4 6,1 6 4,5 4 4,-2 5-2,1 6-2,-3-1 0,-2 2-9,-4-1 3,-2-4 0,-4-2-8,0-4 3,-2-1 1,0-4-1,-1-4-1,4-2 1,2-5 4,-1-2 4,2-2 10,0-6-2,-2-4-19,0-6 7,-4-5-6,6-6-1,0-4 2,0-4-4,0-3 3,10 2-1,-4-1 1,5 4-1,3 4 0,-2 4-1,5 4 1,-4 3-1,5 3 1,-3 5-3,6 3 0,-1-1-2,-5 7-40,7 0-38,-6 6-36,0 2-27,-5 6-159</inkml:trace>
  <inkml:trace contextRef="#ctx0" brushRef="#br0" timeOffset="171774.5148">2455 14245 639,'0'2'54,"-2"-4"24,4-4-31,2 0-32,6-2-6,5-2-9,8 2 4,2 1-4,6-2 1,0 5-1,-2 2-29,-2 2-54,-10 4-58,-3 7-70</inkml:trace>
  <inkml:trace contextRef="#ctx0" brushRef="#br0" timeOffset="171964.6467">2450 14400 517,'-24'13'56,"11"-6"32,5-4-31,6-1-23,2-2-12,2 0-4,3-2 12,9 1-17,11-3-8,8-2-5,12-2-36,13-3-101,3 0-64</inkml:trace>
  <inkml:trace contextRef="#ctx0" brushRef="#br0" timeOffset="172215.8253">3011 14107 632,'0'-14'46,"-2"0"78,0 4-67,-1 3-20,3 6-8,0-1-25,-5 4-4,5 1 0,5 8 2,-2 5 15,1 6 5,3 7-16,1 4 6,1 4-4,3-6-7,-7 1 1,0-3 0,0-5-2,-5-2-5,-5-5-84,5-1-61,-6-4-263</inkml:trace>
  <inkml:trace contextRef="#ctx0" brushRef="#br0" timeOffset="172511.9259">2857 14075 681,'7'-9'7,"8"-2"27,5-3 3,9-2-18,13 2-9,12 2-3,2 0 5,0 0-5,-8 1 2,-7 4-4,-14 0 0,-10 3 0,-8 2-5,-6 2-11,-13 4 1,2 1-4,-8 4-103,-2 5-193</inkml:trace>
  <inkml:trace contextRef="#ctx0" brushRef="#br0" timeOffset="173716.0301">3433 13987 374,'0'-5'256,"0"-1"-207,-4 2 28,4 0-27,0 3-23,0-2-8,0 3 0,0 0-1,0 3-10,0-3-5,0 1-2,4 6-1,-4 2 3,0 6 2,0 7 2,1 5-2,-1 4 0,5-2 2,-3 2-4,0-4 1,3 0-1,-1-8-1,-2 0-1,0-5 3,-2-1-3,0-8 0,5-1 0,-5-1 1,0-3-2,0 3 3,3-3-1,-3 0 3,-3 0-1,3 2 3,0-4 1,0 2 5,0 0 12,0-3-15,-5 0-3,5-1-3,-2-1 0,0-4-1,-2 3-2,-3 1 1,5-2 0,0 1 0,-2-2 0,4 3-2,-4-2 4,2-1-3,0-4 3,0-5-1,-2 0 2,-1-5 1,5-4-2,-2-2-2,0 0 1,2 3 0,4 2-2,-4 0-1,7 4 0,1 1-2,6 0 0,-1-1 1,12 3 0,6 2 0,5 2 1,1 0-1,6 6 0,-7 4-3,-7 2-4,-9 4-2,-11 8 5,-6 3 4,-6 4 1,-10 5 0,-5 3 1,-7-4-1,2 3-1,4-5-2,5-3 3,5-4 0,14-2-1,4-3 4,9 0-1,4 1-2,5 0 0,4 2 0,-2 3-5,-2 4 4,-5 1-1,-6-2 2,-12 2 0,-8-5 10,-10 4 15,-15-3-8,-11 2-5,-6-2-6,-6-1-5,-4-4 0,7 1-1,7-3-48,11-4-55,10-5-164</inkml:trace>
  <inkml:trace contextRef="#ctx0" brushRef="#br0" timeOffset="174235.8633">4852 13754 747,'-9'-10'41,"3"-1"35,-1 2 17,2 3-64,3 4-29,2 7-1,0 6 1,2 7 9,5 6 3,0 7 3,-1 1-5,8 2-5,-1-3-1,-4-1-3,-3-4 2,-6-2-3,0-4 0,-6-1-40,-6-6-122,-1 0-125</inkml:trace>
  <inkml:trace contextRef="#ctx0" brushRef="#br0" timeOffset="174534.6716">4611 13782 726,'-17'-10'35,"5"0"54,3 0-42,9 0-37,14 0-9,15 2 5,13-2-2,14 0-3,11-3 1,1 4 2,-5-3 1,-7 0 1,-11 1 0,-16 5 5,-12 3-2,-8 3-7,-6 0-2,-3 3-37,-5-1-83,-2 5-64</inkml:trace>
  <inkml:trace contextRef="#ctx0" brushRef="#br0" timeOffset="175142.028">5169 13694 736,'4'-5'76,"-2"2"24,-2 1-68,0 2-32,0 3 2,0 10 7,9 8 3,-5 4 2,6 8-4,-7 2-2,7 2-3,-6-2 1,-2-5-3,-2-5-2,0-4 2,-2-4-1,0-7-1,0-5 2,2 0 4,-2-5 11,-3-5 7,2-2-17,-2-9-5,-5-9 0,-1-7-3,7-6 2,-7-8-2,11-2 0,7-4 1,1-1-1,3 0-1,3 0 0,3 5 1,10 6-1,0 6-1,0 9 0,0 13-4,-7 7-2,-5 9-4,-2 8 2,-3 11 1,-10 6 0,-7 7 6,-2 6 2,-11 0-2,-4 1 3,-5-2-1,0-3 1,-3-2 1,10-1-1,5-8-1,5 1-1,5-6 4,7-3-2,9-3 6,3-4-1,7-2-1,10-6-1,12-2-3,5-2-1,10-4-77,-1 2-86,2-2-174</inkml:trace>
  <inkml:trace contextRef="#ctx0" brushRef="#br0" timeOffset="175398.0186">5711 13493 782,'-9'-22'22,"8"6"64,2 2-24,2 6-48,9 14-9,3 14 4,8 12 0,-3 16-2,5 13-4,-6 5-3,4 6 5,-3 0-5,0-2-15,1 0-128,-7 1-153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45:24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16203 12968 583,'-5'-10'83,"3"0"-17,0 1 1,2 4-55,0 1-12,0 4-2,0 2 2,0 2 2,0 1-1,-2 8 2,-10 4 13,5 9 4,-7 6 1,-7 5 0,4 3-2,-6-4-4,3-4-3,0-3-3,2-3-2,2-8-4,8-2 1,-1-4-3,5-4 2,-2-4 3,4-3 2,4-2 1,4-3-1,-2-4-7,5-4 3,1-7 0,4-4 3,-1-5-1,7-6-2,-1-1 3,-4-2-3,2-4 3,4 3-1,-3 4-1,-1-1 0,1 8 1,5 5 0,-10 4-1,1 4 0,-10 7-2,3 3-3,-5 7 0,0 6 3,2 10 4,6 8 1,-4 14 1,3 7-2,5 4-5,-8-2-1,3-1-1,0-8 4,-4-5-4,-5-4 0,0-6-2,0-4-16,0-1-50,2-10-36,-2 1-45,0-7-114</inkml:trace>
  <inkml:trace contextRef="#ctx0" brushRef="#br0" timeOffset="216.2634">16067 13114 692,'-2'-6'73,"6"2"-27,5-2-8,7 4-29,8 0-3,5 2-4,2 0-1,3 4-1,2-1-53,-5-3-209</inkml:trace>
  <inkml:trace contextRef="#ctx0" brushRef="#br0" timeOffset="3203.8145">17442 12934 488,'-8'2'90,"-2"-1"5,8-1-2,4-3-38,3-1-36,4 1-6,4-1-4,5 3 0,7-1-2,2 2 4,1 0-10,2 0 0,1 2-1,-5-1 0,-4 3-15,1-1-59,-4 4-67,0 2-122</inkml:trace>
  <inkml:trace contextRef="#ctx0" brushRef="#br0" timeOffset="3397.2119">17455 13207 468,'-15'7'116,"4"-3"-10,9-5-23,9-4-59,-1 1-12,9 1-10,8-2 1,6-1-3,4 3 0,8 1-25,5-3-112,6 3-119</inkml:trace>
  <inkml:trace contextRef="#ctx0" brushRef="#br0" timeOffset="3989.4962">18292 12677 425,'-11'-18'59,"1"1"36,6 4-25,2 3-16,0 4-40,-3 3-10,3 6 11,0 5 29,-2 4-12,-6 6-4,6 8-6,-7 2-2,8 6 3,-3 6 1,3 2-5,6 4-6,3-1-7,-3-1 0,-3-6-5,2-3 2,-2-9-2,2-6 3,3-6-2,-1-7 0,-1-2 0,10-2 0,2-6-2,8 0-1,-1-3-5,3 1-2,-2-7 5,-4-1 2,-4 1 1,-3 0 0,-8-2 0,0 2 1,1 2-1,-5 2 1,0 2 4,0 3 0,-5 2-2,5 2 1,-2 6 3,-2 7 0,4 6 8,-9 6-1,4 4 2,3 2-9,0 2 0,-8-2-3,9-4-3,-1 1-1,-5-3-3,5-5-33,0 0-32,4-1-73,7-2-126,6-3-51</inkml:trace>
  <inkml:trace contextRef="#ctx0" brushRef="#br0" timeOffset="4349.1988">18827 12717 283,'13'-17'118,"1"4"28,-4-1-41,-5 4-25,4 4-14,-7 3-36,-2 3-17,-9 7 36,-2 7 1,-3 11-14,-1 4-1,-1 7-15,1 6 5,9 6-10,-6 2-2,10-1-11,-7-1 5,7-7-6,-10-6 0,6-5-1,-3-5-23,5-4-50,-4-3-43,8-4-30,8-2-162</inkml:trace>
  <inkml:trace contextRef="#ctx0" brushRef="#br0" timeOffset="4963.2071">19371 12639 430,'2'-8'112,"-2"2"-9,2 3-57,-4 6 13,-2 6-7,1 12-21,-4 4-8,3 9-13,-5 1-5,5 0-3,2 0 0,-10-3 3,3-5-2,1-8-3,-6-4 1,1-7 3,3-3-4,6-5 6,2-2-6,2-1 0,12-5-2,-4 1-9,7-2-9,8-4 1,2-1-14,-3 0 11,5-4-4,-1-3 6,-1-4 10,-5-1 8,-3-1 2,-1-2 2,-4 3 13,-1 4 13,-7 3 7,3 8-2,-7 1 0,2 6-24,-4 6 1,-5 6 28,1 6 16,-8 13-8,-1 5-11,-6 17-14,15 7-6,4 13-8,6 7-4,11 0-3,3 2-6,3-10-59,-8-8-16,-11-9-55,-2-9-95</inkml:trace>
  <inkml:trace contextRef="#ctx0" brushRef="#br0" timeOffset="14692.8142">10535 14985 187,'4'-18'413,"-2"1"-326,-2-3-2,7 3-28,-5 1-19,2 2-5,-2 3-2,5 6-2,-2 1-3,-3 2-12,-2 2-9,0 2-5,0 4 3,0 4 5,-4 6 3,-1 5-1,-2 8-5,4 1 1,-6 3 0,8-1-4,-3-3 2,-4-3-4,4-4 0,2-3 0,0-5 1,2-6 4,0-4-5,2-3 17,0-5-11,10-4-4,-7-3 2,7-7-1,4-9-3,-5-2 1,-1-4 0,0-5-1,3 0 0,1-3 1,0 6-1,6 0 1,-10 8-1,0 8 0,0 6 0,-5 6-2,-3 6-8,0 6 8,-2 8 2,0 6 0,0 10 0,5 3 0,-1 4 2,-2 1 3,8-4-5,-4-1-1,3-6 1,-5-6 1,6-3 0,-8-9 1,0-5 2,-2-1 5,0-4 0,7-1-7,-1-5 5,6-7-6,0-2-1,5-9 1,-2 1-2,3-3 5,-3-2-4,8 4 0,-6 2 0,-1 6 0,-3 4 0,-1 5 0,-10 8 0,1 2 0,5 8 2,-2 5 0,4 8 2,-4 5 3,4 5-6,3 6 0,-9-1 0,3-1 2,-3-2 0,-2-2-3,-2-8 0,-2-2-10,2-4-74,0-5-38,2 1-80,0-11-249</inkml:trace>
  <inkml:trace contextRef="#ctx0" brushRef="#br0" timeOffset="15156.0124">11328 14884 544,'-3'-9'85,"3"1"-9,0-2 0,3 4-33,-3 0-7,0 2-15,0 2-12,0 4-4,-7 3-1,-2 6 10,-4 4 5,-5 5 1,1 6 0,-3 6-5,13-3-4,-3 5 1,6-1-9,4-4 3,4 0-1,6-6 0,-4-5 0,7-4 1,5-3 3,5-9-2,1-4 0,-1-6 4,12-9 3,-6-1 3,-2-8-1,-5-4-3,-9-1-2,-1-1-3,-10 0-6,-4 6 0,-10 1-1,-1 7-1,-5 2 0,-7 6-1,8 4 1,-8 0 0,10 9-27,-1 4-70,5 1-62,4 6-116</inkml:trace>
  <inkml:trace contextRef="#ctx0" brushRef="#br0" timeOffset="15763.4125">11665 14915 136,'-5'-11'410,"10"2"-356,-4-2 20,2 2-1,-1-1-25,7 2-18,-5 0 4,-2 4-4,6 0 7,-6 2-5,0 2-19,-2 2-10,0 3 2,-2 12 4,0 4 5,2 10 6,0 4-4,2 6-4,4-1-5,5-2 2,1-3-3,1-7 1,1-9 2,-8-2-1,5-8 11,-9-4 7,8-3 3,-6-4-10,7-5-6,-1-5-4,0-1-3,5-8 1,4-4-3,-4-6-4,1-1 4,-1-1-1,1-2-2,-3 3-1,1-2 1,-1 4 0,1-1 0,-6 8-1,3 0-1,-1 7 1,-6 7 0,-4 2 0,2 4-11,-2 3-57,0 1-62,0 8-15,0-1-131</inkml:trace>
  <inkml:trace contextRef="#ctx0" brushRef="#br0" timeOffset="17002.393">12855 14768 502,'2'-14'72,"0"0"-2,-2 0-14,1 5-16,-1 3-17,0-1 2,0 3-13,-1 2-4,-12 2 6,-3 5-2,-9-1-3,6 6-2,-8 2 0,7 1 0,5 6-3,-4 0-1,11 3 0,6 1 2,7-2 1,7 5 3,6-1-1,11-1-2,0 2-1,0-2 1,-2 2 0,-1-3 2,-10 0 0,-2-3 3,-3-1-5,-7-8 2,-4 0 6,-4-6-4,-8 1 10,-6-4-14,-4 0 0,-7-2-5,-4 0 1,-4-2-2,9 2 0,1 0 0,9-2 0,3 2-26,11 0-79,6-2-97,8-6-354</inkml:trace>
  <inkml:trace contextRef="#ctx0" brushRef="#br0" timeOffset="17669.9944">13231 14853 441,'-2'-12'79,"0"0"-5,-5 4-24,5-2-5,0 1-12,2 4-2,0-4 1,0 8-8,0-3 3,0 1-2,0 3-1,0-1-3,0 1-2,0 0-3,0 0-4,2 0 1,-2 0-5,2-3-1,-2 3-5,5 3-2,-5-2 1,0 7-1,-5 6 0,1 7 4,4 1-2,-6 2 4,-2 6-5,6-4 5,-2-4-2,-1-2-1,5-2-1,0-4 2,5 0 1,-1-2 0,0 0-1,6 0 0,1-2 2,3 0-2,1-1 1,-1-5 6,-6-3 1,5-2 3,-1-3-3,-3-3-5,-3 2-6,-2-4 3,6-1-1,-8 3-1,7-2-1,-5 3 1,-2-2-2,0 4 0,3-1 1,-3 5-1,1-3 0,-3 3 0,-3 0-3,1 0 3,-7 0 0,3 3 0,-8-3-2,-1 3-5,-6 1-90,6-2-96,-1 1-319</inkml:trace>
  <inkml:trace contextRef="#ctx0" brushRef="#br0" timeOffset="18269.163">13204 14913 501,'-2'-21'108,"2"-2"-32,0 3-20,2-4 0,8-1-30,1 1-8,5 2-9,3-2 0,10 5-5,2-1-1,8 5-2,1 5 0,0 2 0,-3 6-1,0 5 0,-11 2-1,-8 5 0,-12 5 1,-6 4 0,-6 3 1,-18 5 0,2-4-1,-16 4 0,-2-8 0,4 1 2,-2-5-2,7 1 0,6-6 0,9 0 0,7-3 1,9 2 2,9-1-1,7 1 0,1 0 1,10 2 0,0-2-1,0-1 1,-9 7-1,4-2 1,-6 3 4,-3 2-3,-7-1 4,1 0-2,-4-5 3,-13 0 4,2-2 1,-13-2 2,0 0-7,-15-4-3,-5-2 0,4-2-6,-5 3 2,3-6-1,10 3-1,5-2-2,13 0-87,4-4-78,7-2-303</inkml:trace>
  <inkml:trace contextRef="#ctx0" brushRef="#br0" timeOffset="19273.3028">13789 14739 467,'11'-17'86,"-9"2"-36,7 2 5,-5 3-10,-1 5-13,-1-2-8,0 6-1,-2-4 3,5 5-5,-5-2-6,0 0-4,0 2 1,2 0-6,-4-3 0,2 6-4,0-3 0,0 0-2,0 0 1,0 0 1,0 0-1,0 0 1,0-3 0,0 3 0,0 3-2,0-3 1,0-3 0,0 6-1,0-3-1,0 0 1,0 2 0,-5 0 0,5-2 0,-2 2 1,2-2 0,0 0-1,0 0 0,0 3 0,0-3 0,0-3 0,0 6 0,0-2 0,0-1 0,0 0 1,-2 0-1,2-1 0,0 2 0,0-1 1,0 0-1,0 0 1,2 0 0,-2-1 0,0 1 1,0 0 0,0 1 1,0-1 3,0 0-3,0 0 7,0 0-1,2 0 3,-4 0-8,2-1-1,0 2-3,0-1 0,0 0-1,0 4 1,0 4 0,-2 4 2,2 4-2,-3 2 1,2 3 0,-2-4-1,-4 3 1,5 3 0,-7 0 2,3 4 5,-7 3 1,3 4 2,4 3-2,-4-4 0,8 1 2,2-4-6,2-3 1,10-8 6,-1-2 0,7-7 9,-1-5-4,8-2-2,4-6-6,2-5-4,5-4 3,-5-5-5,0-4 3,-2-3-1,-4-6-2,2 0-1,-7-3 0,4-4-2,-4-1 2,1 0-2,-6 0 0,-1 2 0,-6 1 0,1 3 0,-5 8-1,-1 4-2,-3 6-11,-5 9-52,1 8-2,-5 3-37,3 6-12,-4 1-145</inkml:trace>
  <inkml:trace contextRef="#ctx0" brushRef="#br0" timeOffset="19805.1944">14344 14725 544,'2'-11'95,"0"1"-14,0 2-10,3 3-35,-4 3-19,-1 2-15,-1 2 1,-6 10 8,3 3 11,-7 11 4,-3 5-2,-1 5-7,1 6-4,-1 0-5,1 0-3,3 0 0,5-4 1,-2-6-3,6-3-2,2-10 1,-2-4-2,2-8 2,0-4 4,0-1 5,0-7 4,2-2-10,6-5-1,-4-6-3,0-7 0,5-3 0,-3-4 0,4-3 2,3-2-3,3-1 1,-4 0-1,5 0 0,-2 3 0,3 3 0,2 2 0,-2 5 0,0 2 0,4 2 0,-2 2 0,5 1-3,0 2 3,-6 6-1,5 3 1,-5 4-2,-6 6 0,3 0-1,-5 9-4,-7-1-60,3 6-59,-14 1-113</inkml:trace>
  <inkml:trace contextRef="#ctx0" brushRef="#br0" timeOffset="20002.1635">14279 14863 349,'-3'2'209,"11"-2"-158,-2-2-6,8 0-20,3 2-15,6 2-4,-5 0-5,8 0-1,-6 0-9,5-2-222</inkml:trace>
  <inkml:trace contextRef="#ctx0" brushRef="#br0" timeOffset="20647.3762">14656 15124 287,'6'-12'66,"8"-3"37,-3 0-32,0-1 8,-1 1 0,4 4-19,0 0-4,-3 2-13,3 4 4,-5 3-7,-5 4-25,-2 3 4,-2 8 5,0 3-9,0 4-6,-4 4-4,-7 2-2,1 0 0,-3-3-3,3-1-95,-4-8-273</inkml:trace>
  <inkml:trace contextRef="#ctx0" brushRef="#br0" timeOffset="24344.9225">15330 14729 391,'-16'-12'65,"3"-1"69,1 0-76,5 2-21,3 2 26,4-3-21,4 3-15,3 1-2,-1 4-2,4-4-3,3 2-5,3 2-1,-1 2-7,8 0-1,-1 4-2,4 2-1,4 0-2,8 3-1,-5-2 3,-4 2-3,-2-2 0,-8 3-3,2-2-1,-13-2-41,-2 0-33,-2 0-66,-4 2-121</inkml:trace>
  <inkml:trace contextRef="#ctx0" brushRef="#br0" timeOffset="24639.8437">15115 14911 351,'-9'5'169,"7"-3"-80,4-2-25,9-2-17,3 2-5,3 0-11,8 0-10,4-1-5,4 1-6,10-2-2,3 0 0,6 0-6,-5 0 3,-3-1-5,-6-4 2,-9 1-1,-9-2-1,-7-3-16,-3 0-70,-10-4-131</inkml:trace>
  <inkml:trace contextRef="#ctx0" brushRef="#br0" timeOffset="25027.6807">15476 14613 352,'0'-17'95,"4"1"-24,7 2-10,-1-2-20,-4 4-4,8 0 16,-5 2-2,-5 0-21,0 4-9,4 0-10,-6 6-4,-2 3 1,0 6 12,0 5 2,0 7 11,-10 10-7,3 4-3,-7 3 1,-7 8-12,1-7-2,-2 3-1,2-3-4,0-4-3,0-2 1,2-3-1,5-3 0,-1-4-2,8-7 1,-3-3-2,5-2-29,-2-7-78,6-2-41,0-6-308</inkml:trace>
  <inkml:trace contextRef="#ctx0" brushRef="#br0" timeOffset="25382.4301">15659 14550 400,'9'-14'104,"0"2"-24,2 2 11,-8 4-39,3 2-22,1 2-3,-5-3-12,-2 5-10,0 5 1,0 2 13,-2 10 2,-5 5 3,1 8-2,1 6-3,-6 0-6,-1 5 2,-3-2-1,-3 1-11,-33 45 3,43-75-1,0-3-3,4 2-1,-4-3-1,1 8-3,-1-2-75,6-2-92,4-6-355</inkml:trace>
  <inkml:trace contextRef="#ctx0" brushRef="#br0" timeOffset="25877.4838">16121 14476 434,'0'-8'115,"0"-2"-46,2 2 0,-1-1-11,7 4-7,-7-1-10,2 3-10,-3 1-17,0 7-6,2 4 8,0 3 7,-2 8-6,0 3-6,-2 0-4,0 1-4,2-1 2,-3-5-3,0 0-2,-3-4-5,5-2-130,-1 0-452</inkml:trace>
  <inkml:trace contextRef="#ctx0" brushRef="#br0" timeOffset="26642.2289">16462 14658 521,'2'-8'106,"-1"0"-46,2-1-17,-3 9-23,0-3-15,-3 6 4,-2 9 8,-7 1 2,-1 8-3,-3 4 5,-1 1-2,-2 6-5,1-6-5,5 2-2,-2-7 1,1-3-3,3-6-2,7-2-3,0-6 3,-2-2 5,6-2 2,0-2-2,8-4-7,-6-2 2,11-4-3,-1-4 0,3-2 1,1-5-3,1-3 3,8-2-1,-7-2 0,6-4 0,-4-1 0,5 3 0,-8-1 0,6 1 0,-5 1 1,-1 6-1,-1 1 0,-3 7 0,-1 5 0,-1 5-1,-9 5-1,1 6 0,5 8 4,-8 8 1,0 4 3,-2 6 4,-7 2-4,0 3 5,1-4-4,-4 1-2,3 4-3,3-5 0,-7-4-1,12-3 1,-8 1 0,7-7-1,0-3 0,4 0-1,5-1-10,-2-4-65,10 0-104,-4-2-291</inkml:trace>
  <inkml:trace contextRef="#ctx0" brushRef="#br0" timeOffset="26849.9308">16593 14698 336,'0'-4'252,"0"1"-167,0-2-25,0 5-28,0-2-24,9 0-7,-6 4 0,12 0 0,-4 1-2,0-1-21,7 1-254</inkml:trace>
  <inkml:trace contextRef="#ctx0" brushRef="#br0" timeOffset="27182.2859">16994 14365 437,'2'-3'139,"6"-2"-52,-5 3-18,-3 2-40,5 2-21,-5 5 13,0 5-2,-2 3-4,-2 6-7,-6 3-4,-1 4-4,3 0 4,-6 2-4,-2 0-3,-5 0-109,1-2-229</inkml:trace>
  <inkml:trace contextRef="#ctx0" brushRef="#br0" timeOffset="27594.8958">16524 14807 243,'7'-9'200,"-7"6"-75,-6-4-71,3 6-10,-7-3-7,0 1-3,-9 3-6,1-1-15,-1 1-4,-2 0-7,4 0 0,1 1-2,1 3 0,2-1-47,-1 3-149</inkml:trace>
  <inkml:trace contextRef="#ctx0" brushRef="#br0" timeOffset="28674.2774">15630 14654 324,'1'-4'62,"3"4"-17,-4 0-5,0 0-10,0 0-10,0 0-1,-4 0 3,4 4-4,0-2-2,0 1 3,4 0 18,-2 1 7,9 1-11,-5-2-7,8 3-2,6 0-8,0-1-5,7 2 2,2-1-4,-1 1-3,2-1-2,-3-3 0,-8-1-2,-5 1 3,-5-2-3,-8-2-2,-1 2 0,-1-1 0,1 3 0,-4-2-1,-5 8-34,-3-1-123,-1-1-132</inkml:trace>
  <inkml:trace contextRef="#ctx0" brushRef="#br0" timeOffset="29010.4726">15390 14950 240,'0'0'159,"0"0"-77,4 0 4,7 3-38,2-3 1,5 2-5,9 0-12,6-2-1,5 2-11,5-2-8,-1 3-7,-7-3-4,-3 0 0,-12 0 0,-7 0-1,-9 0-2,-4 3-11,3-1-76,2 2-289</inkml:trace>
  <inkml:trace contextRef="#ctx0" brushRef="#br0" timeOffset="36546.9475">19203 15284 459,'-6'-12'148,"4"-2"-54,-5 0-5,4 3-50,3 6-24,3 5-7,-3 0-5,0 8 5,0 6 6,0 6 15,0 6-1,-3 8 4,1 5-16,0-2-6,-5 1-3,3-3-1,-1-7-4,-5-5 2,7-6-2,-4-5-1,3-5 1,4-3 4,0-4 8,0-5-5,4-3-4,3-11-4,0 1 2,4-8-2,2-2 1,5-2-1,0 0 0,2-2-1,0 0 0,3 6 0,-6 0 2,3 3-2,-7 10-1,-3 3 1,-1 8-4,-7 4 1,0 6 3,-2 6 0,0 8 2,4 4-2,6 6 3,-6 0-3,7-4 3,0-4-3,-6-4 3,6-6-3,-9-5 2,0-6 2,-1 0 6,5-6 10,-2 0-5,8-4-9,-6-5 5,6-1-9,5-8 1,-2-4 0,6-1-2,-3-6 1,7 0-1,-8 6 1,5 3 2,-4 7 3,-4 6-4,-10 6 1,2 6-4,1 3 2,-7 6-2,5 11 3,2 3-1,-3 9 0,-3 1 0,4 0-1,0-1-1,-3-5 2,-2 0-6,-7-8 2,2-3-60,2-6-73,-6-2-35,1-6-213</inkml:trace>
  <inkml:trace contextRef="#ctx0" brushRef="#br0" timeOffset="36975.7505">20013 15168 546,'0'-9'53,"0"4"37,2 1-48,-4 4-33,0 4 25,-8 5 3,-1 12-11,-2-1 0,-3 6 0,1 0-6,3 0-1,6 3-4,-3-3-3,9-3-4,5 3-1,-1-4 1,6-4-2,0-3 4,3-6 5,0-2-1,1-7 1,1-3-5,6-5 4,-3-4-7,-3-4-3,1-7 2,-3 0-3,0-7-1,-8 6-1,-3-4-1,-9 4 1,-6 2 0,-4 4-1,-10 5 0,-4 9-3,2 4-19,2 7-90,6 5-61,15 2-292</inkml:trace>
  <inkml:trace contextRef="#ctx0" brushRef="#br0" timeOffset="37440.2782">20277 15247 372,'10'-9'199,"1"-3"-126,-3 2 0,4-2-22,-3 8-12,2 2-4,-6 2-18,-1 3 0,-4 5 9,-2 4 7,0 7-1,-3 7-6,-4 4-6,7 4-7,0-4-3,4 5-4,2-4 2,5-7-2,-4-6 4,6-6 1,-7-2 12,8-6 2,-6-4-4,5-4-11,3-2 5,-1-5-8,2-8-2,3-1-1,3-6 0,-4-4 0,6-6-4,-3 5 1,7-6-1,-10 3 1,6 2-1,-10 6 0,-6 3 0,-3 5-1,1 6-1,-3 5-4,-2 2-64,-2 5-64,-3 5-40,3 0-242</inkml:trace>
  <inkml:trace contextRef="#ctx0" brushRef="#br0" timeOffset="38369.6123">21365 15154 377,'8'-10'124,"-2"-2"-28,1-1-18,-5-1-18,-2 2-8,-2 1-20,0 0-10,-8 3-5,-1 2-4,-2 4 0,-4 4-6,1 2 1,0 4-5,-1 6 5,-4 3-3,5 0-1,1 3 0,4 2-4,3 1 4,7-1-2,2 2 3,2 0-2,11 0-2,-1-2 2,3-2-2,3 2-1,2-2 1,-7-2-1,-4-1 0,-3-3 0,-5-1 2,-2-1 2,-4-2 4,-10-4 3,1 1-2,-2-6-3,-10 2-3,5-3-2,-8 0 1,7-3-1,2 3-2,7-1-19,4-3-97,4-3-135</inkml:trace>
  <inkml:trace contextRef="#ctx0" brushRef="#br0" timeOffset="39113.4483">21585 15240 560,'2'-7'87,"-2"2"5,0 1-37,0 0-37,0 5-6,-2 4 6,-10 5 4,3 4-4,-5 6 0,-1 1 1,-1 8-3,3-1-7,-1 0 0,6-4-3,-3 2-2,2-6-1,2-5 2,4-6-4,3 0-1,-4-8 2,4-1 1,0 4 8,0-8 1,0 4-9,4-5-2,-1-4 1,4 0 0,2-7 0,-5-3-2,5-3 0,-3 0 1,4-5-2,1 4 2,-5-3-1,4-2 0,3-2 1,-7-1-2,6 2 2,1 0-2,1 3 1,1 2 0,3 5 0,4 4-4,-2 5 1,5 6 0,-3 4 2,0 6-1,-4 4 0,-3 3 0,-5 1 1,-10 3-1,-9 6 2,-1-4 0,-10 4 0,3-1 1,1 0-1,1-4 0,6 5 0,7 0 0,6 1 0,5-1 0,2-2 0,3 1 1,-6-4-1,1-1 0,-2-10-1,-2 3 2,-10-4-1,0-3 3,-6-3 0,-5 3-2,-3-1 1,-8-2-2,0 0-1,7 0 0,-2 0-99,8 2-168</inkml:trace>
  <inkml:trace contextRef="#ctx0" brushRef="#br0" timeOffset="39623.1446">21943 15155 504,'3'-11'79,"1"0"16,2 2-43,-3 4 7,-1 3-35,0 0-15,-4 4-7,0 5 12,-5 5 6,0 3 4,-6 7-10,0 6-4,-5 4-1,4 1-1,-1 1-1,-2-2-4,5-4-3,3-5 3,5-2 3,2-5-5,2-4 7,4-3 3,7-4-2,-3-3 0,13 0-3,-1-6-1,7-1-2,0-4-2,5-3-1,0-8 6,2 3-5,-13-8 3,2-1 0,-4-4-2,-5 0-2,-2 0 4,-6 4-4,-6 1 1,-2 6-1,-4 5 0,-4 1 0,4 9-6,-7 3-48,1 2-125,3 2-456</inkml:trace>
  <inkml:trace contextRef="#ctx0" brushRef="#br0" timeOffset="40169.2429">22275 15132 521,'2'-8'108,"2"6"-23,2-1-47,-5 3-30,-1 5 0,3 0 12,-6 10 5,2 0 0,-13 8 1,1 4-13,-3 2 0,1 0-3,-7 2-3,5-4-2,2-2-2,4-3 1,4-6-1,-3-4-2,9-3 4,-1-3-4,2-3 7,0-3 11,2-2 9,2-2-24,5-8-2,-2 4-1,2-10 0,3-2 0,3-2-1,0-5 3,1 1-3,4-6 0,0 1-2,2-1 5,1-2-6,-6 1 6,1 3-4,3 2 3,-7 3-4,0 6 1,0 3 1,-2 4-1,-2 4 0,0 4-1,2 0-1,-5 4 0,2 4 2,-3 4 0,0 4-2,-6 4-15,-1 2-92,-8 4-125</inkml:trace>
  <inkml:trace contextRef="#ctx0" brushRef="#br0" timeOffset="40380.5883">22193 15279 511,'-12'0'152,"8"3"-27,2-6-75,8 3-32,3-3-7,5 1-5,4 0-4,6 2-1,3 0-2,2 0 1,0 2-13,0 3-211</inkml:trace>
  <inkml:trace contextRef="#ctx0" brushRef="#br0" timeOffset="40665.1475">22659 15350 466,'-7'0'134,"7"1"-99,-3 5 12,2-3 5,-2 9 5,3 4-31,-7 2-10,3 2-4,-1 0-7,-7 2-4,0-2-1,-4-1-6,1-6-510</inkml:trace>
  <inkml:trace contextRef="#ctx0" brushRef="#br0" timeOffset="41454.5408">23109 15061 585,'2'-7'90,"5"-1"14,1 2-73,11-3-23,3 7 1,9 2-5,9 4 1,3 0 0,7 0 0,-4 1-2,-11-4-2,-1-2 0,-19-2-1,-1 1 0,-10 2-3,-4 2-11,-4 2-29,-3 3-113,-9 0-189</inkml:trace>
  <inkml:trace contextRef="#ctx0" brushRef="#br0" timeOffset="41684.9516">23016 15254 365,'-12'5'173,"5"2"-57,7-7-39,9 0-30,5 0-14,3 0-9,8 0-8,6 1-5,6-1-3,2 3-4,3-3 1,8 0-4,-8 0-1,-5-3-1,-3-2 0,-10 2-36,-5-2-181</inkml:trace>
  <inkml:trace contextRef="#ctx0" brushRef="#br0" timeOffset="42067.3433">23354 14953 483,'7'-10'98,"1"-3"-23,0 6-3,-4 0-28,3 6-24,-5 1-14,0 1 4,0 8 7,0 3 2,0 6 6,3 6-7,-5 5 9,0 9 0,-5-1-9,1 2-1,-2 1-8,-8-4-2,-6-2-1,0-4-3,-3-1 1,4-2-1,-4-5-2,7-4 0,3 0-1,4-6 0,3-2-1,1-2-34,5-5-73,5-3-93</inkml:trace>
  <inkml:trace contextRef="#ctx0" brushRef="#br0" timeOffset="42397.5855">23666 14991 568,'9'-16'106,"-7"3"-11,4 1-61,2 3-2,-6 5-16,2 3-7,-2 4-5,2 3 4,-4 6 8,-4 7 15,0 8-4,-2 4-4,-13 10-4,9 1-6,-11 0-7,2 0-3,3-3-1,1-5-2,-4-6 1,11 2-1,0-8-7,8-2-80,8-6-121,0-4-338</inkml:trace>
  <inkml:trace contextRef="#ctx0" brushRef="#br0" timeOffset="43057.9242">24048 14936 496,'0'-6'115,"-6"3"-29,6 3-52,0-2-24,0 2-9,0 2 3,-2 4 7,-2 2 9,2 8 7,-9 3-3,-1 8-2,-1 4-8,-2 4-1,-4 1-6,2-4-2,2-1 5,1-8-7,0-1-2,8-7 2,4-3 6,4-5-6,11 2 2,8-6-2,3 4-1,12-6-1,-1 2 2,1-7-1,-5-3 1,-6-5-3,-7-3 1,-3-5 2,-2-2-1,1 0 0,-3 4-2,-2 1 1,-3 6 4,-1 4 2,-3 5 1,-4 2-5,-3 9-2,-6 2 1,0 7 1,-2 4 4,-1 6-4,6 1-3,-1 3 4,7 0-2,6 2-2,3-2-2,-3-4-63,-2-7-217</inkml:trace>
  <inkml:trace contextRef="#ctx0" brushRef="#br0" timeOffset="43547.2769">23441 15078 370,'18'-3'101,"-2"1"-8,1-2-21,3 1-26,1 0-10,6-1 5,-8 2-16,6 2-5,-3-2-9,-2 2-2,-4 2-6,-1 0-2,-3 2 0,-8-1 0,0 4-2,2 2-8,-3 0-66,-1 4-181</inkml:trace>
  <inkml:trace contextRef="#ctx0" brushRef="#br0" timeOffset="43793.4513">23303 15318 497,'8'2'109,"3"-4"-13,5 0-48,5 2-25,1 0 0,14 2-11,-3 0-4,7 3-8,3-5 3,-6 3-3,1-3-34,-5-3-392</inkml:trace>
  <inkml:trace contextRef="#ctx0" brushRef="#br0" timeOffset="44249.2962">24435 14993 482,'3'-6'95,"1"1"-7,3-2-51,-3 3-1,-1 0 10,3 2-11,-3-1-3,-3 3-8,0 0-12,0 3-3,-3 5 11,-4 4 11,-2 4-8,-4 8-6,-9 6-6,4 2-5,0 3-3,-4-3-2,6-2 1,3-2 2,-1-4-4,8-4-12,-3-4-104,5-4-173</inkml:trace>
  <inkml:trace contextRef="#ctx0" brushRef="#br0" timeOffset="44798.5538">24697 14973 569,'8'0'84,"-7"0"-28,5 6-23,1 3-10,-7 8 0,2 3-7,-9 6-7,-1 1-2,-1-4-1,-3-2-3,-2-3-1,-1-3-2,-3-2 4,5-6-2,1 0-2,5-3 1,-2-3-1,8-1 5,2 0 1,8-1-6,0-3-1,10-3-1,3-5-9,3 0 0,-1-2 0,5-4 2,-7 0 4,3-1 5,0 3 0,-8-3 0,1 5 2,-3 1 6,-5 4 15,-4 3 4,1 2 8,-7 0-11,0 4-14,0 2-5,-7 4 9,-1 6 13,-6 5 0,-1 10-5,-1 1-9,-6 7-6,19 4 15,15 11-6,1-1-10,3 3-6,-1-8-9,-13-10-68,-7-11-108,-15-8-350</inkml:trace>
  <inkml:trace contextRef="#ctx0" brushRef="#br0" timeOffset="54845.0817">2523 13221 614,'4'-7'70,"1"0"3,-1-2-5,0 4-28,1 1-11,-5 4-4,2-3-15,-2 3 0,2 3-9,-2-3 0,0 5-1,-2 8 8,-3 6-2,-3 8 3,-1 8 3,-3 3-3,4 7-7,-1 2 7,2-3-2,2-5-4,1-3-1,2-7 3,2-6-4,-2-7 0,0-7 5,2-4-2,0-2 5,0-6 4,2 1 9,-4-3 0,2-7-14,0-8-3,0-9-2,0-5 0,2-7-2,4-5-1,8-5 0,0-2 0,10 2 0,5 1-1,4-1 0,7 5-1,5 8-4,1 8 5,4 10-2,-8 12 1,-6 8 0,-10 11-7,-8 6 0,-11 5 4,-14 9 3,-6 4 2,-16 1 0,-7 2 1,-10-2 0,-4-3 2,0-5-1,2-4-1,15-4-1,4-2-3,9-4 3,11 0 1,7 0 2,10 2 4,13 0-4,10 2-1,15-2 1,10 3-3,4-2 1,10-3-1,-10 1-28,-7-3-135,-10-3-236</inkml:trace>
  <inkml:trace contextRef="#ctx0" brushRef="#br0" timeOffset="56152.0623">3323 13159 542,'6'-11'91,"-6"3"-20,7 1-10,-5 0-18,1 3-14,-1 0-6,-2 2-8,0 2-15,0 5-2,0 0 2,-5 7 1,-4 9 9,3 6 3,-3 8 2,-5 2-10,6 2 5,-3-5-1,-3-2-9,3-6 6,-3-4-6,5-6 3,1-4 3,4-4-4,1-5 10,3-6 6,3-1-6,1-6-8,7-2 0,0-5-2,3-6-2,1-1 0,5-4 0,-2-3 1,1-2-1,4 0 0,-7-1 1,5 0-1,-2 3 1,-2 2 0,4 0 1,-3 9 3,-3 3 4,-4 5-5,-4 8 2,0 4-6,-3 10-4,3 6 4,0 11 7,4 6 0,2 7 1,1 5-3,1 1-1,-1-5 1,-6-2-4,6-7 0,-9-4 0,-5-3-1,-5-8-37,2-1-107,-8-3-196</inkml:trace>
  <inkml:trace contextRef="#ctx0" brushRef="#br0" timeOffset="56353.2123">3296 13298 488,'-6'-7'303,"1"-1"-257,10 0 13,3-2-49,8 3-9,13 5 0,7 2-1,6 5-5,7-3-98,0 3-380</inkml:trace>
  <inkml:trace contextRef="#ctx0" brushRef="#br0" timeOffset="56844.4003">3942 13075 602,'-2'-17'74,"0"5"12,0 2-28,2 3-34,0 7-19,0 0-5,0 7 2,0 3 13,0 6 9,0 11 7,2 5-4,2 3-8,-2 7-11,10-1-4,-5-4-3,-4-2 2,0-7 0,-6-4-3,0-6-2,-2-2-60,1-6-113,-6-2-248</inkml:trace>
  <inkml:trace contextRef="#ctx0" brushRef="#br0" timeOffset="57179.4412">3844 13116 567,'-4'-26'70,"-2"2"35,6 1-34,0 4-41,4 7-9,7 6-17,5 2 0,4 8 1,10 4 0,9 0 1,-1 8 3,-1 4 0,6 4-2,-7 4 0,-5 9 0,0 2 8,-6 1-6,-14-1-7,-7-6 5,-13-2 2,-9-7 2,-11-6-3,-4-2-3,-7-6-2,0 0-3,-1-2 0,7-2-30,8 0-60,9 0-115</inkml:trace>
  <inkml:trace contextRef="#ctx0" brushRef="#br0" timeOffset="57703.0012">4498 13198 647,'-2'-7'85,"-1"-2"10,3 3-32,-5 4-44,10 4-15,-2 2-1,-3 7 3,4 3 6,-2 6 9,3 4-8,-1 6-4,-2-2-3,-2-1-1,-5-1-5,-3-5 6,-4-5-1,2-6-4,0-2 5,7-5-2,-3-3 13,6-3 6,0-8-9,6-4-7,-4-7-3,4-11 0,5-3 1,3-8-1,-1-2-2,3-3 2,-3 4 5,3 3 0,-4 8-1,2 8-1,0 10-4,-3 5-3,-2 11-2,6 9 2,-2 11 3,10 14 1,-1 8-3,12 13 2,2 0 0,1 1-2,-3-3-1,-10-5-5,-9-10-56,-12-8-119,-9-8-224</inkml:trace>
  <inkml:trace contextRef="#ctx0" brushRef="#br0" timeOffset="57894.5846">4515 13232 142,'13'-10'624,"7"0"-580,5-2 13,15 3-42,7 4-13,9 5-2,7 3 0,-3 2-34,-2 1-148,-10 1-293</inkml:trace>
  <inkml:trace contextRef="#ctx0" brushRef="#br0" timeOffset="58423.2878">5113 13133 460,'-4'-7'117,"-1"2"-46,5 2-6,-5 3-45,3 3 5,2 0 21,-4 9-5,4 8-5,-5 4-5,10 8-10,-3 3-2,2 1-10,-3-3-3,3 0 0,1-7-1,-4-4-2,-1-6-3,3-4 5,-3-7 4,0-2 14,-3-6 17,2-4-29,-4-7-6,1-8 1,3-7-1,2-3-2,8-6-2,-1-3 1,13-8-2,-2-2 3,8-4-3,4 3 0,8 4-1,1 6 0,4 10 1,1 7-2,-3 11-1,-1 9 1,-10 7 2,-10 5-9,-7 10 6,-9 5-3,-14 6 5,-9 6 1,-7-1-1,-6 5 2,-7-4-1,-2-5 1,5-5-1,3 0 0,8 1 0,6-2 0,9 3 0,9-1 3,7 1 0,13 2-1,9-1 0,11-1-2,7 3 0,12 0-12,-1 0-187</inkml:trace>
  <inkml:trace contextRef="#ctx0" brushRef="#br0" timeOffset="64993.3599">5104 14494 540,'-7'-12'99,"3"1"-55,-1 2 10,3-2 10,0 4-34,2-5 8,-2 2 11,2 0-10,0-2 0,2 3 3,-2 4 0,0 1-22,2 4-20,-2 1-6,-2 6 6,2 4 7,0 1 2,-2 11-5,2 0-1,0 3-1,0 3 0,0-2-2,2 0-57,2-3-142,3 2-352</inkml:trace>
  <inkml:trace contextRef="#ctx0" brushRef="#br0" timeOffset="65789.3104">5394 14550 632,'2'-9'123,"-2"4"-65,0 1-29,-2 1-23,2 8-5,-5 2-1,3 4 11,-2 9 5,-3 0 0,7 4 5,-5 2-7,3 0-1,-2 2 1,-3 2-3,5-4-7,-3 1 1,1-8 3,2-1-8,-2-8 5,4-3-3,-1-3 7,1-4 1,1 0 1,3-3 30,-2-2-29,5-5-6,4-9-2,0-5-3,2-10 0,10-8 2,-4-10-3,10-6 0,0-3 1,5 6-1,0 3 0,4 9 0,-3 14-5,-4 7 3,3 5 2,-10 11-7,-3 6 1,-13 6-5,1 6 4,-9 8 7,-4 4-2,-7 6 2,-3 0-3,-12 1 3,6-1 0,-5-6 0,-2 0 0,-2-8 2,2 2-2,5-1 0,2-3-2,4 1 1,2-1 2,11 1 3,3-4-4,24 24 5,-10-28 2,-4 2 1,9-4-8,-3 1 2,21 6 1,1 2-3,2-1-17,0-4-162,-2-3-376</inkml:trace>
  <inkml:trace contextRef="#ctx0" brushRef="#br0" timeOffset="66082.9181">6110 14316 710,'-7'-9'66,"0"3"32,0 2-35,7 4-47,0 0-15,0 4 0,0 4 4,0 6 9,0 5-8,-2 3-4,2 5 0,-4 4-1,-3 1-1,2 6-76,-6-1-142</inkml:trace>
  <inkml:trace contextRef="#ctx0" brushRef="#br0" timeOffset="91572.8361">7570 6467 468,'160'-22'59,"5"-5"-32,6-2-19,14-4-8,8-1-7,2-6-11,13-2-28,-3-2 13,3-7-74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48:41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19475 3159 204,'-4'-15'319,"0"-2"-310,-1 3 39,5 1-6,5 1 5,-5 0 0,2 2-8,2-24-3,-2 30-8,-2 1 10,5-1 3,-10 4-18,5-3-3,5-1-5,-10 4-9,5 0-6,0 2-6,-2 3 6,-2 9 1,-9 6 3,8 5-1,-6 8 1,-3-4-1,10 3 0,-2 0 1,6-4-4,0-2 2,0-4-1,6-3-1,-12-4-2,6-5-33,0-2-43,0-1-4,0-6-6,0-1-174</inkml:trace>
  <inkml:trace contextRef="#ctx0" brushRef="#br0" timeOffset="397.8782">19380 3046 600,'-9'-21'7,"-1"2"31,8 1 29,4 0-26,6-1-10,3 3-13,-1 2-8,11 7 0,-4 0-5,10 5 1,0 2 3,2 7-5,0 2-4,-2 5 1,-5 7 3,1 7-1,-4 2-3,-5 2-1,-3 0 1,-7 0 5,-7-3-3,-7-2 4,-10-2 1,-5-6 3,-6 0-1,-7-6-4,1 1-5,-6-4 2,3-1-4,11-2-16,4 2-55,17-4-70,3 0-171</inkml:trace>
  <inkml:trace contextRef="#ctx0" brushRef="#br0" timeOffset="743.4968">20082 3130 694,'2'-5'1,"-9"4"-1,-12 2 23,-7 8-2,-3 7 2,0 5-13,3 8 7,8 3-3,16 2-1,6 1-7,12-3 2,13-2 0,7-4 1,-3-10-1,5-4 14,-7-12 10,-4-8 17,-7-6-10,-7-10-30,-4-2 16,-9-3-21,-11 1-4,-4 0-3,-10 8 1,-6 4-3,-4 6-68,-8 6-65,-7 6-265</inkml:trace>
  <inkml:trace contextRef="#ctx0" brushRef="#br0" timeOffset="1563.3272">3352 2977 169,'-29'8'8,"-1"1"-8,0-1 1,0-3-1,4 2 0,1-1-1,4-1-2</inkml:trace>
  <inkml:trace contextRef="#ctx0" brushRef="#br0" timeOffset="1877.4761">3109 2994 508,'3'-5'59,"3"1"-22,-4 3 59,-2-3-54,0 4-32,0 0-10,0 4 0,0 1 16,0 10 12,0 2 0,2 5-1,0 7 8,3 3-13,2 0-10,-3 6-3,3 5-1,-3 0-1,-3-1-6,-1 5 0,0-5 1,-1-6 1,-8-7-3,7-2-8,-2-5-73,-3-6-59,0-6-116</inkml:trace>
  <inkml:trace contextRef="#ctx0" brushRef="#br0" timeOffset="2332.3366">3004 3016 703,'-18'-20'5,"2"-1"7,8 4 20,1 0 5,3 2 3,4 1-14,1 2-6,4 1-10,6 3-4,5 0-3,-1 3-2,8-4 6,4 5 0,2 3-4,2 2-1,2 7-2,1 4-1,-1 6-4,-2 8 5,-6 6-5,-5 6 5,2 1-3,-10 2 3,-8-2 6,-4-1-1,-9-4 1,-9 0 2,-7-2-1,-8 0 1,-9-1 1,-3-2-1,-6 2-7,6-5 0,2-3-1,9-2-1,7-5-33,8-6-46,11-7-9,10-6-280</inkml:trace>
  <inkml:trace contextRef="#ctx0" brushRef="#br0" timeOffset="2722.8786">3497 3164 805,'-7'-14'2,"1"0"27,5-2 15,2 0-29,8 2-11,-1 2-4,10 1 1,4 1 0,5 5 2,-1 1-2,4 4 1,-3 2 3,-6 3-3,-2 4 10,-3 7-3,-8 8 9,1 6-4,-5 7-5,-4 2 2,0 5-3,-4 0-4,-5-4-1,5 1-1,-6-6 1,2 0-3,-1-8-44,-3-1-58,6-3-93</inkml:trace>
  <inkml:trace contextRef="#ctx0" brushRef="#br0" timeOffset="2904.7103">3514 3382 913,'20'-22'9,"3"3"0,5-8 1,2 4-9,19-4-1,9 3-43,5 1-71,10 2-469</inkml:trace>
  <inkml:trace contextRef="#ctx0" brushRef="#br0" timeOffset="229955.8619">17797 5363 408,'0'0'36,"0"-3"11,0 3-11,0 3-16,2-3 4,-2 0 5,0-3 3,0 3-1,-2 0-7,2-2-9,0 0 10,0 2-7,-2 0-6,2-2-2,0 2-5,0 2-2,-5-2-2,-2 0 1,-4 2-1,-3 3 0,-1-5-1,-5 7 2,-3-2-2,2 3 1,-9-1-1,4 3 0,-5-1 1,-3 0-1,3 1 2,3 3 0,5-1 0,-5-1-1,4 4 2,-2 5 1,4-3-4,-6 4 0,2 1 2,-3 0-1,2 3 0,2 1 0,4 1-1,-2-1 4,5 0-3,3-2 1,1-1-1,1 0 1,0-1 0,-1 0 1,3 0-1,5 0 0,-6 2-1,8 0 2,-3 0-2,4 1 0,3 2 1,3 1 0,4 3-1,-5-1 3,9 1-1,-6 4-1,6-3 3,-3 0-1,4 0 1,-1-1 0,5-2-4,-2 0 3,3-2-1,5 2 0,-4-5 0,5 2-1,-4-3-1,6-2 1,2-1 2,3-3-2,2-3 1,6-2-1,-1-3 0,7-1 1,9-6-2,-7-1-1,5-1 0,-6-1 1,0-5-1,-3 0 2,1-1-2,-1 0 1,5-5 1,6 0 0,-4-3-2,3-2 0,-6-4 0,-1 0 2,-7-4-1,0 0 1,-7-1 0,0-1-2,-2-2 1,-4-5 1,-5-3 1,2-1 0,-6-5-1,-3-1 0,-4-2 0,0 0-1,-3-1 3,1 0 2,-3 1 2,-1 2 2,-3 3-2,-3-2 1,-1 2 2,-3 2 2,-1 0 6,-8 1-7,-6 4-2,-3 0 10,3 2-2,-5 3-3,2 3-6,-2 1-2,4 9-3,-11 4-4,-2 6 0,-6 4 0,-10 8-3,-8 3-9,-11 10-76,-4 3-109</inkml:trace>
  <inkml:trace contextRef="#ctx0" brushRef="#br0" timeOffset="248523.1116">17843 5482 351,'0'-3'149,"-3"3"-126,2-3 13,-1 1 4,4-2-20,-2 1-13,1-4 5,-1 3 3,8 1 3,-5 0 7,-1 1-12,-2 0-2,4 2-3,-6 0 0,2 0 1,-2 0 0,2 0-2,0 0-4,0 2-2,-2-2-1,4 0-3,-4 0 1,2 0-2,-8 0 4,5 0 5,0 0-3,-4 0-1,3 0 3,2-2-1,0 0 1,-1 0-2,-2 1-1,1-2 0,2 1-1,-7-2 1,5 2-1,-8 0 0,8 0 1,-5 0 0,5-1-1,-4 3 2,4 0 2,2 0-1,2 0 0,-3 0-1,2 0-1,-7 0 0,5 0 0,-7 0 0,6 0 2,0 3-1,-3-3 0,5 0 2,2 0 1,0 0 0,0 0 2,-2 2-1,0-2 0,-4 0-3,5 0 0,-2 0 2,3-2-2,-2 4 2,2-2 0,0 0 4,0-2-9,0 2 3,0 0-3,0 0 0,0 0-1,0 0-4,0 0-51,2 0-82,2-3-182</inkml:trace>
  <inkml:trace contextRef="#ctx0" brushRef="#br0" timeOffset="249270.4788">17665 5363 210,'0'3'140,"-2"-1"-126,2-2-1,2 2-7,-2 0 8,0 0 4,5 2-2,-3 0 0,5-3 6,-5 2 1,2-1-4,3 0-7,-5 0 2,4-2 3,4 0 0,1 0-6,3 0-3,3 0 3,-1 0-8,6-2 3,-2 0 6,-2 0-6,5-1 0,-4 0 1,4 1 4,-6-1-1,3 2-4,3-1-3,-10 2-1,-1 0 3,-9 2-5,2-2 1,-1 0-1,-4 1-1,-4-1-1,4 0-12,-2 0 14,-1 5 3,2-3-3,-6 4-54,2-2-104</inkml:trace>
  <inkml:trace contextRef="#ctx0" brushRef="#br0" timeOffset="311864.1312">9339 2141 394,'-4'-3'31,"0"-2"-16,-3 3 29,7 1-29,0 1 0,0 0 8,0-3 1,0 3 3,0 0 2,0 0-10,0-1-3,0 2-9,0-1-5,0 0-2,0 0 0,0 0-4,0 0 4,0 0-1,0 3 0,0-3 0,0 0 1,0 0 0,0 1 0,0-1-1,0 0-1,0-1 1,0 2 1,0-1 2,2 0-2,5 2 1,-3 0-1,0 1 1,8-2-1,1 1-7,14-4-229</inkml:trace>
  <inkml:trace contextRef="#ctx0" brushRef="#br0" timeOffset="338403.7616">3709 4489 478,'0'-4'91,"0"2"-1,2-1-22,-2 1-27,0-1 5,0 2-8,4-2 0,-4-1 5,5 0-2,-3 0-6,-2 1 3,0-2-7,-2 3-1,-3 2-5,5-1-8,-4-1-16,-6 2 2,2-3-4,-1 3 2,-3 0 3,-3 3-2,7-1 1,-8 1-2,-2 4-1,2-2 2,-4 7-4,-2 1 0,6 5 1,-1 1-1,1 6 1,-15 50 1,26-62 0,10-3 0,-5 1 0,4 1 0,5 8 0,2-3 2,9-1 1,2-6 0,7-4 0,0-3-1,11-4 3,-1-5-3,5-1 0,-1-8 0,-3-3-1,-5-2 0,-4-4 1,-4-3 2,-4-5-3,-6 1 3,-3-2-3,-10 0 2,1 3-2,-10 1-1,-9 5-1,4 4 1,-9 6-8,2 2 5,-8 6-5,3 4 6,0 4-5,-2 4-10,3 2-65,6 3-40,3-2-57,12 3-246</inkml:trace>
  <inkml:trace contextRef="#ctx0" brushRef="#br0" timeOffset="339565.7131">5723 4319 714,'-10'-12'66,"-1"4"58,8 0-63,-6 4-2,7 1-39,2 3-11,0 0-3,0 3-6,0-1-10,2 5 10,-4 6 4,2 11 9,-2 8 11,2 12-7,-3 5-2,2 2-4,-5 4-2,6-6 2,-2-3-6,4 0 1,-2-11-2,6-5-1,-5-2 1,4-7-1,-3-6-3,-2-3 3,5-3-1,-5-4 0,0 0 1,2-5-2,0 0 3,-2 0-2,0 0-1,2 0 4,-4 2-4,2-2 1,0 0 0,2 0-2,-2 0 2,0 0-2,0 0 0,1 0 1,-1 0 1,0 0 2,-1-2-3,2 2 0,-1 0 0,0 0 1,-1 0-1,1 0 2,0 0-2,0 0-1,-2 0-1,4 0 1,-2 0 1,0 0-1,0 0 1,1 0-1,-1 0 0,0 0 0,0 0 0,0 0 0,0 0 0,0 0 0,0 0 0,0 0 0,0 0 0,0 0 0,0 0 0,0 0 1,0 0-1,0 0 0,0 0-1,0 0 2,0 0-1,0 0 0,0 0 0,0 0 0,0 0 0,0 0 0,0 0 0,0 0-2,0 0 1,0 0 1,0 0 0,0 0 0,0-2 0,0 2 0,0 0 0,0 0-1,0 0 2,0 0-1,0 0 0,0 0 0,0 0 0,0 0 1,0 0 0,0-3-1,0 3 0,0 0 0,0 0 0,0 0 0,0 0 0,0 0 0,0 0-1,0 0 0,0 0-11,0 0-36,0 0-38,0 0-45,0 3-146</inkml:trace>
  <inkml:trace contextRef="#ctx0" brushRef="#br0" timeOffset="342495.009">8694 4601 298,'0'-8'223,"0"1"-186,-1-1 30,1 0-31,0 0 10,1 1-22,-1-2 25,8 1-22,-6-1-3,2 4 5,-4 1 2,0-2-6,0 1-3,0 3 0,0-1-9,-2 3-13,0-2 0,-8 4 0,3 1 0,-14 7 2,3 2-2,-6 5 1,-3 4 0,4 5-1,1 1 1,7 3-3,1-2 2,12 2 0,2 0 0,4-2 3,10 1 1,11-5 1,8-2-1,14-7 4,3-4-5,7-6 1,7-6-1,-1-10 0,-3-3-2,-4-1 6,-10-9-3,2-3 0,-13-3 4,-10-3 24,-8-2-6,-16-5-15,-2 2 9,-18-2-13,-11 0-7,-7 5-4,-8 7 4,-7 8 1,4 6-1,1 8-3,5 8 2,6 5-2,7 4-8,7 1-40,11 2-36,1 7-40,18-3-71</inkml:trace>
  <inkml:trace contextRef="#ctx0" brushRef="#br0" timeOffset="347032.1341">11009 4481 290,'0'-1'93,"0"-1"-62,4-2 34,-4 1-37,8 2 16,-5-2 8,0 2 8,-3-2-2,2 3-16,-2-2-12,0 0-1,0 2 6,0-1-5,0 1-5,4 0-3,-8 0 0,2-2 6,2-1-11,0 3-3,-4-2-2,2 0-7,-6 1-4,6 1 1,-7-2-1,5 2-1,-11-3 2,5 6-2,-6-1 3,-1 1-3,-1 2-2,-2 0 2,1 4-1,0 1-1,-2-1 1,4 6 0,2 1 0,-1 2 0,4 1 1,-1 4 0,7-2 0,-1 2 0,5 1 1,2-1-1,7 0 0,-1 0 1,9-2 3,1-3 1,11-4-1,11-2 2,5-2 2,5-7-7,8-3 1,-2-4 3,2-5-2,-6-3-2,2-2 3,-7-4-2,-5-3 2,-7-2 2,-6 0 0,-12-2 5,1-1 8,-10-2-1,-10 0-4,0-2-1,-10 3-6,-1 3-7,-9 4 0,8 3 0,-11 5-1,5 5 1,-1 3-5,-4 2 4,8 6-12,1 1-38,5 2-28,3 4-35,8 0-51,4 4-127</inkml:trace>
  <inkml:trace contextRef="#ctx0" brushRef="#br0" timeOffset="349410.0744">13900 4620 502,'2'-7'48,"-2"-5"-13,0 3 38,0-1-44,0 2 15,0 0-22,0-1 4,0 4 2,3-1-14,-3-1 5,0 4 6,0-4-6,0 3 14,-3 0-12,3 3 6,-9-3-9,5 2-13,-2 2-3,-4-3-2,-1 3-1,3 3-1,-4-1 2,1 3 0,-5 2-1,1 3 0,-3 2-1,-2 4 2,4 2 0,1 2-1,1 1 1,8 2 2,-3 0-2,7 0 0,4 0 1,-2 0 1,11 0-1,3-2 2,5 0 5,6-5-3,6-4 0,12-3 0,1-5-1,8-5 0,-2-3 0,4-6 0,-9 0 0,-3-6 7,-4-2 9,-9-3 5,-12-3-9,-1-1-7,-14-4-9,-4 0-2,-14 4-36,-14 4-33,-30 9-96,-38 9-325</inkml:trace>
  <inkml:trace contextRef="#ctx0" brushRef="#br0" timeOffset="351270.3956">15744 4421 594,'-13'-4'47,"1"0"-10,3 0 41,5 0-32,0 2-21,-1-1-2,2 1-1,0-1-6,3 3-3,-3 0-11,-6 0 8,2 3-6,-6-1 1,-7 5 1,2 3 0,-2 5-6,-4 4 3,-3 4 2,2 7 1,5 2-5,3-1 2,0 2-3,9-3 2,4-4-1,6-4 4,2-4-2,7-4 4,7-4 2,9-1 0,3-6-2,9-3-1,1-2-1,-2-2-2,4-5 1,-2-2-2,1-3 7,-10-2-2,5-4 3,-12-4 5,0 0 5,-10-2-1,1-1 9,-5 1-10,-6 3 0,-4 0-5,-2 3 1,-8 3-14,-3 1 0,-2 3-1,-3 3 0,-5 3 0,4 5-1,-4 2 2,3 2-3,-5 3 1,6 3 2,-6 0-15,7 3-37,-4 3-52,6-1-31,1 3-226</inkml:trace>
  <inkml:trace contextRef="#ctx0" brushRef="#br0" timeOffset="356998.0676">17935 4471 558,'2'-4'69,"-4"0"-46,2-1 23,-5-2-8,10 4-26,-5-2 7,0 3 0,0 0-5,0-2 8,0 3-4,0 1 7,0-2 1,-5 0-5,3 2-4,0 0-5,0 0-5,2 2-5,-9 0-1,2-1-2,-6 5 0,-3 2 1,-6 6-1,2 3 1,-3 5 2,4 0-1,5 4-1,-1 2 1,5-5-1,8 1 1,4-1 0,8-3 3,1-4-4,5 0 4,1-2 4,10-4-2,2-4-5,4-2 7,5-4-6,-2-4 2,4-2-4,-2-1 4,-8-5 2,0-2 2,-3-3 3,-12-1 4,-1-2 7,-10-3-9,-2 3-8,-6-1-5,-2-1-3,-8 1-1,-8 3 4,-4 4-1,3 2-4,-4 2 1,0 6-1,2 0-8,7 3-32,5 1-35,9 1-60,4 3-71</inkml:trace>
  <inkml:trace contextRef="#ctx0" brushRef="#br0" timeOffset="357921.2081">19337 4379 114,'-7'-2'458,"3"-1"-395,2-3-5,-6 3 10,5 1-50,3 2-8,-2 0-2,4 0 0,-2 0-4,-2 0-1,0 2 5,-8 0-1,6 2 0,-7 2 1,-5 3 0,3 3-1,-3 2-2,-8 4 3,6 1-3,2 3-2,-4 0 3,9 2-4,2 1 1,5-1-1,-1 0 0,12-1 2,-1 0 2,10-3 3,6-2 3,7-4-1,10-4-3,-4-2-2,5-4 1,-5-4-2,0-2-2,-3-3 0,-4-6 1,0-1-1,-3 0 2,-7-4 24,-5-2 4,1-3-2,-12-6-5,-2 1-1,-4-2-7,-6 2-9,-3 3-9,-1 6-2,-4 0 2,-8 7 1,-5 5-1,-13 1-5,-8 6-59,-8 3-93,0 7-120</inkml:trace>
  <inkml:trace contextRef="#ctx0" brushRef="#br0" timeOffset="363605.9268">10837 4736 333,'0'2'23,"-2"-2"1,2 0 25,0 0-1,0 0 1,-7 0 4,7 0-8,0-2-4,0 2-18,-2-2-11,2 2 0,-2-2-1,0 0 1,-5 2 4,5 0-2,-2-1-5,1 1 2,-6 0-5,7 0 0,-1 0-3,2 0-3,-4 0 3,5 0-3,0 0 0,0 0 0,0 1 3,5-1 2,-1 0 14,7-1 16,9-4-19,9-2-5,11-2-3,7-3-2,11-2 1,7 0-1,-3-4 5,5 0-8,-7-1 6,-4 2-3,-2-4 0,-8 3 0,-13 4-1,-6 3 6,-13 4-4,-3 3-5,-11 4-2,-10 3-4,-3 2 2,-6 4 2,-20 1 0,-5 4 1,-10 2-1,3-1 2,-4 2-1,-1 1-1,0-1 2,1 0-2,10-1 0,2-3 0,11-4 0,11-1 1,12-6 2,-1 0 1,10-4 0,3 0-1,4-1-2,-3-4-1,12-3-1,7 0 0,-2-4 1,5 0 1,4 0-1,-3-2 0,2 2 0,-4 1 0,-5 2 1,-7 1 0,-11 4-1,-2 2-5,-8 4-2,-17 4 5,-15 4 2,-14 4 0,-8 2-1,-5 4-4,7-2 5,13 0 0,7 0-1,15-4 0,3 13 1,22-25 1,2 0 5,-1-3-5,12-1 1,4-1 0,12-6 1,13-1-3,10-2 0,4-2 0,-4 2 0,3-2 0,-10 1 1,-4 4 0,-11-1 0,-15 6 2,-4 2 0,-8 1-3,-2 3-1,-2 0-3,-2 3-2,-1-1 6,-8 3 1,-5 6-1,-7-2 0,-3 4-9,-2 0-55,0-2-28,0 1-57,9 0-177</inkml:trace>
  <inkml:trace contextRef="#ctx0" brushRef="#br0" timeOffset="368397.8625">11798 4388 512,'-9'-9'5,"5"1"21,2-4 44,0 2-13,-1 0-21,-2 2-9,5-2 6,-2 5-6,2-4-9,-2 3-5,2 1 6,-3 0 2,3-2-7,-1 4-4,1-1 3,-5 2 0,5-2-3,0 4-2,5-1-1,-5 1-4,0 0-3,-5 1-3,5-1-6,5 6 5,-5 6 4,4 6 0,-2 12 1,0 8-1,6 10 3,-4 9-2,5 6 2,-3 4-1,4 3 3,-4 2-2,3 2 2,-3-1 0,4-3 1,-6-5-1,5-10-1,-5-8 2,4-8-2,-2-5 3,-4-5-1,5-8-2,-5-5 1,0-5 0,-2-6 1,0-3 2,0 1-1,0-3 0,2 0-1,-2 0 1,0-3-3,0-1-4,0 1-31,0-8-101,-2 2-225</inkml:trace>
  <inkml:trace contextRef="#ctx0" brushRef="#br0" timeOffset="371060.0842">9748 3234 613,'-8'-12'0,"-5"2"2,-7 0 4,-5 6-1,6 6-3,1 4 1,7 5-2,2 6 3,9 7 3,2 5 5,9 7 13,4 1-3,8 6 2,8-1-8,8 1 0,-2-2-2,7-3 3,-2-4-7,-2-4-2,-8-4-3,-5-3-5,-14-5 6,-9-4-6,-4-2 7,-8-1-3,-17 3 1,-10-1-3,-14 0-2,-10-3-69,-1-3-109</inkml:trace>
  <inkml:trace contextRef="#ctx0" brushRef="#br0" timeOffset="371265.1996">9909 3331 583,'45'-25'7,"-2"1"-2,-7-4 0,-7 4-1,4 6-2,0 4-2,10 4 0,-1 7-5,0 6-54,1 7-123</inkml:trace>
  <inkml:trace contextRef="#ctx0" brushRef="#br0" timeOffset="373705.7823">16116 2931 418,'0'-4'80,"2"3"-37,-2-4 19,0 3-14,3-1-10,-6 1-13,3-3-5,0 5-3,-2-2-7,2 0 0,-5 2-1,3 0-3,2 0-4,-2 0 5,0 0-5,0 2-1,-7 0 0,-3 5 1,-3 4 3,-5 10 2,-7 5-2,-4 7 6,0 8-6,-1 3 2,8 2-5,-25 104 3,54-125-1,-1-4-1,0 0 2,8-4 2,5 20 0,12-11 3,9-6 8,3-12 4,3-6-10,1-11-3,3-5-1,2-5 3,-4-8 10,-1-6-11,-5-6 5,-11-3-6,-5-2-2,-15 0-1,-4 4-2,-14 6-4,-5 4 0,-5 7-1,-6 8 0,-8 6-3,-5 8-7,0 2-56,4 8-41,3 5-63,8 1-167</inkml:trace>
  <inkml:trace contextRef="#ctx0" brushRef="#br0" timeOffset="374532.6399">17627 2855 521,'-2'-13'76,"0"1"-7,2 3-31,0 3-38,0 8-8,2 4 8,7 8 1,-4 6 3,-1 6-1,2 3 2,-3 0-1,-3 2-2,0-4-1,0-5 0,-3-1 2,3-6-3,0-5-3,3-5-10,-3-3 11,2-7 2,2 0 0,3-4 1,0-3-1,4-3 0,5-6 0,-1 2 1,6-4 5,-4 2 10,1 3 32,2-1 6,-10 5-11,2 6-4,-2 2-27,-8 6-11,0 9 1,2 6 7,3 12 6,-1 8-6,6 9-3,1 11-3,-1 5-3,3 10-52,0 9-116,-1 0-356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55:31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14308 6990 187,'-6'0'360,"-4"-2"-344,8 2-10,0-4 8,0 4 0,2 2-11,2 2 1,-2-2 12,0 2 22,2-1 0,-2 0-5,2 1-1,0 1-6,8 0-2,-1-1-2,9 0 6,13-3-3,20 2-8,15-7-4,31 0-4,14-5 2,21-3 0,20-3 1,8 1-5,4 0-4,4-1 1,-12 6-2,-13 1 3,-16 2-3,-23 0-1,-8 1 2,-22 4-2,-14-1 2,-16 2-2,-7-2-1,-20 0-1,-3 2 1,-12 0 0,-2 0 0,-2 0-2,2 2-3,-14 0-2,1 3-41,-14 4-44,-4 0-38,-12 0-144</inkml:trace>
  <inkml:trace contextRef="#ctx0" brushRef="#br0" timeOffset="309.5609">14427 7247 577,'-27'16'5,"15"-4"0,21-8 92,23-2-30,26-4-28,21-2 2,27-6-23,16 2-6,16-4 11,16 2 2,7-1-6,1 2-8,4 1-4,-20 1-4,-9 4-2,-22 5-1,-21 2-8,-23 2-66,-17 2-49,-16-1-250</inkml:trace>
  <inkml:trace contextRef="#ctx0" brushRef="#br0" timeOffset="16065.0567">8230 9168 706,'21'-6'15,"6"-2"-13,2-6 4,16-4 14,20-3 4,11 0-1,17-2-8,2 0 2,13-1-5,-1 2-3,4 3-1,1 1-7,-6 4 1,-5 2-2,-14 2 0,-11 2-15,-18 4-46,-21 2-100,-10 4-172</inkml:trace>
  <inkml:trace contextRef="#ctx0" brushRef="#br0" timeOffset="16268.7417">8544 9300 818,'30'2'6,"13"-11"-6,6-6 3,9-9 1,13 2 3,21 2-3,17-1-4,16 2-25,4-1-145,-2 1-330</inkml:trace>
  <inkml:trace contextRef="#ctx0" brushRef="#br0" timeOffset="78577.3401">2355 11021 588,'-5'-15'8,"-3"3"-4,-1-1 6,0 0 17,7 7-20,2 1 0,2-2-2,0 3-1,-2 2-1,0 1-1,5-2-2,-1 2-1,6 1 1,9-3 2,14 2 3,25-4 10,23 1 1,19 3-4,18-2-3,11 6 0,10 0-4,-4 5 3,0-1-4,-8-2-3,-9 2-1,-16-5 1,-17-2 2,-24 0 1,-17-4 13,-20 1 18,-12-1 7,-8 2-11,-4 2-17,-4-1-4,2-2-4,-3-1-6,5 3 0,-3-2 1,3 1 0,0 2-1,-2 0-1,2 0 0,0 0 1,0 0-1,0 0 1,-2 2 0,2-2 0,0 0 0,0 0 0,0 0 0,0 0 0,2 0 0,-4 0 0,2-2 0,0 4 0,0-2-1,0 0 1,0 0 0,0 0 0,0 0 2,0-2-3,0 2 2,0 0 0,0 0-1,2 0 0,0 0 2,-2 0-2,0 0-1,0 0 1,-2 0 1,2 0 0,0 0-1,0 0 0,0 0-2,2 0 2,-4 0 0,2 0 0,-2 0-1,2 0-5,0 0-29,0 0-76,0 0-108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07-05T08:35:47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15374 9779 631,'0'0'131,"0"0"-28,0 0-21,0 0-13,0 0-23,0 0-2,0 0-16,-40-65-8,40 65-2,0 0-5,0 0-5,0 0-8,0 12-3,16 23 3,21 10 2,10 5 5,15 4 1,7-2-1,1-3 0,-11-3-4,-7-7-2,-21-4 0,-4-7-1,-11-6 1,-12-5-1,-2-3 0,-2-4 0,0-1-1,5-5-29,1-4-112,6 0-197</inkml:trace>
  <inkml:trace contextRef="#ctx0" brushRef="#br0" timeOffset="330.5826">15918 9682 351,'0'0'184,"0"0"-88,0 0 10,0 0-35,0 0-16,0 0 2,-152 29-6,105 7 2,-9 13 8,-6 4-14,-3 2-5,9-1-17,10-6-7,8-4-10,9-5-4,11-8-4,3-7 4,3-4-3,10-9-1,2-4-10,0-7-67,0 0-110,16 0-130</inkml:trace>
  <inkml:trace contextRef="#ctx0" brushRef="#br0" timeOffset="853.894">16140 10040 597,'0'0'114,"0"0"-21,0 0-11,0 0-27,0 0-35,0 0-12,-4 3-2,-9 14 22,-1 9 10,-3 5 1,-2 4 6,-3 6-18,7-3-5,1 1-9,10-2-8,2-9-1,2-3-2,0-8 2,4-8-3,21-2 4,3-5-5,6-2-20,-5 0-84,-2-10-58,-12-8-74,-15-2-47</inkml:trace>
  <inkml:trace contextRef="#ctx0" brushRef="#br0" timeOffset="1722.7655">16020 10196 336,'0'0'158,"0"0"-13,0 0-19,0 0-27,0 0-13,0 0-28,-29-44-11,33 41-27,19 1-7,-1 2-11,11 0 1,1 0-3,4 0 4,-3-3-4,6 3 2,1-2-2,-1 2 0,-10-2-1,-2 0 1,-1-1 0,-12 0 1,-7 2 0,-5-2 1,-4 3 0,0 0-2,0 0-2,0 0-1,-4 0-1,-18 3 4,1 6 1,-5 3-1,-5 4 0,2 1 0,0 5 0,2 2 0,4-1 0,12 2 0,9-5 1,2-5-1,0-1 2,25-5 2,6-7 2,7-2 1,-4 0-1,3-4-5,-8-12 4,-2-4-3,-7-2 1,-5-2-3,1 0 4,-5 3 1,1 3-4,-8 4-1,-2 4 0,5 6 3,-6 1-3,-1 3 0,3 0-1,-3 0 0,2 0 0,-2 0-4,8 3 2,-6 13 3,0 4 5,1 3 0,7-4 0,2 4-2,-4-5-1,5-5 1,1 0 0,6-6-1,-2-2 1,4-3 1,5-2 0,7 0 0,-3-7 0,0-10-3,-4-3-1,-8-4-2,2-3-6,-11-1 6,2-8-1,-1-2 3,-7-2-1,3-1 2,-5 2 0,-2 7 0,0 8 0,0 10 1,0 6 0,0 4 4,0 4-2,0 0-4,0 12-3,-9 22 1,-6 9 2,-1 8 9,3 4 1,-1-6 1,6 2-5,-3-7 2,-3-6-5,1-9-2,1-2 2,8-8-3,-3-2-7,7-7-129,0-10-353</inkml:trace>
  <inkml:trace contextRef="#ctx0" brushRef="#br0" timeOffset="3374.7103">17299 9779 568,'0'0'104,"0"0"2,0 0-9,0 0 11,0 0-79,0 0-25,0 0-1,109-60 12,-79 35 9,-1-1-4,-2-6 2,-2-3-13,-10-5 1,-7-8-4,2 2 1,-10 4 0,0 9-7,0 13 6,0 13 7,0 5-11,-10 2-1,-5 0-1,-5 15-6,-9 20 4,-2 10 2,-3 17-2,7 17 2,10 16 3,5 0 0,10-1-2,2-12 1,-2-13-1,0-13 4,-7-11-4,3-12 0,-4-7 0,4-8-1,-6-8 0,9-3 2,-5-3-1,4-4 0,2 0 7,-3-12-3,3-16-1,2-5-2,0-3 0,11-4 0,18-1-2,14 4 1,-2 3-1,6 12-2,-6 11 2,-3 11-1,-9 0-2,-11 2 1,-3 22-3,-1 8 3,-10 5 2,1-5 0,-5-2-1,0-8 1,0-4-3,-21-7 6,8-8-3,-1-1 2,8-2 0,4 0 1,-3 0 3,5-14-3,0-4-2,0-1 0,13-6-1,10-3 0,8-4-1,9-2 1,5 0 0,1 0-1,6 1 0,-7 6 0,-5 6 0,-9 6 1,-4 3 0,-10-1 0,-1 1 0,-5 0 0,1-1 0,-8 4 0,-2 2-1,-2 5 2,0 2-2,0 0 0,0 0-7,0 0 2,0 0 1,-14 11 5,-4 5-1,3 0 2,-2 3-2,-4-1 1,8-3 0,-3 6 0,7-1 0,-1-1-2,2 4 2,4-3 0,2 0 0,2-2-1,0-2 1,6 2 1,15-4 0,-4 0 1,-1-4-2,-3-1 2,1-4 0,-1-1 1,2-2-3,4-2 3,5 0-1,-4 0-1,3 0 0,-4 0-1,6 0 0,0 0-81,-3-9-92,5 0-81,-1-5-192</inkml:trace>
  <inkml:trace contextRef="#ctx0" brushRef="#br0" timeOffset="3915.0046">18416 9830 100,'0'0'298,"0"0"-150,0 0-36,0 0 5,0 0-58,0 0-4,-6-67-27,-17 67-24,-6 0 4,-4 14 3,-5 10 11,3 3-4,-6 1-2,10-1 5,7 0-8,8-3-5,14-5-5,2-2 1,0-7-1,2-5 0,25-5 6,2 0 1,4 0-4,5-9-3,-7-16 1,-2 0 0,-4-9 0,-3 0 2,-4-1-4,-7 8 0,-2 6 0,0 9 6,-8 6 14,-1 5-3,0 1-8,0 0-7,0 0-4,0 21-16,0 16 12,-1 10 4,-19 11 10,0 3 5,-9 2 6,-1 0-11,0-3 1,5-2 0,-1-3-6,12-6 1,0-5-3,10-9 0,4-5 0,0-3-1,0-10 5,0-1-3,18-8 3,7-2-2,4-6-3,6 0 1,3 0-3,2-14-25,1-10-88,-6-10-179,9-6-553</inkml:trace>
  <inkml:trace contextRef="#ctx0" brushRef="#br0" timeOffset="4163.6281">18869 9976 730,'0'0'101,"0"0"35,0 0 1,0 0-68,0 0-55,0 0-8,62-44-6,-22 44 0,1 0 1,-8 0-1,-4 0-20,-6 0-124,-10 4-111,-13 8-514</inkml:trace>
  <inkml:trace contextRef="#ctx0" brushRef="#br0" timeOffset="4319.8191">18854 10156 570,'0'0'164,"0"0"8,0 0-18,0 0-99,0 0-45,156 0-5,-101 0-4,-5-4-1,3-1-41,-2-4-235</inkml:trace>
  <inkml:trace contextRef="#ctx0" brushRef="#br0" timeOffset="5494.9512">19712 9571 630,'0'0'126,"0"0"-19,0 0-43,0 0-14,0 0 4,0 0 10,0 0-11,5-30-18,-5 30-16,0 2-16,0 26-1,0 14 3,-5 13 8,-7 8-5,1 2 1,5-5-5,6-6-3,0-13 0,0-10 2,-2-9 0,2-6-2,0-5-1,0-4-5,0-7-48,0 0-142,8 0-222</inkml:trace>
  <inkml:trace contextRef="#ctx0" brushRef="#br0" timeOffset="5892.6642">20034 9549 370,'0'0'212,"0"0"-70,0 0-32,0 0-33,0 0-21,0 0 6,8-22-1,-8 22-9,0 0-33,0 0-19,0 12-3,0 13 3,0 12 11,0 7 3,-8 8 5,4 3-6,4 0-2,-2-4-8,2-7-1,0-5 2,0-2-4,0-4 1,-2 2 1,-5-3-2,1-2-6,4-2-41,2-10-158,0-8-325</inkml:trace>
  <inkml:trace contextRef="#ctx0" brushRef="#br0" timeOffset="6096.4766">20443 9906 828,'0'0'92,"0"0"-49,0 0-32,0 0-11,0 0-29,0 0-112,20-6-450</inkml:trace>
  <inkml:trace contextRef="#ctx0" brushRef="#br0" timeOffset="8644.2271">20775 9691 525,'0'0'124,"0"0"-21,0 0-39,0 0-32,0 0-1,0 0 10,2-11 6,-2 8-9,2-1-3,-2-1-5,5 2-6,-5 3-2,0-2-9,0 2 8,0 0-16,-9 0-5,-9 0-2,-4 0 2,2 5 0,2 7 0,-2 7-6,4 3 6,3 4-4,4 6 4,0 3 0,7 0 0,2 2 0,0-1 0,0-5 1,0 1 0,6-6-1,10-5 0,2-3 4,-2-6-4,-1-2 1,3-4 0,0-4 5,4-2-2,-4 0-2,5 0-1,-6-6 3,3-8-4,1 0 4,-8-4-3,0-2 1,-6-3-1,2-2 0,-5-3-1,0-4 3,2-3-2,-6 3-1,0 0 1,0 8-1,0 3 0,0 3 0,-10 3 0,-1 3 0,-5 0 0,1 4-2,-3-1 0,-7 4 2,6 3-2,-8-2 1,4 1-1,3 3 2,5 0 0,1 0-2,1 0 1,6 0-5,3 3-3,4 8-40,0 1-132,16-3-212</inkml:trace>
  <inkml:trace contextRef="#ctx0" brushRef="#br0" timeOffset="9237.7284">21257 9671 474,'0'0'119,"0"0"-12,0 0-23,0 0-35,0 0-19,0 0-3,-3-22 9,-19 22-24,-7 0-3,-2 0 8,-5 0 8,5 4-8,9 8-7,1 3-6,15-4 1,-1 1-5,7 0 3,0 6-1,0 1 1,9 3 3,18 2 0,0-1 2,2 5-2,-5 1 0,1-1-5,-3-4 0,-11-4 1,-1-5-1,-7 2-1,2-5 4,-5-4-3,0-2 4,0 0 0,-5-2-1,-18-2 6,-5 0-2,-10-2 1,4 0-5,-1 0-1,6-2-3,9-12-26,4-4-181</inkml:trace>
  <inkml:trace contextRef="#ctx0" brushRef="#br0" timeOffset="9509.1075">21203 9639 362,'0'0'120,"0"0"-37,0 0-5,141-22-4,-120 20-5,0-3-8,-6 2-12,-2-1-9,-1 2-16,-8-2-7,1 4-11,2 0-5,-5 0-1,-2 0-2,0 0-29,0 0-129,0 0-396</inkml:trace>
  <inkml:trace contextRef="#ctx0" brushRef="#br0" timeOffset="10302.768">21818 9636 473,'0'0'72,"0"0"75,0 0-62,0 0-31,0 0-23,0 0-28,-19-37 2,-6 37-2,-4 0 4,-1 0 2,0 6 2,-8 11 4,6 0 0,4 5-5,3-1-1,11 2-5,10-2-1,4 0 0,0-3-1,4-4 4,21-4 1,6-3 1,2-7-4,-6 0 2,0 0-3,-4-9 3,-8-6-2,1-4 1,-3-1 2,-6 2-3,6-3-1,-4 4-2,-5-1 1,4 4-2,-6-2 2,-2 4 1,2 0 9,0 4 10,-1 1 1,-1 4 1,3 3-2,-3 0-6,0 0-10,0 0-6,0 0-7,0 0-6,0 8 9,0 10 4,-3 8 0,0 6 0,-1 11 0,-2 0 0,2 10 1,4-3-1,0-3 0,0-1 1,0-5 0,0-4-1,-2-8 1,2-5 0,-7-7-1,3-1 1,0-9-1,-6-3 0,3-4 1,-10 0 2,-6 0 2,-14 0 1,-6 0-5,-3 0-1,1-6 0,3 2 0,5 1 0,9 1 1,5-3-1,13 1-17,10-6-116,10 0-477</inkml:trace>
  <inkml:trace contextRef="#ctx0" brushRef="#br0" timeOffset="12545.248">22063 9711 463,'0'0'98,"0"0"-13,0 0-36,0 0-21,0 0-6,0 0 16,0-20 22,-2 11-15,2 2-3,0-3-6,0 1 1,0-4 0,0-3-21,0 2 7,0 0-7,2 2-7,8 3 4,-4 4-8,5-2-2,1 7-2,3 0-1,5 0-5,2 0 4,6 3 0,-5 9 0,-2 6-1,-8 2-3,-7 4-2,2 1 4,-8 4 3,0 0-1,-11-2 1,-5 4 0,-9-4 0,-6 4 0,-5-4 0,1 2 1,2-1-1,-2-4-2,9-4 2,6-5-2,8-6 1,6-6-2,0-1 1,6-2 0,0 0-1,0 0 3,22 0 4,7 0-1,13 0-1,1 0 0,-1 0-2,1 0 2,-6-2 0,-3-3 3,-15 3 4,-3 0-4,-5 2 5,-8 0-6,0 0-2,3 0-1,-4 0-1,4 0-7,1 0-57,4 0-121,-2 0-108</inkml:trace>
  <inkml:trace contextRef="#ctx0" brushRef="#br0" timeOffset="15594.9355">22808 9541 311,'0'0'105,"0"0"-6,0 0-34,0 0-6,0 0-21,-33 116-11,25-93-8,2-2 5,4 1 4,-8-2-12,7 0-10,-9 1 6,3-5-5,1-1 4,-1-2-2,2-6-1,0 0 1,5-5 4,-1 0 10,3-2 7,0 0 19,0 0 12,0-4-14,0-15-35,0-3-2,7-4-1,6-2-7,-1-4 0,1-1-1,1 2-1,-1 2 0,-1 0 1,-6 2-1,4 4 0,5 0 0,-9 6 0,3 3-1,2 1 1,-6 6 0,-1-2 1,3 6-1,-4-4-2,2 5 2,3-2-2,-4 4-2,3 0 2,-5 0-1,2 0-6,3 9 4,-5 14 1,3 7 3,-3 3 1,5 3 0,-5-4 1,0-3 1,2-4 1,3-6-1,-2-5 3,-1-5 1,3-3 5,-1 0-1,1-4 6,2-2 7,0 0-6,2 0 6,-4 0-3,4-14-13,0-4-3,1-6-2,-6-1-1,5-1-2,1-3 2,-4 5-2,3-1 2,-1 6 0,-4 3-1,1 2 0,-4 2 0,4 3 0,1 4 0,-2-2-2,1 5 1,-7 0 0,2 0 0,2 2 0,2 0-8,-2 16 2,0 17 7,-4 6 1,0 7 0,0 5 3,0-3 4,0-2-7,0-4 3,-4-4-2,0-6-1,4-6 1,0-4-1,0-3 1,0-5-2,4-3-7,9 1-29,0-7-128,1-5-88,-1 0-345</inkml:trace>
  <inkml:trace contextRef="#ctx0" brushRef="#br0" timeOffset="15888.822">23465 9557 542,'0'0'132,"0"0"-52,0 0-32,0 0-40,0 0 41,0 0 25,-17 132-16,3-88-17,1-2-15,2 1-13,4-5-9,-2-4 0,5-6 0,2-7-4,-4-9-3,5-5-86,1-7-162,0 0-401</inkml:trace>
  <inkml:trace contextRef="#ctx0" brushRef="#br0" timeOffset="16238.549">23506 9779 231,'0'0'281,"0"0"-179,0 0-27,0 0-19,127-23-21,-109 14 11,-3-3-3,-1-4-2,-3-2-9,1-3-7,-4-3-7,1-5-1,-7 1-12,-1-2 3,-1 0-2,3 6 0,-3 6 5,0 4 10,0 7 8,0 3-1,0 4-16,0 0-12,0 0-3,-4 25 3,-7 9 4,3 8 14,-2 4 3,6 3-6,-5 4-9,4-5-4,0 2 0,1-5-1,1-5 2,2-8-3,1-6-14,0-8-97,4-4-131</inkml:trace>
  <inkml:trace contextRef="#ctx0" brushRef="#br0" timeOffset="16832.7288">23947 9707 541,'0'0'132,"0"0"-4,0 0-75,0 0-26,0 0-1,0 0-20,76-58-6,-65 58 0,-9 0-1,-2 4-5,0 11 6,0 8 0,-17 1 3,-4 3 1,1-2 1,5-3-2,6-1-3,6 2 4,3 2-1,10 5 1,13 0 0,12 3 1,-6 1-3,-8-1-2,0-3 0,-17-6 0,-4-2 0,0-3 0,-4-8 4,-11 0 5,-8-4 6,5-5 1,3 1-1,0-3-3,7 0-2,6 0 18,2-9 25,0-9 9,2-10-34,21-2-14,10-4-4,5-4-5,7 4-4,1 0 2,1 5 1,0 4-3,-12 3 0,-6 4 0,-6 4-1,-7 1 1,-12 8-1,0-4-1,-4 8-13,0-1-90,0-1-106,-2 3-212</inkml:trace>
  <inkml:trace contextRef="#ctx0" brushRef="#br0" timeOffset="21438.0852">15048 11221 223,'0'0'507,"0"0"-424,0 0-8,0 0 29,0 0-48,0 0-3,0 0 10,0 0-32,14-34-17,-14 34-3,0 0-7,0 0-4,0 7-15,0 20 8,0 9 7,0 3 2,0-3 0,0-3 0,0-2-1,0-9 1,0-8-1,0-9-1,0-5 1,0 0 2,0 0 3,0 0 0,0 0 1,0 0 1,0-18 0,0-11-6,0-7-1,4-3-1,5 1 0,-3 0 0,6 4-2,-1 4 2,0 6 1,-4 4-1,4 8-1,-9 3 1,5 9 0,-5-3-2,-2 3-2,2 0-1,0 0-4,3 15-1,4 8 9,0 7 1,-3 2 0,-1 0 0,2 1 0,-6-8 0,2-3 0,-3-6 0,2-5 1,3-6 1,-1-2-2,-4-3 1,4 0 3,8 0 1,-2-7 2,7-12-5,-2-4 5,-1-3-7,0 0 2,1-1-1,-4 1 0,-5-1-1,2 7 1,-2 0-1,3 4 1,-5 6 0,-3 2 0,-1 5 0,3 0-1,-3 3 5,0 0 0,0 0-4,0 0-1,0 3-9,0 18-5,0 9 14,0 8 6,0 3-4,5 0 2,0 6-3,-5-3 0,2-4 1,0-8-2,5-4 1,-5-10 0,2-6-1,3-3-2,-4-2-37,1-7-128,3 0-107</inkml:trace>
  <inkml:trace contextRef="#ctx0" brushRef="#br0" timeOffset="21799.3414">15577 11051 482,'0'0'80,"0"0"6,0 0 14,0 0-27,0 0-5,0 0-4,14-58-23,-14 58-18,0 0-3,0 1-20,0 20 0,0 11 8,0 4 37,0 6-12,0 1-6,-3 0-8,1 1-10,2-3-2,0-5-6,0-7 3,0-4-3,0-7 2,0-6 0,0-2-3,0-4-48,0-4-111,4-2-124</inkml:trace>
  <inkml:trace contextRef="#ctx0" brushRef="#br0" timeOffset="22286.5678">15880 11119 350,'0'0'174,"0"0"-40,0 0-42,0 0-15,0 0-10,0 0 3,22-80-31,-22 76 13,0 4-19,0 0-17,-15 0-13,-8 2 3,-6 13 3,0 6-1,0 3 5,0 6-2,2 2-4,8 3-3,-2 2 1,15-1-5,-1-2 0,7-3 1,0-2 1,18-2 1,11-5 3,4-6 1,0-8 0,8-8 3,-1 0-5,-7 0 1,3 0 3,-5-8-6,-4-6 2,-7 3-4,-5 2 1,-3 0 0,-8 5-1,3-3-1,-5 3-6,-2-3-54,0-3-196</inkml:trace>
  <inkml:trace contextRef="#ctx0" brushRef="#br0" timeOffset="24798.4926">16892 11076 408,'0'0'168,"0"0"-35,0 0-41,0 0-38,0 0-10,0 0-8,2-15-17,-2 15-5,-9 0-2,-7 0 3,-3 3 2,-5 11 17,1 5 4,-6 3-1,1 1-12,6 0-11,7-1-3,11 0-6,2 0 1,2-4-5,0 2 1,2-4 2,17-1-2,10-1 6,10-7-2,1 0-3,-3-5-2,4-2-1,-4 0-9,-5-7-13,-4-9-25,2-4-1,-11-2 16,2 0 13,-5-4 14,-5 2 4,-5 4 1,-2 2 0,1 6 1,-5 4-1,0 4 2,0 0 0,0 2 4,0 2 0,0 0 1,0 0-6,0 0-1,0 0-14,0 2 11,0 14 3,-5 2 8,1 1 3,1 4 2,3-3-7,0 0 1,0-3-4,0-4 0,3-2 3,11-3 1,3-4 4,8-4-3,2 0-4,-5 0 2,2-3-3,-1-11 0,-5-4 2,-5-3-1,2 2-1,-1-2-2,-3-2-1,-4 1 1,4 2 1,-9 2-2,2 4 2,-4 7-1,0 1-1,0 3 8,0 3 9,0 0 1,0 0-13,0 0-5,0 14 0,-9 12 5,-3 8 1,-4 2 10,4 7-5,3 2-1,3 2-4,4-6-6,-5-2 5,5-7-4,2-11 1,0-4-2,0-7-1,0-2-5,0-6-38,0-2-109,11 0-88</inkml:trace>
  <inkml:trace contextRef="#ctx0" brushRef="#br0" timeOffset="25775.1">17610 11148 408,'0'0'120,"0"0"-16,0 0 9,0 0-32,0 0-14,0 0-12,-16-43-16,1 43-8,-10 0 12,5 5 11,-6 12-16,5 3-16,1 6-5,6 1-2,8-1-8,-1-1-5,7 1 3,0-3-2,0-5 2,23-3-1,-2-1-1,16-6 3,-4-5-6,5-3-2,-5 0-16,5-8-22,-7-10-26,2-4 18,-2-3 8,-8 1 3,-7-2 4,-5 0 8,-7 2 22,-2 0 3,3 2 0,-2-2 1,-3 2 1,0 2 5,0-1 15,0 8 9,0 3 7,0 4 3,0 4-8,0 2-4,0 0-12,0 0-12,0 0-5,0 0-8,0 11 8,0 9 1,0 3 12,-3 5-4,-4 0 3,5 2-6,2 2 5,0 1 0,0-4-3,0 0-5,0-3-1,0-4-1,0-4 1,0-7 1,2-4 0,10-3 3,3-3-1,8-1 2,-5 0-4,10 0 0,-6-13 0,3-5-2,1-3 0,2-3 1,-7-4-2,2-2 1,-7 0 1,-4 1-2,3 4-1,-11 5 0,3 7 1,-7 1-1,0 3-1,0 4 1,0 2-1,0 3 0,-7 0-3,-7 0-2,-1 0 6,-1 4 1,1 12-2,3 4 1,4 4 1,-3-1 2,11 0-1,0 0 3,0-2-2,0-3-1,2-2 1,13-4-1,8-4 5,-1-2-5,16-2-1,6 0-4,3-1-32,11 0-57,0 4-92,-2-3 102,-3-1-259</inkml:trace>
  <inkml:trace contextRef="#ctx0" brushRef="#br0" timeOffset="27640.5208">18597 11203 139,'0'0'379,"0"0"-251,0 0 4,0 0-47,0 0-16,0 0-20,25-18-22,-10 8 4,-6 0-5,4-2-6,-4 1 6,-3-6 5,2-3-1,-7-7-12,2-4-4,-1-3-4,3 2-4,-5 1 0,0 9-6,0 6-1,0 8 1,0 4 0,0 4-1,0 0-9,0 0 0,0 22 6,-7 9 4,4 13 0,2 8 0,1 6 4,0 8-1,0 4 0,0-2-3,0-1 2,-2-11-1,-7-14 0,1-12 0,-2-10-1,3-8 0,1-7 2,3-2-2,3-3 2,0 0 0,0-3 9,0-18-6,20-7-4,11-6-1,7-3 0,5 0 0,-1-2 0,1 3 0,-1-3 1,0 2-1,-11 2 1,-4 3-1,-11 9 1,-10 3-1,-1 5 1,-5 4-1,0 1-6,-11 2-1,-5 2 2,3 2 2,-3 4 2,7 0-5,5 0 6,4 0-1,0 0-2,0 0-5,0 0 6,0 5 2,4 9 3,2 1-3,-3 2 0,-3 4 0,0 4 0,0-4 0,0 4 0,0-4-1,0-3 2,0 1 0,0-10-1,0 2 1,0-6-1,14-2 4,1-2 2,7-1 0,3 0-1,6 0-4,7 0 3,9-5-4,6 1 0,0-3-1,-3-3 1,-10-4 0,-9-4 0,-6-4 0,-10-2-3,-8 2 1,0-2 2,-7 6-1,0-2-1,0 4 1,0 0 1,0 2-1,0 6 0,-12 1-5,0 4 4,5 3 0,-7 0-1,1 0 0,0 0 3,-1 6-3,3 8 3,4 2 0,-4 0 2,4 5-2,1 0-2,2 4 1,-4 0 2,4-1 1,2-3-2,2-6 2,0-3-3,0-4 3,0-2 0,16-4 3,5-2 2,13 0-2,2 0-3,4 0-1,9-8 1,2 0-3,4-2 2,0 1 0,-10-4-1,-8-3 1,-9-1-1,-7-3 2,-15 1 0,2 3-1,-7 2-1,-1 2 0,0 0-1,0 2-3,-9 3 1,1 4 2,-11 1-1,4 2 1,-3 0-3,1 0-2,-6 0 5,5 4 0,1 10 0,0 2 1,5 1 0,1 4 1,9-5-1,-6 2 1,8-4-1,0-4 2,0-2 0,0-2-2,5-4 7,11 0-6,-1-2 4,2 0-4,7 0 0,-8 0-1,10-10 0,-6-2-1,5-2 1,-10-1 0,0 6 1,-8-1-1,0 0 0,-5 2 1,0-1 1,-1 2-1,-1-3 0,7 1 0,-5-2 2,-2 5-2,2-2 1,-2 6 0,0 0-1,0 2-1,0 0-1,0 0-3,0 2-8,0 20 3,-16 8 9,1 8 4,-1 8 1,5 4-1,-2 0 0,10 0 1,1-5 2,2-8 1,0-3 2,0-5 0,0-9-8,0-6 0,0-7-2,0-2 2,0-5 0,0 0-2,0 0-11,4 0-26,10 0-85,1-17-141,10-4-373</inkml:trace>
  <inkml:trace contextRef="#ctx0" brushRef="#br0" timeOffset="27935.7317">20153 11110 470,'0'0'132,"0"0"-2,0 0-32,0 0-7,0 0-19,0 0-18,0 0-11,2-29-29,14 29-7,2 0-7,6 0-5,-4 0 4,3 9-1,-6 6-2,-3 2-15,-3-3-86,-11 5-91,0 1-259</inkml:trace>
  <inkml:trace contextRef="#ctx0" brushRef="#br0" timeOffset="28120.8899">20171 11305 371,'0'0'181,"0"0"-53,0 0 32,0 0-31,0 0-47,0 0-45,131 0 6,-102 0-29,-2 0-7,-7 0-4,-2 0-3,-11-5-1,2-3-137,-7-5-332</inkml:trace>
  <inkml:trace contextRef="#ctx0" brushRef="#br0" timeOffset="29176.6018">20862 10818 390,'0'0'317,"0"0"-179,0 0-42,0 0-29,0 0-25,0 0 25,0 0-1,22-28-28,-19 28-16,-1 3-17,1 18 0,5 11 8,-4 2 0,3 3-7,-6 1-2,-1-7-2,0 0-1,0-5 0,0-10-1,0 0-2,0-6-11,0-2-21,0-4-65,0-4-96,0 0-173</inkml:trace>
  <inkml:trace contextRef="#ctx0" brushRef="#br0" timeOffset="29534.6114">21172 10798 407,'0'0'135,"0"0"-42,0 0-3,0 0-18,0 0-17,0 0 14,27-37-24,-27 37-20,2 0-13,-2 0-12,0 15 1,0 9 15,0 4 28,0 2-7,0 0-9,0 3-12,0-1-10,-2-4-2,-3 2 2,3-4-3,0-4 0,2-5 1,0 0-2,0-5 0,0 0-2,0-7-132,0 0-370</inkml:trace>
  <inkml:trace contextRef="#ctx0" brushRef="#br0" timeOffset="29746.5895">21473 10990 809,'0'0'131,"0"0"-66,0 0-52,0 0-13,0 0-3,0 0-9,6-7-112,3 7-202</inkml:trace>
  <inkml:trace contextRef="#ctx0" brushRef="#br0" timeOffset="30299.1001">21700 10864 488,'0'0'95,"0"0"8,0 0-10,0 0-51,0 0 10,0 0-3,-22-30-23,9 30-12,6 0-3,-7 0 1,1 6-5,-3 10-2,3 2 2,2 2-2,7 3 2,2 0-3,2-3 1,0 1-1,0-3 1,4-2-4,11-4 4,3-4 2,-3-2-2,8-4 5,2-2-1,-6 0-4,6 0-1,-3-6-1,1-8 2,-8-5 0,1 1 1,-6-1 1,-5-2 1,-5 1-1,0 0 5,0 0-2,-2-1-6,-15 4-1,-6 1-1,3 3-2,5 8-2,1 1 0,3 4-7,8 0-26,3 0-44,0 6-93,5 2-260</inkml:trace>
  <inkml:trace contextRef="#ctx0" brushRef="#br0" timeOffset="30623.2784">22034 10878 422,'0'0'123,"0"0"-30,0 0-37,0 0-23,0 0 5,0 0 18,-11 39 16,34-20-1,4 7-25,2 2-12,-3 0-20,-10-2-3,-3-3-6,-11-3 3,-2-4 0,0-2 7,0-4 6,-12-4 0,-2 0-4,-4 0-3,-7-6-7,0 0-7,4 0-82,-2-2-309</inkml:trace>
  <inkml:trace contextRef="#ctx0" brushRef="#br0" timeOffset="30795.4002">22115 10851 214,'0'0'428,"0"0"-385,0 0-39,135-3-3,-92 3-1,-3 0-11,-7 0-159,1 0-305</inkml:trace>
  <inkml:trace contextRef="#ctx0" brushRef="#br0" timeOffset="31327.1323">22534 10778 428,'0'0'119,"0"0"-30,0 0-23,0 0-8,0 0 1,0 0-1,-103-2-10,80 16-16,6 6-19,0 4-2,3 2 1,2 2-2,11 1-5,1-3 0,0-7-2,0-5 5,13-5-2,7-5 8,2-4 10,-2 0-9,3 0-3,-3-6-5,-3-6-2,4-4-1,-8-3-1,3 0-2,-3-4 0,-5-3-1,2 2 2,-6-1-2,-4 6 1,5 3 0,-5 6 2,0 4 9,0 2 7,0 4-1,0 0 0,0 0-9,0 0-9,0 4-12,0 21 8,-5 6 4,-3 9 14,0 2-2,4 2-2,4 0-1,0-3-2,0-7-1,0-4-1,0-10 1,0-6 2,0-5-3,0-8 0,0 1 0,0-2 0,0 0-1,1 0-1,2 0-3,5 0-14,-6 0-59,4 0-321</inkml:trace>
  <inkml:trace contextRef="#ctx0" brushRef="#br0" timeOffset="31912.6824">22804 10858 581,'0'0'182,"0"0"-61,0 0-35,0 0-32,0 0 1,0 0-12,-2-104 4,8 94-21,5 1-12,3 4-6,-1 3-5,7 2-3,0 0-3,-4 2 0,-8 17-1,-1 10 2,-7 3-2,0 6 2,0 0 0,-11-2 2,-7-1-1,3-6 0,-6-7 0,13-3-1,-3-7 3,11-7-2,0-2 2,0-3 0,0 0 1,13 0-2,20 0 8,7 0-1,3 0 0,-1 0-6,-9-8 4,6-2-1,-8 4 0,0 0-3,-2 2 2,-7 2-3,-8 2-2,-6 0 2,-8 0-15,0 0-121,-6 6-161</inkml:trace>
  <inkml:trace contextRef="#ctx0" brushRef="#br0" timeOffset="32998.911">21120 11307 111,'0'0'183,"0"0"-50,0 0-64,0 0-13,0 0-23,0 0 10,27 0 40,2 0-6,7 0-39,1 0-13,2 0-6,3 0 5,1 0 6,-2 0-6,2 0 0,2 0-6,-1 3-7,10-2-4,-10 3-1,1-1-4,1 0 1,-5-1-1,1 0-1,-1 1 1,-8-3 0,5 0 0,-5 0 3,5 0 3,-1 0 2,2 0 4,1 0-7,-7 0 0,3 0-2,-5 0 1,-2 0 2,0 0-1,-2 0-1,2 0-1,2 0-3,2 0 0,3 0 1,0 0-3,0 0 6,-7-3-2,0 1 0,-2 0 1,-1 2-2,-4 0 0,5-2 0,-2 1-2,2-2-1,-6 2 3,6 1-1,4 0 1,5 0-3,-4 0 1,-1 0 0,0 0 2,-7 0 1,-6-3 3,3-1 9,-13 2-2,3-2 0,1 0-3,-6 3-4,3-6-1,3 5 1,-6-1-4,3-2 0,-5 3 2,-2 2-3,-2 0-2,0-2-1,0 2-6,-6 0-9,-24 0 8,-13 9-11,-20 4-44,-12 8-101,-11 3-157</inkml:trace>
  <inkml:trace contextRef="#ctx0" brushRef="#br0" timeOffset="33503.8509">21593 11698 577,'0'0'133,"0"0"-1,0 0-50,0 0-36,0 0-1,0 0-4,2-8-9,-2 8-20,0 20-1,0 7 30,0 3-4,0 1-17,0-3-12,-2 3-1,-4-5-6,4-2 1,-6-4 0,4-3-2,4-2-44,0-5-143,0-8-275</inkml:trace>
  <inkml:trace contextRef="#ctx0" brushRef="#br0" timeOffset="34115.9905">21820 11712 589,'0'0'151,"0"0"-28,0 0-30,0 0-37,0 0-20,0 0 13,86-74-12,-60 71-6,1 1-10,-10 2-8,6 0-3,-7 0-6,-8 5-4,3 11 0,-7 6-5,2 7 4,-6 3-1,0-1 2,0-2 0,-16-3 1,-2-3-1,-2-6 0,-4-1 0,3-2 2,-5-2-2,1 1 0,3 2 0,-5-4 1,12-2 2,0 0-3,9-7 0,3-1 0,3-1-1,0 0 2,0 0 2,9 0 1,12 0-2,6 0 2,9 0-4,-1-8 1,9 1-1,8 0 1,-1-1-1,1 0 1,-6 2 0,-6 3 0,-6-4 2,-8 3 2,-10 1 2,-5-3-1,-7 5-2,2 1 0,-6 0-3,0 0-1,0 0-1,0 0-4,0 0-13,0-2-56,0-2-106,0-4-144</inkml:trace>
  <inkml:trace contextRef="#ctx0" brushRef="#br0" timeOffset="35806.8212">23581 10926 473,'0'0'87,"0"0"22,0 0-10,0 0-30,0 0-7,0 0 2,0 0-21,29-52 12,-29 52-4,0 0-21,0 0-28,0 0-2,0 18-4,0 8 4,-6 4 16,-1 5-3,3-3-6,2 0-1,0-3 0,-5-6-4,6-9-1,1-5 1,0-4-1,0-1 0,0-4 2,0 0 1,0 0 3,0 0 0,0 0 4,0-2-2,0-12-9,10-5 2,-2-10-1,3 1 0,1-7-1,-1 3 0,-3 4 0,2 2 0,-1 8 0,-6 8 0,2 2 0,-3 6 0,-2 0 0,5 2 0,-5 0-4,0 0-6,0 7-9,0 17 15,0 6 3,0 2 2,0 0-1,0-3 0,0-2 0,0-11 1,0-6-1,0-6 0,0-3 1,0-1 4,0 0 6,7 0 3,2 0 3,6-1-7,1-12-8,2-4 0,2-5 0,-4-4-1,1-4 0,1-1-1,-6 3 1,-1 5-1,-5 4 0,1 7 1,-5 4-1,0 6 0,2 2-1,-4 0 1,0 0-1,0 0-7,0 7-8,0 16 14,0 6 2,0 4 2,0 2 4,0 1-4,0-5 2,0-5-3,0-1 0,-4-9 0,-5 0 0,3-4-1,2-2 0,-8-2-28,5-5-128,3-3-97,4 0-302</inkml:trace>
  <inkml:trace contextRef="#ctx0" brushRef="#br0" timeOffset="36295.1709">24007 10885 515,'0'0'155,"0"0"-86,0 0-51,0 0 19,0 0 31,0 0-9,2 128-13,-2-94-27,0-5-3,-5-4-12,-3-4-1,4-12 2,2-5-3,2-3 0,0-1 1,0 0 10,0 0 18,0-3-18,14-13-11,6 0-2,6 0 1,5-2-1,0 2-2,5 0 1,-3-2 1,-4 0 0,-4-5 0,-10 4 2,-3 1 0,-6 1-1,-4 7 0,-2 4-1,0 2 1,0 4 4,0 0 10,0 0-6,-2 0-9,-14 16 0,-1 9 8,-4 0 10,11 8-1,-9 3-3,11-2-7,-6 0-4,3-3-1,7-4-2,-3-8-14,7-4-152,0-5-205</inkml:trace>
  <inkml:trace contextRef="#ctx0" brushRef="#br0" timeOffset="36758.498">24413 11041 575,'0'0'144,"0"0"-46,0 0-51,0 0-21,0 0-26,0 0-13,20-12 7,-18 26 6,1 2 3,-3 1 0,0 6-1,0 0-1,0 2-1,0-4 1,4 2 0,7-3 1,-2-2 2,-2-1-4,-5 0 0,-2 5 1,0 3 0,0 2 1,-9 0 3,0-5 4,5-4-5,4-8 3,0-2 1,0-7 4,0-1 33,2 0 48,12-5-12,5-13-42,3-4-15,1-2-7,1-5 0,1 1-4,3-4 2,0 0-5,1 2-7,0 2-1,-2 4-2,-8 8-1,-3 6-2,-14 7-27,-2 3-170,-6 0-589</inkml:trace>
  <inkml:trace contextRef="#ctx0" brushRef="#br0" timeOffset="37557.4209">20349 12619 687,'0'0'141,"0"0"-39,0 0-49,0 0-51,0 0 2,0 0 5,136 0 6,-93 0-4,-1 0-5,0 0-3,-8 3-3,-5 4 0,-7 1-6,-16 4-131,-6-2-357</inkml:trace>
  <inkml:trace contextRef="#ctx0" brushRef="#br0" timeOffset="37758.6505">20425 12876 673,'0'0'157,"0"0"-66,0 0-40,0 0-20,0 0-5,149 0-10,-108 0-8,-10 0-4,-2 0-4,-5 0-2,-2-2-85,3-5-535</inkml:trace>
  <inkml:trace contextRef="#ctx0" brushRef="#br0" timeOffset="40287.6648">21484 12566 610,'0'0'114,"0"0"-3,0 0-37,0 0-42,0 0-6,0 0-3,0 0-11,4-41-4,-18 41-8,-6 0-1,-6 0 1,-3 0 3,-5 10 1,2 2 0,2 3 1,3-1 1,10 1-2,1 1-1,5-4-1,9-2-2,2 0 1,0-2-1,0-4 3,11 0 8,7-4 9,9 0-9,-8 0 1,4 0-5,-7-10 0,-1-2-1,0-2-4,1 0 0,-2-2 2,1 0-2,-1 0 0,-3 2-1,2 0 0,-9 1 2,6 5 1,-8 3 4,-1 1 11,2 4-2,-1 0-10,-2 0-5,0 0-2,0 0-3,0 0 0,5 0-16,-3 17 12,0 10 7,0 1 0,3 4 3,-5-1-3,0 3 1,0-2 0,0-1-1,0-4 2,0-1-2,-5 1-1,-1-1 1,-4 1 1,7-8-1,-7-5 0,6-3 0,1-7 0,-7 0 2,-13 2-2,1-3 7,-14 2 4,3-3-7,-3-2 0,7 0-4,7 0 3,9 2-2,4-2-1,9 0 0,0 0-16,0-9-194</inkml:trace>
  <inkml:trace contextRef="#ctx0" brushRef="#br0" timeOffset="40832.7189">21729 12622 268,'0'0'366,"0"0"-191,0 0-104,0 0-19,0 0-26,0 0 7,56-106-17,-36 96-2,5 5 0,-10 3-5,1 2-3,-3 0-2,-2 0-4,-6 14-6,-3 10 5,-2 5-1,0 8 1,-18 1 1,-9-2 0,-2-4 0,-2-6 0,2-3-2,0-8 2,6-1 0,6-5 0,4-1 1,10-5 3,1-1-1,2 0 4,0-2 14,0 0 31,0 0 5,16 0-13,12 0-17,8 0-20,2 0-3,3 0-4,3 0 0,-2-2-5,5-2-25,5-2-116,-6-4-138,-1-4-354</inkml:trace>
  <inkml:trace contextRef="#ctx0" brushRef="#br0" timeOffset="41098.7435">22235 12476 493,'0'0'163,"0"0"-43,0 0-77,0 0-26,0 0 1,0 0 78,-2 54 9,2-20-26,-2 1-22,2 3-31,-2 0-7,-3-6-13,-2 0-4,0-6 1,3-4 0,0-4-3,-3-4-12,2-5-128,5-7-412</inkml:trace>
  <inkml:trace contextRef="#ctx0" brushRef="#br0" timeOffset="41328.4149">22511 12689 692,'0'0'243,"0"0"-80,0 0-109,0 0-51,0 0-3,0 0-7,36-16-54,-22 16-163</inkml:trace>
  <inkml:trace contextRef="#ctx0" brushRef="#br0" timeOffset="42738.8695">22817 12386 381,'0'0'182,"0"0"-82,0 0-10,0 0-19,0 0-18,0 0-6,8-3-8,-8 3-13,0 0-11,0 0-15,-4 3-7,-11 13 7,-3 4 13,-7 4 3,1 5 0,0-1 13,-3 4-12,0-1 8,4 6-8,4-1-2,3-2-5,7-2-2,7-4 2,2-2-7,0-1 2,0-8-1,11 0 1,3-10-2,1-2 3,1-3 1,1-2 0,6 0-1,-3 0-1,1-9 0,-4-7-1,-2-2-1,-3-1 4,-8-4-5,-2 2 4,-2-2-3,0 5-2,0 4-1,-16 0 0,-8 4-2,-6 4 0,0 2-3,-4 4 5,8 0-4,8 0-34,9 0-152,9 0-201</inkml:trace>
  <inkml:trace contextRef="#ctx0" brushRef="#br0" timeOffset="43137.9092">23130 12290 671,'0'0'168,"0"0"-64,0 0-65,0 0-37,0 0 0,0 0 24,6 61 29,-4-22 13,0 7-9,-2 3-28,0-1-14,0-5-6,0-4-7,-10-7-3,-2-6 2,3-6-2,3-6 1,-4-4-1,6-1-1,-4-6-34,8 1-136,0-4-105,0 0-308</inkml:trace>
  <inkml:trace contextRef="#ctx0" brushRef="#br0" timeOffset="43510.9483">23392 12414 440,'0'0'136,"0"0"15,0 0-56,0 0-62,0 0-24,0 0-5,-11 18-1,-22 5 26,-8 2 4,-1 1-5,4-2-9,7-4-3,9-1 1,8-7-12,14 0 3,0-4-8,14 4 17,15 4 60,8 2-31,-1 0-34,-14 2-5,1 0 1,-6 1 5,-1 2-4,-7-2 7,-5-4-11,-4 0-4,0-5 0,0-5 3,0 3-4,0-4 1,0 1-2,0-2-15,0-1-171,0-4-195</inkml:trace>
  <inkml:trace contextRef="#ctx0" brushRef="#br0" timeOffset="44793.9015">22460 12835 426,'0'0'114,"0"0"-74,0 0-20,0 0-14,0 0 13,0 0 30,0 0 38,0 0-13,5 0-32,-3 0-20,3 0 11,-3 0 2,-2-2 3,0 2-2,0 0-13,0 0-5,0 0 0,0 0-5,0 0-8,0 0 2,0 0-4,0 0-1,0 0-2,0 0-1,0 0 1,4 0 0,9 0-90</inkml:trace>
  <inkml:trace contextRef="#ctx0" brushRef="#br0" timeOffset="45941.7305">23597 12421 670,'0'0'161,"0"0"-66,0 0-70,0 0-25,0 0 0,0 0 31,0 109 14,0-64 16,7-3-13,-5 0-11,0-6-17,-2-5-11,0-8-6,0-5 1,0-1-1,0-4-2,0-1-1,0-3-28,0-6-176,0-3-264</inkml:trace>
  <inkml:trace contextRef="#ctx0" brushRef="#br0" timeOffset="46330.8608">23670 12680 258,'0'0'370,"0"0"-271,0 0-43,0 0-27,0 0-8,123-51 1,-105 37-3,-3-5 1,1-4-8,-3-3 9,-1 0-8,-1-1-7,-6 4-2,4 0 3,-9 4-1,0 4 14,0 3 0,0 7 1,0 0 5,0 5-3,0 0-18,0 0-5,-14 5-3,-1 14 3,-1 9 7,3 8 1,1 6 18,1 7-6,4 1-8,7-3-6,-7-6 0,3-4 0,2-10-5,0-7 0,-4-4 1,6-6-2,0-1-12,0-5-108,0-4-208</inkml:trace>
  <inkml:trace contextRef="#ctx0" brushRef="#br0" timeOffset="47080.6845">24014 12619 378,'0'0'128,"0"0"-6,0 0 7,0 0-78,0 0 6,0 0-6,5-64-16,24 57 9,4 6-32,0-1-10,1 2 1,-14 0 0,-9 0 2,-7 0-4,-4 14-1,0 10 0,-20 6 0,-8 2 1,-11-4 2,6-4-3,4-6 2,9-4-2,10-4 0,10-2 0,0 0 0,0 2 2,17 0 0,10 4 4,0 4-4,-8 3-2,-1 1 0,-6 0-1,-1-1-2,-11-1 2,0-1 0,0-5-1,0-1 2,-16-4 1,2-3 0,1-2-1,4-4 2,3 0 2,6 0-1,0 0 8,0-7 8,0-10 3,4-7-9,20-6-5,12-5 2,6-5-5,8-1 0,-6 4 7,-9 2-3,-2 6 2,-13 9 11,1 8 5,-2 3-10,-9 6-14,3 1-3,-1 2 0,1 0-1,5 0-8,2 0-60,-2 0-110,-1 0-141</inkml:trace>
  <inkml:trace contextRef="#ctx0" brushRef="#br0" timeOffset="67099.3649">14427 9316 299,'0'0'181,"0"0"-160,0 0 22,0 0-32,0 0 2,0 0-1,0 0 9,0 0 14,-65-46-15,65 46 3,-2 0 0,-2 0 1,3 0-9,-6 0-14,5 0 2,-11 18-2,1 8-1,4 11 1,-5 9 5,1 10 1,0 9 9,7 10-9,-5 17 4,5 12-1,-3 11-1,6 3-5,-8 2 1,8-1 6,2 1-6,0-2 1,12 2-2,15-4 0,8 3-1,13 3-1,11-1-2,-3-3 3,-7 2-3,-12-16 0,-18-7 0,-8-15 1,-11-18-1,0-6 0,0-9 1,0-5 0,-11-8-1,6-1 0,-2-6 1,7-7-1,0-6 0,0-2 0,0-3 0,23-4 1,7 0 2,15-6-2,15-1 0,19 0 2,10 0-2,15 0 0,17 0 1,-1 0-1,10 0-1,1 0 0,3 12 0,-10 8 0,4 3 1,6 0 0,2 2-1,10-1 0,16-2 1,2-5-1,10 0-2,7-3 2,6-1 0,-5-4 0,-7 1 0,-9-3 1,-2-4 0,-6-1-1,-2-2 1,-7 0-1,-13 0-1,-14 0 0,-13 0 1,-10 2 0,-3 0 0,-16 2 1,-9 0-1,-13-1 0,-15 3 0,-18-3 0,-10 3 1,-4-4-1,-9 2-1,3 1 0,2 2 0,-5 1 1,0 0 0,-2 1 0,0-2-1,0 7 1,0-2 0,0 4 0,2 2-1,7 2 2,-7 0-1,1 5 0,-3 3 0,0 3-1,0 5 1,0 5 0,0 0 0,0 8 0,-3 3 0,-6 6 0,3 11 0,-1 6 0,0 4 2,3-1-2,-5-6 1,4-9 1,-8-1 0,-2-4 5,-7 0-1,8-3-3,2-2-1,8-7-1,4-7 1,0-8-2,0-8 2,2-7-1,8-6-1,-6-6 2,3-2 0,-3-1 4,-1-1-5,8 0 6,-9 0-3,7 0 3,-5 0-1,-4 0-1,2 0 7,-2 0-1,0 0 1,0 0-1,0-1-3,0-3-3,0 2-4,0 2 3,0 0-4,0 0 0,0 0 0,0-3-2,0 3 0,0 0 1,12 0-2,16 0 1,4 0 2,12 0 0,-2 0 0,-3 9-1,-10-1-2,-12 2 3,-7 0-3,-6 2 3,-4 2-2,0 0 2,0 2-1,0 2 2,-10-1-2,4 3 2,2-1-1,-3 1 1,3 6-1,-4 2 0,2 7-1,-5 1 2,4 0-2,-4-2 1,1-2-1,7-4 1,3-2 0,0-3 0,0-4 0,0 1 0,0-1 0,0 2 0,0 5 0,0 5 0,0-3 0,-2-1 0,-8 0 0,-1-5 1,5-5-1,-6-1 0,5-3 0,-2 3 0,-2-1 0,3 4 0,-10-1 0,0 1 1,-9 4 0,-2 0 1,-4-2-1,4 4-1,-2-2 3,3 3-3,4 3 0,7-1 0,5-1 0,8 0 0,1 3-3,3-2 3,0 2 0,0 0 0,0 0 0,0-4 0,0 2 0,15 2 0,4 2 3,10 0-3,2 1 0,5 0 0,-7-2-4,-9-1 4,-2-2 0,-5-2 4,1 0-4,6 1-3,-2-8 3,1 2 4,4-1-4,-7-5 0,-3 2 0,3-2 1,-3 3-1,-2-2 2,-2 4-1,0 3 2,-3-1 0,2 6 3,-8 2 2,4 0-5,-2 0 6,3 0 1,-5 0 0,0 1 3,0 4-3,0 1-2,0 3-2,0-1-3,-7-1 6,3-1-1,4-1 3,0 3 2,-3-4 1,-4 6 4,4-1 1,2 0-7,-1 2-4,0-5-2,-3 1-1,3-1-4,0-1 4,0 0-1,-1 0 1,-2 3 3,-1 0 0,-4 1-3,3 0 2,-7-1-5,-7 4 5,2-1-7,-4-3 4,3 0-3,-4-8-1,4 8 1,-3-1-1,6-3 2,4-1 0,10 2-1,3-3-1,0 0 2,-2 0-2,0-1 2,-5 4-2,3 4 1,-6-2 1,4 3 0,-1-1 0,5-4 5,0-3-5,2-2 0,0-1 1,0-2 3,-2 4-4,-1 5 3,-6-2 2,5 2-3,-5 2-3,5-12 1,-6 0-1,4-12-1,-2-2 0,5-2-1,3 9-3,-4 2-3,-8 2 2,3 11 5,1 2 0,-11 14-1,-5 26 0,-10 13-7,1 6 5,0 2-11,8-25 5,0-13-68,3-30-275,-2-29-433</inkml:trace>
  <inkml:trace contextRef="#ctx0" brushRef="#br0" timeOffset="69400.7907">19995 13976 767,'0'0'103,"0"0"-32,0 0-71,0 0-1,0 0 1,0 0 1,0 0 1,0 0 2,35 137 2,-31-99 0,4 2 1,-2-5 1,3-3 5,5-1 10,-3-11-5,5-4-4,-1-4 2,3-10-4,6-2 5,-4 0 24,4-4-7,8-17-16,-3-9-7,0-5-4,-2-7 1,0-6-1,-10-3 5,-3 4-6,-5 2 4,-9 8 1,0 8-2,0 9-5,-9 6-2,-5 7-2,3 4-3,2 3 1,-4 0-6,4 0-24,5 0-71,2 0-75,2 8-148</inkml:trace>
  <inkml:trace contextRef="#ctx0" brushRef="#br0" timeOffset="69962.1946">20615 13950 568,'0'0'172,"0"0"-35,0 0-64,0 0-33,0 0-22,0 0-10,33-20-8,-24 40 0,-5 12 3,5 7 5,-8 4 13,3 1 5,0-1-7,-4-5-1,0-10 0,0 0-9,0-12-1,0-7-3,0 0 0,0-9-3,0 0 2,0 0 3,0 0 6,0 0 3,-2-18 3,-5-10-14,-4-8-3,9-7 2,0-6-2,2-6-1,0 4 0,0 0 1,0 7-2,0 8 0,4 8 0,5 10 1,-7 8 6,3 6 1,-1 1-1,3 3-2,6 0-3,7 0-2,7 17 0,2 12 0,7 8 2,-3 9 2,0 4-1,-4 0 1,-6 0-1,-10-3-2,1-7-1,-12-4 0,-2-5 0,0-8-2,0-3-25,0-12-142,0-8-134</inkml:trace>
  <inkml:trace contextRef="#ctx0" brushRef="#br0" timeOffset="70166.3377">20617 14105 549,'0'0'247,"0"0"-93,0 0-74,0 0-73,0 0-7,118-41-3,-67 38-1,5-3-32,-6-2-218</inkml:trace>
  <inkml:trace contextRef="#ctx0" brushRef="#br0" timeOffset="70794.7824">21161 13820 664,'0'0'137,"0"0"-73,0 0-54,0 0-10,0 0 14,0 0 21,33 110 5,-20-72-12,1-4-13,-5-3-8,-6-9-4,-3-6 0,0-4 1,3-8 0,-3 0-2,0-4 2,0 0 2,0 0 1,0 0 8,0-4 20,0-19-15,-15-4-17,-5-6-3,4-3 1,-4-2-1,11 0 0,2-3 0,7 6 0,0-5 0,23 2-1,8 1-2,9 6 2,-5 8 1,6 9-4,-3 10-3,-3 4 1,-6 0 4,-6 14-5,-10 11 3,-13 5-2,0 4 2,0 0 0,-24 0 3,-5-4 0,-5 0 0,-6-4 1,-2-3-2,3 0 2,3-5 1,10 0-1,11 1-3,13-4-1,2-1 2,0 0 2,13 1 3,16-1 6,8-2 13,15-4-10,-5 0-2,6-4-6,-4-4-4,3 2-5,4-2-94,-10 0-463</inkml:trace>
  <inkml:trace contextRef="#ctx0" brushRef="#br0" timeOffset="71051.9654">21830 13788 701,'0'0'174,"0"0"-77,0 0-90,0 0 1,0 0 1,0 0 24,29 110 4,-22-74-8,5-3-22,-5-3-4,-5-6-2,-2-4 5,0-4-6,0-4-12,-13-6-91,-2-6-288</inkml:trace>
  <inkml:trace contextRef="#ctx0" brushRef="#br0" timeOffset="71283.1299">21600 13776 716,'0'0'161,"0"0"-75,0 0-59,151-50-16,-96 40-2,-6-2-3,-12-1 4,-8 2 4,-14-1-6,-6 2 2,-9 3-4,0 3-6,0 4-2,-24 0-67,-3 0-129,5 4-387</inkml:trace>
  <inkml:trace contextRef="#ctx0" brushRef="#br0" timeOffset="71921.5831">21216 14041 113,'0'0'376,"0"0"-344,0 0 9,0 0 17,0 0 10,0 0-2,45 4-41,-43 15 2,0 6-4,3 3-2,-5 2-12,0-2-7,0-3 1,0 0-2,0-7-1,2-8-116</inkml:trace>
  <inkml:trace contextRef="#ctx0" brushRef="#br0" timeOffset="72452.9604">22322 13654 547,'0'0'180,"0"0"-15,0 0-95,0 0-41,0 0-24,0 0-5,0 0 0,9 0 1,7 1-1,-1 14-3,-1 4-7,-2 0-235</inkml:trace>
  <inkml:trace contextRef="#ctx0" brushRef="#br0" timeOffset="72671.1149">22431 14084 515,'0'0'217,"0"0"-127,0 0-90,0 0-2,0 0-84,0 0-543</inkml:trace>
  <inkml:trace contextRef="#ctx0" brushRef="#br0" timeOffset="79396.8187">21417 15013 304,'0'0'104,"0"0"-63,0 0-11,0 0 7,0 0 13,0 0-2,0 0 0,13-30 12,-10 26-14,-3 0-14,2 2-7,-2 0-8,0 2 2,0-4 0,0 4 7,0-5 4,0 0-9,0-2-1,0 2 8,0 1-8,0 0-12,-9 0-1,-3 1-6,4 0-1,-4 3 0,4 0 0,-4 0 0,-3 0-2,0 6 0,-8 11-1,3 4 3,5 3-2,-1 1 2,5-2-4,6 0 3,0 0 1,5-3-1,0-5 2,0-2-1,10-5 0,9-2 1,4-6 6,4 0 1,-5 0-3,2-6 0,-4-6-2,0-6 0,-4-2-2,0-2 1,-3 0 0,-1-4-2,-4 9 0,-1-3 0,-3 5 0,-2 1 0,1 0 1,-3 5 0,0 0 0,0 7-1,0 2 2,0 0-2,0 0 0,0 0-3,0 0-4,0 0-1,-5 8 7,-6 9-2,3 6 0,-2 5 1,6 2-1,-3 2 1,3 5 2,4-1 0,0 0 0,0-4 0,0 2 0,2-5 0,11 2 2,0-4-2,5-4 3,-2-2 0,3-4-1,-11-5 1,1-4-1,-9-2 1,0-3-2,0-2 2,0 1 5,-15 2 8,-22 0 5,-5-1-5,-7 0-5,-4-3-7,-1 0-3,5 0 3,11 0-4,7 0 0,16-6-18,12-12-87,3-10-403</inkml:trace>
  <inkml:trace contextRef="#ctx0" brushRef="#br0" timeOffset="80004.1937">21785 14930 525,'0'0'118,"0"0"-13,0 0-41,0 0-8,0 0 5,0 0-1,-5-19-15,5 12 0,0-5-1,7 3-7,9-5-19,3 8-10,8 0-2,-2 0-6,0 6 0,-8 0 0,-5 0-1,-8 12-2,-2 12-2,-2 12 4,0 6 1,-18 1 1,-11-2 0,1-3 0,1-8-1,4-6-1,7-7 1,8-3 0,1-6 0,5-4-1,2-1 0,0-3-1,0 3-3,0-3 5,9 0 2,11 0 10,11 0-2,5 0-3,-2-3-3,10-7-2,7-4-2,-2 1-1,5-5-3,-1-1-60,-8-3-187,-12-3-396</inkml:trace>
  <inkml:trace contextRef="#ctx0" brushRef="#br0" timeOffset="80342.0246">22275 14682 155,'0'0'344,"0"0"-221,0 0-22,0 0-21,0 0-27,0 0-13,0-10-14,0 20-16,0 16 33,4 10 16,5 7 10,3 3-17,-6 2-21,-2-2-8,2 2-7,-6-8-9,0-4-4,0-8-1,0-3 1,0-5-2,0-7-2,0-5-39,0-8-348</inkml:trace>
  <inkml:trace contextRef="#ctx0" brushRef="#br0" timeOffset="80555.2041">22582 14872 869,'0'0'145,"0"0"-80,0 0-65,0 0 0,0 0-71,0 0-620</inkml:trace>
  <inkml:trace contextRef="#ctx0" brushRef="#br0" timeOffset="81234.4617">23018 14474 536,'0'0'122,"0"0"-5,0 0-38,0 0-20,0 0-8,0 0-17,0-6-16,0 6-7,-8 0-8,-12 20 13,-4 8 6,-5 8-4,0 8 0,0 2-1,4 3-6,6-1-4,1 0-3,7-6-4,7-2 4,4 0-2,0-6-2,0-4 4,8-4-3,15-5 1,4-7 3,1-5 0,1-9-1,0 0 1,-7 0 2,-1-2-4,-6-14 4,-9-1-5,2-3-1,-8-3 4,0-1-5,0-2 2,0-2-2,-14 2 0,-11 2 0,-3 6 0,-6 8-4,-2 8 1,1 2 0,6 0 0,4 2-22,14 8-105,11-3-336</inkml:trace>
  <inkml:trace contextRef="#ctx0" brushRef="#br0" timeOffset="81886.1113">23346 14430 495,'0'0'108,"0"0"-10,0 0-3,0 0-30,0 0 9,0 0-4,0-54-42,0 54-26,0 10 3,0 16-4,0 8 34,2 5 6,4 5-5,5-3-9,1-4-14,-7-8-1,1-1-8,-6 2 2,0 5 0,0 2-1,0 4 0,-6-5-2,3 0 0,1-4-1,2-4-2,0-5 1,0-10 0,0-3-1,0-4-1,0-6-20,0 0-105,0-3-133</inkml:trace>
  <inkml:trace contextRef="#ctx0" brushRef="#br0" timeOffset="82306.5897">23633 14462 345,'0'0'261,"0"0"-160,0 0-53,0 0-41,0 0-7,0 0 0,-29 67 15,-5-21 16,1 1 3,0-3-7,-1-3-2,5-9-6,9-6 3,7-11-6,8-7-3,5-3-3,0-5 5,24 0 24,17 0 49,8 0-29,-12 0-31,0 0-14,-8 0 3,-8 0-3,0 7-9,-6 18-5,-1 3 0,-10 0 0,4-5 0,-8 0-1,0-5-17,0-8-114,0-6-295</inkml:trace>
  <inkml:trace contextRef="#ctx0" brushRef="#br0" timeOffset="82586.0344">23904 14441 515,'0'0'273,"0"0"-165,0 0-83,0 0 28,0 120 1,0-67-11,0 1-7,0-5-4,0-5-15,0-7-11,-6-6-4,0-3 1,-4-10-3,4-9-10,-6-6-100,8-3-121,-1 0-235</inkml:trace>
  <inkml:trace contextRef="#ctx0" brushRef="#br0" timeOffset="82870.4991">24004 14691 390,'0'0'129,"0"0"-33,0 0-27,0 0-5,101-119-2,-92 90-28,-2 0-9,-5-2-5,-1 2-2,-1 7 7,0 3 20,0 10-12,0 5-1,0 4 13,0 0-25,-1 0-9,-10 12-4,2 17 1,-4 15 10,2 11 3,7 3 2,-4 2-13,5-7-5,2-7-4,-1-6 1,-3-8-2,5-6-8,0-12-84,0-4-197</inkml:trace>
  <inkml:trace contextRef="#ctx0" brushRef="#br0" timeOffset="83470.2911">24291 14568 516,'0'0'121,"0"0"21,0 0-71,0 0-30,2-102 4,15 90-23,-5 2 0,-1 5-5,-7 5-4,-4 0-13,0 11-5,0 17 5,0 8 3,0 0-1,-2 1-2,2-8 2,0-5-2,0-2 0,0-4 0,0 2 0,0-2 0,4 4-2,6 3 2,-4-2-1,3 4 1,5-1 0,-6-4 0,1-1 1,0-1 1,-8-9-2,-1-1 0,0-5 1,0 1 1,0-5 3,0-1 3,-10 0 4,-1 0 0,5-7-5,3-10 21,3-9 19,0-6-13,24-7-16,12-2-6,5-4-2,-4 6-10,-1 7 1,-3 6-1,-9 11-2,-3 5-1,-10 9-32,-7 1-182,-4 0-481</inkml:trace>
  <inkml:trace contextRef="#ctx0" brushRef="#br0" timeOffset="86898.6021">21317 15966 204,'0'0'62,"0"0"40,0 0-31,0 0-30,0 0-19,0 0 12,0 0-1,-44-92 5,43 87 3,-1-2-15,-5 0 3,5 5 15,0 0-33,0-1 7,-1 0-6,3 3 3,0 0-1,0 0-1,0 0 4,0 0 6,0-2 1,0 2-3,0 0-3,0 0 1,0 0 8,0-2 6,0-2-12,0 0 11,7-1-21,4-7-8,5 1 2,3-1-2,4-2-2,4 0 0,-5 2 0,5 0 0,0 0-1,1 0 0,3 0 2,4 2-2,-4-2 0,2 2 0,7-4 0,2 2 0,3-1-3,-1-2 3,0 4 0,-5-1 0,-4 4-1,-6 4 0,-4-1 1,2 3-2,0-2 2,0-4 1,2 0 0,-2-1-1,-4-1 0,4 6 0,-1-4 0,6 1-1,4 0 1,-4-3 1,8 2-1,-7 1 0,-2-1 0,-2 2 0,-2 1 0,-1 1-1,1 1 2,1-1-2,4 0 1,-1-3 0,6 2 2,-6-4-2,4 3 0,0-2-2,1 2 3,2-2-1,3 2 0,1-2 0,0 1 0,-4 0 1,0 1 0,-5-1 5,-4 2 0,-4-3 1,-8 4 7,-4-2 9,-4 3-1,-2-2-8,1 1-4,-4 1-4,5 1-6,-3-1 0,6 3 1,3 0-1,3 0-4,0 0-7,-7 5-83,-6 10-118,-5 5-242</inkml:trace>
  <inkml:trace contextRef="#ctx0" brushRef="#br0" timeOffset="87695.0288">21774 16148 462,'0'0'104,"0"0"-7,0 0-42,0 0 28,0 0-37,0 0 14,-12-86-16,12 74-10,2-4 1,14 6-22,9-2-2,2 6-4,2 0-4,-3 0-1,-4 6 1,-3 0-3,-11 12-5,-1 11-1,-5 10 3,-2 5 3,0-2 1,0 0-1,-15-4 1,-6-6 0,2-4-1,-5-5 3,9-3-2,2-9-1,9 4 0,4-8-1,0-1 1,0 0 2,0 0 3,0 0 4,0 0 2,17 0 1,6 0-1,2 0-6,-5 0-4,-1 0 4,6 0-5,0 11-3,-3 5 1,-2 2 2,-3-3 0,-5-4-2,-8 3 2,-4-7 0,0 2 4,0-4 1,-13 4 23,-16-3 12,-4-2-15,-5-2-16,-6-2 2,4 0-6,4 0-4,5 0 1,-3-9 0,14 2-2,2 2-29,6 0-91,3-7-123</inkml:trace>
  <inkml:trace contextRef="#ctx0" brushRef="#br0" timeOffset="88458.9964">22266 15963 513,'0'0'61,"0"0"34,0 0-47,0 0 20,0 0 1,0 0 10,-35-23-6,35 15-29,-2-4 6,-3 1-10,5-3 1,0-2-27,0 2-4,0 0-4,13 0-3,10 5-2,-8 0-1,5 6-1,1 3 1,-6 0-1,-1 0-5,1 7 1,-1 15 1,-1 7 1,-7 3 3,1 2 0,-7-3 0,0 8-1,0-3 1,0 2 0,-12-2-2,-2-6 2,-2 2 2,-7-6-2,4-4 1,-6 0-1,7-4 1,5-4-1,0-5 0,10-4-1,3-3 0,0-2 2,0 0 0,0 0 2,0 0 3,0 0 1,0 0-4,14 0 2,1 0-3,5-5 1,5-4 1,5 2-1,10-6 2,8-1-4,4 0 4,3 1-3,-4-4 0,-2 5 5,-13 0-3,-10 7 3,-10-2 3,-8 5 0,-5 2-6,-3 0 3,0 0-7,0 0 0,0 0-2,0 0 0,0 0-4,0 0-14,0 0-47,0 0-138,0 0-209</inkml:trace>
  <inkml:trace contextRef="#ctx0" brushRef="#br0" timeOffset="101152.0146">20545 7354 685,'0'0'96,"0"0"-6,0 0-15,0 0-41,0 0-6,0 0-2,0 0 12,12-47 6,-12 45 4,0 2-15,0 0-10,0 0-21,0 0-2,0 23-6,0 9 6,4 7 4,5 6 4,-1-1-4,2 0 1,1-4 3,-5-8-6,1-3-2,-4-6 3,-1-5 0,-2-6-2,2-4 0,-2-4-1,0-4-17,2 0-66,-2-8-92,0-16-327</inkml:trace>
  <inkml:trace contextRef="#ctx0" brushRef="#br0" timeOffset="101513.9347">20246 7302 554,'0'0'91,"0"0"-7,0 0-21,0 0-27,0 0 1,126-78 11,-71 58-2,3 5-15,0-1-6,-2 4 6,0 1 3,-10 3-8,-5 2 0,-11 1-7,-11 2-4,-4 2-8,-8-2 0,-7 3-2,0 0-3,0 0-2,0 0-1,0 3-14,0 15-13,0-2-155,0 0-441</inkml:trace>
  <inkml:trace contextRef="#ctx0" brushRef="#br0" timeOffset="101820.4611">21020 7420 794,'0'0'124,"0"0"-20,0 0-40,0 0-52,0 0-12,0 0 0,23 54 17,-17-26 20,1 3-5,-5 3-7,-2-2-9,0 0-8,0-7-5,0-1-2,0-1 3,-15-6-4,3-2-2,8-14-97,4-1-270</inkml:trace>
  <inkml:trace contextRef="#ctx0" brushRef="#br0" timeOffset="102030.6108">21027 7229 877,'0'0'102,"0"0"16,0 0-88,0 0-30,0 0-18,0 0 5,8 11 7,8 7-82,-5-1-345</inkml:trace>
  <inkml:trace contextRef="#ctx0" brushRef="#br0" timeOffset="103416.7414">21261 7357 672,'0'0'130,"0"0"-41,0 0-19,0 0-49,0 0-11,0 0-5,29 36 4,-25-9 6,5 2 2,2 0-9,-4-1 1,2-5-6,-3-4 1,4-6-2,-6-4 1,3-5 1,-1-4-1,4 0 6,-4 0 7,3-4 0,2-13-1,-4-4-2,1-5-1,4-2-6,-5-3 2,4 1-4,-1 2 1,0 6 0,-1 4 4,-3 6 4,1 3-7,-3 9-2,1 0-3,4 0-1,1 0-4,5 14 3,-7 9 1,3-2 0,-1 6 0,-3-5 0,1 0 0,-4-5 0,4-6 0,-6-1 0,4-6 0,5-1 2,5-3 0,8 0 3,5 0 0,2-19-5,3-6 2,0-1 1,-5-7-1,-2 3-2,-10 6 1,-3 7-1,-7 5 1,1 4-1,-4 5 0,-4 3 1,0 0-1,0 0-2,2 0-2,3 6 1,-3 11 3,5 2 0,0-1-2,-3-2 0,5-4 4,-4-2-2,4-4 1,-1-2-1,2-4 1,7 0 3,6 0-1,-4 0-1,6-10 1,4-7-1,-2 0 1,-3-5-2,3-2 0,-5 0-1,-2 0 1,-6-2 3,-5-1-3,-4 4 0,-2 1 0,-3 4 0,0 1 0,0 6 1,0 4 0,0 3-2,-6 2 0,-8 2-1,1 0-3,-2 0 2,-1 13 1,1 2-2,-6 7 3,5 5 3,1 2-3,7 4-3,-4-1 3,9 0 0,3-2 0,0-2 0,0-7 0,0 2 0,17-7-1,0 0 0,8-6 1,-5-4 2,7-2 0,1-4 3,6 0-4,4 0 0,2 0-1,-5-10 2,2-6-2,-9 0 2,-2-6 0,-6-3 1,-3 0-3,-4-5 3,-4-2-2,-8-2-1,-1 2 0,0-1 1,0 8-1,-1 4 0,-8 8 1,7 3-1,2 3 1,0 3-1,0-1 0,0 3-1,25-1-3,8 3 1,7 0 1,-7 0 1,-4 3-1,-4 11-1,-12 1 1,-8 4-1,-5 1-1,0 2 4,0 4-2,-18 1 3,2-1-1,-4 3 3,3-3-2,10-3-1,0-6 0,7-1 1,0-6 0,0 0 1,11-3 2,18-6 4,13-1-1,11 0-3,1 0-1,9 0 0,-5-10-3,0-8-50,-4-6-201,-17-3-585</inkml:trace>
  <inkml:trace contextRef="#ctx0" brushRef="#br0" timeOffset="103852.1533">23247 6909 601,'0'0'81,"0"0"25,0 0-29,0 0-20,0 0-5,0 0 5,0-84 1,0 79 10,0-1-22,2 6-15,-2 0-10,0 0-15,2 0-6,-2 3-4,0 24-9,0 11 13,0 16 7,2 10 4,6 5-2,0-2 4,3-3-8,-1-8 2,-6-9-1,-2-11-1,5-8 0,-7-6-1,0-8-2,2-2 1,-2-2-2,0-2 2,2-2-3,-2 0-15,0-6-59,0 0-242</inkml:trace>
  <inkml:trace contextRef="#ctx0" brushRef="#br0" timeOffset="112770.0231">22378 13684 568,'0'0'205,"0"0"-90,0 0-45,0 0-45,0 0-18,0 0 4,0 0-6,0 0-4,4 0 0,1 0 0,-5 0-1,1 0 0,-1 0-5,7 2-32,3 12-60,-4 2-218</inkml:trace>
  <inkml:trace contextRef="#ctx0" brushRef="#br0" timeOffset="113383.1821">22411 14101 526,'0'0'152,"0"0"-45,0 0-27,0 0-34,0 0-9,0 0-17,0 0-9,0 0-8,0 0-2,0 0-1,0 0-8,0 0-90,0 0-251</inkml:trace>
  <inkml:trace contextRef="#ctx0" brushRef="#br0" timeOffset="115018.964">20312 15805 197,'0'0'238,"0"0"-158,0 0 0,0 0-19,0 0-31,0 0 39,-6-12 2,6 10-24,0 1-2,0-2-3,8-1-13,5 0-3,9-5-9,7 0-5,9-3-3,4-2-1,3 4-7,-1-3 2,-5 1-2,-10 7 0,-16 1-1,-7 4-5,-6 0-50,0 0-93,-3 12-146</inkml:trace>
  <inkml:trace contextRef="#ctx0" brushRef="#br0" timeOffset="115268.0981">20396 15992 604,'0'0'82,"0"0"37,0 0-55,0 0-24,0 0 19,0 0-5,116-30-17,-94 22-14,1 2-12,-6 2-9,8-4-2,4 4-4,6-6-40,13-4-156</inkml:trace>
  <inkml:trace contextRef="#ctx0" brushRef="#br0" timeOffset="118093.9744">22578 14887 447,'0'0'65,"0"0"-7,0 0-14,0 0-13,0 0-5,0 0 4,0 0 9,0-6 15,0 6-12,0 0-1,0 0-7,0 0-10,0 0-13,0 0-6,0 0-5,0 0-3,0 0 0,0 0 0,0 0 2,0 0 1,0 0 0,0 0 0,0 0 5,0 0 3,0 0 11,0 0 13,0 0-6,2 0-6,-2 0-10,0 0-4,0 0-3,0 0-3,8 0-4,7 0-40,5-4-169</inkml:trace>
  <inkml:trace contextRef="#ctx0" brushRef="#br0" timeOffset="124183.8463">20204 17550 721,'0'0'74,"0"0"17,0 0-24,0 0-45,0 0-12,0 0 29,0 0 27,21-35-3,-19 32-18,4-1-16,5-1-13,7 0-5,5-1-7,-2-3 1,4 2-5,-2 2 1,-5 1-1,-5 3 1,0-1-2,3 2 1,-5 0-18,-5 0-33,3 3-86,-9 10-24,0 1-40,0 2-197</inkml:trace>
  <inkml:trace contextRef="#ctx0" brushRef="#br0" timeOffset="124419.0187">20244 17761 632,'0'0'109,"0"0"-21,0 0-21,0 0-4,0 0-16,0 0-2,96-12-1,-67 3-17,0-1-11,0 3-16,0 0 1,2-1-1,2 3-52,2-4-128,-4-1-282</inkml:trace>
  <inkml:trace contextRef="#ctx0" brushRef="#br0" timeOffset="127619.1107">21133 17432 416,'0'0'220,"0"0"-119,0 0-10,0 0-35,0 0 3,0 0 3,0 0-9,-1-14-9,1 9 6,0 3-12,-2-1-18,2-1-8,-8-5 8,6 1-9,2-2-1,0 2-2,0-6 0,0 2 1,0-2-3,0 1-2,0 2-4,12-1 6,-1 6-6,4-2 0,-1 4-2,1 4 1,3 0-3,0 0 4,0 0-4,-2 15 0,-8 11 2,-1 7 2,-7-1-1,0 5-2,-7-6 3,-13-4-1,-4-1 1,-3-4 0,-2 0 0,0-2-1,0-2 1,0-3 0,7-4 1,-3 3-1,12-7-1,8 0 1,5-5 0,0-2 0,0 0 1,5 0-1,22 0 1,6-4 1,2-4 2,1 4-2,0-1 1,-5 0 0,-4 1-1,0 2-2,-9-2 2,7-1-2,-2-4-2,2-1-20,0-9-127,3-1-139,-5-1-552</inkml:trace>
  <inkml:trace contextRef="#ctx0" brushRef="#br0" timeOffset="128316.8666">21620 17353 409,'0'0'191,"0"0"-83,0 0-16,0 0-46,0 0 5,0 0-3,-49-20-4,36 12 5,3-1-8,4 0-1,-7-5-2,3 4-8,5-3-9,5-4-2,0-1-9,0 4-2,0 0-3,7 2 1,14-2-6,1 10-2,3-2 1,1 4 0,-4 2-3,1 0 3,-3 0 1,0 0-6,-14 8 2,3 10 0,-9 2 2,0 0 2,0 8-1,-15-1 1,-12-1 1,1 6 0,-3-3-1,2 0 0,1-3 0,7-1 1,8-1-1,5-3 0,4-3 0,2 0 0,0-4 0,0 4 0,4-4 0,20-6 1,6 2 0,-7-6 2,2-4-2,-3 0 0,-4 0 2,2-4 0,1-11 1,-6-2-1,3-5-2,-5-2 0,-8-6 0,-5 2 1,0-2-1,0 7 0,-20 1-1,-10 8 0,-7 9-1,-6 2 1,-1 3-2,1 0 0,9 0 2,6 3-3,15 6-11,13-4-96,0-4-436</inkml:trace>
  <inkml:trace contextRef="#ctx0" brushRef="#br0" timeOffset="128649.0473">22102 17333 542,'0'0'278,"0"0"-131,0 0-69,0 0-54,0 0-21,0 0 4,-16 48 27,3-21-4,5-3 3,4-2-13,2 0-12,-5 0-6,5-5 1,2-3-3,0-2-60,0-9-335</inkml:trace>
  <inkml:trace contextRef="#ctx0" brushRef="#br0" timeOffset="131188.9983">22431 17290 407,'0'0'117,"0"0"-38,0 0-34,0 0-4,0 0 12,0 0 24,0 0-3,0 0-5,-3 0-9,-1-5-18,0-1-23,0-3-4,-4-3 5,2-2 1,-3 1 2,4-3 2,-1-1-9,2 5-5,4-3 1,0 3-7,0 0-4,0 2 4,13 1-5,12 4-2,-3-1 2,5 4-3,-4 2 1,-4 0 1,-2 0-1,-3 0-1,-5 0-1,-3 9 0,-6 7 1,0 7-1,-5 0 4,-11 3 0,-9-3 2,5 0-3,-2-6 1,2 5 0,3 0 0,5 0 0,1-1 0,1 0 0,8 0-1,2-3 0,0 0 1,0-4 0,0-2 0,9-7 0,7 5 2,2-8 1,-1-2-3,2 0 2,-4 0 4,1 0-5,1 0-1,1-12 7,-3-5-4,4-1-3,-11 0 4,0-9-3,-4 5 0,-4-2 2,0 2 0,0 4-2,0 6 6,-12 6-4,-7 2-2,-6 0-1,-6 4-3,4 0 2,2 0-3,8 0 2,9 0-12,4 0-42,4 0-198,4 0-410</inkml:trace>
  <inkml:trace contextRef="#ctx0" brushRef="#br0" timeOffset="131771.8822">22833 17165 555,'0'0'109,"0"0"-18,0 0-13,0 0-31,0 0-1,0 0 1,0-28-13,0 28-17,0 0-11,0 0-3,-16 0 2,1 3 1,-4 11 8,3 1-1,8 2-2,-2-5-4,7 7 0,3-1 0,0-2-1,0-2-2,0 0-2,2-2 3,13-1 0,3-2 1,5-1-1,-4-8 4,6 0-1,2 0 2,-7 0 0,2-3-2,-6-8 4,-3-1 4,-4-2 6,-2-2-5,-5-3 0,-2-1-7,0 3-2,0-1-5,-16 0 0,1 1-3,-8 10 0,1-3-1,-2 8 1,6 0 0,-3 0-4,13 2-10,8 0-32,0 0-192,16-4-547</inkml:trace>
  <inkml:trace contextRef="#ctx0" brushRef="#br0" timeOffset="132328.4026">23207 17089 461,'0'0'210,"0"0"-132,0 0 3,0 0-33,0 0-7,0 0-3,0-10-11,0 10-9,-2 0-8,-12 0-4,-1 0 7,-1 12 4,1 2-1,-4 0-5,4 4 2,7-3-1,-5 4-9,12-1 1,-1-2 0,2 0 0,0-2 0,0 4-3,2-6 6,12-2-2,1-6-3,-3 2 8,9-6 0,4 0 3,-3 0 2,0-6-2,3-3-4,-5-3-3,-4-2-3,1 1 1,-8-3 1,3-4 2,-12 0-1,0-3-1,0 4-3,0 1 1,0 4-3,-21 4 0,-1 6-3,-7 4 2,0 0-4,2 0 3,10 0 0,3 4-8,7 6-47,7-6-210</inkml:trace>
  <inkml:trace contextRef="#ctx0" brushRef="#br0" timeOffset="133590.8009">23731 16898 608,'0'0'134,"0"0"33,0 0-69,0 0-31,0 0-16,0 0-25,0 0-19,0 29 22,0 2 22,4 3-23,8 3-6,-4-5-12,0 0-4,5-6-6,-9 2-1,5-9 1,-5 1-4,0-11-16,3-1-97,-7-8-155,3 0-312</inkml:trace>
  <inkml:trace contextRef="#ctx0" brushRef="#br0" timeOffset="133961.9143">23836 17020 602,'0'0'174,"0"0"-42,0 0-65,0 0-35,0 0-13,0 0-4,68-52-2,-59 38 7,2 1 2,-1 2-7,-6-1-10,0 2-1,1-6 1,-5-2 1,0 0-3,0-1 3,0 5 10,0 7 5,0 2 0,0 5-2,0 0-3,0 0-12,0 3-4,0 25-10,-7 8 10,1 8 5,-5 2 8,6-2-2,5-4-9,0-1 0,0-7-2,0-6 3,0-4-3,0-7 2,0-3-2,9-1-21,2-8-104,5-3-161</inkml:trace>
  <inkml:trace contextRef="#ctx0" brushRef="#br0" timeOffset="134652.3289">24135 17002 475,'0'0'102,"0"0"29,0 0-27,0 0-37,0 0 3,0 0-18,46-107-27,-30 100 2,-8 5-18,1 2-3,-4 0-6,-5 4-12,0 18-2,0 7 14,-14-4 2,6 1-1,8-3-1,0-5 0,0-1 0,8-2 0,8-3 2,2 2-1,-3 1-1,-4 2 0,1 0 0,-8 2-5,-2-1 5,-2 0 1,2-4-1,-2-2 0,0-4 0,0-4 1,0-4-1,0 0 0,0 0 3,0 0 18,6 0 17,-6-12 23,6-11-42,2 0 0,7-5 7,0 0 2,3 0-5,4 6-18,-4 1 4,4 6-9,1 1 0,1-3 0,-6 12-4,-3 2-35,-4 3-157,-4 0-199</inkml:trace>
  <inkml:trace contextRef="#ctx0" brushRef="#br0" timeOffset="136272.9287">24085 17036 238,'0'0'263,"0"0"-183,0 0-1,0 0-27,0 0-4,0 0-4,-10-20-10,10 20 3,0 0-11,0-1-3,0-2 0,0-1-7,2-2-8,11 3-7,2-4 6,-1 3-1,-9 1 3,6-2-5,-5 5 5,1 0-2,-1 0-7,3 0 0,5 0 0,-1 0-1,-4 0 1,-3 0-1,-1 7-4,-5 5-5,0 8 9,0-1 1,-2 0 0,-14 1 0,3-3 1,-1-3 0,5-3-2,3-3 1,4-2 0,-5-2 1,3 4 2,2-6-3,-9 2 0,6-3 0,-2 1 2,5-2-1,-3 0 0,5 5 0,0-5-1,0 0 0,0 0 3,0 0 2,0 0 2,16 0 1,4 0-7,2 0-2,0 0 1,-2 0 0,-6 0 1,2 0 1,-3 0 4,1 0-6,1 0 0,-1 7 0,-8 4-3,2 1 2,-1-3 1,1 5-3,-8-5 3,0-1 0,0-2 0,0 3 0,0-4 2,0 2-1,-8-2-1,1-3 5,-3 0-2,-2-2 0,6 0 2,-3 0-1,3 0 2,1 0 0,-2-7-2,5-7-3,2 1 1,0-6 5,0 2 11,6-3-4,17-3 3,8 2 0,6-2 3,-2 4-6,0 3-2,-4 4-1,-12 6-1,0 1-1,-6 3-7,-1 1-2,-1-3 1,-9 4-1,0 0 0,3-5 0,0 5-10,-5-2-16,2 0-49,-2-1-59,0 1-100,0-1-512</inkml:trace>
  <inkml:trace contextRef="#ctx0" brushRef="#br0" timeOffset="143944.9121">18815 18520 428,'0'0'87,"0"0"-46,0 0-11,0 0-27,0 0 0,0 0 4,0 0 17,12-14 9,-12 14-7,0 0-1,0 0-11,0 0-6,0 0 3,0 0-2,0 0-5,0 0-1,0 0-1,0 0-2,0 0 0,0 0 0,0 0 0,0 0-1,0-4 1,0 4 1,0 0 1,0 0 0,0 0 1,0 0 4,0 0 2,0 0 7,0 0-4,0-4-1,0 3-5,0-4-5,0 1 5,0 1-6,0 3 0,0 0 0,0 0-6,0 0 1,-3 0 2,3 0 3,0 0 0,0 0 0,0 0 0,0 0-1,0 0 1,0 0 0,0 0 1,0 0 1,0 0-2,0 0 1,0 0 2,0 0 0,0 0 2,0 0-2,0 0-3,0 3 0,-1 7 1,-5 12-1,4 1 7,0-1 4,2 4-2,-2-4 0,2 2 6,0 8-1,0 2 13,0 2-7,0 1-1,0-6-6,0-4-4,0-6-4,0-3 3,0-1-4,0-8-2,0 1 2,0-6-1,0 5 0,0-4-2,0-1 1,0-4 1,0 0-2,0 4 2,0-4 5,0 0 2,0 0-2,0 0-3,0 0-3,0 0 5,0 0-7,0 0-8,0-9-101,0-26-367</inkml:trace>
  <inkml:trace contextRef="#ctx0" brushRef="#br0" timeOffset="147509.8679">18856 18498 275,'0'0'153,"0"0"-74,0 0-28,0 0-40,0 0 21,0 0 22,-5 0 1,5 0-1,0 0-26,-5 0-14,3 0 11,0-1-14,0 1-9,2-3 1,-2 3-2,2-2 1,-2 2-2,2 0 4,0-2-1,0-3 0,0 5 5,-5-9 3,1 6 0,1-8 8,2 7 2,1 0-6,0 0 0,0-2 0,-6 2 4,4 0-8,0-5-9,0 0 4,0 1 0,0-4-3,-5 0 4,7 7-1,-4 2-2,4 1 1,0 0 4,0 2-3,0 0-1,0 0 0,0 0-3,0 0 3,0 0-5,0 0 0,0 0-9,0 16-14,0 12 17,0 4 6,0-2 0,0 5 0,0-7 0,0 2 2,0-6-1,0-6-1,0 0 0,0-11 0,0 0 0,0-3-1,0-4 2,0 0 0,0 0 3,0 0 8,0 0 2,0 0 5,0 0 3,0 0-2,0-4 1,0-6-4,2-4-8,-2 1 0,0 0-1,0-2-6,0 6 5,0-4-4,0 8-1,0 1 0,0 0-1,0 0 0,0 4-1,0 0 1,0 0-2,0 0-2,0 0-16,0 0-100,0 0-130</inkml:trace>
  <inkml:trace contextRef="#ctx0" brushRef="#br0" timeOffset="232854.48">1816 16110 461,'0'0'93,"0"0"-48,0 0 49,0 0-37,0 0-31,0 0-6,0 0 0,-7 0-9,5 0-2,0 0-6,2 0 3,0 0-5,-2 0-1,2 0 0,0 0 0,-2 0 0,2 0 1,0 0 0,0 0 4,0 0 1,0 0 6,0 0-4,2 0-5,25-2 1,12-4 2,17-4-1,13 2-3,3-1 0,-1 2 0,-2 0-2,-7-2-1,-4 7 1,-10-2 1,-9 2-1,-7-1 2,-10 3-2,-5-1 0,-3-1 1,-5 2-1,-3 0-1,2 0 1,-4 0-4,-2 0-5,-2 2-53,0 6-155</inkml:trace>
  <inkml:trace contextRef="#ctx0" brushRef="#br0" timeOffset="233449.0253">1736 16351 109,'0'0'248,"0"0"-209,0 0-22,0 0 22,0 0-8,0 0 5,0 0 13,0 0 3,0 0-19,4-5-15,9 4-5,3-3-9,4 2 4,2-3-3,5 0 2,9-1 2,13-2-1,11-2 5,18-2-5,2-2 10,5 1-7,-2 3-5,-3 1-1,-4 0 1,-9-1 10,-14 5-7,-11-6 11,-13 7 0,-6 2 0,-12-1-5,-7 3-2,-2 0-5,-2 0-6,0 0-2,0 0-2,0 0 2,0 0-5,0 0-21,0 0-32,0 0-217</inkml:trace>
  <inkml:trace contextRef="#ctx0" brushRef="#br0" timeOffset="294512.6361">9738 15034 242,'0'0'43,"0"0"-33,0 0 14,0 0-9,0 0 7,0 0-3,0 0-2,0 0 24,0 0-4,-6-26-11,-1 23-23,1 1-1,-6 0-2,1 2 1,5-2-1,-4 2 1,4 0 2,-1 0-2,1 0 3,-2 0 0,3 0-4,2 0 4,-4 0-2,-6 0 1,1 0 1,-3 0 7,-1 0 2,1 0 4,-5 0-10,-3 9-3,6 0-4,-6-1 3,5 4-3,5-2 0,-3 0 2,3 2-2,2 1 0,2 0 0,0 4 0,3-2 1,-4 3-1,4 0 1,-3 3 0,-2-1-1,4 2 0,-2-1 0,-2 2 0,-3-3 1,8-2-1,-7 2 1,-1 0 1,1 2-2,1 3 0,4-2 0,-1 3 1,3-2 0,-4 2 0,1-1-1,5-1 0,-2 2 0,0 0 0,4 2 1,2 3 0,0-2 1,0 0-2,0 0 5,0 0-2,0-2-1,0 1 2,0-3-2,0-3-1,0 1 0,-2 0 0,0-1 1,2-3 0,0-2-2,0 1 1,0-2-1,2-4 4,14 0 8,1 4 20,10-4 3,2 1-1,0 2-16,0-5-14,-2 0-3,2 2 0,-2-3 0,2 0 2,-2-4 1,0 0-3,-1 1 1,-2-2-1,3-2-1,-1 1 1,0 0 0,-4-1-1,4-2 0,-1 2 0,2-2-1,2 0 2,0 0 0,4-4 0,-2-6 0,5-3-1,-5 1-2,-2-1 2,-4-3 2,-3-1-2,1 3 2,-8-3-2,1 2 0,-3 3-2,1-5 2,-1 5 0,0-5 0,1 0 3,-1-1-3,-4 2-1,2-3 1,2 1 1,-3 4-1,-2-2 0,3 1 0,1-2 1,-1 3-1,-3 0 0,4-1 0,-1 0 1,-3 1-1,4 0 2,1 0-2,-5-2 1,2 2 1,0 0-2,-7-2 0,2 2 1,0 0 2,-3 0-1,0-2-1,5 2 2,-3 0-1,-2 2 0,0-2-1,3 0 2,-3-3-2,-2 3-1,1-3 1,3-2-1,-4 3 2,2-2 1,-2 2-2,0 2 3,0-2-1,0 6-3,-2 0 3,-5-1-3,0 0 1,1 1-1,-3-1 1,7 2 0,-8-3 0,6 1 1,-7 2-2,-3-3-3,1 7 3,-1-2 3,-1 1-3,-1-2 0,0 2 0,-1-2 0,-5-3 0,4 2 0,-2-3 0,0 0 0,4-1 0,1 3 0,2 3-2,6 0 4,-2 2-4,-3-2 2,4 1 0,-3 1-1,-3-2 1,1 3 0,-3-1 0,1 3-1,3-5 2,-1 4-1,2-4 3,4 6-3,-5-3 0,2-1 0,5 3 0,-6-2-2,5 1 2,-3-1 0,-5-3 2,8 1-2,-5 0 0,-1 0 4,1 0-4,0 1 6,2-1 2,0-1 0,5-1-1,-3 6 5,0-1-1,3-2-8,-3 3-1,5 2-2,-3 0 4,-4 0-4,3 0-4,-7 0 2,0 0-4,8 0-300</inkml:trace>
  <inkml:trace contextRef="#ctx0" brushRef="#br0" timeOffset="309198.4897">1178 17227 603,'0'0'66,"0"0"-26,0 0-32,0 0-6,0 0 0,0 0 4,0 0 3,0 0 9,25 87 9,-23-73-2,-2 1 0,0 5-2,0 3 1,0 0-12,0 0-4,0-3 29,0-5-22,0-6-11,0-2 5,0 0-6,0-5-2,0-2-1,0 0 2,0 0 6,0 0 11,0 0 17,0 0 21,0 0 1,0 0-16,0-6-25,0-9-16,-4 6 0,-5-4-2,1 0 3,2 0-3,0-2 2,-1-2 1,3-2-2,-4-4 0,2-1 1,2 1-1,1 6-2,3-1 2,0 2 2,0 0-2,0-2-3,0 4 2,3-8 1,15 0 1,1 0 0,6 0-1,4 1-2,2 6 2,-2 5-4,-2 6-1,-9 4 2,-5 0-5,-6 0 1,-3 9-7,-2 10 9,-2 5-3,0-1 7,-2 6 1,-15-5 0,1-2 2,1-2-2,3-6 0,3-2-2,5-6 1,4-3 0,0 0-2,0-1 0,0 2 0,5-4 3,16 6 1,7 2-1,-4 1 0,2 5-1,-10-1-2,-1 3 2,-4 1-3,-8-5-1,-3 4 4,0-2 1,0 0 0,-6 0 2,-19-1 0,-7 4 2,0-3-4,-2 0 1,3-2 7,9-2-7,3-7-1,11 2 1,1-5 4,7 0-5,0-8-90,0-14-247</inkml:trace>
  <inkml:trace contextRef="#ctx0" brushRef="#br0" timeOffset="309820.9614">1544 17256 493,'0'0'62,"0"0"55,0 0-34,0 0-24,0 0 4,0 0 1,47-44-8,-47 44-26,0 0-30,0 0 0,5 9-22,3 14 19,4 6 3,-2 3 2,-3 0 4,5-2 0,-4-6 0,1-2-2,-5-3-1,-4-10-3,0-1 4,0-3-3,0-5 3,0 0-2,0 0 8,0 0 13,0-10 1,-13-12-17,-4-9-7,3-5 2,-2 0-1,3-4-1,4 0 2,7-1 0,2 2 0,0 3-2,13 0 0,14 4 0,8 6 0,3 5-2,1 10-3,-4 8 2,-8 3-2,-12 0-8,-3 26-3,-10 6 7,-2 7 4,-9 3 2,-25-4 2,-8-2 0,-1-4 1,3-6-2,5-1 2,6-6 0,9 0-1,7-4 0,6 4 0,7-4-5,0 3-2,11-2 4,21 0 4,11-2 10,11-1-2,4 2 8,-2 2-10,0-1-2,-8 4-4,-5-2-18,-7-2-170</inkml:trace>
  <inkml:trace contextRef="#ctx0" brushRef="#br0" timeOffset="311021.6907">1624 17329 634,'0'0'106,"0"0"-25,0 0-31,0 0-13,0 0-7,0 0-12,0-6-12,0 6-5,0 0-1,0 14-15,0 12 15,0 2 5,0 6 4,2-5-4,1-2-1,-3-2-4,4-5 2,-4 2-1,2-6 2,-2 2-2,0-4-1,1 0-87,-1-10-306</inkml:trace>
  <inkml:trace contextRef="#ctx0" brushRef="#br0" timeOffset="313674.5768">2775 17020 474,'0'0'144,"0"0"-26,0 0-29,0 0-34,0 0-3,0 0-16,0-44-12,-7 44-7,-13 0-17,-9 2 0,-7 17-2,1 3 1,4 2 0,5 2 0,11-2 0,6-2-4,9-4 4,0-2 0,0-2 1,13-4 0,5-2 0,9-8 1,-4 5 5,-2-5-3,1 0 3,-3 0-5,-6-11 4,-1-10-1,-6 4 3,-6-1-5,0-5-1,0 4 0,0-1 4,0 6-4,0 4 0,0 1-1,0 5 2,0 0 0,0 4 2,0 0-4,0 0 0,0 0 0,0 0-10,0 3 2,0 14 7,13 8 1,3 3-2,-3 6 2,1-3 0,-5 6 2,-5-4-2,-3 1 0,-1-5 0,0-2 0,0-8 1,0 1 0,0-8 0,-1-3-1,-3-6 3,-3 1 1,3-4 0,-12 0 7,-7 0 6,-6 0-8,-7 0-1,1 0-5,-2 0-3,-2 0-1,9-4-1,7 1-24,19-9-119,4-7-358</inkml:trace>
  <inkml:trace contextRef="#ctx0" brushRef="#br0" timeOffset="314402.9823">3120 17016 243,'0'0'213,"0"0"-133,0 0-24,0 0 3,0 0 5,0 0-8,27-43-7,-23 36-12,-3 3-3,2 0-9,-1 4-9,-2 0-1,0 0 0,0 0 1,0 0-5,0 0-9,0 0-2,-6 4-6,-9 10 6,-3 4 0,0 3 0,0 2 1,0 9-1,3-1 0,-2 5 3,7 0-2,8-2-1,2-2 2,0-1-2,4-4 2,14 1 0,6-5-2,1-6 6,-4-5-6,-4-6 2,-4-3 2,2-3 0,-3 0 4,-1 0 0,1-12 4,-4-9 0,-8-1 8,0-4 5,0 0-10,-4 5-7,-21 2 0,3 7-7,-7 2-2,-2 5 1,-1 2-2,7 3 2,5 0-7,15 0-41,5 0-170,0 0-424</inkml:trace>
  <inkml:trace contextRef="#ctx0" brushRef="#br0" timeOffset="315414.4725">3406 17079 387,'0'0'129,"0"0"-10,0 0-35,0 0-14,0 0-30,0 0 0,0-59 6,-6 58-9,6 1-2,-2 0-12,-6 0-18,-10 0-5,-2 5-3,-3 14 3,8-1-3,1 3 3,10-2-2,1-1 0,3 3-1,0-2 3,7-1 0,12-2 0,3-4 0,2-2 3,-4-4-1,1-4 0,-6-2 5,-3 0-4,-4 0 5,-6 0 2,-2-6 7,0-8 3,0-3-8,-4 0-8,-14-3-4,-3 2 0,2 0 0,5 6 1,3 2-1,11 3 0,0 2-1,0 0-1,16 0-11,12-3 2,15 2 2,-2 1 2,3 2 5,-4-1 0,-7 4 2,0-5 0,-10 5-1,2 0 1,-8-2 0,-5 2 0,-3 0 0,-5 0-1,0 0 1,2 0-4,0 0-1,-4 7 1,0 7 3,-2 8 1,0 0 1,0 4 0,0-2-1,0-2 0,0-4 0,0-2-1,13-2 0,8-4 1,8-2 0,4-3 0,5-5 5,-3 0 1,-6 0-3,-6 0 5,-7-13 10,-11-6 8,3-2 23,-8-7-6,0 0-25,-9-1-12,-13 5-5,-3 3 4,-2 10-2,-4-1-3,2 8 0,0 3-2,5 1-1,-1 0 1,5 1-6,7 12-64,6-3-123,7-6-414</inkml:trace>
  <inkml:trace contextRef="#ctx0" brushRef="#br0" timeOffset="318424.0655">4890 17055 320,'0'0'171,"0"0"-168,0 0-3,0 0 1,0 0-1,0 0 0,0 0 4,42 2 15,-29-2 7,-1 0-9,-3 0-9,-3 0-8,2 0 0,-6 4-2,0 0-112</inkml:trace>
  <inkml:trace contextRef="#ctx0" brushRef="#br0" timeOffset="319285.8759">4859 17140 548,'0'0'95,"0"0"4,0 0-32,0 0-28,0 0-10,0 0-10,107-25-7,-99 23-3,4 2-6,-3 0-2,4 0 0,-4 0-1,4 0 0,3 0-5,-7 0-20,-5 6-43,-3 2-91,-1 0-87</inkml:trace>
  <inkml:trace contextRef="#ctx0" brushRef="#br0" timeOffset="319576.0863">4796 17302 351,'0'0'204,"0"0"-118,0 0-31,0 0-17,0 0 11,0 0-30,105 0-8,-78 0-7,0 0-4,2 0-1,0 0-1,-3 0-62,3 0-424</inkml:trace>
  <inkml:trace contextRef="#ctx0" brushRef="#br0" timeOffset="319874.3004">5146 17047 395,'0'0'116,"0"0"-2,0 0-58,0 0-53,0 0-3,0 0-9,25-11 9,-8 22 6,8 3 7,0 2 8,-3 1-10,0 0-1,-3-4-5,-4 0-2,-4 2 2,0-2-4,-2-5 1,0 0 0,-5-3-1,-4 0-1,5-3 1,-5 0 3,0 1-2,0 2 1,-5 1 8,-14-3-6,-4 2-5,5-5-130</inkml:trace>
  <inkml:trace contextRef="#ctx0" brushRef="#br0" timeOffset="320874.9628">5877 16749 396,'0'0'89,"0"0"-38,0 0-1,0 0 15,0 0 33,0 0-31,-46-58-6,38 40-13,4 3-3,4-2 3,0 3-16,0 4 4,9-2-20,11 8-16,9 2-1,7 2-5,-3 0 2,-4 0 2,-2 13 0,-9 8-2,0 9 2,-13 9 2,-5 1 0,0 2 1,-25-3 1,-10 2 1,-6-7-1,-1-5 0,4-8 1,9-7-2,9 0-1,9-5 0,6-6-1,5-1 0,0-2 1,0 0 0,0 0 20,20 0 21,16 0-2,11 0-19,1 0-13,8 0 0,-2 0-4,2 0-3,-8 0 0,4-3-28,-9-11-176,-8-9-364</inkml:trace>
  <inkml:trace contextRef="#ctx0" brushRef="#br0" timeOffset="321520.3184">6399 16704 437,'0'0'108,"0"0"-52,0 0 18,0 0-23,0 0-4,-118-85-9,105 69-2,0 0 5,5 4-11,2 3-6,4-2 7,2 1-6,0-2-8,16-1-11,13 1-6,8 1-1,3 8 0,4 3-4,-5 0 5,-7 0 0,-4 0-4,-13 9 2,-1 5 1,-7 4 0,-7 6 1,0 0 0,-11 8 2,-12-2-2,-7 5 2,2-3 0,-3 0-1,2-2 0,2-2 2,9 0-2,5-4 1,8-2-1,5 0 0,0-2 1,9-4-1,20-2 0,7-6 4,5-6 11,1-2 1,-5 0 8,6 0-2,-12-12 3,-4-12-7,-3 2 4,-8-9-10,-12-1-2,-4-3-4,0-2-1,-2 10-6,-25 3 2,-2 1-2,-8 12 0,-1 3-3,-3 6 0,6 2 1,10 0-2,14 3-71,11-1-166</inkml:trace>
  <inkml:trace contextRef="#ctx0" brushRef="#br0" timeOffset="322135.0516">6891 16579 485,'0'0'71,"0"0"14,0 0 3,0 0-24,0 0-1,0 0 8,10-42-17,-10 40-20,0 0-12,0 2-15,-16 0-7,-6 0-1,2 0 0,-7 8 1,2 6-1,3 4 1,2 4 1,4 2 0,12 2 1,4 2 0,0 1 1,2-5-1,16 2 1,10-4 3,0-6 1,1-4-1,-3-3 0,-3-9 1,-3 0 4,-3 0 3,-1 0-1,5-9 6,-6-9 4,-3-1-16,-6-4-3,-4-3 3,-2-4-3,0 0 1,0-2-5,-16 3 0,-3 7 0,-4 8-1,-6 2-1,1 8-4,0 4 3,6 0-2,0 0-8,8 0-35,8 14-75,6 0-105,0-2-280</inkml:trace>
  <inkml:trace contextRef="#ctx0" brushRef="#br0" timeOffset="323179.0866">7229 16541 279,'0'0'184,"0"0"-140,0 0 3,0 0-19,0 0 3,0 0 16,8-21 11,-8 18-4,0 1-15,0 2-4,0-2-3,0 2-16,0 0-3,0 0 1,0 0 4,0-2-3,0 2 1,0-3-1,0 3-6,0 0-2,0-2-2,0 2 5,0 0-5,0 0 4,0 0-7,0 0 3,0 0-3,0 0 0,0 0-2,0 0-2,-4 0 1,-8 7-2,-1 5 3,7 4 0,-4-2 2,4 2-2,-2 0 1,7 2-1,-3 1 1,2 1-1,-3-1 3,2 0-3,3-2 1,0 2 0,0-4 1,0 4-2,0-6 2,3 4 0,8-3-1,2-2 5,1-4-5,-3-4 1,3-1 7,-6 2-6,3-5 8,0 0-4,1 0 1,-4 0 8,12 0-5,-1-8-1,-2-1 4,-1-6-10,2-2-4,-2 3 1,-8 2-1,1 1 2,-5-1 0,-1-2 1,-3 2-4,0-1 2,0-1 0,0-2-1,0-4 2,0 1-2,0-4-1,0 3 1,-5 5-1,-12-2 0,-1 10-4,-5-4 3,-1 7-1,4-1 3,-3 5-4,3-3 3,3 3 1,6 0-1,-3 0 1,3 0-3,9 0-8,-3 0-39,5 3-50,0 6-110,0-5-174</inkml:trace>
  <inkml:trace contextRef="#ctx0" brushRef="#br0" timeOffset="325254.6943">7287 16569 250,'0'0'215,"0"0"-154,0 0 6,0 0-26,0 0 0,0 0 2,0-5-14,0 5-1,0 0-2,0 0 1,0 0-1,0 0-2,0-3 1,0 1 0,-12 0-7,-1 0-12,-5-1-5,1-2 4,-2 5-4,3-4 0,8 1 0,-1-2 4,-3-1-3,7 0 2,-3-4 6,6-2-3,-2 0 1,-3-3 4,4 3-2,1-1 1,0 3-9,0-4 0,-5-2 2,7-3-3,-4 4 0,4-5-1,-2-1 1,2 2-1,0 1 0,0 2 0,0 0 0,0-2 0,0 1 0,6-5 0,5 10 0,-1 0 0,-4 7-1,7-2-1,-1 3 2,1 4-6,3 0 5,-1 0-1,1 0-1,1 12 1,4 6-2,-3 2 2,-3 0 0,-4 4-1,-4 0 3,4 1-4,-2 3 4,-2-4 0,2 0 0,-3-2 0,1-4 0,-3-2 0,-1-2 0,-3 2 0,0 0 0,-5 3 1,-17-4 3,0 2-2,-1-3 1,4-2 0,7 3-3,12-3-2,0-6-170,27-6-491</inkml:trace>
  <inkml:trace contextRef="#ctx0" brushRef="#br0" timeOffset="329680.1826">5919 16837 281,'0'0'33,"0"0"-13,0 0 16,0 0-21,0 0-8,0 0-4,0 0-2,-31 17 0,31-17 2,0 0 0,0 0-2,0 0 37,0 0 23,0 0-23,0 0-17,-2 0 2,2 0 0,0 0-11,0 0-8,0 0-4,0 0-4,0 0 1,0 0 3,10 0 6,11 0 35,20 0-2,5 0-11,17-12 10,9 2-5,7-2-7,8 3-2,9-2 2,3 5-5,-8 3-1,3 2-9,-5 1 8,-9 0-2,-2 0-3,-12 0 1,-9 0-1,-11 0 5,-10 0-5,-10-2-1,-11-2-2,-3 4-2,-10 0-3,-2 0-3,0 0-1,0 0-2,0 0-4,-21 0-7,-16 0-16,-7 14-49,-14 2-119,-16 2-318</inkml:trace>
  <inkml:trace contextRef="#ctx0" brushRef="#br0" timeOffset="330580.3853">5528 17631 459,'0'0'113,"0"0"-6,0 0 15,0 0-67,0 0 1,0 0-17,-34-85-6,34 66 3,0 2 0,5-1-9,12-3-11,4 7-3,3 2 0,10 3-13,-5 5-2,-5 4 2,-2 0-6,-9 4 1,-8 24-8,-5 10 13,0 4 2,-22 4 0,-7 2-2,-6-9 1,7 0 0,1-6-1,3-6 0,6-3-1,10-4 1,0-3 0,6 2 0,-3-2-1,5-3-1,0 1-4,0-4 0,20-3 1,10-2 5,12-6 10,3 0-2,2 0-1,-2-2-3,-8-14-2,3 2-2,-5-4-3,-5-1-61,-1 0-179</inkml:trace>
  <inkml:trace contextRef="#ctx0" brushRef="#br0" timeOffset="331171.9073">6098 17622 456,'0'0'79,"0"0"9,0 0-32,0 0-3,0 0 7,0 0-4,-114-66-1,105 51 5,5 1-19,2-1-1,0-3-10,2 0-9,0-4-11,0 0 1,6-1-9,17 4 1,8 1-3,4 1-1,15 5-4,-4 2 4,-1 10-7,-14 0 6,-6 0-4,-14 20-6,-11 14 9,0 9 3,-29 3 1,-7 5 2,-7 0 0,1-3-3,6-2 1,1 0-1,10-2 0,5 1 0,12-6 0,3-4-2,5-7-1,9-10-7,22-9 8,14-2 2,8-7 11,-6 0-5,-3-2 4,-9-18-2,-15-11 9,-5 2 3,-8-5 9,-7-5 1,0-5-15,-9-2-7,-16 2-4,-4 4-2,0 13-2,0 10 0,0 13 0,0 4-4,0 0-5,11 0-70,9 7-173</inkml:trace>
  <inkml:trace contextRef="#ctx0" brushRef="#br0" timeOffset="334225.9544">6676 17592 579,'0'0'70,"0"0"-26,0 0 26,0 0-23,0 0 3,0 0 21,0 0-19,11-19-11,-11 19-18,0 0-10,2 0-4,-2 0-6,0 0-3,0 0-5,0 14-2,0 7 7,0 2 1,-4 4-1,4-1-10,0-2-55,0-12-164,6-9-528</inkml:trace>
  <inkml:trace contextRef="#ctx0" brushRef="#br0" timeOffset="335095.0926">7134 17492 423,'0'0'65,"0"0"-39,0 0-2,0 0-1,0 0 39,0 0 53,-62-4-50,51-8-11,0-2 2,-5-4-22,3-1-4,-3 3-3,1-3-12,-3 1-4,7 1 3,5-1 2,0 0 5,6 1 15,0-6-23,0 2-5,16-2-6,7 5-2,4 6 0,1 2-3,1 4-2,0 3 2,-9 3 0,1 0 2,-6 0-6,-9 0 3,2 9-8,-6 5-1,-2 4 11,0 4 2,-2-1 2,-14 2 3,-5 0-3,-7 2 0,6-1 0,-5 2-2,2 1 0,-2 4 0,10-4 0,1 3 0,7-7-1,9 0-1,0-2-1,0 2 0,13-9 3,16 2 5,0-11 3,0 2 4,9-7-7,-7 0 8,0 0-8,-4-12 4,-2-6-3,-7 0-3,-7-2 6,-7-6 3,-4-3 0,0 0-5,-6-3-1,-18 3-4,-4 5-2,-4 6 0,2 9-3,-1 4-1,-1 5 2,13 0-10,1 0-46,7 0-105,9 0-305</inkml:trace>
  <inkml:trace contextRef="#ctx0" brushRef="#br0" timeOffset="335612.4368">7549 17333 529,'0'0'124,"0"0"-31,0 0-36,0 0 12,0 0 6,0 0-36,9-24-10,-9 24-10,-11 0-12,-18 0-7,-11 16-1,5 7 0,-2 3 2,9 4 0,14-2-1,6-6 0,8-5-2,0 2 2,8-7 3,21-2 8,7-2 11,5-4 1,-2-4-8,1 0-6,-4 0 1,-12-9 4,-1-3 2,-12-3 8,-5-4 5,-6-1-12,0-2-7,0 1-9,-9 1 4,-15 3-5,-12 3-3,6 8 1,2 2 1,11 2-6,5 2-19,12 0-95,0 0-133,23 0-252</inkml:trace>
  <inkml:trace contextRef="#ctx0" brushRef="#br0" timeOffset="336062.6966">7873 17328 465,'0'0'87,"0"0"-29,0 0-31,0 0 30,0 0 12,0 0-28,4-9-23,-4 9-2,-13 0-7,-1 0-5,-6 14 5,-2 6 5,5 4 9,5 3-14,10 1-2,0-6 2,2 0 0,0-6 1,2-2 1,12-8 3,3 2 3,5-8 9,-1 0-1,7 0 1,1-5-5,-4-8-5,-7-8 5,6-3 6,-8-8-8,-3-2 5,-4-2-7,-9 4-6,0 6 3,0 4-9,-18 12-4,-4 3-1,-7 5-3,2 2 0,-2 0 3,7 0-5,6 0-18,12 9-52,4-1-137,0-2-282</inkml:trace>
  <inkml:trace contextRef="#ctx0" brushRef="#br0" timeOffset="337308.9698">8479 16948 312,'0'0'223,"0"0"-130,0 0 27,0 0-65,0 0-21,0 0-6,0-26 17,0 26-6,0 0-10,0 0-14,0 0-10,0 0-5,0 14-1,-16 16 1,-11 12 5,-2 15 6,-5 9-3,-1 10 18,2 8 1,-5 2-2,1 4 1,-4-1-3,1 0-2,0 1 2,6-1-11,8-9-1,8 1 1,7-19-9,4-10 4,2-10 0,5-11-5,0-13 2,0-10-3,0-7 0,0-1 3,0 0 0,12-14-4,3-12-26,2-9-195,4-2-360</inkml:trace>
  <inkml:trace contextRef="#ctx0" brushRef="#br0" timeOffset="338830.4866">8525 17436 250,'0'0'89,"0"0"-45,0 0-18,0 0-18,0 0 11,0 0 36,-2 0-6,2 0-14,0 0 6,-2 0-6,2 0-7,0 0-11,0 0 12,0-4-1,0 4-6,-2 0-5,2 0-7,-2 0-4,-1 0-1,3 0 4,0 0 6,0-5 11,0 1 20,0-6-7,0 3-5,0-8 3,0-2-28,5-2 1,9-3-4,-1 0 1,3 2 4,1-1-7,-2 9 2,1 3 4,0 4-7,2 5 2,0 0-5,1 0-5,6 0 0,-7 9-1,7 8 5,-10 4-2,-6 2 2,-7 4-2,-2 4 3,0-2 2,-9 2-1,-6-9 3,-5 0-2,-5-4 2,-2-4-2,-2-2 1,5-5-1,0 4 1,1-3-3,6-2 1,3-2 0,3-4-1,8 0 0,3 0 2,-1 0 1,1 0 0,0 0 3,0 0 4,0 0-3,1 0 6,11 0-6,6-4-7,4 0-5,2 2 4,5 2-1,0 0 0,-3 0 1,-5 0-4,-2 0 2,-6 0 1,-9 10 1,3 4-18,-5 12 14,-2 6 5,0 5 1,0-2 1,0 0-1,0-4 0,0 1-1,-9-3 0,5-5 1,-9-2 0,1 0-1,-6-4 9,-7-4-8,4-5 3,-6-4 1,0-5 1,2 0-3,-2-5 4,-2-16-1,8-4 5,-2-2-8,7 1 0,3-4-1,1 7-2,7 5-40,2-1-126,3 2-425</inkml:trace>
  <inkml:trace contextRef="#ctx0" brushRef="#br0" timeOffset="344650.4776">11957 16954 263,'0'0'178,"0"0"-105,0 0 21,0 0-25,0 0-17,0 0 3,0 0-21,42-50-2,-42 46-8,0-1 3,0 5-6,0-3-4,0 1-4,0 2-2,0-2-3,0 2 3,0-2-2,0-1 3,0 3-3,-4-2-4,-19-1-4,-8 3 0,-12 0-2,-5 0 1,-2 12 0,0 8 1,2 4 0,11 0 0,1 3 2,16-4 0,9 2 1,8-3 5,3-3-4,5 0 10,24-1 14,13-1 16,0-5-15,3 2-18,-1-5-5,-3-6-5,-10 0 2,-2-3-4,-7 0-6,-8 0-64,-10 0-135,-4-15-217</inkml:trace>
  <inkml:trace contextRef="#ctx0" brushRef="#br0" timeOffset="345392.5009">12208 17020 439,'0'0'117,"0"0"-13,0 0-25,0 0-12,0 0-12,0 0 3,30-35-18,-30 35-28,0 0-12,-6 17-2,-11 10 2,-3 1 26,-3 4 0,4-2-3,-4-2-1,5-4-9,3-4-7,4-6 2,-1-7-1,10-2-5,0-5 7,2 0-7,0 0 7,0 0 7,0 0 8,0-14-8,0-8-10,11 0-4,3-4-1,3-2 0,1 0-1,7 1 0,0 3-1,-4 4 1,6 4 0,-4 4 0,-3 7 0,-5-2-1,-2 7 0,1 0-1,-5 0-3,-4 0 2,-3 7-5,2 10-4,3 5 10,-3 4 2,-2 6 4,7-1 1,-6-1 0,1-7 0,1 0-2,-5-5 2,0-10-4,2-2 0,-2-3 1,2-3 2,-2 0 4,2 0 8,5 0 6,0 0 3,-5 0-10,5 0-9,-5 0-2,-2-3-1,1 3-2,-1-2-1,0 0 0,0 0 0,0-6-1,0-1 0,0-2-2,-1 1-21,-8-1-50,4 4-80,3-3-51,0 6-172</inkml:trace>
  <inkml:trace contextRef="#ctx0" brushRef="#br0" timeOffset="346083.4398">12614 16953 271,'0'0'139,"0"0"-29,0 0-63,0 0 10,0 0 8,0 0-4,29-58-15,-29 53 6,0-2-10,2 5-5,0-3 4,3 3-6,-3 0-5,-2 2 7,0 0-4,0 0-2,0 0-9,0 0-12,0 0-10,0 0-1,-14 11-1,-10 10 2,6 5 1,-4 2 4,4 4 0,3 2 3,1-1-3,8-1-1,-3-4 1,-3-8-2,6 2 1,-3-4 0,-5-6-3,10-3 1,-6-2-1,9-3 1,1-1-1,-2-3 1,2 3-2,0-3 3,0 0-3,0 0 0,0 0-7,15 0-35,10 0-149,8-10-243</inkml:trace>
  <inkml:trace contextRef="#ctx0" brushRef="#br0" timeOffset="346451.8785">13062 16944 487,'0'0'116,"0"0"-5,0 0-20,0 0-39,0 0 4,0 0-11,11-10-17,-11 17-20,-6 14-4,-17 11 44,6 0-1,-4 3-11,5 0-11,3 0-10,7-3-1,-4-4-11,8-7-1,-2-4-1,4-7 3,0-2-2,0-6-2,0-2-12,0 0-50,0-10-89,0-12-360</inkml:trace>
  <inkml:trace contextRef="#ctx0" brushRef="#br0" timeOffset="346778.2038">12930 16927 436,'0'0'191,"0"0"-106,0 0-6,128-27-49,-61 27-11,-3 0 2,1 0-3,-16 0-11,-19 0-2,-16 0-3,-14-2 2,-17-13-4,-41-8-231</inkml:trace>
  <inkml:trace contextRef="#ctx0" brushRef="#br0" timeOffset="348686.2102">3472 16790 529,'0'0'6,"0"0"6,0 0 13,0 0-7,0 0 15,0 0-3,0-60 20,-6 51-30,-6 6 9,1-3 8,-5-2-25,1 6-4,-5-2 0,-7 1 0,-9 3-4,-8 0-2,-3 0 0,-1 0-1,-2 4 0,2 1-1,-2 5 1,0 2-1,-1-2 0,2 6 0,-2-3 2,14 6-1,1-1-2,3 0 3,8 4-2,0-4 0,5 8 0,5-4 0,-1 4 3,-1-2-3,-4 8 0,-6-3 1,5-5 0,2 3-1,0-3 0,7-3 0,3-1 1,10-1-1,0 2 0,0 2 0,0 3 0,0-1 0,0 1 0,0 1 1,10-6-1,1 5 0,7-1 0,4-4 0,9 7 0,7-6 1,11 2 1,2-3 1,5 1-3,2-5 1,-3 6-1,1-5 1,0-2 0,0-6 0,2 2 3,4-6 0,7 4-3,3-6 1,1-1-1,-2 4 0,6 0 0,-2-4-1,2-1 0,-5 2 0,5-4 0,-11 0 0,-8 0 0,9-4 0,-6-15 1,11-6-1,5-13 0,-5-8 0,-1-9-3,-19 1 3,-14 8 0,-13 4 5,-10 8 1,-8 1 7,-7 2 3,0-3 6,-4-5-7,-19 0 1,-6-6-7,-4 4 0,-6 2 2,9 11 7,-3 7-7,-4 12-1,7 9-10,-3 0-9,-6 0 6,4 12-9,6-8-95</inkml:trace>
  <inkml:trace contextRef="#ctx0" brushRef="#br0" timeOffset="352673.9872">13613 16941 51,'0'0'478,"0"0"-428,0 0 40,0 0-35,0 0-6,0 0-17,0 0 1,-11-37 12,11 33-7,0 2 5,0-1-2,0 3-5,0 0-4,11 0-6,6 0-13,12 0-11,10 0 0,-3 0 3,12 0 1,-12 3-6,2 3 0,-11 0 0,-8 0-2,-3 0-11,-7 8-30,-5 0-34,-2 2-80,-2-2-108</inkml:trace>
  <inkml:trace contextRef="#ctx0" brushRef="#br0" timeOffset="352976.2297">13517 17119 566,'0'0'152,"0"0"-107,0 0 16,0 0-37,117 0-10,-69 0-8,-1 0-3,-3 0-3,3 0-1,-3 0-32,-3 0-155</inkml:trace>
  <inkml:trace contextRef="#ctx0" brushRef="#br0" timeOffset="353360.4854">14342 16988 452,'0'0'86,"0"0"-20,0 0 60,0 0-50,0 0-25,0 0 11,-9-3 0,9-2-15,22 5-2,7 0-22,3 0-7,12 0-13,-2 0 3,1 0-6,-8 0-2,-1 0-5,-5 0-74,0 0-126,2 0-357</inkml:trace>
  <inkml:trace contextRef="#ctx0" brushRef="#br0" timeOffset="354144.3261">14805 16980 563,'0'0'67,"0"0"60,0 0-56,0 0-36,0 0 8,0 0-1,18-111-16,2 88 1,-2-3-12,9 6-3,2-1-2,0 7-3,2 9-4,0 5 0,5 0-3,-5 0-4,-7 19 4,-3 4 0,-8 5-3,-13 0 0,0 2 2,-4-2 1,-26-3 0,-5 0 0,0-3 0,-5-4 0,3-4 2,13-1-1,1-8-1,10 0 0,11-1 1,0-3-1,2-1-1,0 0 1,0 0 4,0 0 2,0 0-2,0 0-2,2 0 4,17 0-2,14 0-3,2 2 0,5 5-1,-5 2-1,-1-2 1,-11-1 1,-3-3-1,-14 4 0,-4-2 0,-2 6-4,0 3 3,0 7 1,0 2 0,0 0 1,0-4 2,0-7-3,0 2 3,-2-10 0,-11 5-1,-7-2 7,-16 0 15,-1-4-8,-6-3 1,1 0 5,3 0-4,11 0 0,8 0 1,6-3-4,3-4-8,-2 0 6,8-4-7,-4 1-5,2-4-1,-1-2-1,4-2-48,-4-6-193</inkml:trace>
  <inkml:trace contextRef="#ctx0" brushRef="#br0" timeOffset="367669.0493">15781 16962 547,'0'0'38,"0"0"46,0 0-60,0 0-15,0 0 14,0 0 29,0 0 1,-19-4-5,8 0-4,10 3-7,-1-2-17,0 3-12,0-2-5,-5 2-1,2-2-2,-1 2 1,3-2 0,1 2-1,2 0 0,0 0 0,0 0 2,0 0 8,0 0 10,23 0 14,1 0-18,12 0-10,-8 0 5,0 0 10,-8 0-5,-5 0-1,-1 2 1,-5-2-8,-7 2-5,0-2-2,-2 0 0,2 2-1,6 1 0,-3-2 0,5 3 1,-4-4-1,3 4 0,-7-4-1,-2 0 1,0 0-22,0 0-56,0 0-33,0 0-31,-2 0-252</inkml:trace>
  <inkml:trace contextRef="#ctx0" brushRef="#br0" timeOffset="368171.4064">15650 16997 383,'0'0'152,"0"0"-24,0 0-29,0 0-19,0 0-12,0 0 8,81 9-25,-50-7-1,-2 1-10,-5 1-6,-4-3-8,-6 2-23,-1-2 0,-3-1-2,-2 4-1,3 1 0,2-3-4,1-2-40,-1 0-90,1 0-174</inkml:trace>
  <inkml:trace contextRef="#ctx0" brushRef="#br0" timeOffset="368519.6596">16045 16806 330,'0'0'215,"0"0"-101,0 0-31,0 0-28,0 0 3,0 0-7,0-10-8,0 10-29,0 0-10,0 0-3,0 0-1,0 0-1,0 0 0,0 0-1,0 0 0,0 0-1,0 0 0,-7 0 0,2 0 2,-4 0 1,5 0-14,-7 0-51,7 0-135</inkml:trace>
  <inkml:trace contextRef="#ctx0" brushRef="#br0" timeOffset="368990.1445">15791 16731 381,'0'0'222,"0"0"-139,0 0-16,0 0-42,0 0-16,0 0 9,-2-1 6,2 1-2,8 1 20,15 10 21,6 0-5,2-2-22,-2 1-8,-1-3-9,-5-2-5,-5 1-7,-7-2-4,-9-2-3,4 0 0,2 0-2,-6-2-19,-2 0-61,0 0-115,0 0-245</inkml:trace>
  <inkml:trace contextRef="#ctx0" brushRef="#br0" timeOffset="369446.4834">16007 16663 69,'0'0'447,"0"0"-359,0 0 17,0 0-10,0 0-51,0 0-13,0-9-1,0 9-12,9 0-5,1 9 7,13 10 6,-5 1-3,7 4-5,-1 2 1,-7-2-5,-3-2-6,-9-2-2,2-4-1,-5 2-2,-2-6 3,0 2-3,0-2-1,0-4 2,2-2 0,2 2 1,2-4 8,-1-2 0,-5-2 0,0 4-9,0-4 2,0 0-3,0 0-3,0 5 4,-11-2-3,-7 3 6,-1 2 3,-6 2-5,-2-2-1,7 0-2,-2 0-1,6 1 0,1-4 4,1 2-4,5 2-2,7-1-6,2-4-133,0 0-142</inkml:trace>
  <inkml:trace contextRef="#ctx0" brushRef="#br0" timeOffset="370181.0086">16107 16637 249,'0'0'184,"0"0"-61,0 0-37,0 0-22,0 0-24,0 0-13,-13-4-16,11 4-9,2 0-2,0 0 0,0 0-3,0 0 0,0 0 0,0 3-152,4 2-417</inkml:trace>
  <inkml:trace contextRef="#ctx0" brushRef="#br0" timeOffset="374014.9075">17012 16668 544,'0'0'192,"0"0"-112,0 0 15,0 0-55,0 0-23,0 0 8,0-5-1,0 5-2,0 0 0,0 0-8,0 17-10,0 7 15,-5 10 1,-4 4 0,3 2-2,-5 0-2,5-4-2,-4 1-5,1-8-2,3 0 2,-6-5-5,8-6 0,-5-4-2,7-2 2,0-6-3,0 2 1,2-7-1,0 2 1,0-3-1,0 0 3,0 0 5,0 0 3,-5 0 5,3-12 3,2-11-18,0 5 0,0-3-2,0-2 0,0 0 1,0-1 1,11-5-1,4 1-1,1-2 1,5 2-1,-2-2 1,-6 2-1,5-2 2,-2 8-2,-3 4 0,0 0 0,1 4 0,0 0-1,-2-2 0,2 5 2,0-1-2,-2 2 3,-2 2-4,0 3 2,2-2-1,-5 7 0,2-2 0,-5 2-1,4 0 2,-3 0-3,5 0 0,-4 2 1,3 8 0,1 2 2,-6 0 0,-2 2-1,0 0-4,0-2-16,-2 4-49,0 0-93,0-2-66,0-1-354</inkml:trace>
  <inkml:trace contextRef="#ctx0" brushRef="#br0" timeOffset="374370.1578">16894 16888 308,'0'0'258,"0"0"-130,0 0-25,0 0-45,0 0 0,0 0-3,145 27-16,-117-24-13,0-3-8,-4 4-9,-10-4-7,-1 5-2,-6-5-1,6 0-35,-4 0-201</inkml:trace>
  <inkml:trace contextRef="#ctx0" brushRef="#br0" timeOffset="374756.4345">17585 16709 572,'0'0'158,"0"0"-35,0 0-17,0 0-51,0 0-27,0 0 3,13-10-8,-13 10-6,0 0-17,0 13 5,0 11 7,0 5 20,-13 8-5,-3 3-6,1 1 5,1-6-10,3-5-2,3-2-10,0-5-1,3-3-1,4-6 1,1-4-2,0-5-1,0-1-1,0-4-29,0 0-79,0-2-85,0-17-496</inkml:trace>
  <inkml:trace contextRef="#ctx0" brushRef="#br0" timeOffset="375498.8216">17508 16726 509,'0'0'87,"0"0"16,0 0-29,0 0-28,0 0 15,0 0 2,26-49-20,-22 42-8,-2-2 9,0 6-6,4-1-6,-5 1 5,2-3-19,3 6-9,3-4-1,5 0-5,-1 4-1,3 0-2,3 0-2,4 0 2,-3 0 0,0 0-2,-4 4 1,-1 6 1,-1 0-2,1 1 2,-11-1-1,4 3-1,-8 1-2,0 3 0,0 1 3,0 3 1,-8-2-1,0 3 2,-3-5-1,-1 2 0,1-1-1,3 3 1,-4-4 0,-1 1 0,4 0 0,0 1 0,-2-6 1,-2 1-1,1-2 0,-1-2 1,-3 0-1,1-3 1,-3-2 2,-7 2 1,6-2 1,-6 2 0,9-3-2,-1-1-1,2-1 0,3 3-1,-2-5 4,3 4-5,-2-4 2,-1 4 0,1-3 5,-3 2-3,8-3 1,-3 0 6,-3 0-4,5 0-1,3 0-2,-6 0 0,3 1 0,3-1-2,2 0-1,-6 0 0,6 0-1,-5 0 0,7 0-1,2 0-25,0-4-160,0-15-470</inkml:trace>
  <inkml:trace contextRef="#ctx0" brushRef="#br0" timeOffset="376220.1615">17712 16691 435,'0'0'124,"0"0"-20,0 0-38,0 0-10,0 0-16,0 0-2,0-11-15,0 8-9,0 1 10,-2 0 2,-2 1-13,-8-3-12,1-1-1,0 5-1,-3 0 1,4 0 0,-4 0 3,-1 0-2,1 0 1,1 0 3,0 0 0,-1 0 6,1 5 0,-1-1-7,-1-1 1,3 2 4,8 1-4,-4-6 0,7 4-2,1 0-1,-2-3-1,2-1 3,0 0-3,0 0 4,0 0 1,0 0 7,0 0 6,0 0-4,0 0 4,9 0-10,-6 0-9,8 0 2,-7 0-2,0-4-10,-2-1-128,7-4-467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6:57:22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3840 4620 298,'-234'25'0,"-5"1"-3,1-1-21</inkml:trace>
  <inkml:trace contextRef="#ctx0" brushRef="#br0" timeOffset="95.1676">2407 4780 129,'-241'29'42,"15"0"-39,15 1 4,13-2-7</inkml:trace>
  <inkml:trace contextRef="#ctx0" brushRef="#br0" timeOffset="12932.7907">11495 4703 432,'0'-5'59,"0"3"-15,0 0 14,0 0-38,2 1-4,-2 1-4,0 0 0,2-3-3,-2 3 9,0 0 1,0 0-2,0-2-4,0 2 1,0 0-4,0 0-3,0 0-2,0 0 1,0 0-1,0 2-2,0-2-1,2 0 1,6 0 0,-4-2-1,11 2 0,-1-2 0,9 0 0,7 2 2,4 0 2,8 0 3,10-2 0,8 2 0,9-2-3,2 2 1,5-2-4,6 2-3,-6-2 2,-3 2 0,-1-3-1,-5 0 2,-9-1-3,-12-1 1,-3 0-1,-12 1 0,-8 2 2,-10 0-2,-9 2-1,-4 0-3,0 0-1,-2 2-8,0-2 8,-9 4 0,-3 3-30,-11 2-61,-6 3-36,-9 4-89</inkml:trace>
  <inkml:trace contextRef="#ctx0" brushRef="#br0" timeOffset="13548.8025">11769 4983 527,'-11'2'24,"9"1"26,-2-6 32,4 1-51,0 0-30,4 0 0,6-4 10,11 0 8,17-2-3,9-4 5,18 0-8,8 0 1,3 2-7,-4-3-1,2 4-1,-2-3 1,-9 1-1,-12 3-4,-7 1 5,-8 0-3,-16 6-1,-7-2 5,-5 2 4,-7 1 1,-1 1-8,-1-1-3,1 0 0,1 0-1,-1 0 1,0-1-1,-1 2 0,1-1 0,0 0-1,0 0 1,0 0 0,0 0 0,1 0-2,-1 0 2,0 0 0,-1 0 1,1-1-1,-6 1 1,12 0 0,-12 1-1,6-2-1,0 2 0,0-1 1,0 0 0,0 0 0,-2 3 0,4-6 1,-2 3-1,0 0 0,0 0-1,0 3 0,0-3 0,0 0 0,0 0 1,0 0-3,0 0-1,0 1-4,-2 2-2,0 1-26,-9 3-80,-8 4-107</inkml:trace>
  <inkml:trace contextRef="#ctx0" brushRef="#br0" timeOffset="97854.3631">12759 13772 374,'0'-2'48,"0"2"-26,0-3 4,0 3-9,1 0-7,-1 0 1,8 0-2,-6-1-1,0 1 3,-2 0 8,2 0 0,4 0 1,0 0-5,3 0 5,1 0-7,4 1 4,7-1-5,-1 0-6,6 0 6,3 3-5,2-3-5,4 0 6,-3 2-5,1-2 1,6 2 1,-4-2 4,5 0-5,2 0 4,1 0-4,1 0 0,0-2 1,1 2-1,3 0 0,-4 0 1,-1 0-2,-6 0-3,1 0 7,2-2-7,-6 2 8,4 0-8,-5 0 5,5 0-4,-5 0 4,3 2-3,-3 0 1,1 0-2,4 1 1,0-3 0,-3 3-1,2-3 1,-2 2 0,1 0 0,-6 0-1,0-2 0,0 2 1,0-1 0,-3 4-2,-6-3 1,4 0 1,2 0 0,-2 1 1,-5-3-2,5 0 0,5 0 1,-3 3-1,2-3-1,-4 0 1,-3 0-1,3-3 1,-8 3 0,0 0 0,6 0-1,-5 0 0,7-3 0,-5 3 1,2 0 0,-2 0-1,2 0 0,-2 0 0,0 0 1,1 3-1,-4-3 0,5 0 0,-3 0 1,2 0 0,-2 0-1,-4-3 1,5 1 1,1-2-1,-6 1 1,1 0 0,1 1 0,4 0-1,-3 0 1,-1 0 1,-1-1-1,0 3-2,8 0 3,-9 0-2,8 0 2,-4 0-1,-1 0-2,7 0 6,-5 0-2,7 0 0,-2 0-3,0 0 6,-2 0-5,0 0 0,-5 0 0,2 0 0,-9 0 1,2 0-1,-4 0-1,5 0 2,-8 0-1,5 0-2,1 0 1,-1 0 1,-7 0-2,6 0 0,-6 0 1,-2 0-1,-2 0 1,0 0-1,0 0 0,0 0 1,0 0-1,2 0 1,-2 0-1,2 0 1,3 0 1,-4 0-1,2 0-1,-1 0 1,0 0 0,4 0-1,-6 0 2,2-3-1,0 3-1,-4 0 1,2 0 0,0 0-1,0 0 0,-2 0 0,2 3-2,-6-3 0,-1 0-11,-7 5-140,-13-3-285</inkml:trace>
  <inkml:trace contextRef="#ctx0" brushRef="#br0" timeOffset="101049.3746">12685 13851 375,'0'0'85,"-2"0"-72,2 0 4,0 0 0,0 0-5,0 0 11,2-3 14,-2 3-7,2-2-18,-2 0-1,0-2 5,0 1 2,0-2-1,0-2-4,0 4-5,-2-3-1,2-2-4,2 2 2,-2-3-3,2 0 3,6-1 1,-5 0 4,7-2-5,-6 0 1,6 0 2,-6-2 5,0 1-6,4 3 1,-8-1 10,0 1 1,0-1-10,-6 3-7,4 3 2,0-1-1,4 4-3,-2 0 2,2-1-1,3 1-1,-5 0 1,0 2-1,0 0 1,0 0-1,0 0 0,0 0 0,0 0 0,0 0 0,0 0-1,0 0 1,1 0 0,2 0 0,1 0-1,4 2 1,-4-2 0,3 2 0,-1 1-2,2-1 2,0 0 0,4-1 0,5 1 2,0-2-2,6 3 0,1-2-1,-5-1 1,5 3 0,-4-2 0,-3 2 0,6-2 0,-6 2 0,7-2 0,-5-1 0,6 0 0,2 0 2,-5-1-2,4 1 1,3 0-1,-2 0-2,0-3 2,-5 3 0,3 0 2,-3 0-2,-2 0 0,3 0 1,-3 0-1,3 0 0,0-1 0,2-2 1,2 2 0,-8 1-1,6-3 0,-5 3 0,3 0 0,-8 0 0,8 0 0,-3 3 0,-1-3 1,6 0-1,0 1 0,-3-1 0,2 0 0,3 3 0,0-2 0,-5-1 0,3 0 0,-1 3 0,-4-3 0,3 1-2,-6 2 4,3-2-2,3-1 0,-4 0 1,6 3-1,-7-6 0,7 3 0,-3 0 0,-2 0 0,-2 0 0,4 0 0,-4 0 0,0 3 0,2-3 0,0 2 0,-5 0 0,6-2 0,-11 0-3,4 0 3,1 0 0,-1 0 3,-1 2-3,3-1-3,2-1 3,-2 2 0,-2 0 1,3-2 1,-2 0-4,-1 3 4,0-1-5,3-2 6,-2 2-6,3 0 4,5-2-1,-5 1 1,6 1-1,-4-2 0,5 2 0,-4 1 0,-1-1-1,6 0 2,-7 0-1,4-2 0,-3 1 0,33 2 0,-50-3 0,1 0 0,5 0 0,-5 0 0,8 0 0,3 0 0,-3 0 0,-1 0 0,-3 0 0,4 0 0,1 1 0,0-1 0,3 0 1,-1 3-1,-1-3 0,4 0-1,2 0 1,-2 0 0,-4-3 0,3 3 1,-2-1-1,6-2 0,-5 3 0,-1-1 0,1 1 1,-1-2-1,-2 2 0,3-2 0,-5 2 0,3 0 0,-1 0 0,-2-2 0,2 2 2,-2 0-2,1-5 0,-6 5 1,3-2-1,-5 1 1,4-1 0,-4 2 0,0-2 0,5 0 0,-5-1-1,6 1 2,-6 0-2,6-1 1,-5 1-1,5 0 0,-6 2 2,5-3-2,-5 2 0,4-2 1,-2 2-1,1-3 1,-1 1-1,3 2 0,-4-3 0,6 1 1,-5 0-1,4 1 0,1 0 0,-7-1 1,0 1-1,1 0 0,-3 2 0,0 0 0,0 0 0,-2-2 0,3 2 0,-1 0 0,7-1 0,-7 1-1,9 0 1,-8 0 0,6 1 0,-5-1-1,-2 2 1,0 0 1,2-2-1,-1 2 0,-1-2 0,0 3-1,0-3 1,1 2 0,2-2-1,-3 2 0,-1-2 1,-1 1-1,0 1-1,0 1 2,3-2 0,-3 3-1,0-1 1,0-2 0,0 3 0,0 0 0,0-1 0,-3-1 0,3 2-1,0-3 1,0 3 1,0 3 0,0-2-1,0 2 0,0 1 1,-1-3-1,1 4 1,0-3 0,-2 0-1,2-1 0,0 2 0,2-3 0,-2 0 1,0 0-1,0 0 0,1-3 0,-1 2 0,0-1 0,-1-2 1,1 0 0,0 0 0,0 2-1,0-4 0,0 2 0,0 0 1,0 0 0,0 0 0,0 0 0,0 0 0,0 0-1,0 0 0,0 0-1,0 0 0,-2 0-64,2-2-183</inkml:trace>
  <inkml:trace contextRef="#ctx0" brushRef="#br0" timeOffset="293477.0203">9748 15971 132,'-2'0'41,"-4"0"-35,4 0-6,2 0 1,0 0-1,0 0 1,0 0-1,0 5 0,-2-5 0,2 0 0,0 0 1,0 4-1,0-4 0,0 1-1,0 1-1,0 1 0,2 1 1,-2-2-8,0 0 3,2 4 6,-2-4 0,6-1 0,-6 4-1,0-5 0,-6 2 1,6 0 5,-2-2-4,2 4-1,0-3 10,-2 2-5,0 1 5,0-2 7,-3 1-13,3 0-3,0-1 1,0 4 0,-6-2-1,3 0 7,4 0-3,-3 0 2,-3 2 4,5-2-8,0 3-1,-5-5-2,7 1 0,0 1-5,0-2-2,7 1-11,-3 0-17,7-1-8</inkml:trace>
  <inkml:trace contextRef="#ctx0" brushRef="#br0" timeOffset="298420.4438">2906 17573 314,'-7'0'0,"7"0"-12,0 0 11,0 5 1,0-3 0,5 0 0,-3 2 0,2 0-3,-3-2-4,8-2 4,-5 0-1,4 0-27</inkml:trace>
  <inkml:trace contextRef="#ctx0" brushRef="#br0" timeOffset="318181.2231">22179 17293 173,'0'-6'50,"0"2"-45,0 0 3,0 0-3,2-1-2,3 2-2,-4-1-1,2-1 0,0 3 1,-3-3 0,7 1 3,-7 1-2,0-2 0,0 1 9,0 0-8,-5 2-2,5 2-1,5-2 0,-5 2-12,-5 0-105</inkml:trace>
  <inkml:trace contextRef="#ctx0" brushRef="#br0" timeOffset="320811.6415">22071 16513 237,'-6'2'13,"6"-2"-12,-2 0 2,2 0 2,0 0 3,0 2-7,0-2-1,-2 0 0,0 0 2,2 0-2,-3 3-9,-3-3-40</inkml:trace>
  <inkml:trace contextRef="#ctx0" brushRef="#br0" timeOffset="336034.8776">19404 5000 498,'-8'5'78,"-2"-5"-34,8 2 33,-2-2-29,-1 1-14,5 2-3,-2-1 4,2 0 6,0 0-4,-2-2 1,0-2-12,2 0 4,0 0 0,0 2 8,0-3-12,2 0-19,2-3-6,7-5 2,3-1-6,1-2 3,10 1 0,-3 1 0,2 2 0,3 1 1,0 4 0,-10 3-1,1 4-1,-4 1-6,-3 11 4,-2 5 2,-6 8 0,-3 8 1,0 3 0,-12 0-5,3-4 5,-7-2-1,-2-3 4,-1-3-3,-6-3 2,0-2-1,8-3-1,1-6 0,3-3-1,11-2 1,0-5-4,4 0-9,2-2 13,8-4 17,12-3-8,5-2-1,6-2-4,6-3-1,1 2 1,0-2-4,-6 0 1,0 0 1,-5 2-2,-5 0-1,-7 3-4,2-2-13,-7 2-28,-5 0-24,0-1-62,-3 0-29,1 0-208</inkml:trace>
  <inkml:trace contextRef="#ctx0" brushRef="#br0" timeOffset="336733.4065">20042 4942 426,'0'-3'142,"0"-1"-80,0-1-11,-10 2-24,4-1 3,-7-1 11,-2 0 10,-6-1-6,2-2 8,2-5-3,2 1-9,1-2-4,3-1-11,7-7-1,4 1-14,1-3-11,13 0-1,4 0-5,9 2 3,4 6 2,7 4-1,-6 3 3,5 9-1,-13 0 0,1 9-3,-7 3-2,-5 8 2,-4 6 2,-7 6 0,-4 8 1,-5 5 0,-3 0 0,-9 4 0,2-7 0,-1-4 1,4-4-1,-1-5 0,8-8 0,5-1-2,4-3-1,7-4 2,4-5 1,3-2 0,2-4 3,4-2-3,5-4 4,-5-4 0,3-2-1,-5-2 1,0-6 1,-4-2-3,-11-6 5,1 0-4,-12-4-2,3 0-1,-11 4-3,-3 6 0,-8 1 1,-2 7 2,-4 7-8,2 3-21,0 0-62,12 4-136</inkml:trace>
  <inkml:trace contextRef="#ctx0" brushRef="#br0" timeOffset="338284.7505">20806 4717 600,'-6'-3'108,"-6"1"-32,-1-4-32,-1 3-21,-3-4 6,1 2 15,-6-2-8,7-1 1,3 3 0,4-7-1,7 3-4,1-3-21,5-2-10,6-4-2,9-2 2,5 0-4,13 2 3,-7 4 0,1 4 0,-4 3-6,-4 7 5,-8 7-3,-5 3 0,-10 11 4,2 4-1,-6 8 1,-7 4 2,-5 5-2,-1 0 0,-44 84-1,51-107 1,7-2-1,2 0 1,0-3-3,2 14-5,9-4 2,5-8-2,3-6 5,10-4 3,5-9 5,-3-2-2,-2-7 1,-2-4 2,-9-4 2,-5-5-2,-1-5-2,-10 1-2,-2-1 4,-11-1-6,-3 1 1,-4 4-1,-11 1-2,2 4 0,-2 5 2,6 2 0,6 7-1,6 0-4,9 2-24,4 2-68,9-1 35,12-2 47,6 0 9,4 0 4,7-3 2,1 4 1,-9 1 1,2 1-2,0-2 1,-5 5-1,-9 0-1,3 2 1,-6 1-1,-4 4 1,1 3 0,-10 5 2,0-1 0,-4 7-1,-6 4 1,1-1-2,-6 1 0,4-1 1,3-2-1,2-3 1,4-5 0,7-5 4,-1-1 4,8-5 12,7-3-13,3 0-2,4-4-2,-4-3 2,-6-2 3,-2-1 4,-7-3 3,-2-1-8,-9-2-4,-9 0-3,-2 1-1,-7-2 0,-2 2 1,-4 1 0,8 2-1,0 1 7,7 2-6,5 4 3,6-2-3,9 2-1,3-1 4,4-2-1,9 2 0,-6 2-1,6-1-2,-4 5-1,-3 3 0,0 1 0,-2 4 1,1 2 0,4 4-1,-2 2 1,5 2 0,-4-2-3,-4 2 0,-5-1 3,1-5-1,-10-3 1,-1-1 3,5 1-3,-1-4 3,2 1-1,6-4 1,3-2-1,5-4-1,4-4 1,-6-2 1,4-5 0,2-2 1,-9-3 17,-5 2 8,-2-2-6,-6 3-8,-3 0-7,-6 1-8,-8 2-1,-5 3 0,-10 4-1,-6 5-8,-10 2-32,-11 4-49,-1 6-50,-5 6-97</inkml:trace>
  <inkml:trace contextRef="#ctx0" brushRef="#br0" timeOffset="338898.8322">19197 5700 390,'-14'7'76,"1"-2"-20,4-2 11,3 1-24,5-2 16,2-2 16,3 0-30,5-2-21,6-2-4,14-2-4,10-4-9,13-2-1,29-4-2,19-5-3,33-5 3,33-3-2,23-9-1,23-6 5,5-5-3,-1-6 8,-14 2 11,-19 1 13,-24 4-1,-19 1 0,-27 8 1,-13 0-8,-19 5-15,-11 4 1,-13 9-10,-15 2 0,-15 7-3,-9 5-6,-9 4-18,-9 6-28,-9 4 12,-13 3-55,-14 6-64,-13 6-326</inkml:trace>
  <inkml:trace contextRef="#ctx0" brushRef="#br0" timeOffset="340099.3556">20333 5685 282,'-4'-5'188,"2"2"-111,2-3 6,-2 1-17,2 0 11,0 1-35,0-3-6,0 2 2,2-1-7,-2 1-5,4 0-8,3-2 11,2 0-14,4-2-3,12 3-2,4-3-5,4 1 0,9-1 1,8 4-2,-3-2 0,-5 5 0,0 1-4,-11 2-1,-4 5-1,-7 4-1,-5 5 2,-7 2 0,-7 4 1,-2 0 2,-11 2 0,-3 1-1,-10-4 3,-3 1-4,-4-1 3,-1 1-3,-5-1 1,7-2 0,2-4 0,4-3-1,9 1 0,5-7-1,5-1 1,6-2 0,0 0 2,2-4 2,2 2 4,5-2 1,5-2 1,3-1-4,7 2 1,-1-1 3,2-1 1,2 2 7,-3-1-1,-4 4-8,0 0-3,0 2-6,0 3 4,1 2-4,-4 1 0,3 4-1,-6 2 1,1 0-3,-4 5 3,-1-1-2,-8 1 2,-2 2 3,0-3-3,-10 1 1,4 2 2,-7-5-2,-1 0 1,-1-1 1,-8 0-3,1-3 6,-5-5-3,-9 2-1,-1-7 1,-5-1 1,-8-2 1,3-3-2,5-3-3,0 2 0,6-4-2,-2 6-19,7-3-64,4 3-83,0 2-120</inkml:trace>
  <inkml:trace contextRef="#ctx0" brushRef="#br0" timeOffset="342957.4471">23203 4458 601,'4'-15'64,"0"2"14,3-1-21,-5-2-19,3 2 3,-5 2-11,-3 1-11,-1 3-6,-5 4-6,-4 2-3,-3 2 0,-1 6-3,-1 4 0,-7 6 3,2 1-4,4 5 0,1-1 0,5 4 0,5-6 0,6 2 0,4-2 0,6-2 1,5-4 0,3-4 5,-2-3 2,12-6-3,-4-3-5,0-2 3,-1-5 0,5 0 1,-2-4-2,-4 0 0,3-3 4,-7 3-5,-3 1 9,-9 2 0,6 3 2,-8 3 1,-2 0-10,2 3-3,-2 2-3,1 2-4,2 0 0,-1 4 7,2 8 2,1 4 0,5 10 3,-2 5 2,5 3 0,2 2 0,1-2-6,-2-2 1,-4-3-1,0-5 0,-10-3 0,0-2 0,-11-6 5,-4 2-3,-12-2 0,-6 0-3,-15-1-59,-5 4-119,-12-4-534</inkml:trace>
  <inkml:trace contextRef="#ctx0" brushRef="#br0" timeOffset="343220.2779">22487 4850 754,'0'-12'83,"1"-2"-4,-1 2-20,5 2-48,7 4-10,5 1 1,6 1-2,6-1-4,11 3-8,-5 2-67,4 4-163</inkml:trace>
  <inkml:trace contextRef="#ctx0" brushRef="#br0" timeOffset="343398.4025">22436 5092 741,'-16'3'105,"12"-3"-8,4-3-30,12-6-67,8 1 0,19-4-1,12-2-33,16-4-101,16-5-206</inkml:trace>
  <inkml:trace contextRef="#ctx0" brushRef="#br0" timeOffset="343932.9016">23733 4347 562,'0'-8'90,"0"-1"10,-2 0-37,-3 4-19,5 0-4,-3 3-19,3 2-13,-1 2-8,-1 0 3,-7 2 4,-3 4 6,-4 2-3,-1 6 1,-3 4-2,5 4-4,-6 2 3,10 4-2,3 0-3,8-4-2,6 3 1,5-8 2,12 0 1,-3-3 1,6-6-3,0-7 2,-6 0 1,4-5 3,-9-5 7,-6 0 24,0-2-15,-6-1-11,-4 1-10,-3-1-3,-8 2-2,-7 0-1,-8 2 2,-13 6-7,-3 0-29,3 4-53,5 2-68,12-4-310</inkml:trace>
  <inkml:trace contextRef="#ctx0" brushRef="#br0" timeOffset="344637.4599">24219 4395 290,'-5'-7'356,"-4"-2"-276,-4 4-19,-2-1-31,-6 6-11,0 6 0,-6-1-7,4 5-7,1 1 0,7 6-1,1 0 1,4 0 0,7 2 0,5-4-1,2-1 3,5 1 3,7-5 6,-1-5-1,8-2-2,-3-1-4,5-7-6,-6 0 5,4-3 5,-8-4 0,1-4-3,-3-2-2,1-3-2,-10 4-3,5 1 0,5 0-2,-1 2-1,7-4-3,9 7 1,9-1 3,4 2-1,0 5 0,-6 0 0,-3 8-2,-8-1 1,-9 3-2,4 2 0,-10 8 2,1 2 1,-2 0 0,6 4 0,-2-1 1,2-4 1,-1-1-2,4-3 3,6-2-3,-4-3 3,5-3 0,4-4-2,-11-3 5,6-1 7,-10-2 25,-2-3 0,-7-4-10,-1 1-3,-8-3-15,-1-2-10,-13 0-1,-3 5 0,-10-1-2,-8 6 2,-3 4 1,0 3-10,1 6-41,4 2-64,1 6-64,5 0-318</inkml:trace>
  <inkml:trace contextRef="#ctx0" brushRef="#br0" timeOffset="353055.4614">13634 15940 650,'-17'-10'49,"-1"-2"34,2-2-14,6-3-18,0 2-25,10-4-15,10-1-9,-1-4 6,1-1-1,9 6-1,-2 1 0,-1 4 1,-1 6-5,-1 6-1,-5 4-1,-3 8 0,-4 8 2,-6 82 1,0-79-1,-5 0 2,0-3-4,2 3 0,-6 16 0,-1-2 1,1-7 0,7-6 0,-1-5-2,7-10 2,7-5 0,-1-4 5,7-5 2,5-5-5,7-5-1,0-3 0,-4-4 1,2-5-2,-5 2 1,4-5-2,-6-3 1,1 1-1,-1 2 1,0-4-1,-3 10 0,0-2 1,3 5-2,-3 2 1,3 7-1,-3 2-4,-3 3 4,-6 8-4,5 2-1,-8 8 4,4 3-1,-3 5 2,0 8 2,4 3-1,-4 2 0,-4 0 4,-4 2-7,4-2 5,0-4-4,2-1 4,-2-4 0,4-3-2,0-4-1,10-3 1,-3-5 3,1-6 1,11 0-1,-7-5 1,1-3 1,-3-1 3,-4-4 5,-6-1 9,-2 0-4,-4 0-5,-12 1-9,1 1-2,-12 3-2,2 3 0,-4 2 0,7 4-1,-3 0-1,10 7-8,1-4-45,12 1-35,4 1-146,12-5-186</inkml:trace>
  <inkml:trace contextRef="#ctx0" brushRef="#br0" timeOffset="353961.8175">14328 15723 521,'-2'-6'100,"-8"1"-27,2 2-23,2 3-17,-4 3-21,4 2 2,-5 3-3,7 2 1,-6 0-2,10 3 4,-2-1-5,4-1-1,8-1 0,3-4 0,-3 4-6,9-6 2,-4 1 1,-6-5 4,2 0 0,1-5 1,-8 1-4,3-6-2,-5 4 1,0-10-3,-4 4 1,2-4-3,0 0 1,2 0 1,-1 1-2,11-2-1,0 5-1,4 0 2,1 4-1,1 2 0,2 2 0,-2 4 1,-5 0-1,1 4-4,-3 5 1,-5 0 0,6 3 4,-8 4 0,4 0 1,-5 0-1,3-1 1,2 0-1,-6-3 5,9-4 3,-5-2-4,8-2 0,6-3 0,-2-2 1,-3-3-4,1-2 3,-1-2-1,-3-1 1,-10-2-2,-2-1 3,0-4 2,-4 6-4,-6-2-1,6 0-1,-5 0 1,7 0 0,0-2-1,2 2-1,2 2-2,7-2 2,4 2-1,5 0-1,0 3 0,5 2 2,-4 5 0,-1-2-2,-4 4 0,6 6 0,-10 1 2,4 6 0,-3 2-2,3 2 5,-3-3-3,-1-2 1,0-2-1,3-3 1,0-4 0,1-3 3,1-2 1,-1-5 1,-2 0-1,3-3 4,-4-4-4,-3-4 0,4-2 5,1-4-3,-3-1 5,-6 4-7,-2-1 0,-2 1-5,-6 10-4,-6 0 4,-5 9-1,-8 4-1,-2 6-16,2 1-78,3 5-86</inkml:trace>
  <inkml:trace contextRef="#ctx0" brushRef="#br0" timeOffset="354411.754">13758 16269 461,'-54'17'72,"9"-1"-27,5-2 26,13-1-31,9-1-22,17-7 26,14 0 33,18-10-38,25-2-30,29-12-1,21-8 0,19-5 5,18-9 1,1 0 2,7-7-7,-18-1 0,-2 1 0,-14 8 3,-10 0 2,-23 13-4,-19 8-5,-14 5-5,-22 6 0,-13 3-13,-12 7-15,-6 5-3,-7 2-30,-11 5-17,-7 9-100</inkml:trace>
  <inkml:trace contextRef="#ctx0" brushRef="#br0" timeOffset="354743.0776">14356 16297 657,'-1'-9'117,"-4"4"-37,5 1-52,0 4-20,0 2-6,0 5 6,5 10 12,-10 3-5,5 1-5,-2 10-6,0-1 0,2-1-1,-2-3-3,0-3-4,2 0-57,2-6-98,0-1-304</inkml:trace>
  <inkml:trace contextRef="#ctx0" brushRef="#br0" timeOffset="355122.9667">14487 16361 506,'-10'-16'165,"8"0"-97,2-2-1,2 5-47,10-1-11,1 4-1,-1 2 6,1 4-7,-5 4-6,4 8-1,-10 5 3,5 6 1,-7 6-2,-5 3-1,1 0 1,-8-2 0,6-2-1,-6-8 1,2 0 1,7-7-3,3 0 5,0-7 1,0 2 7,0-4 17,10 0 7,-2-4-13,7 2-18,10-7-2,6 0-1,7-1-2,1-2-1,-4 0-28,3 0-46,-5-3-37,-2 1-190</inkml:trace>
  <inkml:trace contextRef="#ctx0" brushRef="#br0" timeOffset="355762.7274">15349 15641 553,'-4'0'134,"4"-4"-44,0 4-52,0 0-16,4-3-14,-3 2-3,9-4 4,2 2 1,3-3 0,1 4-5,1-4-2,6 0-2,-3 2-1,0-1-9,0 5-69,-4 0-164</inkml:trace>
  <inkml:trace contextRef="#ctx0" brushRef="#br0" timeOffset="355971.2052">15374 15825 455,'2'0'173,"2"-2"-137,6-2 17,5-2-35,5 0-7,2 1-7,2-2-3,-1 2-1,2-1-60,-8 1-425</inkml:trace>
  <inkml:trace contextRef="#ctx0" brushRef="#br0" timeOffset="360170.7705">15982 15259 503,'-2'-12'57,"-2"-2"18,1-1-29,-1 1-13,4 1 7,-3 2 2,3 1-21,-2 2 7,2 0-1,0-1 0,0 5 1,0 3-9,0-2-18,0 6 0,0 2-1,-4 8 6,2 6 4,-7 5-3,7 7 2,-5-1-3,2-1 1,5 0-7,0-7 5,0-1-2,0-1-3,2-8 4,8-7-2,-6 3 4,9-4-1,1-7 1,-1 0-5,7-5-1,5-2 1,-3-4 0,-2-2 0,5-2-1,-7-2 3,-3 2-3,-2 0 1,-1 4 1,-8 3-2,0 6 10,0 1 7,-4 4-16,0 2 4,0 4-5,0 3 13,3 6 2,-1 3-2,8 2-7,-6 2 1,2-4-5,3 5-1,1-6-1,-6-1 1,-1-2-2,7-3-53,-8 1-74,2-7-97</inkml:trace>
  <inkml:trace contextRef="#ctx0" brushRef="#br0" timeOffset="360741.9993">16439 15204 604,'-6'0'85,"-6"-4"-1,-1-1-29,2 1-34,4 3-1,-4-3 7,-3 0 0,3-1 4,7 1-1,-7-6-6,7 5-11,4-8-4,0 0-3,4-6-6,7 1-1,3 2-3,1 0 3,-2 7 0,7 2 1,-1 6 0,-9 2-1,1 3-3,-1 6 4,-8 7 2,-1 2 3,-1 6-5,-3 4 0,-7 4 1,4 1 0,-5-2 0,0 0 2,6-3-4,-2-6 4,12-3-5,-1-5 4,6-4-2,-4-5 4,9-6 2,-2-3 1,5-2-3,3-3-3,-3-4 2,-5-4 0,1-3 1,-8-2-2,-1 1 3,-5 0-1,-9 2-2,-3 2-2,-2 0-1,-6 5 1,4 4-1,-9 3-1,7 1-1,5 3-42,1 3-37,8-2-80,8 2-89</inkml:trace>
  <inkml:trace contextRef="#ctx0" brushRef="#br0" timeOffset="361422.6345">16684 15124 458,'9'-11'73,"-4"3"31,2 3-4,-6 0-51,-1 3-17,-1 2-26,-1 2-1,-6 4 5,4 5 8,-7 1-7,2 8 6,2-2-10,7 4 8,0-2-7,5 0-1,4-2 2,4-4-2,1-4 7,1-2-5,1-3-1,-1-5-1,3-3-3,3-1-1,-6-2 0,-7-1 6,2 0-7,-7-1 2,-3-3-1,-1 2-5,-1-3 3,-10 1-1,6 1 3,-5-1-1,7-1-2,-6-1 1,10 2 1,0-4-4,12 1-1,1-1 3,5 1 0,5-1-3,5 5 3,1 3 0,0 2-1,-7 3-2,3 6 2,-8 4-1,-3 4-1,-1 4 2,1 2 1,-1 4 1,1-4-1,1 0 2,3 3-1,6-5 2,1-7 1,-4 0-2,7-6 0,-1-3 1,-2-3-2,-6-3 4,-1-2 0,-3-5 5,-3-1 2,-3-1 4,-7-6 8,-4 2-2,-10-3-12,-3 1-4,-2 3-6,-12 6 1,-11 6 3,-1 9-4,-13 5-7,4 4-67,-6 8-80,2-1-421</inkml:trace>
  <inkml:trace contextRef="#ctx0" brushRef="#br0" timeOffset="390622.6457">19912 5935 240,'0'-1'42,"0"1"-39,0-2 13,0 2 22,0 0 3,0-3 15,3 1-16,-1 0-17,0-2-12,5-1 12,-5-2 5,0 3-15,2-1 0,-4-2 12,4 3-13,-1 1-4,-3 3 1,0-3-1,2 3-1,-4 0-2,2-2-1,0 4-2,0-2-1,0 0 2,2 0-3,-2 0 3,3 0 0,-3 0-1,0 0 0,0 0 0,-3 0-1,3 3 4,-2-6 3,2 3 4,0 0 9,0 0 4,0 0-7,0 0-10,-7 3-5,1-3-1,-12 5 1,-11-3 1,-9 5 2,-7-4 1,3-1 0,-4 5 3,-2-3-3,11-3 5,-1 3 4,7 2-9,6-4-2,5 3-2,5-4-3,3 3 4,3-2-1,3 1-1,4 0 1,-3-1-2,3 2 0,-2-2-1,4-2 3,0 0-1,0 0-2,4 3-9,5-2-232</inkml:trace>
  <inkml:trace contextRef="#ctx0" brushRef="#br0" timeOffset="394982.2884">21056 5592 293,'2'-4'11,"-2"0"-1,0 1 14,0-2-9,2 3-7,-2-1 2,0-2 1,2 3 7,-2-2 0,0 3 11,-2-4-2,2 3 0,-2 0-11,2 0-10,-2-1-1,-5-4-2,3 3 9,2-2 0,-9 0-2,8 2-4,1-1 4,-7 0-6,4 1-3,-4 2 5,-3-1-6,3 0 5,-12-1-2,1 2-1,-7 0 1,-1-2-1,-3-1 2,-8 5 3,1-5 0,1 3 1,1-3-3,0 5 1,5-5 3,-7-1 1,7 3-2,0-6 6,-3 1-4,3 0-1,2 1 0,0 0-4,0 2 0,0 2-3,2 1 1,0 2-2,0 0 1,6 0-1,-8-2 1,1 2-1,2-2 3,-3 0-1,0-1 1,-2 3 2,2-3-1,-9 3-1,5-2 4,-8 2-4,1 0-1,0 0 0,3 2 0,-6 1-1,5-3 1,3 5-2,-6-1 0,3 4 3,3-2-1,-5 4-3,0 3 4,6-1-2,-8 2-1,2 1 3,-4 3-4,4 0 3,6 1-1,-5 1-1,8-3 1,2 4-2,1-3 4,5 1-3,3 2 1,-3 1-1,4 0 2,3 2-2,1 2-1,0 0 4,3 2-3,8-1 1,-6 2-1,10 0 1,0-3-1,2-1 0,6-1 4,-2-2-4,3 1 0,-3-4-1,6 4 1,1-1 2,1 0-2,3-1 1,6 2-2,-3-3 2,6-2 2,3-1-3,0-5 0,10 5 0,-6-3 2,9 1-2,-7-3 0,8 2 0,-1-1 0,0-1-1,3 2 1,5-4 0,-2 0-1,8 1 1,4-6-1,5 1 0,-1-2 1,6 1-1,-1-7 0,0-1 0,-5-1 0,3-2 1,3-2-1,-1-1 1,-5 0 0,3-1 0,-9-2 0,0-2 1,-2-2-1,-7-2 2,2-2-3,-8-4 1,-1 0 3,-9-5-2,-2 4 3,-5-6 0,0 4-3,-1 1 2,-8-2 3,1 0-7,-4-3 4,-1 4 2,0-4-4,-1 3-2,-9 0 2,9 2-1,-10 1 2,0-1-1,-2 5 0,-4 1 5,-5 2 2,-3-1-5,4 5 0,-5 2-3,-1 0 1,3 0 1,-1 4-3,4-2 0,-5 3 0,-1-4 0,1 5 0,-3-2 0,-6 2 0,0 3 0,-5-2 0,0 1-1,2 1 3,4 1-4,-6-1 2,6 3 0,2-2 0,3 2 0,4 0 0,6 2-1,-3-2-1,5 3 2,-1-3 1,3 0-1,2 2 0,-2-2 0,2 0 0,-4 2 0,4-1-1,-1 1-1,1 0-3,-2 3-32,2-2-48,0 3-118</inkml:trace>
  <inkml:trace contextRef="#ctx0" brushRef="#br0" timeOffset="403683.6546">14404 4650 496,'-7'-8'105,"-2"0"-31,7-2 23,-5 2-72,3 2-2,4 2 2,0 2-4,0 2-5,0-3 2,0 3-4,0 3-5,0-3-7,0 0-2,-2 4-2,-7 1 2,-5 6 3,1 5-3,-5 6 2,3 2 0,1 2-1,0 2 1,11 0 0,1-1-1,6-3 3,5-1-3,7-5 3,0-4-2,5-4 0,4-3 3,1-7 4,2-2-6,2-5 7,-5-1-3,-5-3 3,-4-2 13,4-3-7,-10-2-5,0-2 1,-8-4 1,-2-2-7,-2 0 4,-10 2-8,-1 2-2,-2 4 0,1 4 0,-4 4-6,3 3-1,-12 6-14,2 2-45,5 6-29,-2 1-80,12 2-253</inkml:trace>
  <inkml:trace contextRef="#ctx0" brushRef="#br0" timeOffset="404492.2516">14863 4566 500,'0'-2'87,"-2"-2"-13,2-1-20,-3 5-22,3-3-3,-1 3-4,1-2-4,0 2 2,0 0-7,0 0-4,-5 0-9,5 2-1,-4 3-2,2 2 2,-10 4-1,8 6-1,-7 1 2,0 4-1,8 2 1,3 0-1,0 1 2,2-4-3,8 2 2,-6-4-1,7-3 3,3 0 1,1-6 0,1-1 9,1-4 1,6-5-2,-6-1 0,8-6 1,-5 0-1,5-6 3,-10 1 2,3-4 1,-6 0-1,-1-4-3,-9 0 0,-2-4-6,-4 0-3,-8 2-1,-1 0-1,-1 3-3,-1 8-1,-8 3-4,5 4 0,-1 4-3,-4 4-41,3 1-30,0 6-22,4 4-87,9-4-326</inkml:trace>
  <inkml:trace contextRef="#ctx0" brushRef="#br0" timeOffset="405182.8042">15365 4548 545,'-2'-6'96,"-3"-2"-13,-3 2-25,7 2-31,1 1-9,-2 2-6,2 1-5,0 0-7,-2 0-1,2 1 1,-2 3 1,-5 3 1,5 0-1,-8 9 0,6 1 2,-2 1 0,-1 5-2,7 0 1,0 0 1,7 0 0,-1-2 2,8-7 2,-1-1 8,3-5 18,-1-3-8,8-2-3,-4-6-2,4 2-5,-3-5-2,0-1 13,0-5 1,-4 0-6,-5-2-2,-5-6-6,2 1 3,-8-3-3,0 0-6,-10 0-2,6 3-1,-9 7-4,-1-1-4,-1 5 2,-8 3-3,1 5-1,-7 3-16,2 3-53,0 4-9,3-1-26,8 1-81,10 1-265</inkml:trace>
  <inkml:trace contextRef="#ctx0" brushRef="#br0" timeOffset="405806.0176">15791 4536 231,'1'-4'265,"-1"0"-170,3 0-9,-3 0-36,0 0-2,0 2-8,0 2-17,-3-3-12,3 6-11,0-3-1,-1 2 1,1 2 3,-10 4 7,4 3 1,-5 7-4,1 3-2,4 1-1,6 3 0,2 0 0,10-4 1,1 0 2,3-5 1,1-7 10,10 0 3,-2-5-2,-3-4-5,2-4 4,5-2 3,-6-4 10,-3-2 11,-5-4-11,-1-2-4,-3-4-6,-9 0-7,-2-2-6,-4 2-6,-7 3-2,-3 3-1,-8 1-1,0 5 1,-5 2 0,-2 4-8,2 4-34,0 4-50,8 1-34,3 8-66,5-1-282</inkml:trace>
  <inkml:trace contextRef="#ctx0" brushRef="#br0" timeOffset="406759.5276">16493 4459 276,'-2'0'276,"-6"-1"-205,6-1 1,0-1-24,2 3-31,0 0-14,-2 3 0,0-1-1,-3 3 9,3 2-1,-2 3 2,0 3 3,-1 3-6,0 3 3,5 1 5,0-1-9,0 0-2,2-4 6,8 0 9,-4-3 11,7-4-3,1-2-3,3-2-6,4-4-6,-3-4 0,1-2-1,4-5 6,-5 2 2,2-6 0,-2 0-2,-3-4-6,-1 0-5,-3 0 6,-7-1-7,-2 3-5,-4 0-2,-7 5-3,-4 2-1,-5 5 2,-4 0-1,-4 5-4,3 0-24,3 5-45,5 0 0,3 3-53,10 1-122</inkml:trace>
  <inkml:trace contextRef="#ctx0" brushRef="#br0" timeOffset="407313.5299">17010 4417 434,'4'-8'237,"1"-1"-178,-3 2 8,0 2-32,-2-4-11,0 1 5,2 2 6,-2 0-6,-2 1-1,2 0 3,-2 1-15,0 1-3,-3 3-10,3 0-3,2 0-10,-5 5 7,4-1 3,-11 6 2,3 4-1,3 2 1,-4 5 0,7 1 0,3 0 1,11-3-1,2 2 0,3-6 2,3-2 0,8-3 0,2-2 0,0-7 0,2 2 0,-2-6 2,-4-1 4,0-1 12,-10-5 7,-2 0-9,-4-5-4,0 1-6,-8-4-1,2-1-4,-3 1 1,-3-3-2,0 3-1,-8 4-3,-3 0-1,-1 5-1,-3 0-3,-4 3 3,4 2-17,-2 6-52,0 0-19,6 4-61,8 3-47,4-2-279</inkml:trace>
  <inkml:trace contextRef="#ctx0" brushRef="#br0" timeOffset="408025.5746">17640 4319 485,'0'-6'121,"-1"0"-31,1 0-8,-3 1-23,3-2 10,0 2-13,-2 2-4,4 1-5,-2 0-10,0 0-6,0 4-11,0-2-14,0 2-6,3 3-6,-3 2 6,9 7 5,-5 6-4,7 4 5,-2 1-2,0 1-1,4-5-1,-8 1-2,4-2 1,-7-3-1,2-1 3,-4-5-6,5-1 1,-3-2-21,-2-4-48,-2 1-33,2-1-25,0-4-36</inkml:trace>
  <inkml:trace contextRef="#ctx0" brushRef="#br0" timeOffset="408348.4777">17940 4275 287,'11'-18'434,"-7"2"-328,-2 1 3,5 2-45,-5 3-12,2 2-11,6 2 11,-9 4-27,8 0-11,-2 4-9,5 3-2,-1 10 3,5 7 6,-3 6-8,5 8-2,-4 1-1,-1-2-1,-6 0 4,3-3-4,-6-5-3,2-3-45,-2 0-61,-4-2-81,-4-1-273</inkml:trace>
  <inkml:trace contextRef="#ctx0" brushRef="#br0" timeOffset="416662.2329">14647 5886 389,'0'-3'32,"0"-1"16,0-1 8,0 0-12,-2 1-5,2-2 17,0 1-11,0 2 6,0-3-20,0 3-4,0-2-3,0 1 5,0-1-4,0 2 3,0 1 2,0 0-9,-7 0-14,5 0 3,0 2-8,-3-1 11,-2 1-13,1 3-2,-5 1 0,-5 6 2,3 4 1,-6 4-1,-1 3-1,12 5-2,-4-3 2,11 0-3,1-6 3,6 0 1,7-3 5,8-4 4,-1-5-5,1-5-1,2 0 2,2-5-4,-5-4 3,4-1-1,-6-2-1,-3-3 5,-1-4 0,-3 0 12,-10-6-4,-2 1-6,-1-2-9,-9 2-4,-1 0-10,-3 8 4,-1 4 6,1 6 1,-1 4-24,1 4-21,1 2-60,0 4-25,11 1-166</inkml:trace>
  <inkml:trace contextRef="#ctx0" brushRef="#br0" timeOffset="417148.6824">15135 5627 565,'13'-12'65,"-8"1"22,0 3-24,-5 4-34,-5 0-2,5 2-13,-3 2-14,1 0-2,2 5 2,-4 3 13,-5 3 1,5 8-2,-5 2-5,7 4-2,2 3-3,0-2 3,4-2 1,7-4 0,2-2 0,1-4 6,1-3 1,1-6 2,-1-3 7,1-2-4,3-6 0,-4 0-3,-1-6 0,3-5-1,-3 0-1,-1-3 3,-9-3-6,0 1-10,-8 4 0,-2 0-15,-7 4 15,-10 6 4,-2 2-4,-4 6-14,0 3-28,7 0 1,-1 0-60,15 2-29,3-2-106</inkml:trace>
  <inkml:trace contextRef="#ctx0" brushRef="#br0" timeOffset="417741.4153">15872 5500 468,'3'-6'140,"0"0"-77,-3 2 26,-3-1-48,3 5-4,0-3 2,-3 1-1,-1 2-17,0 0-18,2 5 13,-7-5-14,0 7 2,0 1 6,-6 4-7,3-2 3,6 6-3,-4 2-2,9 1 2,1 0 1,4 3-2,5-1-1,-3-3 2,4-3-1,1-1 0,-3-3 4,2-5 7,1-2 3,-3-6-1,6 0-7,1-4-2,-1-3 2,1 0 8,-4-5 8,1-1-4,-10 0-9,-2-4-8,-2 2-3,-2-1-10,-6 4 0,-5 1 10,1 5 0,-1 4 0,-1 2-50,-6 4-31,4 5-35,3-2-90,1 6-223</inkml:trace>
  <inkml:trace contextRef="#ctx0" brushRef="#br0" timeOffset="418392.8886">14701 5854 522,'-25'0'119,"-2"0"-95,-17-3 75,42 3-45,4-2-17,0 0-28,8 0 13,9-6-6,21-1-2,18-8-1,27-3 1,15-1 10,14-8-5,15-1 3,2-3 6,7 4-13,-6-2-1,-9 4-2,-18 2-5,-21 4-1,-22 1-3,-19 8-1,-16-1-2,-12 7-9,-11 0-6,-4 4-12,-6 2-3,-7 0-32,-7 2-47,-14 4-59,-3 0-214</inkml:trace>
  <inkml:trace contextRef="#ctx0" brushRef="#br0" timeOffset="419098.6516">14647 5247 554,'-9'-12'52,"2"2"24,-7-2 6,0 0-40,-2 2 18,5 3-8,-3 0-12,12 3 2,2 2-20,0 2-15,0 0-7,2 2-10,-2 7 10,2 5 8,0 10 3,3 3-2,0 10-6,-3 1-3,5 0 2,-5-3-2,2-4 0,-2-4-31,8-4-52,-8-5-13,7-4-60,-3-6-156</inkml:trace>
  <inkml:trace contextRef="#ctx0" brushRef="#br0" timeOffset="419519.6408">14917 5092 569,'2'-7'91,"-2"0"6,0-2-33,0 3-27,0 0-9,2 0 4,0 1-1,3 5-8,-3 0-8,0 0-6,-2 3-9,0 3 0,0 5 14,5 2-1,2 9-1,-2 2 2,7 6-7,-8 0-1,8 1-4,-8-2-2,4 1 4,-3-5-2,3-1-2,-6-4-20,2-1-63,3-4-17,-3-3-59,6-2-305</inkml:trace>
  <inkml:trace contextRef="#ctx0" brushRef="#br0" timeOffset="419952.8957">15538 5049 552,'6'-6'89,"-2"2"-4,-4-1-1,0 0-43,0 3-22,2 2 6,-2-2 4,0 2-21,-2 2-6,2 5 3,0 2 24,0 7-6,2 4-5,-1 5-5,7 4-2,-4 0-4,-2-2-3,4 1-1,0 0-1,-2-3-2,5-2 0,-8-4-36,-1-3-39,5 0-35,2-6-115</inkml:trace>
  <inkml:trace contextRef="#ctx0" brushRef="#br0" timeOffset="420299.9207">15997 4932 700,'0'-9'61,"-2"0"7,0 2 9,0 0-36,2 6-26,0-2-8,0 3-7,0 7 0,0 4 16,2 10 15,0 6-10,-2 11 2,2 8-13,4-3-5,-6-1-4,2-2-1,-2-5 0,2-6-34,-2 0-65,0-7-75,4-3-260</inkml:trace>
  <inkml:trace contextRef="#ctx0" brushRef="#br0" timeOffset="420825.9086">16682 4923 587,'-6'-2'109,"-5"-1"-28,8 1-12,-4 0-38,7 2-25,-2 2-4,2 0 11,-2 5 12,0 3 8,0 4-9,-5 2-1,5 4-9,-1 3-2,3 0-6,0 1-2,0 0-2,-2-4 1,2-2-3,0-4-12,0 0-66,2-6-34,1 1-35,6-5-106</inkml:trace>
  <inkml:trace contextRef="#ctx0" brushRef="#br0" timeOffset="421228.4392">17137 4828 613,'0'-5'124,"2"-2"-47,-2 1-6,2 3-33,4-2 15,-3 1-6,-3 2-21,0 1-24,0 2-2,3 3-1,-1 6 1,0 6 6,5 7 0,-5 5-3,-1 4 0,-1 1-3,0 4 2,0-1-2,-1-5-47,2-4-40,2-5-21,4-6-197</inkml:trace>
  <inkml:trace contextRef="#ctx0" brushRef="#br0" timeOffset="421755.7398">17795 4836 385,'-14'2'185,"-3"1"-125,1 1 11,-5 1-31,6 5-10,-3 4-11,5 3-6,-3 1 1,5 3-7,5-2-1,6-1 2,1-2-2,2 0 4,3-2 4,3-4-4,3-2 22,-6-5-2,3-3-5,5-3 1,-8 1-15,5-7 10,-1 2 5,-5-6-7,3 4-5,-7-7 1,-1 0-12,0-2-3,-1 4-5,-7-2-2,5 5-8,-4 3 11,2 2-34,3 4-15,2 0-48,4-1-159,12 1-172</inkml:trace>
  <inkml:trace contextRef="#ctx0" brushRef="#br0" timeOffset="422090.8403">18153 4816 561,'10'-2'127,"-8"0"-71,-2 2-54,-2 2 3,-5 7 6,4 2 14,-1 8 0,-5 2-8,7 1-5,4 0 3,7-3 3,0-3 10,2-4 4,1-4 8,5-5 3,-2-4-12,1-5-4,5-2-6,-6-4 2,1-2 10,-3-5-13,-7 2-12,4-1-1,-10-3-7,-9 6-12,4 1-2,-4 2 9,-7 5-29,-3 7-67,-11 4-20,-5 11-71,-1 4-208</inkml:trace>
  <inkml:trace contextRef="#ctx0" brushRef="#br0" timeOffset="422772.9711">18265 5450 390,'-7'-12'295,"3"4"-195,4-1 10,-2 2-48,2 2-5,0 5-4,2 0-4,-2-3-20,0 3-22,0 3-7,0 2-1,2 5 1,0 8 7,7 10-3,-7 6 0,8 4-1,-7 3-3,7-4-36,-6 0-45,-4-3-63,-2-4-184</inkml:trace>
  <inkml:trace contextRef="#ctx0" brushRef="#br0" timeOffset="423703.5961">15106 6396 656,'-2'-5'52,"4"-4"11,27-19-28,-14 20-2,10 3-5,0-3 7,4 1 3,22-7-16,16 0-3,2 3-3,6-1-8,5 5 0,3 0-1,7 2-1,-2-2-2,4-2 4,8-2-7,6 2 2,-2-5-2,10-1 0,-2-5 3,-4 1-4,2-3 3,2-2 1,-8 0 0,-4-1 1,-1 2-2,-13 0-1,1 4 5,-5-2-3,-3 1-2,1 3 3,-4-1-3,4 2 0,-3-1 2,5 1-2,-7 0 5,8-2-5,-6 2 3,4 0 2,-6-3 1,4 2-5,-3 1 3,-5-2-4,2-2 7,-3 1 5,-6 2-8,-3-1 8,-13 3-6,-5 2 0,-5 1 2,-10-1-3,-7 5-3,-6-2-2,-1 5-1,-5 0-1,-8 2-2,2 1-3,-1 0-16,-4 2-17,-1-3-13,-3 1 1,-1-2-24,-8-2-39,-8-3-81,-4-6-345</inkml:trace>
  <inkml:trace contextRef="#ctx0" brushRef="#br0" timeOffset="426162.8618">14205 4850 348,'-6'-4'95,"-3"0"-66,3 0 27,1 0-13,5 3-36,5-1 5,-10-1 15,5 1 1,0 0-5,0 2-1,0 2-1,0-2-18,-4-2-3,4 4-2,-1-2 0,1 0 1,-2 0 2,-5 5 0,3-2-1,-7 4 1,-4-2-1,1 4 1,-2-1 0,1 0 0,-1 2 1,1 1 3,-1 1-5,-5 2 5,6 3 4,7-2-5,-4 4 1,0 0 1,11 0 7,-1 3-2,2 2-4,2 1 0,-1 1 0,9 3-3,-2-3 5,4-1 3,5-3-4,6-4 2,2-2-1,-1-2 0,10-4-1,-1-3-4,-2 0-3,7-3 8,-7-2-2,-2-2-2,-6 0-2,-10 0-3,-8 0 1,-3 0 5,-7 0-6,-2 0 3,2-2-1,-3-1-2,2 2 0,-6-2 4,8-2-3,-6 1 2,9-3 1,-3 4-1,4-4-3,0 5 0,0 0 0,0 0-4,0 1-8,0 2 2,2 1 9,0 5 1,7 0 2,-3 4 3,6 1 9,-1 2 0,-5 0-1,1 0-6,-5-2-3,-4 1 1,-5 1-1,1 1-2,-5-1-2,-1 0-31,-3 1-63,1-2-75,3-1-185</inkml:trace>
  <inkml:trace contextRef="#ctx0" brushRef="#br0" timeOffset="431963.4088">18368 6168 826,'-3'-11'49,"-6"2"32,7-3 3,0 0-63,2 4-9,4 2-5,2 0 2,-3 3-4,0-1 1,-1 3 1,0-1 1,-2 4-8,2-1-9,3 6 9,-3 5 2,4 5 6,3 9-5,3 6 4,-4 1-4,1 4 0,1-3 5,-6-5 0,2 1-3,1-5-2,-5-4 0,0-5 1,1-4 0,1-3-3,-1-1 3,-1-6-4,-2 0 2,0-1-2,0-2-8,2 1-18,-2 0-15,2-2-10,-2 0-67,0-2-44,0 0-151</inkml:trace>
  <inkml:trace contextRef="#ctx0" brushRef="#br0" timeOffset="433173.0742">17968 6236 371,'-2'-7'254,"-9"2"-164,7-2 3,-8 2-39,10-1-25,-5 3 8,5 0-9,0 3-16,2 0-5,-2 3-7,-7 2 2,0 4 6,-2 8-4,-7 3 1,3 4 0,1 5-2,3-2-2,2 2-1,9-6-3,2-2-3,5-5 6,7-7 14,-1-2 5,2-5 9,3-4 0,5-5-11,-4-2-2,6-3-4,-8-4 15,-3 0-17,0-5-3,-10 4-6,-2-4-14,-6 3 2,-10 3 11,-2 3-50,-8 1-22,-5 5-36,-4 6-41,-9 6-222</inkml:trace>
  <inkml:trace contextRef="#ctx0" brushRef="#br0" timeOffset="433711.1599">17418 6296 573,'2'-12'104,"-4"3"-15,2 0-1,-7 1-33,4 0-16,3 4 2,-1 2-11,1 2-7,0-2-4,-2 4-12,4 0-7,-4 2 0,2 7 9,0 6 16,2 7-3,-2 7-9,1 1-6,-1-1-3,3-2-3,-1-4 2,3-1-3,-3-3 0,-2-5-44,-2-2-28,2-5-31,-5-4-29,3-3-78</inkml:trace>
  <inkml:trace contextRef="#ctx0" brushRef="#br0" timeOffset="434791.2096">16912 6354 557,'-6'-4'109,"6"0"-45,-3-4 15,-2 3-32,3-4-23,2 4 4,0-2-1,2-1 1,3 4 0,-3 0-6,-1 3-4,-1 1-16,0 1-2,4 5 0,-2 8 3,5 6 10,-3 4-3,-1 7-6,5-4 2,-6 2-3,-2-5-1,2-2 0,1-4 1,-1-4-2,-2-7-1,0 0 0,0-5-39,0-2-40,4 0-7,-8-2-25,2 0-524</inkml:trace>
  <inkml:trace contextRef="#ctx0" brushRef="#br0" timeOffset="435765.2609">16207 6384 147,'0'0'213,"0"0"-140,-2-2 30,0 2-27,2-3-9,0 3 4,0 0-13,0-2-20,0 2 3,0 0-3,-5 0-9,5 0-4,0 2-11,0 1-13,-2 6 19,2 4 4,0 8-9,0 4 3,0 4-14,2 0 0,5 0-3,-5-1 4,0-4-5,1-2-3,-3-2-24,0-1-25,-3-2-57,1-5-43,-2 0-225</inkml:trace>
  <inkml:trace contextRef="#ctx0" brushRef="#br0" timeOffset="436206.9839">15882 6523 640,'5'-6'96,"-3"0"-25,-2 0 9,0 1-47,0 4-9,0-1-7,0 4-17,0 2 8,-2 4 1,2 4 19,0 8 2,-5 8-9,5 2-4,0 5-13,0 4 4,0-5-5,5 0-2,-3-3-1,0-7 0,-2-5-32,1-4-36,4-5-10,0-5-50,-5 0-54,0-5-107</inkml:trace>
  <inkml:trace contextRef="#ctx0" brushRef="#br0" timeOffset="436650.8575">15591 6559 650,'5'-14'96,"2"1"-46,-4 1 32,-3 0-50,0 7 3,0 1-6,0 2-25,0 4-4,0-1 0,-5 7 0,-2 7 26,4 3-3,-7 7-5,4 6-14,-6-1-1,3 2-3,5 0 2,2-3-3,0-4 1,0-4-17,-4-5-42,6-5-24,0-2-65,-2-6-51,0-1-99</inkml:trace>
  <inkml:trace contextRef="#ctx0" brushRef="#br0" timeOffset="436937.0059">15301 6529 174,'-6'-9'493,"6"2"-426,0 1 13,0 2-26,6 1-33,-6 2-5,0 2-16,0 2 0,0 5 9,0 6-4,2 4 1,-2 8-2,2 4-4,-2 0-3,2 0-62,7 0-77,-1-2-207</inkml:trace>
  <inkml:trace contextRef="#ctx0" brushRef="#br0" timeOffset="439312.699">15131 6948 335,'2'-2'317,"0"-4"-264,0 2 22,-2 0-32,5 2-26,-5 0-14,2 2 1,-2-1 1,4 1-2,-2-3 0,8 3-1,-4-3 20,15 2-10,-4-1 0,12-2-3,0 2-4,2 2 1,6-3-3,-2 6-1,5-1 4,0-2-1,-2 0 3,2 0-4,4-2 2,-3-3-1,1 2-2,-1-1-3,0-1 4,-5 2-3,2-1 1,0-2-2,0-2 6,0-1-3,6 0-3,-1-1 0,1-4 2,-1 2-2,1-1 3,-2 4-3,-1-3 2,-3 0 0,-5 2 1,-2-5 0,5 1 0,-7 0 1,4 1-1,-4-4-2,0 3 4,0 4-5,-2-2 3,-7 2 0,1 4 1,-8-2-2,-5 2 2,0 0 7,-4 2-5,0 0 4,1-3-5,-1 2 1,-2-4-2,5 4 0,-3-5-1,1 1-1,4 2 7,-5-1-2,5 2 3,-7-2 2,-1 2-6,-1 2 6,0 0-12,0 1-2,-1 3-6,1 0-16,-4 0-19,-3 0 0,3 0-53,-7 5 4,4-1-65,-4-1-57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7:55:02.8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17565 483 655,'0'0'84,"0"0"22,0 0-39,0 0-17,0 0-3,0 0-25,0 0-18,2-13-4,-2 13-1,0 9-5,0 11 6,0 4 2,0 4 5,0-2-3,-2 3 2,2-4 5,0-4-7,0-4 1,0-2 2,0-8-7,0-2 6,0-3-5,0-2 2,0 0 2,0 0 2,0 0 1,0 0 11,0 0 3,0-10-6,0-2-13,2-2-2,-2 1 0,0-3-1,2 1 0,-2-2 0,2-1 1,-2-2-1,5 0 0,0 4 1,-3 2-1,4 3 0,-1 4 0,-3 0 3,7 0-2,-4 3 2,-1 0-2,5 1 0,-5 3-2,3 0-1,-2 0-8,4 18 8,-5 5-3,9 3 4,-6 2 1,2-1 0,4-6 0,-1-3 0,-4-4 0,1-4 1,-5-3 2,4-3-5,-8-1 2,2-1 0,-2 0 0,0 1 0,0-3 0,0 0 4,2 0-2,2 0 6,2 0 2,-3-9-8,3-5 5,2-1 10,-6-4 12,7-1-11,-5-2-11,8-2-2,-6 2-4,3 6 0,-3 3 0,4 4-1,-8 4 0,2 0 0,1 5 1,-3 0-2,-2 0 1,2 0-7,2 8-1,6 14 1,3 2 7,-2 2-1,-2-4 4,2 1-5,-2-1 2,-2-4 0,4 0 4,-5 0-4,1-3 0,-4-1 1,1 0 1,1 1-2,-3-8 0,0 2 1,7-3-2,-5-4-84,10-2-70,-4 0-112,0 0-320</inkml:trace>
  <inkml:trace contextRef="#ctx0" brushRef="#br0" timeOffset="495.6516">18151 592 330,'0'0'132,"0"0"8,0 0-28,0 0-33,0 0-22,0 0-21,2-39 21,-2 39-3,0 0-13,0 0-9,0 0-9,0 0-15,0 0-8,0 0-1,-12 14 1,2 4 2,-1 5 1,0-1 1,3 0-2,8-3 0,0-1 2,0 1-3,0-5-1,14-1 7,2-4-5,2-1 3,0-7-1,0-1-1,4 0 5,-4 0-3,-2 0-3,1 0 5,-4-11-5,-2-4 5,1 0 3,-10-6 9,0 1 19,-2-3-20,0 2-6,0 3 5,-6 3-5,-15 4-7,4 2-5,-10 7-3,0 2 2,7 0 0,-4 0-11,8 1-59,7 11-67,9 0-111,0-3-167</inkml:trace>
  <inkml:trace contextRef="#ctx0" brushRef="#br0" timeOffset="1515.7448">18668 659 470,'0'0'116,"0"0"-13,0 0-30,0 0-6,0 0-19,0 0 4,-5-36-6,-1 34-7,2 2-20,4 0-2,-9 0-13,0 0-3,-9 5 2,-2 9-1,3 3 5,-4 3 2,4 1-9,10 3 3,-2-4-2,9-2 0,0 0-1,0-6 1,0 0-1,2-4 8,11-2-5,3-3 6,1-3 3,6 0-3,2 0-1,-5-7-6,-3-5 2,-2-6-1,-3 4-1,-3-8 3,-7 2-5,-2 0 1,2-5 3,-2 3-4,0-2 1,0 0-3,0 0 4,0-3-1,0 4-1,0-1 0,0 4 7,0 8-5,0 7 4,0 2 0,0 3-3,0 0-3,0 0-3,0 0-7,0 0 3,0 0-5,0 18 6,3 4 5,4 4 1,-3 4 0,0 0 0,2 2 0,-6-1 0,3-2 0,-1-3 0,6-1-1,-4-6 2,2 0-1,5-3 1,3-6 1,3-2 6,4-3-3,-1-5 1,2 0-1,0 0-3,5 0 2,-3-3-3,4-11 0,-9 0 2,6-4-3,-7-5 0,-1 0 3,-3-3-1,-5-1-1,-5 1-1,-4 4 0,0 5 3,0 3-1,0 3-4,-8 4 2,-3 5-1,-4-1-2,3 3 1,-4 0-4,3 0 6,-6 0-6,0 5 4,3 11-1,1 3 1,3 5-1,6 0 0,4 4 3,2-1-4,0-1 4,0 0 0,15-5 3,3 4-3,11-4 10,9 2-3,-1-3 0,2-6 45,-1-6-45,-7-6-3,0-2 0,9 0-4,1 0-106,-6-8-253</inkml:trace>
  <inkml:trace contextRef="#ctx0" brushRef="#br0" timeOffset="1965.2728">19396 615 226,'0'0'286,"0"0"-139,0 0-22,0 0-57,0 0 6,0 0-4,-12-28 3,12 26-19,0 2-5,0 0-7,0 0-9,-2 0-20,0 0-13,-5 14-5,5 10 3,0 6 2,2 1 1,0-3 2,0-5 0,0 0-2,0-1 7,4-4-7,7 0 0,-7 2 0,3-2 0,-6 0 0,3 0-1,-4-5-2,2 0-36,-2-5-188,0-4-244</inkml:trace>
  <inkml:trace contextRef="#ctx0" brushRef="#br0" timeOffset="4673.5107">15445 493 475,'0'0'69,"0"0"-23,0 0 0,0 0-5,0 0-12,0 0-11,0 0-3,0-14 4,0 14-6,-14 0-9,-8 2-2,3 12 2,3 0 6,2 2 0,1-2-8,4 0 3,5-2-5,4-3-2,0 4 2,0-3 0,4 1 3,16-1-2,-2-2 2,7 1 3,-6 4-5,6 3 1,-5 4 2,-2-1-2,0 4 5,-12-2-2,2-4 1,-8-3 3,0-2-2,0-2 8,-21 0 26,-6-1 11,-6-6-16,-5-3-21,2 0 3,-4 0-6,9 0-10,2-8 1,4-1-3,10-4-4,11 1-145,4-2-230</inkml:trace>
  <inkml:trace contextRef="#ctx0" brushRef="#br0" timeOffset="5497.3317">15926 499 513,'0'0'83,"0"0"21,0 0-20,0 0-16,0 0-60,0 0 9,-35-20-12,12 20 6,4 14-3,-6 4 1,3 8 12,-3 4-5,-1 4-4,10 3-2,2-4-5,8-1 0,1-4-4,5-3-1,0-5 4,9-4-3,11-6 6,7-4-2,2-4 3,7-2-1,-5 0-4,-2 0-2,0-8 5,0-9-4,0 2-1,-10-2 1,2-1 1,-7 0 0,-6 0-2,1 0-1,-7 3 7,-2-2-7,0 3 4,0 5 2,0 1-6,0 3 5,0 3-2,0 2-3,0 0 0,0 0-11,-2 0-5,-7 8 10,2 8 5,-2 2 1,5 2-3,4 1-1,0-2 3,0-1 1,20-2 0,3-3 5,-4-5-2,6-3 1,-8-5-2,8 0 1,-5 0 7,5-3-4,2-14 1,-8-1 1,2-2 3,-13-4 15,0 2 0,-8-2 31,0 5-8,-12 1-23,-7 7-11,-8 6-8,-2 3-7,-2 2 0,2 0-11,6 0 7,10 7-9,11 4-77,2-1-76,0-5-79,4-1-295</inkml:trace>
  <inkml:trace contextRef="#ctx0" brushRef="#br0" timeOffset="6263.8161">16539 546 452,'0'0'120,"0"0"-58,0 0 61,0 0-83,0 0-40,0 0-12,-15 5 10,3 21 2,2 5 1,-3 1 1,3-3 4,-1-2 3,7-8-1,2-3 1,0-7-3,-3-3-1,5-5 0,0-1-2,0 0 5,0 0 0,0 0 22,0 0 78,0-7-32,0-11-55,0-2-13,0-5 1,0 1 8,-3-2-5,3 2-1,0 4-2,0 6-8,0 5 6,0 6-7,0 3-1,0 0 1,0 0-9,0 0-4,8 3 2,0 14 4,5 1 6,8 0 1,-5 0 0,1-1 3,8-3-3,-5-5 3,-3-3 2,-3-3-4,-5-2 2,-5-1 2,-3 0 2,5 0 6,-2 0-3,1-8 12,4-6 3,-5-2 0,-2-6-3,5 0 1,-5-4-9,-2 1 2,1-4-11,-1 3-4,4 2 5,-4 2-4,0 10 0,2 4-2,-2 4 0,5 4-2,-3 0-9,-2 0-50,6 0-126,3 0-108,1 0-410</inkml:trace>
  <inkml:trace contextRef="#ctx0" brushRef="#br0" timeOffset="6503.9869">17023 453 730,'0'0'116,"0"0"-59,0 0-23,0 0-34,0 0-2,0 0-16,-4 0-26,4 8-41,0-2-211</inkml:trace>
  <inkml:trace contextRef="#ctx0" brushRef="#br0" timeOffset="6726.7459">17066 710 716,'0'0'128,"0"0"-36,0 0-32,0 0-55,0 0-5,0 0-28,4-7-111,1 7-245</inkml:trace>
  <inkml:trace contextRef="#ctx0" brushRef="#br0" timeOffset="40411.541">22761 3587 200,'0'0'345,"0"0"-343,0 0 61,0 0 9,0 0-20,0 0-22,0 0-16,0-16-5,0 16 23,0-2-27,0 2-2,0-2 10,0 2-11,0 0 4,0 0-6,0 0 0,0 0 4,0 0 0,0 0-4,0 0 5,0 0-1,0 0-5,0 0 1,4 0 0,14 0 9,9 0-2,7 0 1,1 0 4,3 0-11,5 4 6,1 2-7,1-2 0,-1 0 0,1 3 0,-2-4 0,7 3-1,-1 2 6,5-4-7,2 0 2,2 0 0,-2-1-2,0 2 2,-8-1 0,6 1-1,-5 0 5,2 0-6,0 0 2,0 1 0,-2 1 10,1-3-9,-9-1 1,-7 1 5,-8 3-7,-7-3 10,-8-1-10,-9 2 0,-2-3 11,0-1-8,0-1 5,0 2 5,0 0-10,-4 1-6,-5 0-52,-7 1-130,-3-4-308</inkml:trace>
  <inkml:trace contextRef="#ctx0" brushRef="#br0" timeOffset="42540.896">1622 4645 483,'0'0'18,"0"0"-17,0 0-1,0 0 0,0 0 0,0 0 0,0 0 0,-42 11 30,38-11 28,3 0 5,-1 0-6,-3 0-26,5 0-5,0 0-10,0 0-4,0 0-3,0 0-8,0 0-1,0 0 0,0 0-4,8 0 4,22 0 7,13 0 9,11-6-3,10-10-12,5-2 13,-2 0-12,-9 4-2,-18 5 7,-16 6-7,-12 1 0,-10 2 1,0 0 0,-2 0 18,0 0-13,0 0-4,0 0 6,0 0-8,0 0 0,0 0-1,0 0-8,0 0 1,5 4-83,-1-4-145</inkml:trace>
  <inkml:trace contextRef="#ctx0" brushRef="#br0" timeOffset="44927.2576">3038 4600 549,'0'0'2,"0"0"9,0 0 47,0 0-5,0 0-17,0 0-23,-10 0-13,10 0 26,0 0-6,0 0 1,0 0 7,0 0-24,0 0 2,0 0-3,0 0 2,0 0-1,0 0-4,0 0 0,0 0-2,7 1 7,7 2-4,1-3-1,3 0 3,0 0 7,4 0-10,-2 0 0,7 0 8,-4 0-6,-2 0 5,-1-3-2,-3 2 1,-2 1-2,1-2-4,-1 2 0,1-2 5,-1-1-4,1 2-1,8-1 0,-1-1 6,1 0 5,3-1-11,0-1 0,-2 2 10,-4 3-9,4-2 6,-7 2-7,4 0 3,-4 0-4,0 0 1,1 0 0,0 0 0,0 0 2,0 0-3,3 0 1,-1 0 0,7 0-1,-5 0 1,7 0 0,-1 0 1,0 0 2,-2 0-3,2 0 0,-4 0 1,0 0-2,1 0 1,-2-3 0,5 2-2,-1-1 5,2 2-3,6-2 0,-2 0 1,7-1-3,-1 1 2,-6 2 0,4 0-3,-4 0 7,-6 0-4,1 0 0,0 0 1,-2 0-5,-2 0 4,2 0 0,0 0 0,-3 0 5,3 0-5,-3 0 0,1 0 0,-3 0-2,7 0 2,-4 0 0,2 0-1,-6 0 4,6 0-3,-4 0 0,-3 0 0,2 0-2,-2 0 2,1 2 0,-2 1-1,-1-1 5,5-2-5,-5 0 1,6 0 0,-4 0 0,-4 0 0,4 2 0,-5 0-1,-1-1 4,-6 2-2,3-1-1,-6 0 0,4-1-2,-5-1 2,7 0 0,-8 3-1,12-3 5,-6 2-5,5-2 1,-1 2 0,3-2 0,1 0 0,4 2 0,-1 0-1,-4-2 6,6 0-5,-5 1 0,-1 2 0,-3-3-4,-6 2 4,4-1 0,-4 2 0,-3-3 5,-1 2-6,8-2 1,-5 0 0,1 0-3,-3 0 3,0 0 0,4 0 1,-7 0 1,2 0-2,-1 0 0,-2 0 0,0 0 0,5 0 0,1 0 0,2 0 3,0 0-2,3 0 2,-2 0-3,-1 0 0,2 0-1,1 0 2,-2 0-1,1 0 0,0 0 4,-1 0-3,2-2-1,-1-2 0,3 2 1,-6-1 1,5 2-2,-2-1 2,-4-2 2,-4 4-3,3-2-1,-5-1 0,0 3 8,0 0-6,0 0 11,0 0 11,0 0-14,0 0 10,0 0-17,0 0-2,0 0 17,0 0-17,0 0 6,0 0 6,0-1-10,0 1 16,0-2-14,0 0-5,0-1 12,0 2-8,0-1-4,0 0 2,0 0 2,0-1 7,0 1-11,0-1 0,0 3 21,0-2-18,0 0 3,0 0 0,0-1-3,0 3 8,0-1-11,0 1 0,0-3 3,0 3-1,0 0-2,0-1 0,0-1 3,0 0-1,0-3-2,0 1 0,0 0-2,0 0 4,0 3-2,0-4 0,0 3 0,0-1-8,0-4-80,8-4-101,19-7-255</inkml:trace>
  <inkml:trace contextRef="#ctx0" brushRef="#br0" timeOffset="96861.6356">1711 4628 243,'0'0'113,"0"0"-78,0 0-5,0 0 28,0 0 3,0 0-33,0 0-14,0 0-8,-22-3-5,22 3 9,0 0-10,0 0 0,0 0 0,0 0 1,0 0-6,0 0 5,0 0-2,0 0-2,11 0 4,0 0 0,7 0 0,2 0 4,5 0 2,2 0-6,4 0 0,2 0 8,0 0-7,1 0 2,-3 0-1,-4-1 3,0 1-1,-5 0-4,-3 0 0,0 0 2,-2 0-2,6-2 0,1 0 1,1-2 2,2 1 5,-2 0-8,1-1 0,3-1 7,-5 4-5,1 1-1,-2 0-1,-4 0 2,1 0 1,-1 0-3,0 0 0,-1 0 2,-3 0 0,4 0-2,-4 0 0,3 0 1,0 0 0,2 1-1,2-1 0,1 0 0,-3 0 2,6 0-2,-6 0 0,-1 0 3,-3 0-3,3 3 0,-2-3 0,4 2-2,-1 0 2,-3-2 0,2 2 0,-4 1 2,-2-3-4,3 3 2,-7-3 0,4 0 0,3 0 2,-3 0-2,-1 0 0,5 0 1,4 0 1,0 0-2,0 0 0,0 0 0,2 0 1,-1 0-1,1 0 0,-3 0 1,4 2-4,-1 0 3,1 0 0,1 0 0,2-2 0,3 0 0,7 0 1,0 0 4,1 0-3,-3 0-2,6 0 0,-5 0-1,-1 0 1,-4 0 0,7 0 0,-4 0 2,2 0-2,-2 0 0,-4 0 0,4 0-2,-3 0 3,0 0-1,0 0 0,0 0 1,1 0-3,-3 0 2,-5-2 0,4 0 0,2 0 1,-5 2-2,4-2 1,-1 2 0,4-3 2,5 3-2,2-3 0,-4 1-3,-4 2 4,-4 0-1,-4 0 0,-6 0 1,-1 0 0,-4 0-1,1 0 0,-6 0-3,7 0 6,0 0-3,-2 0 0,5 0 1,4 0-2,0 0 1,6 0 0,0 0 0,0 0 0,-7 0 0,4 0-1,-7 0 3,-1 0-2,0 0 0,-3 0 0,1 0 0,-1 0 1,1 0-1,-1 0 0,-1 0 3,-6 0 4,5 0-3,-8 0 6,3 0 8,-2-2-3,-1 2 1,-1 0 7,-2 0-8,0-2 15,5 2-25,-3 0-2,4-3 2,3 3-1,-2-1-2,6 1-2,-2 0 1,-6 0-2,6 0 1,-9 0 0,5 0 0,-5 0 0,-2 0 0,0 0 0,0 0 0,0 0 4,0 0-4,0 0-127,0-8-359</inkml:trace>
  <inkml:trace contextRef="#ctx0" brushRef="#br0" timeOffset="129433.6727">14431 3685 198,'0'0'35,"0"0"-2,0 0 29,0 0 10,0 0-40,0 0 5,0 0 2,0 0-19,-15 0 1,15 0-14,0 0-4,0 0 7,0 0-7,0 0-3,0 0 0,0 0 1,0 0-1,0 0 0,0 0 0,0 0 2,0 4-1,13 0 4,-5 1 3,6-2-4,6-1 10,-2 3-14,-3-4 1,-2 2 1,3-2 1,0-1-3,1 3 1,6-3 0,-5 0 7,2 0-8,-4 0 0,-2 0 7,-1 0-7,-3 0 2,1 0-2,3 0 0,-1 0 4,-1 0-4,3 0 0,1 0-1,-1 0 3,3 0-1,5 0-1,-6 0 1,6 0 2,-8 0-3,1 0 0,-6 0-3,1 0 5,3 0-2,0 0 0,1 0 3,6 0-3,-2 0 0,6 0 0,-5 0 4,5 0-3,-8 0 0,6 0-1,-5 0 1,-3 0 1,0 0-2,-1 0 0,-1 0-2,3 0 2,-5 0 0,5 0 0,-7 0 2,-3 1-2,6-1 0,-9 0 0,7 0-2,-8 0 4,8 3-2,-4-3 0,3 1 3,-3 2-6,6-3 3,1 0 0,-1 1 0,3-1 0,-2 0 0,1 0 0,-6 0 4,2 0-5,5 0 1,-6 0 0,0 0-1,2 0 2,-2 0-1,-5 0 0,8 2 0,-6-2 0,5 0 0,1 0 0,-4 0-1,5 0 3,3 0-2,-3 0 0,3 0 1,1 0 0,0 0-1,-2 0 0,-3 3 0,-4-3 1,-1 1-1,-2-1 0,-1 0 2,1 0-1,-1 3-1,-4-3 0,0 0 3,0 0-3,0 0 4,0 0-4,3 0 2,5 0 10,-1 0-6,2 0-2,-5 0 3,5 0-6,-6 0 3,0 0-4,0 0 1,-3 0-1,0 0 0,0 0 0,0 0 7,0 0-7,0 0 5,0 0-5,0 0 2,0 0-1,0 0-1,0 0 0,0 0 4,0 0-3,0 0 5,0 0-3,0 0-1,0 0 10,5 0-10,-5 0 3,0 0 10,0 0-8,0 0 5,0 0-2,0 0-9,0 0 15,0 0-16,0 0 0,0 0 3,0 0-3,-14 0-65,-20 0-304</inkml:trace>
  <inkml:trace contextRef="#ctx0" brushRef="#br0" timeOffset="130986.2621">14433 3734 101,'0'0'55,"0"0"-55,0 0 0,0 0 1,0 0-1,0 0 3,0-7-1,0 7 28,0 0 17,0-2-9,0 2-10,0 0-13,0 0-14,2 0 5,9 0 5,5 0 8,1 0 5,8 0-10,0 0 6,2 0-7,-3 0-9,3 0 10,0-1-6,-5 1-4,-2-3 12,5 2-10,-8 1 2,1-3 7,3 3 1,-4 0-3,1 0-10,-2 0 1,8 0 8,-7 0-11,6 0 0,-3 0 4,3-1-5,-1 1 7,2-4-3,-6 4-1,7 0 7,-8 0-10,4 0 3,-5 0-3,-3 0 2,2 0 0,1 0-2,2 0 3,-5 0-1,7 0-1,2 0 0,-2 0 3,5 0-2,-2 0 2,-4 0-4,-1 0 0,5 1 2,-6-1 0,-3 3-2,1-2 0,-4-1 4,1 3-3,-6-3-1,6 0 0,1 0 0,-2 0 1,-2 0-1,4 0 1,0 0 3,1 0 0,-1 0-4,-9 0 0,6 0 3,-6 0-1,3 0 0,-3 0 14,0 0 0,4 0 8,-4 0-11,5 0-12,-3 0 7,6 0-7,1 0-1,-7 0 0,4 0 3,-1 0-3,-4 0 0,-2 0 0,4 0-3,-5 0 3,1 0 0,-3 0 0,0 0 1,0 0-1,0 0 0,0 0 0,0 0 0,0 0 2,0 0-2,0 0 1,0 0 0,0 0 7,0 0-8,0 0 1,0 0 8,0 0-7,0 0-1,0 0-1,0 0 3,0 0 1,0 0-4,0 0 0,0 0 4,0 0-4,0 0 2,0 4-2,-12-3-2,-5-1-227</inkml:trace>
  <inkml:trace contextRef="#ctx0" brushRef="#br0" timeOffset="166043.2153">19366 6009 680,'0'0'17,"0"0"-13,0 0 48,0 0-2,0 0-25,0 0-11,0 0-12,0 0 2,9 2 2,-9 16-1,5 13 20,-5 8 2,0 7-3,0 0 4,0 1-13,0-5-4,0-6-4,0-7-6,-5-6 8,5-7-9,-2-5 0,2-6 2,0-2-2,0-3-76,0 0-29,0 0-76</inkml:trace>
  <inkml:trace contextRef="#ctx0" brushRef="#br0" timeOffset="166839.5691">19284 5985 363,'0'0'113,"0"0"-104,0 0-9,0 0 0,0 0 27,0 0 33,25 0-29,-6 0 16,8 0-8,2-2-3,-2 2-5,6 0-30,3 0 34,-5-2-27,12 0-2,-8 2 8,7 0-8,8 0 3,-6 0-2,5 0-3,3 0 5,-4 0-9,8 0-1,-2 0 1,4-1 0,-2-2 1,-1-2-2,-2-2 6,-1-1 5,4 0-10,-3 0 0,-6 3 1,2-2 0,2 1 0,5 1-1,2 1 6,-2-1-2,2 3-4,-9-3 2,2 5 6,-9-3-7,-6 3 3,2-2-4,2 2 3,3-2-4,-1 2 1,2 0 0,1 0 1,-4 0 1,7 0-2,-4 0 0,1 4 4,4-1 0,-6 2-4,-6-3 0,1 0-1,-5 1 2,4-2-1,-6-1 0,0 0 3,-2 0-5,-1 0 2,1 3 0,1 1 2,6-1 1,-5 1 14,-4-2-17,-6 3 6,0-4-6,-13 1 0,-1-2 0,-7 0-1,0 0 3,0 0-4,0 0 2,-13 0-26,-24 0-62,-9 0-562</inkml:trace>
  <inkml:trace contextRef="#ctx0" brushRef="#br0" timeOffset="168382.8939">19384 6367 369,'0'0'127,"0"0"-92,0 0 47,0 0-26,0 0-23,0 0-14,4-2-17,-4 4-2,2 15-7,3 8 7,-4 1 38,-1 4-31,6-2 13,-4-1 4,3-6-16,-3-3 7,-2-2-14,0-10 3,0 0 7,2-4-9,-2-2-2,0 0 9,0 0 1,0 0 8,0 0-13,0 0-4,0 0 8,3 0-5,9 0-4,4 0 8,9 0-1,-3 0 6,2 0-13,1-4 3,2 2 0,3 0-1,2-1-2,6 3 2,-2 0 0,2 0 3,6 0-5,1 0 0,6 0 3,-4 0-3,-3 0 0,3 0-1,-5 0 4,1 0-4,-3 0 1,0 0 0,-4 0-2,4 0 4,-1 0-2,5 0 0,2 0 3,8 0-4,0 5 1,-6-3 0,4 2-4,-8-3 7,-1 4-3,-1-1 0,-5-2 1,4 1-1,-1-3 0,0 3 0,-6-1-2,-1 2 3,3 0-1,-7-4 0,4 4 4,3-1-3,-5-3-1,0 1 0,0 1-1,-2 0 2,5 0-1,-3 0 0,2 1 2,6-3-3,-9 0 1,10 0 0,-4 0-1,9 0 2,4 0-1,-6 0 0,3 0 2,-3 0 4,-4 0-6,-3 0 0,0 0-3,-3 0 7,2 0-4,-3 0 2,-3 0-1,1-5 12,2-1-13,-4 0 1,2 0 9,-3 2-3,-9-1-6,-7 2 2,-1-1 1,-10-1 7,0 2-1,0-1 2,0 0 16,0-2-24,0-3 3,0 2-7,-10-7-16,-7-2-68,1-5-85,-5-4-304</inkml:trace>
  <inkml:trace contextRef="#ctx0" brushRef="#br0" timeOffset="169051.9082">21916 6064 355,'0'0'154,"0"0"-95,0 0-2,0 0 10,0 0-34,0 0 3,0-28-9,0 21-3,7 3 8,8-1-32,8-1 0,4 1 17,-9 3-16,8-1 6,-8 3-1,-5-2-4,-3-1 11,-6 3-13,0-2 0,1 2 6,-3 0-5,-2 0-1,2 0 0,2 2 2,1 15-8,-2 5 6,-3 6 0,0 5 3,0 6-2,0 3-1,0 2 1,0-2 3,0 1 0,0-3-4,0-5 0,0 2 13,0-1-4,0-5 13,0 1-1,0-7-17,0-5 23,0-7-26,0-2-1,0-8 14,0 2-14,0-1 8,-8-1-6,0-3 0,-15 3 11,-6-3-13,-4 0-104,-7 0-214</inkml:trace>
  <inkml:trace contextRef="#ctx0" brushRef="#br0" timeOffset="169749.4477">20699 6011 250,'0'0'122,"0"0"-84,0 0 72,0 0-45,0 0 21,0 0-38,-13-30 9,13 30-3,0 0-29,0 0-10,0 0-6,0 0-9,-7 7 0,3 16 0,-3 12 17,-2 5 26,7 10-9,-5 5-1,7 0 0,0 1-21,0-8 2,0-3-10,0-5 1,0-6-3,0-4-2,0-9 0,-6 0 7,-4-7-5,4-4-2,-7-6-82,-3-4-142,-7-3-449</inkml:trace>
  <inkml:trace contextRef="#ctx0" brushRef="#br0" timeOffset="170349.1629">19731 6171 345,'0'0'37,"0"0"50,0 0 4,0 0-42,0 0 15,0 0-11,0-23 13,0 23-10,0 0-22,0 0-18,0 0-14,0 11-2,-2 16 0,0 1 21,0 2-9,0 1 17,-4-6-21,6-3-6,0-3 9,0-6-11,0-2 0,0-8 4,0 1-4,0-4-37,0 0-74,0 0-40,0 0-109</inkml:trace>
  <inkml:trace contextRef="#ctx0" brushRef="#br0" timeOffset="171361.1637">19531 6196 489,'0'0'39,"0"0"-12,0 0 83,0 0-42,0 0-47,0 0 11,73-51-16,-46 42 10,-2 1-3,2 2-18,2 2 5,0-1-10,2 5 0,2 0-4,3 0 4,-3 0-5,-9 0-33,-5 0-47,-6 0 18,-5 0-46,-8 0-8,0 0 5,0 0 110,0 0 6,0 0 7,-8-2 40,6 1 27,2-1-1,-2 2-5,2 0-2,0 0-45,0 0-14,-2 0-7,-3 10 1,1 14 28,-1 2 16,-7 4-8,0-2 4,0 0-30,-1-4-1,-1-4-2,8-4-8,-3-8 8,7-4-8,0-4 0,2 0 10,0 0-7,0 0 11,0 0 16,6-10-13,15-4-17,-4 0-5,1-2 5,2 0-2,-2 2 2,-5 1 0,3 1-1,-3 3 2,-6-1-2,0 0 1,-5 2 0,0-1 10,0 4-10,-2 1 12,0 1 8,0 1-17,0 2 23,0 0-9,0 0-9,0 0 3,0 0-11,0 0-10,0 14 1,0 9 9,0-1-2,0 2 2,0-3 0,0 0 3,0-1-2,0-2-1,0-2 0,0-3-2,0-4-71,-2-2-119,0-7-480</inkml:trace>
  <inkml:trace contextRef="#ctx0" brushRef="#br0" timeOffset="171783.4118">20162 6232 388,'0'0'64,"0"0"11,0 0 41,0 0-40,0 0-10,0 0-33,9-15-15,-9 15 2,2 0-15,-2 15-3,4 5 14,1 3-2,-3-3 17,3-5-19,2 1-8,-5-6 8,-1 0-12,-1-3 1,0-2-2,0 0 1,0 0-3,0-3-94,0-2-174</inkml:trace>
  <inkml:trace contextRef="#ctx0" brushRef="#br0" timeOffset="172943.192">20006 6150 182,'0'0'9,"0"0"-8,0 0 19,0 0-20,0 0 1,0 0 5,-8-5-6,8 5-2,-3 0 1,-2-3 2,3 1 2,-2 2 0,4-2 25,-2 0-10,-3-1 12,0 2-18,3-1 10,2 0-13,0-1 40,-2 0-40,2 1 30,-2-2 27,2 1-33,0 1 9,0 1-14,0-1-4,0 0 37,0-3-39,0 3-5,0 0 11,0-1-11,0-1 2,0 1-5,0 0-13,0 3 19,0-2-17,0 2 5,0 0 15,0-3-11,0 3 1,0 0-13,0 0 7,0 0-11,0 0 4,0 0-4,0 0 3,0 15-1,-9 2 2,7 4 0,-7 1 2,4 0-4,2 0 2,-3 2 0,4-2 0,0 0 3,0-4 2,-5 2-5,3-4 0,1-2 6,1 1-6,-3-8 0,3 0 6,0-3-4,2-3 0,0 1-2,0-2 1,-3 0-2,3 0 1,0 0-1,0 0-9,-1 0-69,1 0-140</inkml:trace>
  <inkml:trace contextRef="#ctx0" brushRef="#br0" timeOffset="173655.4974">20026 6216 203,'0'0'165,"0"0"-112,0 0-9,0 0-1,0 0 10,0 0-19,22 0 2,-12 0-1,3-6 1,0 2-23,-2 1 3,-2-2 11,2 1-14,-2 1 2,-7 0-15,1-1 0,-3 2 17,0-2-14,0 0 0,0-2 2,0 0-1,0-2-4,0 2 0,0 0 0,0 0 6,0 2-6,0 0 0,0 1 12,0 3-4,0 0 11,0 0-17,0 0 1,0 0 7,0 0-9,0 0-2,0 0 1,-3 3-4,3 14 4,-2 2 0,-3 5 1,5 2 18,0 4-13,0-4 6,0 2 13,0-4-9,0-4 3,0 1-7,0-5-6,0-4 13,0 0-16,0-4-3,0-3 4,0 0-2,0 1-1,-2-3-1,2 2 0,-2-3 2,2 0-2,0-2-79,0 0-70,0 0-262</inkml:trace>
  <inkml:trace contextRef="#ctx0" brushRef="#br0" timeOffset="175681.3023">21101 6168 30,'0'0'420,"0"0"-376,0 0 54,0 0-9,0 0-41,0 0-4,0 0 0,-12-48-22,12 48 13,0 0-18,0 0-10,0 0 2,-4 16-6,-3 7 15,1 6 23,-4 0-26,6 0 19,2-3-34,-5-2 1,5-4 4,2-3-3,-2-1-2,0-5 0,2-1 0,0-3 3,-2-2-3,2-3-51,-6 0-33,3-2-34,0 0-86</inkml:trace>
  <inkml:trace contextRef="#ctx0" brushRef="#br0" timeOffset="176491.1304">20960 6136 458,'0'0'82,"0"0"-46,0 0 33,0 0-21,141-42-11,-97 34-12,-4 0 5,-9 2-14,-11 1 19,-11 4-26,-7-1-1,-2 2 23,0 0-17,0 0-10,0 0-4,0 0-19,0 0-12,0 0-29,0 0-1,0 0-20,0 3-8,0 2 34,0-2 2,0 1-35,0 1-21,0-3 26,0-2 55,0 0 28,0 0 12,2 0 68,3 0 41,-2 0-17,-1 0-14,0 0-41,-2 0 5,0 0 0,0 0-14,0 0-2,2 0-12,-2 0-19,0 0 21,0 0-21,0 1-7,0 8 1,0 5 0,0 6 4,0 0 2,0 4-5,0-2 18,0-1-20,-2 0 3,0-1 12,0 2-3,-1 0 6,-6 0-4,7 0-14,-8 0 28,5-1-22,-2-6 0,4-1 10,1-4-12,2-1 2,-3-5-6,3-3 2,0 2 11,0-3-12,0 0 5,0 0 9,0 0 2,0 0 6,5 0-13,9 0 1,8 0 15,-4 0-26,4 0 3,1 0 5,2-3-7,-10 0 8,1 1-9,-3-3 1,-9 3 5,-2 2-4,-2 0-2,0 0 9,0 0-8,0-2-1,0-1-34,0-1-74,0-1-36,-6 0-107</inkml:trace>
  <inkml:trace contextRef="#ctx0" brushRef="#br0" timeOffset="177151.465">21564 6275 112,'0'0'356,"0"0"-296,0 0 37,0 0-21,0 0-28,0 0-18,0-49 24,0 43-25,0 2-1,0 2 2,0 0 0,0 2 7,0 0-16,0 0-19,-2 0 5,0 0-7,2 0-8,-2 10 7,-1 8 1,-4 6-1,5 0 1,2 0 0,0-2 18,0-2-14,0-2 10,0-1-1,0-6 1,0 0 4,0-6-13,0 2-4,0-2 10,0-3-9,0 3-2,0-1 4,0-2-2,-2 2 0,-7-2-2,-5-2-49,-5 0-89,-10 0-234</inkml:trace>
  <inkml:trace contextRef="#ctx0" brushRef="#br0" timeOffset="181357.4955">20586 5842 318,'0'0'143,"0"0"-78,0 0 17,0 0 3,0 0-36,0 0-13,0-26 2,0 26-18,0-3 15,0 1-23,0 0-4,0 0 9,0 2-17,-16-2 2,3 0-2,-10 2 3,1-2 4,-5 0-7,-2 2 0,-2-3 8,-4 0-7,5-1 6,1-1-5,4 0 3,6 3 12,3 0-13,-1 0 3,2-1 8,3 3-15,-4 0 4,-5 0-4,2 0 3,-10 0-2,-9 0-1,-5 0 0,-1 0 4,-3 0-4,9 0 9,4 0-9,6 0 0,-1 0 7,4 0-6,7 0 0,5 3-1,2-1 8,-3 4-10,-1 0 2,-3 0 0,1 2-2,-6 0 2,3 0 0,-4 0 7,6 2-7,-7 0 10,10-1-10,-3 0 3,3 2 4,1-2-7,3 1 0,-5 0 1,5 3 4,-3 0-2,1 2-3,-4-1 0,1 2 0,-2 2 0,-8 1 0,10 4 2,-8-2-1,8 3 0,0-2-1,1 5 0,3-5 2,-1-1 0,3 2-2,4-1 0,-6 0 2,7 1 3,-5 3-5,8-3 0,-7 0 5,5-3-3,4-1-2,0 0 4,0-3-3,0 0 3,0 0-4,0-1 0,0 0 1,0 1-1,0-2 0,2 2-1,2-2 4,3 0-3,-5-4 0,2 2 0,4-2 3,-5-2-2,6 1-1,-2 0 4,5-1-2,1 0 2,1 0-4,1-2 0,3 2 16,-1-2-15,6-1 3,-5 2-1,2-1-1,-2 2 2,2 0-4,4-2 0,-4 0 1,5-2-1,2 0 0,-2-1 2,-4-2 1,4 1-1,-5 1-2,0-2 0,-4 1-2,-2 0 2,1 0 0,2 3 0,-1-5 2,7 1-2,-2 2 0,6-2 0,0 3-4,0 2 8,-7-1-4,2-2 0,-6 1 0,2-2 0,-3 1 0,-2-1 0,1 0-2,1-1 2,1-1 0,4 0 0,-2 0 4,7 0-4,-5 0 0,4 0 0,3 0 2,-3-3 1,-2-4-3,-1 2 0,-2-2 3,-4 1 0,0 2-3,1 0 0,-3 0-2,3-2 4,-1 3-2,-1-3 0,1-1 2,-1 1-2,-1-4 0,3 2 0,-3 0 0,0-5 3,3 4-3,-10-3 0,5 0 2,-1-1 1,-4 1-3,3 3 0,-4-3 3,4 2-1,-5-2-1,5 0-1,-7-2 2,2-2-2,4-1 0,-4 1 0,0-4 2,5 3-2,-5-2 0,6 1-1,-4 4 4,3 0-3,3 0 0,-8 2 0,7 0-3,-7 2 7,3 2-4,-2-1 0,-3 0 3,2-1-3,3-3 0,-4 2 0,5-1-1,-3 0 1,-1 1 0,5-2-3,-9 3 8,4-2-5,-2 2 0,3 0 0,-3-2 2,-2 2-2,1-2 0,-1 0 0,4 0 5,-4 0-6,0-2 1,2-1 0,-2 4 0,0 0 1,0 4-1,0-1 0,0 2 3,0-1-1,0-1-2,0 0 0,0 3 6,0-4-3,-2 2-2,-3-2-1,3 4 4,-5-3-2,3 0-2,2 1 0,-7 2-1,7-4 2,-8 4-1,6-2 0,0 2 2,-3 1-3,3-3 1,-6 3 0,4-1-6,-5 0 8,-1 1-2,4-1 0,-3 0 2,-6 1-3,5 1 1,-4-2 0,1 3-4,1-2 4,-1 2 0,1 0 0,0 0 0,1 2-5,6 0 5,1-3 0,-1 3-2,-2 0 5,0 0-3,-2 0 0,2-3 0,-6 1 0,-6 2 0,4 0 0,-1-2-3,-3 2 3,6-2 0,-3 2 0,7 0 5,5 0-9,-4 0 4,6-3 0,-3 3-1,3 0 3,0-3-2,-5 3 0,4-2 4,-4 2-8,3-2 4,-8 2 0,3 0-1,0 0 1,2 0 0,-2 0 0,4 0 1,3 0-3,1 0 2,-1 0 0,-1 0-3,1 0 4,2 0-1,-5 0 0,3 0 1,0 0-1,-7 0 0,8 0 0,-6 0-2,5 0 5,1 0-3,-4 0 0,3 0 2,0 0-4,-3 0 2,3 0 0,-8 0-6,1 0 6,-5 0-62,0 7-69,-1 2-99,0-6-538</inkml:trace>
  <inkml:trace contextRef="#ctx0" brushRef="#br0" timeOffset="193163.4873">13101 5799 250,'0'0'147,"0"0"-72,0 0-26,0 0 16,0 0-10,0 0-38,0 0 10,0 0-19,0 0-2,3 0 3,9 0-1,-1 0 17,6 0-18,6 0 6,1 0 15,5 0-16,0 0-2,0 0-1,-2 0-9,0 0 10,2 0-10,0 0 0,0 0 10,-1 0-6,7 4-2,-6-2 3,2 2-4,-2 0 10,-1-1-9,3-2-2,-2 1 18,0-2-18,0 2 8,0-2-2,-4 0-2,2 2 6,-5-2-10,5 0 2,-5 0 4,-2 0-5,-4 0-1,1 0 0,4 0 5,-4 0-4,-2 0-1,9 0 0,-5 0 2,4 0-1,-3 0-1,4 0 0,-6 0 6,5 0-8,-4 2 2,-3 1 0,7-3 0,-4 3 0,4-1 0,-1 2 0,6-2 4,0 1-5,1-3 1,0 3 0,0-1-1,-1-2 2,-1 0-1,2 0 0,-7 0 3,1 2-1,0 0-2,-6-2 0,8 3-2,-5-3 5,6 0-3,-6 0 0,5 0 4,-3 0-5,-4 0 1,-4 0 0,-6 0 7,1 0-7,1 0 8,-6 0-7,-4 0 2,0 0 7,2 0-10,5 0 0,1 0 0,8 0 0,7 0 0,-2 0 0,4 0 5,2-5-7,0 3 2,-7-3 0,2 2 0,-4 1 4,-1 0-4,4 0 0,-5 0 0,-3 2-1,-8-3 1,6 3-2,-9 0 2,7 0-10,-3 0-17,3 0-3,0 0-17,2 0 4,3 0-30,-1 0 5,-2 0-37,-5 0-4,6-5-81</inkml:trace>
  <inkml:trace contextRef="#ctx0" brushRef="#br0" timeOffset="213933.4461">15575 7957 527,'0'0'75,"0"0"-71,0 0 39,0 0 48,0 0-52,0 0-24,0 0-15,4 0 0,36 0 1,16 4 1,6 0 1,9 0-3,10-1 0,6-3 1,4 0-1,7 0 0,-4 0 0,-16 0 3,-13 0-5,-21 0 2,-22 0 0,-11 0-1,-11 0 2,0 0-1,0 0 10,0 0-9,0 0 17,0 0-18,0 0 2,0 0-7,2 0-6,10 0-72,5-7-157</inkml:trace>
  <inkml:trace contextRef="#ctx0" brushRef="#br0" timeOffset="219926.3113">2008 8739 372,'0'0'63,"0"0"-25,0 0-28,0 0-7,0 0 6,0 0 3,0 0 13,60-36-4,-36 23-6,5 1 7,0 0-22,2 3 0,0-1 4,3 1-2,-3 3-2,-4 2 0,-7 4-15,-13 0-181</inkml:trace>
  <inkml:trace contextRef="#ctx0" brushRef="#br0" timeOffset="220118.4482">1954 8935 733,'0'0'17,"0"0"-12,0 0 21,0 0 1,0 0-24,229-130-6,-86 60-8,7-6-626</inkml:trace>
  <inkml:trace contextRef="#ctx0" brushRef="#br0" timeOffset="457667.5398">17133 12761 696,'0'0'3,"0"0"31,0 0 75,0 0-53,0 0 6,0 0-15,0 0-28,33-46-15,-33 62 1,0 16-3,-9 4 50,-11 7-1,2 1 6,-4-3-14,4 0-24,5-3 2,1-6-13,8-6-7,1-6 10,-3-6-11,6-2 0,0-6-1,0 2-21,0-2-177,5-6-352</inkml:trace>
  <inkml:trace contextRef="#ctx0" brushRef="#br0" timeOffset="459114.7969">17107 12651 323,'0'0'91,"0"0"-32,0 0 30,0 0-16,0 0-26,0 0-14,140 0 19,-107 0-33,0 0 1,5 0-1,2 3-8,-2-3 8,9 1-19,-2 3 2,1-2 4,8 0-6,-5 0 0,2 1 2,-6 0 2,-1-3-4,1 2 0,-1 0 0,1 0-1,4-2 1,-2 3 0,-3-3-3,8 0 8,-8 5-6,-2-1 1,-1-2 0,-6 0-3,4-2 3,-6 0 0,-2 0-2,3 0 6,-1 0-1,-4 0-3,4 0 3,3 0 22,-5 0-24,2 0 1,5 0 6,1 0-7,0 0 3,9 0-4,-4 0 0,-2 0 3,-4 0-2,2 0-1,-2 0 9,3 0-8,-8 0 12,5 0-13,-5 0 0,0 0 16,7 0-16,1 0 0,-1-2 15,-5-4-6,4 4 3,-6-1-12,-2 0 3,-2 3 6,-3 0-9,1 0 0,2 0 2,8 0 2,-6 0-3,9 0-1,-7 0 0,5 0 2,-5 0-2,0 0 0,2 0-1,-7 0 5,1 0-6,0 0 2,4 0 0,8 0-4,-6 3 4,4 2 0,1-5-2,-7 2 6,3-2-3,-4 0-1,2 0 0,4 0-1,-5 0 1,6 0 0,3 0-1,0 0 5,1 0-4,3-2 0,-1 0 0,4 2-2,-2-3 2,-1 3 0,6 0-1,-7 0 5,-3 0-2,-2 0-1,-10 0 5,2 0 11,-4 0-14,0-3 2,-8 3 22,1-2-19,-4 0 12,-3 0-8,1-1-11,1 3 23,-6-3-24,-3 1 0,-5 2-5,-2 0 4,-21 0-32,-37 0-139,-25 0-262</inkml:trace>
  <inkml:trace contextRef="#ctx0" brushRef="#br0" timeOffset="461027.0936">17147 13038 307,'0'0'147,"0"0"-107,0 0 27,0 0-20,0 0-32,0 0 7,0 0-22,3-6 0,-3 20 8,-11 10 20,-2 4 17,-1 7-3,1-2-19,4-1 12,-2 0-17,2-4 1,5-3 10,-6-6-9,4 0 3,2-7-10,-3-2-5,5-2 18,2-6-26,0-2 0,0 0 7,0 0-6,0 0 3,0 0-4,0 0 2,0 0 15,0 0-12,15 0 2,10 2 5,4-2-11,2 2 4,7-1-5,-3 1 1,6 3-3,1-3 2,3 2 0,-3-3 0,-2-1 2,3 3-2,-1-1 0,2 0 4,-1-2-5,1 2 1,-1 0 0,-1-1-4,1 2 8,1 1-4,1 0 0,-3 0 3,0 1-5,2-2 2,5 3 0,2-1-1,-3 2 4,-4-2 3,-4-2-6,5-1 8,7 2 0,-8 0-7,10 0-1,-10-4 13,1 0-13,0 0 2,1 0-2,1 0 5,0 0-1,-3 0-4,8 0 0,-6 0 1,8 0 2,-5 0 0,7 0-3,-8 0 5,8 0-5,0 0 0,-2 0 0,-6 0 2,-3-2-1,-5 0-1,-1-2 0,1 2 2,-5 2 0,5-2-2,3 0 0,-1 2-3,1-3 7,-1 3-4,-2 0 0,4-3 4,1 1-4,-4-2 0,-2 1 0,-4-4-2,1 3 3,2-2-1,1 0 0,-6 0 3,7 0-6,-9 0 3,0 1 0,-2-2-1,0 2 2,0-2-1,7 0 0,-1 2 5,6-5-2,3 2-3,6-3 0,-4 4 14,8-1-6,-7-1 2,1 5-2,2 3-5,-6-2 24,-1 3-21,-3 0-6,-7 0 6,0 0-2,2 0-4,-3 0 0,-4-1 5,2-3-2,-1-3-3,2 2 0,8-2 0,-7 4 3,5-1-3,-6 2 0,-2-3 4,2 3-6,-2-1 2,2-2 0,5 5-2,1-2 3,6 2-1,4-1 0,-2-2 2,-3 3-2,2-4 0,-4 0 0,-4-2 0,-5 1 0,-6-2 0,-8 1 0,-5 5 2,-1-3 0,-7-1-2,6 5 0,-8-2 3,4 0-1,-1 2-2,-5-1 0,0-2 6,0-1 7,0-4-13,-11-4-3,-18-7 1,-12-1-94,-5-9-117,-8-3-387</inkml:trace>
  <inkml:trace contextRef="#ctx0" brushRef="#br0" timeOffset="461836.5485">20969 12645 423,'0'0'89,"0"0"-11,0 0-12,0 0-14,0 0-6,132-8-14,-97 8-12,1 0 2,-3 0-12,5 0 18,-3 0-21,4 0-6,3 2 15,0 6-14,3-1 5,4-2 0,0 4-6,2-6 12,-4 1-13,-11-2 0,-8-2 8,-7 0-5,-13 0 13,2 0 6,-4 3-12,1 0 16,0 1-26,2 0 0,-3 5 8,3-2-8,3 5 1,-4 2-1,1 4 4,1 4 4,-8 1-8,2 4 0,-2 4 9,-2 5-7,7 4 12,-5 1 7,0 2-15,0-5 22,-2-6-28,0 0 0,0-8 17,0-2-14,0-2 3,-13-6 1,-1-2-6,-3-2 28,-1-3-10,3-3-8,-2-1 19,7-1-24,0 1-1,8-1-5,2-2 6,0 0 5,0 0-11,0 0 0,0 0 14,0 0-14,-4 0 4,-7 0-4,-5-5 7,-10-8-20,-6-8-64,-10-8-236</inkml:trace>
  <inkml:trace contextRef="#ctx0" brushRef="#br0" timeOffset="462415.0815">21187 12723 323,'0'0'144,"0"0"-45,0 0-7,0 0-16,0 0-18,0 0-19,7-23-11,-7 23-3,5 0 3,-5 0-10,2 0 20,0 0-19,2 21 1,2 7 28,-6 10-21,3 7-9,-3 2 11,0 6-20,0-3 25,0-6-23,0-2-3,0-6 10,-3-4-12,-3-2 1,4-3-2,-2-10 1,4-2 1,-2-10-7,-5-1 0,2-4 6,-4 0-6,-6 0-59,-5 0-196,-7-8-436</inkml:trace>
  <inkml:trace contextRef="#ctx0" brushRef="#br0" timeOffset="463149.4446">20483 12735 415,'0'0'119,"0"0"-5,0 0-6,0 0-60,0 0-24,0 0-4,6-16 16,-6 16-15,0 0-1,0 0-5,0 0-5,0 16 24,0 10-9,0 6-2,0 8 19,-4 6-28,-11 7 10,1-1 8,1-2-18,-1 3 15,1-7-20,0 0-6,0-3 18,1-4-16,3-5 3,0-8-6,5-6 2,4-6 3,-2-4-7,2-6 0,0-4 6,0 0-6,0 0-1,2 0-22,-2 0-119,0-12-105,0-12-388</inkml:trace>
  <inkml:trace contextRef="#ctx0" brushRef="#br0" timeOffset="463749.4318">19870 12773 63,'0'0'377,"0"0"-271,0 0-22,0 0-11,0 0-27,0 0 7,-15-18-24,15 18 5,0 0 16,0 0-29,0 0 4,0 0-12,-8 3-8,2 18 7,-5 11 18,-2 15-4,-3 8 21,0 12-25,1 1 7,-1-2 2,0-8-20,1-5 22,-3-10-21,9-2-11,-2-4 23,7-11-24,-3 1 5,2-8 0,3-2 1,2-7 0,-5-5-6,5-5 0,0 3 1,0-3 0,0 0-1,-2 0 0,-4 0-72,-11 0-108,-8-3-193</inkml:trace>
  <inkml:trace contextRef="#ctx0" brushRef="#br0" timeOffset="464403.5507">19284 12814 292,'0'0'109,"0"0"-22,0 0-20,0 0-18,0 0 13,0 0-31,0-33 20,0 33-6,0 0-10,0 0-2,0 0-15,0 0 13,0 0-10,0 0-2,0 0 17,-2 0-26,-12 6 15,1 16 4,-10 11-19,3 8 17,-7 13-11,3 11 2,4-1 25,-3 0-24,6-8 3,3-5 6,-1-8-19,3-2 14,6-5-17,-5-4-4,7 2 21,-8-2-23,8 1 7,-7-4-7,1-7 7,4-7-4,-1-5-3,3-8 0,0-2 2,-8 0-2,-1 0-27,-5-7-114,-6-15-82,-3-7-113</inkml:trace>
  <inkml:trace contextRef="#ctx0" brushRef="#br0" timeOffset="464897.325">18466 12814 462,'0'0'73,"0"0"28,0 0-13,0 0-16,0 0-31,0 0-8,4-49 16,-4 49-30,0 0-8,0 0-11,0 5 8,-7 16 14,-14 13 18,4 13-9,-7 11 30,4 4-21,1 1 3,-1-8-15,3-6-7,2-8 9,3-7-26,1-5-1,5-9 4,4-5-7,-6-6 0,6-4 0,2-3-6,-2-2-56,-2 0-132,-5-5-193</inkml:trace>
  <inkml:trace contextRef="#ctx0" brushRef="#br0" timeOffset="465139.4986">18028 13082 587,'0'0'108,"0"0"-6,0 0-68,0 0-29,0 0-10,0 0-20,-89-4-731</inkml:trace>
  <inkml:trace contextRef="#ctx0" brushRef="#br0" timeOffset="465344.6386">17710 13098 699,'0'0'82,"0"0"3,0 0-33,0 0-52,0 0-21,0 0-495</inkml:trace>
  <inkml:trace contextRef="#ctx0" brushRef="#br0" timeOffset="465557.7967">17529 13062 775,'0'0'49,"0"0"34,0 0-83,0 0-61,0 0-402</inkml:trace>
  <inkml:trace contextRef="#ctx0" brushRef="#br0" timeOffset="465947.4057">17694 12741 333,'0'0'65,"0"0"88,0 0-90,0 0-7,0 0-11,0 0 20,14-82-29,-12 80-8,-2 2-3,0 0 26,0 0-22,0 0-15,0 2-13,0 22 5,-10 12 15,-5 10 12,-3 8-5,3 10 15,2 7-32,-3-1 8,5-4 7,7-4-10,-8-9 20,5-7-15,-1-6-12,-6-6 18,5-6-22,3-6 4,2-8-2,-4-6-3,6-4-1,2-4-3,-2 0 0,-5 0-6,3-2-11,-8-22-170,-5-14-187</inkml:trace>
  <inkml:trace contextRef="#ctx0" brushRef="#br0" timeOffset="467627.8003">21273 12418 30,'0'0'459,"0"0"-354,0 0 22,0 0-63,0 0-28,0 0 6,0 0 4,3-35 19,-1 32-2,-2 3-22,0 0 10,0 0-40,0 0-4,0 5-5,0 14 1,0 6 25,0 1-10,0-1-18,0-1 19,-2-3-19,2-5 0,0-5 9,0-1-9,0-3 5,0-3-5,0-4-17,0 0-53,2 0-79,6 0-74,-6-2-232</inkml:trace>
  <inkml:trace contextRef="#ctx0" brushRef="#br0" timeOffset="467831.7277">21273 12418 453</inkml:trace>
  <inkml:trace contextRef="#ctx0" brushRef="#br0" timeOffset="468048.8829">21273 12418 453,'-14'8'117,"14"-18"-21,0 3-30,0-2-3,0 4-33,6 0 24,13 1-32,-2 3 1,3-1 6,5 2-12,6 0 5,0 0-12,-4 0-9,-3 0 25,-4 7-25,-9 3 6,-6 4 3,-5 2-7,0 0 4,0 2-7,-11 1 3,-12-5 15,4-3-17,-9-3 8,0-2 9,-1-3-9,-7 1 7,9-3-16,-4 4 3,4-3-2,4 2-1,2-2 0,12-2 1,2 4-1,7-4-67,0 0-176,0 0-315</inkml:trace>
  <inkml:trace contextRef="#ctx0" brushRef="#br0" timeOffset="468424.3866">21637 12443 97,'0'0'452,"0"0"-355,0 0-41,0 0-31,0 0 26,0 0-29,-50 32-2,42-18 12,6-2-12,2-2 15,0-3 4,10 0 10,11-6 23,2-1-46,4 0-5,2 0-4,-12 0-13,-1 0 15,-3-1-7,-1-9-8,-8-1 51,-4 1-42,0-1-1,0 0 3,-27-1-14,-10 5 4,-15 2-5,10 3 0,9 2-6,4 0 6,13 0-5,5 0-11,1 9-225,6-2-227</inkml:trace>
  <inkml:trace contextRef="#ctx0" brushRef="#br0" timeOffset="469388.4944">17338 12499 251,'0'0'11,"0"0"71,0 0-31,0 0-13,0 0-11,0 0 11,-18-44 24,16 39-23,2 1 24,0 1 16,0-4-27,0 3 3,0 2-20,0-2 1,0 4 23,0 0-32,0 0 8,0 0 0,0 0-24,0 0-3,0 0-8,0 18 0,0 5 38,0 0-27,0 3-1,0-1 8,0-4-18,0-2 6,-5-4-6,5-6 1,0-1-3,0-2 2,0-6-46,0 0-58,0 0-65,13 0 35,3-14-165</inkml:trace>
  <inkml:trace contextRef="#ctx0" brushRef="#br0" timeOffset="469605.6502">17338 12499 336</inkml:trace>
  <inkml:trace contextRef="#ctx0" brushRef="#br0" timeOffset="469833.8215">17338 12499 336,'-30'-65'112,"30"60"-15,0-3-33,0-1 0,0 1-8,0 1-5,0-2-12,16 4-25,2-2 27,2 3-25,-2 3 0,0-2 13,-3 3-17,-1 0 7,-5 0-17,-7 3 4,2 11 5,-4 5-11,0 6 0,0 3 5,0 0-3,0-2-1,-4-4-1,-10-5 3,1-3 5,-5 1-7,-4-3-1,2-2 23,-3-4-14,6 0 1,5-4-10,6 2 4,4-2-4,2-2 0,0 0-8,0 0-52,4 0-90,19 0-90</inkml:trace>
  <inkml:trace contextRef="#ctx0" brushRef="#br0" timeOffset="470313.1907">17581 12485 398,'0'0'182,"0"0"-67,0 0-7,0 0-82,0 0 11,0 0-29,0 0 2,-32-30 32,52 23-42,5 2 7,4 1-1,-9-1-2,2 5 17,-6-2-18,-5 2 5,-4 0 19,0 0-8,-5 0 3,0 0-15,-2 7-2,0 11 18,0 4-13,-2 2 7,-7-1 16,2 1-13,-4-1-4,9-5-12,-5-2 5,7-4-5,0-2-4,0-2 0,0-3 0,0 0 0,0-1-35,0-1-45,0-3-88,0 0-50,0 0-280</inkml:trace>
  <inkml:trace contextRef="#ctx0" brushRef="#br0" timeOffset="470533.3542">17599 12576 426,'0'0'123,"0"0"21,0 0-43,0 0-30,0 0-50,0 0 6,97-38 22,-56 33-30,1 1-9,-2 0-10,-4 0 4,2 1-14,-3 0-51,5-1-124,7-3-479</inkml:trace>
  <inkml:trace contextRef="#ctx0" brushRef="#br0" timeOffset="477016.735">17164 13038 168,'0'0'0,"0"0"5,0 0-3,0 0-2,0 0 13,0 0-3,0 0 4,0 0 0,0 0-1,0 0 14,0 0-14,0 0 4,0 0 1,0 0-14,0 0 4,0 5 10,0 2 7,0 5 23,0 1-30,0 8 16,-9 5 19,4 2-29,-4 4-9,7-2-10,2 0-3,0-4 9,0-1-10,0-4-1,0-1 10,-2-1-3,2-1 10,0-2-7,0-4-9,0 0 36,0-2-24,0-1 2,0-4 6,0-1-15,0 0 4,0-2-10,0 0 3,0 1 1,0 0-4,0-1-3,-2-2 2,0 0-377</inkml:trace>
  <inkml:trace contextRef="#ctx0" brushRef="#br0" timeOffset="483446.3298">17157 13070 30,'0'0'12,"0"0"-5,0 0-6,0 0-2</inkml:trace>
  <inkml:trace contextRef="#ctx0" brushRef="#br0" timeOffset="487831.4413">17179 12610 245,'0'0'13,"0"0"-9,0 0 102,0 0-50,0 0-32,0 0 23,0 0-8,0 0-24,0 0-11,0 0 1,0 0-4,0 3-1,0 1 0,-4 1-4,-1 2 5,1 3-1,2 0 0,0 2 3,-5 0-4,5 4 1,-1-2 0,-1 4-3,-5 2 4,7 2-1,0-1 0,2 2 4,0 2 1,0-2-5,0 0 0,0-1 3,-5-2-2,3-3-1,2 2 0,-5-4 4,3 2 3,-5-5-7,2 0 0,4 0 13,-1-7-5,-3 2 2,3-3 6,2-1-16,0 0 15,0 1-15,0 1 1,0-5 15,0 3-15,0-1 5,0-2-1,0 2-2,0 0 5,0-2-8,0 0 2,0 2 3,0-2-1,-2 2-4,0 0 0,-6 3 2,2-5-1,4 0-1,-8 0-41,5 0-422</inkml:trace>
  <inkml:trace contextRef="#ctx0" brushRef="#br0" timeOffset="489939.9384">16580 12897 84,'0'0'29,"0"0"-13,0 0 8,0 0-7,0 0 1,0 0-17,0 3 3,0-2 2,0-1-5,0 0 6,0 3-7,0-2 0,0-1-2,0 0 1</inkml:trace>
  <inkml:trace contextRef="#ctx0" brushRef="#br0" timeOffset="492811.6093">2081 11229 172,'0'0'167,"0"0"-147,0 0 0,0 0 22,0 0-26,0 0-6,0-3-8,0 3 5,0-3-1,0-1 6,-4 2 23,2 0-9,0 2-7,2 0 1,0 0-7,0 0-6,0 0-7,0 0-14,29-1 14,10-6 10,13 0 16,8-2-6,0 0-19,-5 4 15,-5 1-16,-18 4 2,-13 0-8,-6 0 6,-11 0-1,-2 0-2,0 0-46,-8 0-143</inkml:trace>
  <inkml:trace contextRef="#ctx0" brushRef="#br0" timeOffset="493026.778">2041 11393 706,'0'0'0,"0"0"-27,0 0 25,0 0 2,148-7 0,-78-6-10,13-5-96</inkml:trace>
  <inkml:trace contextRef="#ctx0" brushRef="#br0" timeOffset="495648.1953">17380 13288 219,'0'0'47,"0"0"-47,0 0 0,0 0-3,0 0 3,0 0 0,0 0 0,-2 7 3,2-7-6,0 0-6,6 0-40</inkml:trace>
  <inkml:trace contextRef="#ctx0" brushRef="#br0" timeOffset="496908.8024">17308 13360 147,'0'0'1,"0"0"-1,0 0-4,0 0 2,0 0-36,0 0-66</inkml:trace>
  <inkml:trace contextRef="#ctx0" brushRef="#br0" timeOffset="498858.7402">17286 13349 72,'0'0'23,"0"0"-18,0 0 13,0 0 5,0 0-17,0 0 6,5 0-3,-5 0 11,0 0 10,0 0-30,0 0 1,0 0-1,0 0 1,0 0-3,0 0 2,0 2-12,0-2 3</inkml:trace>
  <inkml:trace contextRef="#ctx0" brushRef="#br0" timeOffset="522774.7764">8147 14656 159,'0'0'121,"0"0"-90,0 0-24,0 0 83,0 0-49,0 0 4,0 0-11,0 0 4,-56-32-2,56 30-1,0 0-19,0 2 15,0 0-14,0 0-12,0 0 15,0 0-17,0 0 1,0 0 1,0 0-4,0 0-2,16 0 0,8 0 1,7 0 5,-1 0-5,14 0 0,0 0 3,9 0-1,6 0 0,6 0-2,1 0 0,4 0 6,-5 0-6,-5 0 0,-10-2 1,2 0-1,-12 2 0,-9 0-1,-7 0 1,-7 0-1,-9 0 1,1 0 0,-5 0 0,4 0 2,-2 0-1,5 0-1,1 0 0,-4 0 12,3 0-12,-1 0 0,-6 0 0,-2 0 6,3 0-8,-5 0 2,0 0 0,0 0 14,0 0-10,0 0 7,0 0 3,0 0-10,0 0 7,0 0-11,0 0 4,0 0 1,0 0-5,0 0 0,0 0 0,0 0 0,0 0-11,0 0-78,0-2-111</inkml:trace>
  <inkml:trace contextRef="#ctx0" brushRef="#br0" timeOffset="527913.0115">19340 14645 229,'0'0'229,"0"0"-217,0 0-12,0 0 0,0 0 10,0 0-10,0 0 0,-3-15-1,3 15 1,0 0-6,0 0 5,0 0-5,14 0-58,4 0-270</inkml:trace>
  <inkml:trace contextRef="#ctx0" brushRef="#br0" timeOffset="532870.0107">20588 13740 245,'0'0'13,"0"0"-10,0 0 2,0 0 27,0 0-15,0 0 37,0 0-10,15-22-16,-15 20-10,0 2-10,0 0 1,-2 0-9,-2-2 0,-7 2 10,-5 0-8,-9-2-2,6-2 4,-8 1-3,-2 2 0,2 1-1,-2 0 0,-2 0-2,4 0 3,-4 0-1,4 0 0,-4 0 2,2 0-4,-3 0 2,-1 0 0,2 0 0,-7 0 0,1 1 0,-6-1-1,3 0 4,-3 0-4,3 0 1,2 0 0,3 0-1,5 0 1,0 0 0,3 0-1,-2 4 4,0 1-3,2 2 0,0-4 0,-2 1-2,-2 1 2,-7 0 0,4-1 0,-7 1 1,7 0 3,-6 1-4,0 0 1,7 2 6,-2-1-1,12 2 0,-2 1-4,2 0 2,8 0-4,-3 0 0,2-1 0,1-2 0,-6 0 0,0 2 0,-2-1 1,-1-2 1,-2 0-2,4-3 0,5 2 0,6-1 0,4 2 0,0 2 0,1 2 0,4 3 1,-5-1-2,2 4 1,1-1 0,-5 2 0,0-2 4,0 2-4,-2 0 3,0 0-1,4 1 2,-4 0-4,0 1 0,7 4-2,-6 1 3,6 2-1,4-2 0,0 4 5,0-2-9,0 2 4,0-1 0,2 0-1,10 2 2,-2-1-1,9-1 0,-2 0 2,6 2-4,-1-3 0,2-3-11,3-3 10,0-2-7,4 2 5,0-2 5,2 2 0,3-3-4,-7 4 4,3-3 0,4 2 0,-5 1 0,0-6 0,2 2-1,5-4 5,-6 1-5,7-1 1,3-3 0,5-1-3,5 1 3,4-2 0,-5 3-1,3-3 5,3 0-6,-8 0 2,0-2 0,-6-2-2,-8 0 2,3 0 0,3-4 0,-4 5 2,12-2-3,7-1 1,4-2 0,12 2-1,-3-2 1,-3 0 0,1 2-1,-2 1 4,-7-3-4,-7 0 1,-7 0 0,4 0-1,-3 0 2,-3 0-1,0 0 0,1 0 1,1-3-1,1-6 0,-1 1 0,1 3 3,-5-2 0,0 4-3,-8-1 7,2 2-5,1 0 2,-4-2-4,-3 0 0,4-3 0,-6 2 0,3-3 0,0 0-1,2-2 5,0-3-4,5 4 0,-7 0 0,5 0-3,-3-1 3,-5-3 0,1 0 0,-2-4 3,-11-2-1,0-5-2,-9-5 0,5 3 8,-8 0-7,2 3 1,5 0-2,-5 9 2,6-2-3,-6 3 1,-1 1 0,5 3 0,-6-3 2,0-2-2,-2 0 4,2-2-2,3-3 4,-3-1-6,-2 3 0,0 0 2,3 1 1,-3 5-3,0-2 0,0 3 3,-3 5-2,-10-3-1,-6-1-13,-2 1-18,1-4-181</inkml:trace>
  <inkml:trace contextRef="#ctx0" brushRef="#br0" timeOffset="534596.7032">21149 14337 287,'0'0'50,"0"0"-44,0 0 19,0 0 33,0 0-41,0 0 2,0 0-14,0 2-5,0-2 0,0 3 3,0-3-8,0 0-7,0 0-228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8:19:53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3379 7161 360,'0'0'80,"0"0"-15,0 0-4,0 0-10,0 0-8,0 0 13,-50 0-10,48 0-24,0 0 24,2 0-34,-2 0-6,2 0 3,0 0-5,0 0-1,0 0-3,20-2 2,20-4 14,14-8-16,17-5 6,14-2 7,6-6-9,3 0 7,1-7-7,13 1 0,-4-4 23,-3 3-27,-5 5 1,-19 3 6,-10 6-5,-20 3 0,-7 9-2,-17 4 0,-15 4-1,-4 0 1,-4 0 0,0 0-2,0 0-5,0 0 1,8 7 6,7 0-10,10-2-2,6-5-121,2 0-471</inkml:trace>
  <inkml:trace contextRef="#ctx0" brushRef="#br0" timeOffset="1461.7556">4387 7335 424,'0'0'0,"0"0"8,0 0-7,0 0-1,0 0 1,0 0 4,0 0 9,0-10-4,8 8 1,-2 0 15,4 0-15,3-2-2,5-3-2,7 1-6,8-9 24,7-2-20,4 3-5,0-4 8,1 2-8,-2 3 0,-1-1 0,-4 0 3,-2 1-4,-8 2 1,7-1-3,-6-1-10,-3 3-39,-2 1-3,-3 2 0,-7 1 16,-6 2 35,1 4 0,-9-1 4,0 1 6,0 0 41,0 0 27,0 0-10,0 0-31,0 0-26,4 0-7,8 0-7,6 0-5,21-7 9,15-17-396</inkml:trace>
  <inkml:trace contextRef="#ctx0" brushRef="#br0" timeOffset="3712.2202">20599 7275 610,'0'0'4,"0"0"2,0 0 3,0 0 3,0 0 14,118-51-4,-66 36 10,-2 1-23,3 1 6,6 4 3,2 0-10,5-1 12,-2 1-20,4-2 0,7-1 10,6 0-7,3 1-3,7-4 0,1 0 2,-5 0 0,-7-2-2,3 0 0,-1 1 0,3-2 0,0-1 0,-5 2 0,0 1 1,-2 2 0,-7 1-1,-7 1 0,-1 5-1,-6-1 1,7 0 0,-4-3 0,0-1 4,0-1-3,3 1-1,-5 3 0,-7-1 14,1 5-12,-4-2-2,6 2 0,-1-1 3,4-1-3,-14-1 0,0 0 0,-7-2-2,0 3 4,-7 0-2,0 3 0,0 1 2,0-4-4,-2 3 2,-4-2 0,4-2 2,-3 4 0,6-1-2,-1-2 5,0 4-5,2 1 8,-2-3-8,-6 3 0,-8 2 2,-1 0-2,-10 0 0,0 0 0,1 0 2,-5 0-6,0 0 4,0 2 0,0 5 2,0 0 2,0-1-4,0 2 3,-9 0-2,2 0 13,-4 0-13,0-2 3,-4 1 19,10 0-22,-9-2 3,3-2-4,0-1-6,-5-2-117,3 0-560</inkml:trace>
  <inkml:trace contextRef="#ctx0" brushRef="#br0" timeOffset="4514.5036">21718 7497 554,'0'0'7,"0"0"21,0 0 50,0 0-46,0 0-5,0 0-4,183-64-18,-92 37 10,11 0-15,4 1 0,-4 1 23,-2 4-14,3-1 9,-1 2-10,6 2-7,-6 0 15,5 4-16,2-2 0,3 2 6,4 0-6,0 2 7,-3 2-1,-6 2 31,-15 1-20,-19 5-16,-3 2-1,-6 0 2,-4 0 4,-5 0 22,-16 0-24,-12-1 5,-14-3 36,-9 1-17,0 1 1,-4 2 4,0 0 4,0 0 13,0 0-26,0 0-23,0 0 20,0 0-21,0 0 0,-2 0 0,-11 0 4,-3 0-6,1 0 2,-3-2-67,-7-3-93,-4-4-158</inkml:trace>
  <inkml:trace contextRef="#ctx0" brushRef="#br0" timeOffset="10341.8022">22886 7722 629,'0'0'49,"0"0"65,0 0-70,0 0-10,0 0-25,0 0-5,0 0-4,-7 7 3,7 16 16,0 6 7,9 0 3,-4 5 6,-1 3-20,3-4 4,-3 0-2,-2-8-15,3-3 16,-3-5-18,-2-8 0,0-2 5,0-7-3,0 0-2,0 0 14,0 0-8,0 0 29,0-16-18,0-9-16,0-4 16,0-7-14,0 0 2,-2-3 4,-5 5-7,3-3 19,4 2-21,0 1 2,0 2 9,0 3-10,0 2 10,13 3-11,3 8 2,2 3-5,-3 5 3,1 8 0,-5 0-10,0 0 8,-5 7-4,2 11 2,-6 8-5,-2 2 2,0 4 3,-14 3 4,-3-3-5,-8-3 5,7-5 0,5-4 0,4-4 3,4-4-9,3 1 6,2-6-3,0 2-3,0-4 7,2 2-1,12-7 0,6 0 1,4 0 7,7 0-8,8 0-5,-10-9 4,2 1-93,-2 1-53,-5-2-28,-4-2-192</inkml:trace>
  <inkml:trace contextRef="#ctx0" brushRef="#br0" timeOffset="10806.1428">23225 7660 473,'0'0'90,"0"0"51,0 0-53,0 0-40,0 0-27,0 0-16,-18-8 2,18 10-1,0 15 3,0 10 24,0 1-6,0 2 2,0 2-15,0-6-13,4-1 15,3-8-16,-5-6 2,0-4-2,1-4 6,-1-3-4,2 0-2,-4 0 0,0 0 16,0 0-12,0 0 14,0-5 15,0-14-17,0-7 6,0-5-14,0-1 2,0 0 14,0 0-18,0 3 4,5 3 2,-1 5-11,5 1 15,3 3-16,1 4 0,3 3-2,-3-1 4,3 4-2,-4 2 0,3 2-1,-7 3-5,3 0-45,-2 0-57,-4 3-27,-2 12-75,-3-1-319</inkml:trace>
  <inkml:trace contextRef="#ctx0" brushRef="#br0" timeOffset="10922.2052">23225 7660 336</inkml:trace>
  <inkml:trace contextRef="#ctx0" brushRef="#br0" timeOffset="11055.2992">23225 7660 336,'96'62'344,"-98"-62"-253,2 0-19,0 0-38,0 0-18,0-2-13,17-6-6,8 2 2,-4-2 1,7 1-4,-1 6-25,-3 0-91,-6 1-108</inkml:trace>
  <inkml:trace contextRef="#ctx0" brushRef="#br0" timeOffset="11197.2934">23331 7865 352,'0'0'139,"0"0"-56,0 0 2,0 0-25,0 0-23,0 0-16,-37 16-21,41-16 0,17 0 12,8 0-12,0-11-11,4-1-92,-6 0-70,-3-2-66</inkml:trace>
  <inkml:trace contextRef="#ctx0" brushRef="#br0" timeOffset="11764.874">23519 7712 325,'0'0'125,"0"0"5,0 0-50,0 0-14,0 0 9,0 0-38,0-50-3,0 50-5,0 0-17,0 0-5,0 16-3,0 2-1,0 1 23,0 4-26,0-3 8,0 0-1,0 0-7,2-4 4,8-6-4,-8-2 0,0-7 0,-2-1 2,0 0-2,0 0 9,0 0 0,0 0 9,0-6-13,0-13 12,0-3 13,-2-3-8,0-7-9,2 1-6,0 1-6,0 7 6,6 3-7,7 10 0,-1 6-3,-8 3 3,7 1-5,3 0 1,-6 0-10,13 14 14,-6 2-3,5 0 3,2-2-1,0-2 3,1-4-2,-3-4 5,0-2 1,-11-2 10,0 0-5,-6 0 6,3 0 37,-4 0-27,-2 0-6,0-7 3,0-5-11,0-1 5,0-1-14,0-3 0,-2-1 22,-9-1-24,4 1 5,-1 1-4,5 6 2,-2 2-5,3 4 0,2 2-11,0 3-6,0-1-125,0 1-181</inkml:trace>
  <inkml:trace contextRef="#ctx0" brushRef="#br0" timeOffset="12022.9137">23940 7520 742,'0'0'80,"0"0"69,0 0-92,0 0-40,0 0-12,0 0-3,67-25 0,-36 18-2,-2-2 0,0 4-4,-4 1 4,-5 4-37,-7 0-95,-6 0-126</inkml:trace>
  <inkml:trace contextRef="#ctx0" brushRef="#br0" timeOffset="12201.8413">24050 7689 798,'0'0'50,"0"0"32,0 0-69,0 0-3,0 0-10,158-78-10,-116 61-131,-9 1-391</inkml:trace>
  <inkml:trace contextRef="#ctx0" brushRef="#br0" timeOffset="12473.0944">24382 7313 695,'0'0'145,"0"0"1,0 0-63,0 0-43,0 0-33,0 0 17,-4 98 35,4-56-34,15-2-3,5 0-22,2-6 0,-1-2 7,-1-3-6,-10-3-2,-3-3-87,-7-6-159,0-5-97</inkml:trace>
  <inkml:trace contextRef="#ctx0" brushRef="#br0" timeOffset="41114.5236">1589 10534 135,'0'0'211,"0"0"-193,0 0-3,0 0 9,0 0 74,0 0-58,0 0-33,0 0 19,0 0 6,-34 0 18,32 0-28,-3 0-15,1-3 17,-1 3-22,2 0-1,2 0 23,-3 0-18,-1 0 5,3 0-11,0 0 2,2 0 15,0 0-17,0-2 0,0 2 6,0-2-6,0 0-2,4 1-6,21-6 8,13 1 12,12-3-12,8-4 3,8-3-1,1-2 0,-5 0-2,0-1 0,-6 4 1,-8-2-11,-4 5-7,-13 3-151,-16 4-130</inkml:trace>
  <inkml:trace contextRef="#ctx0" brushRef="#br0" timeOffset="41528.0165">1674 10692 403,'0'0'14,"0"0"-14,0 0 0,0 0 18,0 0 72,0 0-48,129-42-10,-92 23-13,3 2 8,-3 0-13,-6 3-11,-4 0 5,-4 6-8,-4 2 0,-6 4 0,-4 2-35,-2 0-42,-7 0-139,0 0-50</inkml:trace>
  <inkml:trace contextRef="#ctx0" brushRef="#br0" timeOffset="110908.0434">20345 11522 258,'0'0'10,"0"0"-10,0 0 1,0 0-2,0 0 1,0 0 0,0 0 6,0 0-3,133-54 2,-85 37 0,10 0-4,6-10-2,5-4-32</inkml:trace>
  <inkml:trace contextRef="#ctx0" brushRef="#br0" timeOffset="126459.8491">7775 13994 416,'0'0'3,"0"0"-3,0 0 2,0 0-1,0 0 1,0 0 26,0 0-18,-39-41-10,39 36 1,0 1 1,0 1-1,0 3 11,0-2-12,0-3 0,0 1-2,21-2 6,8-6-3,13-4 20,11-6 5,14-1 2,5-3-18,0-3-4,2 3 16,3 0-17,-13 3-1,1 0 6,-14 5-10,-9 4 14,-5 3-13,-16 3 0,-7 1 13,-5 3-8,-7 1 2,-2 1 0,2 2-6,-2 0 12,0 0-14,0 0 0,0 0 1,0 0-1,0 0-46,-27 12-190</inkml:trace>
  <inkml:trace contextRef="#ctx0" brushRef="#br0" timeOffset="126812.0993">7886 14165 651,'0'0'0,"0"0"-7,0 0 5,0 0 1,0 0 2,165-92 6,-94 49 14,8-3-17,-2 3 0,-2 2 5,-3 5-4,-9 6 4,-18 8-9,-16 10 0,-12 5 1,-10 5-1,-5 2 0,-2 0 4,0 0-3,0 14 2,-9 6-3,-2-3-8,2 1-20,-4-2-110,0 0-242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8:30:28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14304 11872 207,'0'0'9,"0"0"8,112 3 26,-68-3-8,-4 0-1,-5 0 16,8 0-16,-1 2-2,3 0-20,4 4-5,-5-2 13,3 0-17,6 0 2,-2 0 1,11 0-5,-10 0 5,4-2-6,0 2 0,2-1 3,2-3-3,3 3 0,-5-1 3,-1 0-2,0 0 7,-1 1-5,-4-3-1,3 3 5,4-1-2,-5 0-5,-3-2 6,-6 2-6,-3-2 8,3 2 8,-3 1-2,-5 4 16,2-3-25,-1 3 2,-5-2 0,7-1-7,-7 1 5,8 2-5,-10-2 0,-2-2-1,-2 2 1,-5-2 0,-2 1 0,7-2-2,-2-2-67,-6 0-392</inkml:trace>
  <inkml:trace contextRef="#ctx0" brushRef="#br0" timeOffset="2369.3526">6114 13087 123,'0'0'304,"0"0"-304,0 0-3,0 0-6,0 0 9,0 0 8,10 2-2,5 1 8,4 3 15,6 0-1,6 4 0,10 0-12,7-1-11,10 0 18,13-3-14,12-4 4,6-2-3,0 0-8,7 0 3,-2-2-5,-5-6 2,2 1 8,-4-4-8,-2 3 3,-16-2 6,-11-2-9,-11 4 13,-7-1-6,-11 0-1,-2 3 21,-12 1-19,-5 5 3,-6-3-7,-2 3-3,-2 0 5,0 0-3,0 0-4,0 0 12,0 0-11,0 0-2,0 3 4,0 6-2,7-1-2,0-2 0,17-2-8,9-4-17,20 0-152,8-4-384</inkml:trace>
  <inkml:trace contextRef="#ctx0" brushRef="#br0" timeOffset="7484.2639">18782 12971 410,'0'0'24,"0"0"-24,0 0 39,0 0-26,0 0-4,0 0 14,0 0-15,76-15 4,-63 15-12,5 0 0,4 0 2,3 0 2,3 0-2,4 0-2,9 0 0,-6 2 0,7 2 0,-2 0 0,3 1 0,-3-2 2,-5 1-3,4-2 1,-4 0 0,1-2 0,-5 0 0,2 3 0,1-3 0,-3 3 1,-2-3-1,0 2 0,-1-2 0,2 2-1,-1-2 1,-2 0 0,2 2 4,0-2-3,0 3 6,-4 0-7,-6-1 2,8 2 7,-5-1-7,5 2 3,7-2 4,-5 0-5,2-3 5,0 2-7,2-2 0,1 0 11,-3 0-12,-2 0 5,0 0-2,-1 0-4,2 0 8,-1 0-8,0 0 0,0 0 6,0 2-4,2-2-2,5 0 2,-5 0-1,-2 0 4,4 0-3,-4 0 1,0 0 6,-4 0-8,2 0 4,-8 0 2,4 0-6,-3 0 2,2-2-3,-2 0 0,3 2 0,6-3 0,-2 3 0,2 0 0,2 0 2,-2 0-2,2 0 0,2 0 0,1 0 0,-6 0 0,2 0 0,-3 0-2,-5 0 5,8 0-3,-3 0 0,0 0 0,0 0-3,0 0 3,-3 0 0,-5 0 0,9 0 4,-6 0-5,3 0 1,1 0 0,1 0-1,2 0 1,0 0 0,4 0 1,4-1 0,-2-3-2,3 1 1,2 2 0,-9-1-3,2 0 3,-4 0 0,1 0 0,4-1 3,-3 2-3,-2-1 0,2 0 0,0 2 0,-2 0 2,-3 0 10,-1 0-1,2-2-7,-8 0 4,7-1-5,-9 2-2,0-1 13,-1 0-13,-2 0 5,-4-2 4,0 1-3,-8 0 8,1-1-8,-1 2-4,-2-2 4,0 0-7,0-2 0,-12-3-88,-25 2-417</inkml:trace>
  <inkml:trace contextRef="#ctx0" brushRef="#br0" timeOffset="8855.176">3782 14325 208,'0'0'272,"0"0"-266,0 0 20,0 0 36,0 0-8,0 0-41,0-21-12,0 16 5,0 2-4,9-2-1,0 1 5,11 1-5,2 3 10,7 0-6,7 0 3,13 0 9,9 0-16,11 5 7,6 2 2,2-6-9,-6-1 5,-7 0-6,-10 0 0,-10 0 2,-10 0 1,-5 0-3,-7 0 1,-7 0 1,1 0-2,2 0 0,7 10 0,13-1-1,13-2 1,18-7-59,12 0-447</inkml:trace>
  <inkml:trace contextRef="#ctx0" brushRef="#br0" timeOffset="9735.1585">5723 13990 305,'0'0'1,"0"0"17,0 0 32,0 0-8,0 0-28,0 0-12,-33 25 9,33-24 6,-4-1 9,4 0 9,0 2-25,0 2-3,0 3-7,0 2 0,0 3 1,0 0-1,0-1-52,0-5-301</inkml:trace>
  <inkml:trace contextRef="#ctx0" brushRef="#br0" timeOffset="10350.0378">5572 14273 427,'0'0'26,"0"0"-23,0 0 15,0 0 28,0 0-8,0 0-20,102-18-4,-74 16 7,7 2-5,-4 0 10,1 0-20,1 0-5,7 0 11,2 5-10,10-5 3,5 0 1,15 0 1,8 0 10,5 0-11,9 0-6,-5-5 10,-4 1-9,-10 4-1,-6 0 4,-9 0-3,-2 0 7,-6 4-5,-4 4-1,2 1 10,-1-6-7,2-3 5,6 0 5,6 0-6,-3 0 2,-2 0-6,-4-3-2,-9-4 20,-14 2-18,-5 5-3,-12 0 2,-5-3-2,-3 1 9,-6 0-4,8 2 5,-6-2 13,0 2-23,0 0 1,5 0-3,-1 0 3,1 0-6,4 9 3,12 3 0,10-1-4,23-8-101,17-3-400</inkml:trace>
  <inkml:trace contextRef="#ctx0" brushRef="#br0" timeOffset="12052.8167">14366 14096 381,'0'0'29,"0"0"-16,0 0-6,0 0 6,0 0-1,0 0 3,27 5 15,-1-3 1,11 0 1,0 1-2,13-1-14,-4 1-1,3-1 2,2 0-12,-4 0 9,3-2-4,-4 1-9,3-1 17,2 0-18,6 0 7,2 0 5,-3 0-11,4 2 8,-2 3-6,2 1-2,1-2 8,-1 0-6,-2 0 5,-2-2 5,-6 0-11,2 0 9,-3 1-11,-2-3 1,-8 5 11,-1-3-10,1 2 3,-6-3 2,-5 1-6,4 3 7,4-1-8,-5-1 1,-2 0 3,4-1-2,3-2 0,-4 2-2,1 0 1,3 0 7,-7 0-8,-8 0 3,6-2-2,-4 2 0,-1-2-1,3 3 0,2-3 3,-3 0-5,-2 0 2,1 0 0,-4 0-1,4 0 1,-3 0 0,3 0-1,-6 0 5,1 0-6,-1 0 2,6 0 0,-5 0 0,4 0 0,-4 0 0,7 0 0,2 0 3,4 0 4,0 0-7,7 0 0,-5 0 12,-3-5-9,2 3 4,2 0 4,-12 0-7,3 0 12,-6 0-7,2 2-8,-5 0 18,-1 0-12,-1 0 4,-8-2 9,3-1-6,-7 3 4,-2 0-2,0 0 2,0-3 11,0 3-14,0-6-11,0-2-4,0-8-55,0-9-447</inkml:trace>
  <inkml:trace contextRef="#ctx0" brushRef="#br0" timeOffset="35979.9246">20405 15691 593,'0'0'3,"0"0"-2,0 0-1,0 0 47,0 0-1,0 0-24,0 0-18,0 0-1,0 0 19,107-32-9,-76 32-2,2 0 13,6 0-17,1 0 1,-5 0-8,3 0 2,-7 7 2,0 2-4,-2-4 0,-6 2-1,-9-5 4,-10 0-4,0 0 1,-4-2 0,0 0 0,0 0 0,0 0 0,0 0-1,0 5-1,0-3-58,-6-2-99,-10 0-179</inkml:trace>
  <inkml:trace contextRef="#ctx0" brushRef="#br0" timeOffset="36192.1936">20691 15705 257,'0'0'282,"0"0"-281,0 0 14,0 0 24,149 0-1,-118 0-3,2 0-24,-2 0-5,3 0-6,-16-5-14,-5-4-356</inkml:trace>
  <inkml:trace contextRef="#ctx0" brushRef="#br0" timeOffset="37678.7106">20679 15596 307,'0'0'20,"0"0"-17,0 0 44,0 0 19,0 0-26,0 0-8,0 17 5,0-15-17,0-2 10,0 0 0,0 0-7,0 0-3,0 0-5,0 0-2,0 0 6,0 0-17,0 0 3,0 0 0,0 0-5,0 0 4,0 0-4,0 2 0,0-2 1,0 0 0,0 0-1,0 0 1,0 0 2,0 0 0,0 0-3,0 0 0,0 0 2,0 0-1,0 0-1,0 0 5,0 0-5,0 0 5,0 0-5,0 0 0,0 0 3,0 0-2,0 0-1,0 0 5,0 0-3,0 0 3,0 0-5,0 0 0,0 0 3,0 0 1,0 0-4,0 0 3,0 0-3,0 0 5,0 0-5,0 0 0,0 0 3,0 0-3,0 0 0,0 0 2,0 0-1,0 0-1,0 0 0,0 0 0,0 0 3,0 0-2,0 0-1,0 0 1,0 0 0,0 0 0,0 0-1,0 0 0,0 0-4,0-9-282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23T07:01:21.2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22273 13612 419,'0'-8'77,"0"1"-62,0 3 14,0 0-15,0 0-2,0 2 11,0 1 0,0-1-13,0 0-7,0-1 2,0-1 3,0 2 13,0-3-10,0 2 3,-2 1 3,2-2-6,-5 3-9,1-2 2,2 1-2,-8 0-2,4 1 0,-5-2 1,-3 1 0,1 0-1,0 0 0,-5-1 1,2 3-1,-4-3 1,-2-1-1,-5 2 0,2 2 3,-2-2 0,-1 2-1,4-1 0,-3 1 1,-2 0 7,4-2 0,0-1 0,4 3-2,5-2-3,-7 0-4,4 2 4,-2 0-4,3 0 0,-1 0 3,-9 4-3,0-4-1,-1 5 1,0-5 1,-5 1-1,1 1 1,2-2 0,2 2-2,0 2 0,0-1 0,4-3 1,0 3 0,4 3-1,-2-2 0,3 3 3,3-2-2,-6 4-1,5-4 0,3 4 0,-9-4 0,4 4 1,-3 0-1,-2 0 1,3 1 0,-5-3 0,3 3-1,5-1 0,4-1 1,0 2-1,-1-3 1,2 2 1,1 1-2,0 0 2,-3-2-2,3 1 1,-3 2 0,1 1 0,0-2-1,3 2 1,-1 1-1,-2-4 1,5 3 0,4 0 0,-6 1-1,0-1 1,7 2 0,-7-2-1,-1 1 0,1 1 0,1 0 0,3 0 1,-6 0-1,5-2 0,3 2 1,-5-4-1,8 2-1,3 0 1,-7-2 0,5 3 0,0-2 0,0 1 1,2 2 0,0 0-1,0-1 1,0 4-1,0-3 1,0 1 0,2-1 0,0-2-1,5 2 1,-5-2 0,5 4-1,0-2 0,-5 2 0,4-1 0,1 0 0,-5-3 2,8 0-1,-8-2-1,4 0 1,3-2 2,-4 1-2,6-2-1,2 1 1,-1 0-1,1 2 1,-3 0-1,32 16 0,-34-21 1,-2 0 1,3-1-2,-2 0 0,13 3 1,-4-2 0,1 2-1,8-4 2,-7 4-2,5-3-1,-6-1 1,3 1 2,3-1 0,-6 1-2,6-1 0,-6 0 1,1 1-1,5-3 0,-6 4 0,0-3-1,7 2 0,-8-3 2,5 4-2,-1-3 2,2 2-1,-1-3 1,-1 4-1,2-3-2,-4 2 2,0-3 1,4 4-1,-5-3 0,4 2 0,1-2 0,3-1 0,-2 2 0,5-1-1,-1 0 0,2-1 1,0 2 0,-3-1 0,3 2 0,-4-1 0,2 4 0,-7-3-1,5-1 1,-8 2 0,2-3 1,2 0-1,1-2 0,1 0 0,4 0 0,2 0 2,0 0-2,0 0-1,4 0 1,5 0 0,-5-4 0,4 4 0,0-2 0,-1-1 0,6 1 0,-7 1 0,6 1 0,-3-2 1,-1 0-1,3 2 0,-1 0 0,-4-2 0,3 2 1,2 0-1,-6-2 0,6 2 0,2 0 0,-1 0 1,-6 0-1,3 0 0,-5 0 2,3 0-2,-5 0 0,-2 2 0,-3-4 0,4-1 0,-3 3 0,2-5-1,2 1 1,-2 0 1,4 0-1,5 1 0,-5 0 0,6-1 0,1-3 1,-3 2-1,-1-2 0,2-2 1,-2-1 1,-5-3-2,-2-1-1,-2 2 1,0-1 0,-8 1 0,4 0 0,-5 1 2,1 1-2,2 0-2,-4 0 2,1 0 1,3 1-1,-6-3 0,1 0 0,-3-3 1,-1 1-1,-6-3 1,3 4 0,-9-1-1,2-2 0,-2 1 0,-2-2 0,2 0 0,-5 0 2,1-1-2,0-3 0,2 4-3,-8-5 3,1 1 0,0 4 0,-4-1-1,0 0 1,-3 3 0,1 0 3,-10 1-3,6 0 1,-7 1-1,4-1 0,2 2 0,2 2 0,-6 0 0,6 1 0,3-4 0,-6 6 0,1-4 0,5 3 0,-12 1-1,2-2 1,-5 1 0,2 0 0,-1 1 1,0 2-1,2 1 0,6-1 0,-4-2 0,2 2 0,1 0 2,2-1-2,-2 0 0,-1 0 1,6 0 0,-3 0 0,-3 0 0,6-2 1,-4-1-1,1 1-1,3 3 1,-8-2-1,7 0 1,-2 0 0,0 4-1,2-3 0,-2 2 1,0-3 0,3 3-1,-4 0 0,1-2 1,3 5 0,-8-3 0,7-1 0,-5 3 0,4-1 0,-4-1 2,3-1-2,0 2 0,2-2 2,-1 1-1,-2-1 2,1 1 1,3-3-1,-6 1 0,5 3-1,1-2-1,-8 1-1,2 1 2,1-1-3,-4-1 2,3 0-2,1 0 1,-5-1 0,4 0 0,4 3 2,1-2-3,3 3 0,-4 0 1,11 0-1,-6 1 0,4 1 1,3 0 0,-3 0-1,6-2 0,-5 2 3,3 0-3,-3 0-1,4 2 1,-5-2 1,7 1 0,-2-1 0,1 0 1,2 0-1,2 0 1,-2 0-2,2 0 2,0 0-1,0 0 2,0 0-2,0 0-1,0 0-1,0-1 1,0 2 1,0 1-1,0-4 0,0 2 0,0 0 1,0-1-1,0-1 0,0 2 0,0 0 0,0 0 0,0 0 0,0 2 0,0-2 0,0 0 0,0 0-1,0 0 1,0 0 0,0 0-2,0 0-1,0 1 3,0-1 0,0 2 1,-3 2-1,3-2 0,-5 1 2,5-3-2,0 0 0,0 3 1,0-3-4,0 0 4,-2 2-1,2-2 0,-2 2 0,0-2 0,2 2 0,0 1 0,0-2-1,0 1 0,0-2 1,0 2 0,0 1 0,0-2 2,0-1 0,0 0-2,0 2 0,0-2 0,0 2 0,0-2-1,-2 0 1,4 0 0,-4 0 1,2 2 1,-5 1-2,5-3-25,-4 4-112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8:31:20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18880 1099 662,'0'0'7,"0"0"135,0 0-45,0 0-46,0 0-36,0 0 25,0 0-16,-11-28 4,11 28-7,0-2-8,0 2 18,0 0-11,0 0 0,0 0-6,0 0-14,0 0-1,0 5-19,0 18 11,0 4 1,0 6 10,0-1-2,0-2 0,4-4 3,1-2-3,-3-4 0,1-4 0,-3-6-3,2-2 4,-2-4-1,0-4 1,0 0 2,0 0 10,0 0-4,0 0 0,0 0 11,0-10-18,0-8 1,0-2-3,-2-2 1,2-4-5,0-2 4,0 0 0,0-4-1,0 4 1,2 0 0,7 7 0,-5 7 0,5 6-1,-5 5 1,-1 1 0,-2 2-2,2 0 2,2 0-7,-1 0 4,5 0-10,0 0 6,4 20-8,-2 4 11,3 2-2,-8 0 6,3-1-2,1-2 1,-6-5 2,2-4-3,0-3 2,-3-4 0,1-2 5,2-5-4,-6 0-1,0 0 6,2 0 1,0 0 18,2-3-19,5-13-4,-5-2 5,6-3-7,-4-4 0,3 3 0,2-1 4,-4 1-5,4 5 1,-8 2 0,8 7-1,-9 4 1,0 2 0,-2 2-1,2 0-10,5 0 7,-3 2-20,7 14 21,5 7-4,-3 0 7,1 4 0,-8-1 0,3-5 6,-7 2-6,-2-3 0,0 0-4,0-4 0,0 0-61,0-6-98,-2-8-83</inkml:trace>
  <inkml:trace contextRef="#ctx0" brushRef="#br0" timeOffset="489.0664">19440 1030 529,'0'0'91,"0"0"23,0 0-30,0 0-57,0 0-15,0 0 2,-9-7-14,4 11 0,-5 10 2,5 4 0,-6 4 19,1-1-15,6 4-5,2-1 12,2 0-11,0-2-1,0 0-1,16-2 2,0-7 14,1-1-13,1-5 0,-2-5 14,-3-2-13,-2 0 7,2 0 6,-1-6 5,3-9 12,-4-2-4,-1-3-12,-6-1 13,-4 2-4,0 3 7,0 2-16,0 4-9,-2 4-5,-12 1-4,1 3-14,-5 2 8,0 0-40,9 0-56,7 0-66,2 0-175</inkml:trace>
  <inkml:trace contextRef="#ctx0" brushRef="#br0" timeOffset="1402.4125">19855 1099 545,'0'0'133,"0"0"-28,0 0-26,0 0-16,0 0-26,0 0-30,0-14-7,0 14-3,-8 2-15,-1 12 18,-3 4 5,-4 4-5,-5 1 5,6 2-1,3-1 2,6-2-6,6-2 0,0-2 0,0-6-2,0-1 5,0-8-3,4-1 11,10-2-8,1 0 19,8 0-22,3-2 4,-3-13 3,-1-5-5,-7-1-1,-1-1 1,-2-5-1,-8 0 9,-2-4-10,-2 0 0,0-1 1,0 3 5,0 3 5,-2 4 13,-7 5-14,2 3 21,0 4-21,5 5-4,2 3 14,-2 2-20,2 0 0,0 0-8,0 0-13,0 0 17,0 14-7,0 7 11,0 2-1,0 5 1,2 2 0,7-2 0,-4-1 5,6 0-7,-7-2 2,5-2 0,-4-6-3,4-2 6,-3-8-3,3-1 0,-2-4 2,0-2 5,6 0-6,3 0 3,-1 0 13,10-2-17,-7-11 3,9 0-3,-8-1 4,6-5-8,0-2 4,-8-2 0,-2 0 5,-3 0-3,-6-3-1,2 4-1,-6 3 2,-2 4 3,0 3-5,0 4 0,0 4 5,-2 1-4,-10 3-2,-2 0-5,-1 0-3,-7 0 7,2 12-10,2 5 9,0 7-2,11 2-3,3 1 5,4 1 3,0-2-3,0 0-3,16-2 6,-1-4 0,12-2 6,-5-2-4,14-4 1,2-2-3,12-6-60,7-4-101,-1 0-423</inkml:trace>
  <inkml:trace contextRef="#ctx0" brushRef="#br0" timeOffset="4381.0301">18900 546 377,'0'0'78,"0"0"-7,0 0 12,0 0-7,0 0 11,0 0-22,0 0-19,15-35-3,-15 35 6,0 0-37,-1 0-10,-17 0 0,0 12 0,-4 4 0,6-2-2,12-2 7,4 4-16,0 0 6,0 0 3,18 1-3,8 2 6,-4 1 2,0 0-5,-6-1 0,-11-1-4,-5-2 5,0-2-1,0-2 5,-14 0-4,-6-4 10,-6-3-11,8 0 1,-3-3 6,11-2-7,-2 0 0,12 0 4,0 0-1,0 0 4,0-2-7,16-12-2,15-4-5,9-1 1,3-1 0,-1 1 4,3-4-4,-3 2 5,-7 0-7,1 1 8,-9 0-3,-9 2 3,-5 2 0,-10 4 4,1 3-4,-4 2 8,0 5-8,0 2 0,0 0 2,0 0-2,0 0-11,-9 0-3,-11 12 14,0 6-4,2 0 4,-4 3 0,6 1-3,3 0 3,1-1 0,10 2-1,2-4 0,0 0-3,0-6 1,14-4 3,8-4 6,-2-2-4,16-3 0,-1 0 7,7 0-8,1-8 3,-2-4-4,-10-5 0,-6 2 5,-10-3-2,-4 0-3,-9-3 9,-2 1-9,0 3 10,0-2-10,0 3 1,-9 2 8,5 5-8,-3 2-1,3 3 0,4 1 0,0 3 1,0 0-1,0 0-9,0 0 6,0 0-7,9 0 10,4 0-1,3 0 1,-3 7-5,-2 9 0,0 2 1,0 1-3,-9 2 5,3-5 2,1 0-1,-6-6 2,3-2-3,-1-1 2,5-6 0,-5 2 3,12-3-2,3 0 6,10 0-5,1 0 1,2-8-2,-3-5-1,-7 1 0,0-2-6,-4 0 1,-9-2 5,3 2 0,-8 4 1,0 3 1,-2 1-2,0 5 0,0 0 10,0 1-6,0 0-7,0 0 3,0 0-16,3 2 4,-3 14 5,0 2 7,7 0 3,-7-1-1,0 2-2,0-4 0,0 2 2,0-8-2,0-9-157</inkml:trace>
  <inkml:trace contextRef="#ctx0" brushRef="#br0" timeOffset="4575.886">19774 372 702,'0'0'19,"0"0"84,0 0-71,0 0-32,0 0-4,0 0-1,24 2-4,-5 15-95,9-3-129</inkml:trace>
  <inkml:trace contextRef="#ctx0" brushRef="#br0" timeOffset="5302.9842">20217 490 492,'0'0'80,"0"0"4,0 0-26,0 0-12,0 0-27,0 0 3,-111-11-6,89 25-16,-5-2 14,4 4-3,4-2-3,5 2-2,8-2-6,-1 1 0,7-1-3,0-5 6,2-1-3,21-4 6,6-4-4,4 0 4,5 0-6,-7 0 0,-2-4-6,-4-8 6,-10 3-2,-3-1 2,-10 2 0,-2 1 9,0 2-7,0 2 8,0 1 23,0 2-21,0 0-2,0 0-10,0 0-6,0 0 5,-2 5-10,2 4 2,0 2 7,0-4-2,0 1 4,6-2 5,19-1-4,2-5 13,4 0-14,4 0 2,1 0 2,-7-11-3,0-3-1,-14-4 0,-3-2 0,-8-2 0,-2-2 0,-2 0 0,0 0 0,0-1 3,-2 2-1,-4-4 8,-6 9 0,5 0 15,1 11-1,3 3-2,3 1 0,0 3-21,0 0-2,0 0-8,0 13-10,0 10 16,0 8-1,0 1 4,0 1 5,0 1-3,9-3 3,2-1-5,-1-4 3,3 0-1,-7-2-2,8-3-59,-1-7-170,5-7-514</inkml:trace>
  <inkml:trace contextRef="#ctx0" brushRef="#br0" timeOffset="6216.4536">20987 1018 511,'0'0'134,"0"0"-6,0 0-45,0 0-26,0 0-2,0 0-32,-15-22 3,15 22-25,0 0 2,0 0-6,0 14-3,0 13 6,0 9 4,0 1-3,0 4 19,3-1-16,5-2-3,-4-4 10,0-4-9,-3-6 2,5-6-4,-4-2 1,-2-6 5,0-3-6,0-2 0,0-1-4,0 0-18,0-4-144,-2 0-342</inkml:trace>
  <inkml:trace contextRef="#ctx0" brushRef="#br0" timeOffset="13361.2956">13731 2043 507,'0'0'5,"0"0"-5,0 0 1,0 0 8,0 0 59,0 0-58,0 0-10,0 0-11,-33-4 8,39 4 3,19 0 1,6 0 0,13 0 15,21 0 1,11 0 11,20 0-5,8-5-13,14-2 11,7-1-20,3-2 2,-10-2 15,-14 3-17,-12-3 11,-21 3 4,-24 3-6,-18 0 13,-18 2-6,-10 2-4,-1 2 50,0 0 11,0 0-27,0 0-35,0 0-10,0 0-4,0 0-7,0 4-17,0 10 14,0 2-52,15 3-46,0-7-93,-1-1-323</inkml:trace>
  <inkml:trace contextRef="#ctx0" brushRef="#br0" timeOffset="14252.3582">9266 2152 462,'0'0'7,"0"0"-7,0 0 3,0 0-2,0 0-1,0 0 0,56-51 0,-12 42 5,14 0-3,11 3 10,12 2-3,12-2 26,7 4-13,14-3-4,-2 0 3,-6-4-15,2 4 4,-17-2 2,-18-2-6,-15 1 18,-18 4-15,-13 0 1,-13 2 2,-12 2-11,-2 0 6,0 0 17,0 0-10,0 0-4,0 0-10,9 0-5,11 12-6,20 0 9,27 0-93,26-6-364</inkml:trace>
  <inkml:trace contextRef="#ctx0" brushRef="#br0" timeOffset="15543.075">16236 2131 655,'0'0'0,"0"0"26,0 0 5,0 0-3,0 0 15,0 0-26,0-22-17,0 26-14,2 16 13,10 9 1,-1 3 27,-5 0-22,6-1-5,3-3 9,1-1-6,7-9-1,-6-6 5,-2-6-6,8-3 12,-5-3-9,-3 0 1,3 0 16,-2-17-11,-3-1 8,-2-5 5,1 0-4,-8-3 15,3 4-24,-4-1 9,-3 5-2,0 6-12,0 9 4,0 1-8,0 2 5,0 0-12,0 2-14,0 16 11,0 4 8,0 2 2,0-2-1,7-4 0,5-4 1,1-5 2,5-2-3,7-2 0,-1-5 12,7 0-8,5 0 0,2-12-4,-5-1 5,-6 1 0,-12-2-5,-5-1 0,-8 2 13,-2-5-12,0 1 6,0 3-7,-12 3 5,2 0 3,1 8-8,5-1 0,-2 4-1,6 0 1,0 0-6,0 0-4,0 0-3,6 5 5,7 13 8,7 5 0,-1 3-1,4 3 2,2 4-1,-8-1 0,-5-4 2,-8-4-2,-4-6 0,0-6 0,0-6 1,0-4 0,0-2 4,0 0 0,0 0 3,0-4 20,0-16-28,0-6 0,12-6-4,5 2 5,1-1-1,6 1 0,3 9 3,0 2-11,-7 9 8,-3 5-2,-3 5-2,-1 0-1,1 0-6,1 13 7,6 6 4,-4-1-5,-3-2 5,-3-2 0,-7 0-2,-2-2 5,1-2-3,-3 0 0,0-5-5,0-2-10,-5-3-195,-10 0-132</inkml:trace>
  <inkml:trace contextRef="#ctx0" brushRef="#br0" timeOffset="15695.2656">17050 1991 554,'0'0'155,"0"0"-131,0 0 48,0 0-39,0 0-8,0 0-25,-27-61-9,43 66-47,7 11-210</inkml:trace>
  <inkml:trace contextRef="#ctx0" brushRef="#br0" timeOffset="16472.5064">17328 2063 726,'0'0'20,"0"0"-20,0 0-15,0 0 15,0 0 13,0 0-3,50 94-2,-44-80-3,3-5-3,-3-4 6,0-2-6,-4-2-2,-1-1 10,-1 0-4,3 0 21,4 0 30,-3-16-33,8 2-5,-6-2-19,5 4 0,-7 2 5,-1 4-3,2 4-1,-5 2-1,2 0-14,-2 0 13,2 5-18,9 7 19,-2 1-3,3-1 7,8-3-1,-3-6-3,3-1 1,5-2 15,4 0-16,1-3 0,2-13 7,-5-4-6,-1 1 3,-11 3-4,-3 2 3,-8 2 10,-4 3-10,0 2 15,0 0 17,0 7-24,-7 0-2,-5 0-9,-4 0-2,-5 0-7,10 11 9,1 1-7,1-1 5,6 1-5,3-5 4,0 1 2,0-2 1,0-4 6,5 1-4,8-3 2,8 0 6,-4 0-10,-3 0 5,-2 0-5,-5 0 0,3-3 4,-4-1-3,1 0-1,-3 1 6,-2 0-4,3 3 1,-5 0-2,0 0 0,0 0-2,5 14 0,-1 14 1,5 6 29,5 1-12,-1-1 10,0 0-16,1-2-7,-6 0 6,2-4-9,0-2-1,-3-3 0,4-9-29,5-5-157,4-9-136</inkml:trace>
  <inkml:trace contextRef="#ctx0" brushRef="#br0" timeOffset="16783.6787">18499 2021 825,'0'0'8,"0"0"1,0 0 14,0 0 23,0 0 28,0 0-56,29-12-16,-22 42-2,-3 8 30,-2 3-10,2 0 18,2-1-26,-4-4-6,-2-3 8,0-8-13,0-1-1,0-5 6,0-4-6,0-8-17,0-7-125,0 0-161</inkml:trace>
  <inkml:trace contextRef="#ctx0" brushRef="#br0" timeOffset="16989.823">18294 2009 856,'0'0'6,"0"0"48,0 0 10,-13-102-35,42 78-1,15 1-27,10 10 1,4 6-2,2 7 0,-6 0-8,-11 12-42,-3 7-128,-15-1-317</inkml:trace>
  <inkml:trace contextRef="#ctx0" brushRef="#br0" timeOffset="17245.4944">18860 2002 644,'0'0'139,"0"0"-82,0 0-29,0 0-28,0 0 0,0 0 7,9 105 2,-5-77 15,6-4-19,-6-6-3,-2-1 9,3-3-8,-5-2-2,0-2-1,0-2-1,0-7-155</inkml:trace>
  <inkml:trace contextRef="#ctx0" brushRef="#br0" timeOffset="17416.3809">18831 1877 878,'0'0'10,"0"0"7,0 0 29,0 0-13,0 0-33,0 0-12,15-63-31,17 87-217</inkml:trace>
  <inkml:trace contextRef="#ctx0" brushRef="#br0" timeOffset="18640.4323">19079 1991 671,'0'0'26,"0"0"3,0 0-23,0 0-6,0 0 1,0 0 7,29 90 18,-25-58-14,-2-6-3,-2-6 4,0-6-6,0-7 10,1-6-11,-1-1-1,3 0 30,5 0 2,-4-1 37,7-22-23,2-4-51,1-4 9,3 1-9,-1 4 0,2 2 1,-5 4-1,-4 9 0,1 4 0,-8 7-1,-2 0-1,2 0-19,2 18 8,2 6 9,1-1 4,1 0 0,-4-5 0,-2-6 0,0-2 1,-2-6-1,0-4 0,2 0 4,3 0-3,-3 0 11,10 0 8,-6-9-14,5-8 2,3 5-8,-1 0 0,-5 4-1,4-1 1,-3 6 0,-5 1-1,-2 0 2,5 2-7,-6 0-2,5 0-4,3 14 5,-4 0 7,5 0 0,4-6 0,1 0 2,-1-4 4,1-4-6,5 0 0,5 0 14,0 0-12,-4-9-2,1-2 0,-3-1 3,-4 3 0,-3-5-3,-3 2 0,-5 1 7,-4-1-4,0-2-2,0 0 5,0 2-5,0 0 18,0 6-17,-2 2-1,-7 2 11,4 2-11,2 0-2,-7 0-2,-1 2-7,-1 20 6,-1 4 0,7 2 4,-4 0-5,6 0 5,4-3 0,0-1 0,0-2 2,0-7-4,2-1 2,12-6 0,-4-3 7,9-3-5,5-2 7,7 0-4,8 0-2,3-12 0,-7-5-3,-5 2 0,-6-4 8,-10 1-5,-8 0-2,-6 1 0,0-3 4,0-1-2,0 3-3,-3-1 0,0 2 0,0 5 2,3 0-2,0 4 0,0 4 3,0-1-8,0 5 5,0 0-8,0 0 5,0 0-9,0 7 2,3 13 7,-1-3 2,2 8-3,3-1 4,-5-1 0,9 0-4,-4-2 5,2-4-1,-5 0 0,-2-3 0,0-2-1,-2-3 1,5-2 0,-5-3-1,2-3 4,-2 2-3,7-3 0,8 0 0,6 0-10,1-4-161,2-11-165</inkml:trace>
  <inkml:trace contextRef="#ctx0" brushRef="#br0" timeOffset="18903.7085">20204 1842 394,'0'0'294,"0"0"-198,0 0-15,0 0-11,0 0-24,0 0-41,-18 25 2,16 11 7,2 2 6,0 0-2,0-3 10,0 0-20,0-7 0,0-1-7,2-5 6,8 4-5,9 6-2,8 1 0,6-1 0,-4-10 0,-13-15-280</inkml:trace>
  <inkml:trace contextRef="#ctx0" brushRef="#br0" timeOffset="19631.4172">21257 2063 496,'0'0'55,"0"0"25,0 0 18,0 0-10,0 0-35,0 0 15,-16-66 4,16 66-47,0 0-19,0 0-6,0 14-12,0 12 12,0 4-2,0 4 5,0-2 5,0-1-8,0-1 0,0-4 4,0-4-4,-8-10-17,5-10-301</inkml:trace>
  <inkml:trace contextRef="#ctx0" brushRef="#br0" timeOffset="19802.4048">21205 1794 837,'0'0'6,"0"0"12,0 0-18,0 0-1,0 0-2,0 0-30,71 27-336</inkml:trace>
  <inkml:trace contextRef="#ctx0" brushRef="#br0" timeOffset="20446.3678">21513 1988 623,'0'0'71,"0"0"-10,0 0-25,0 0-34,0 0-1,0 0-1,-11 72 0,11-43 6,-7-3 4,4-2-10,-1-6 0,0-8 3,-3-1-3,3-8 11,4-1 11,0 0-5,-2 0 28,-4 0 20,6-6-21,-1-8-21,1-4-9,0-3 1,0-2 1,0-1-16,0-1 26,15 2-26,8 2 0,-6 7 2,8 2-2,-5 9-1,-5 3 0,1 0-10,2 0 5,-9 3-2,11 20-5,-7 1 10,-3 4 1,1-2 1,-7-4 1,-4-3 0,0-7-3,0-4 3,0-3 0,0-3 5,0-2-5,0 0 5,0 0-5,0 0 4,0 0 11,0 0-10,0 0 4,0-7 11,5-10-15,3 0 2,13-6-7,-4 5 3,3 4-11,-6 4 8,-3 5-4,-7 5 1,-4 0-7,0 0-4,0 3 1,0 13 12,0 2-14,0 3 15,-8-6-166,-6-3-326</inkml:trace>
  <inkml:trace contextRef="#ctx0" brushRef="#br0" timeOffset="21346.1223">21388 2027 443,'0'0'22,"0"0"87,0 0-27,0 0-44,0 0-23,0 0-15,-2-6-6,2 6 4,4 13 4,7 4-2,2 5 5,-6 4 6,2 2 19,-4 0-23,4 2 1,-5-5 3,5-5-9,-5-8 9,0-5-11,2-2 1,-6-5 13,0 0 0,0 0 15,0 0 44,0 0 25,0-8-32,2-8-55,-2-2-10,1-3 22,9-1-23,-4-2 2,8-3 3,1 1-1,8-3-3,-5 7-1,7 2 0,-8 6-2,3 4 2,0 4-1,-4 3-4,-1 3 5,3 0-4,0 0-2,4 0 6,-2 0-13,3 14 8,-6 5-4,-2 6 9,-1 0-4,-2-1 1,-8-1 3,-4-6 0,0 0 2,0-2-2,0-1 0,0-4 3,0 0-1,0-3 1,-2-2-3,0-1 0,2 1-4,-2-3-21,2-2-191,0 0-166</inkml:trace>
  <inkml:trace contextRef="#ctx0" brushRef="#br0" timeOffset="24002.0168">22288 1985 505,'0'0'26,"0"0"68,0 0-25,0 0 31,0 0-72,0 0-23,0 0 8,-7-30-13,7 30-1,0 0 0,0 8-9,6 17 7,7 4 3,-7 7 0,6 3 5,-10-1-1,2-6-4,-4-6 0,0-6 4,0-11 6,0 0-1,0-9 4,0 0 25,0 0 7,0 0 28,0 0 6,0-9-8,0-10-40,0-6-29,7 0 5,-1-4 14,4 2-21,3 0 6,1 3-6,0 2 3,0 8-6,2 2 3,-6 7-3,-2 5-4,-1 0 5,-5 0-8,4 0 0,3 19 6,3 3 0,-6 0 4,4 0 0,-7-3-1,2-4 3,-5-7-2,0-2 0,0-4 2,0-2 0,0 0-2,0 0 0,0 0 13,0 0-8,0 0 12,0-5-8,0-12-5,0-1 17,0-2-21,7-2 1,1-5 5,13 4-5,-2 1-1,6 4 0,2 6 2,-5 3-6,-2 6 4,-4 3-2,-5 0-8,-2 3 9,2 18-8,0 4 8,-5-2 2,-6 3-5,0-2 4,0 2 0,-6-2-4,-16 0 2,2-2-42,4-3-87,7-7-99,9-7-189</inkml:trace>
  <inkml:trace contextRef="#ctx0" brushRef="#br0" timeOffset="24429.6498">22917 1925 458,'0'0'118,"0"0"-28,0 0-9,0 0-51,0 0-2,0 0-17,-38-2-3,23 23 13,-3 4-10,5 1 4,-1 0-6,10-1-8,-1-4 9,5-3-10,0-4 0,5-4 14,3-4-13,8-6 9,-1 0 7,8 0 14,2 0 13,-3-6-33,0-11 2,-2-4 12,3-4-8,-15 2 11,3-1-5,-9 4-16,-2 4 13,0 8-9,0 2-7,0 4-4,-6 2-5,-16 0-13,2 0-20,4 14-58,9-2-64,7-4-158</inkml:trace>
  <inkml:trace contextRef="#ctx0" brushRef="#br0" timeOffset="25374.5861">23236 1963 435,'0'0'61,"0"0"64,0 0-37,0 0-8,0 0-41,0 0-32,-14-28 12,3 28-19,3 0 0,-6 0 3,1 9-3,-3 6 6,3 2-6,-4 2 1,5-1 3,-1 0-4,11 0 0,-6-2-2,8-6 5,0-2-3,0-4 0,0-4 2,0 0 6,0 0-3,0 0 7,10 0 10,7-6-22,1-6 3,2-6-3,-2-6 6,2-1 0,0-6-6,-4-5 0,-3-3 0,1 2 4,-8-3 4,3 8 27,-9 5-13,2 5 35,-2 8-25,0 4 0,0 6 10,0 2-16,0 2-10,0 0-16,0 0-11,0 0 11,0 4-25,0 18 18,0 8 4,-2 2 6,-5 5-3,3-1 0,0 0 1,4-4-1,0-4 0,0-5 0,0-2-2,0-5 5,0-2-3,0-4 0,4-4 2,5-1 3,5-2-2,1-3-1,4 0 13,9 0-15,1 0 4,-2 0-4,1-3 3,-1-8 0,-9-1-3,2-2 0,-2-2 3,-2-3 1,-1-6-4,-1-1 0,-6-2 4,3 0-4,-1 2 0,-6 8 0,-4 7 2,0 8 1,0 3-6,0 0 3,-2 0-23,-16 8 21,-9 10-8,-2 5 10,2 3-1,3 3 2,4-5-4,4 1 2,5-4 1,9-4-5,0 3 5,2-8 0,0-3 1,0-1 1,4-2 0,12-2 5,1 0-6,4-1 18,-4-3-19,1 0 0,-6 0-1,3 0 1,0 0-83,-4 0-175,1 0-485</inkml:trace>
  <inkml:trace contextRef="#ctx0" brushRef="#br0" timeOffset="25982.1463">23907 1828 428,'0'0'58,"0"0"101,0 0-51,0 0-30,0 0-39,0 0 4,-31-72-6,47 59-31,1 3 2,8-1-8,-5 8 0,-3 3-5,2 0 5,-6 0-7,-5 5 5,2 17-11,-7 9 11,-3 6-6,0 5 8,-5 0-3,-20 1 3,-5-8 0,2-6 1,1-5 3,10-7-1,1-8-3,9-4 1,7 0 12,0-5-11,0 0 4,0 0 38,25 0-10,13 0 15,6-10-28,-1-2-20,1 3 10,-2-4-11,-4 1 0,-4 5-2,-12-4 2,-9 5-13,-11 2-48,-2 2-94,-15 2-55</inkml:trace>
  <inkml:trace contextRef="#ctx0" brushRef="#br0" timeOffset="29665.0401">21127 173 287,'0'0'81,"0"0"-43,0 0-5,0 0-25,0 0-3,0 0 12,0 0-12,116-29 4,-100 29 1,-3 0-7,1 4 6,-1 14-8,1 6 2,-4 8 27,9 6-13,-4 8-4,-7 7 0,1 1 0,-4 6 12,0-5-17,-3 0 0,2-5 18,0 1-18,3-5-1,0-5 4,2 2-7,7-3 16,5-2-14,2-2-6,4 3 19,2-5-19,2-5 8,-6 1-4,-8-2 2,-1-1 0,-7 1-6,-3 0 0,1 2 16,-2 4-15,1 2 7,-3 3-6,-1 0 2,0 1 0,0 2-4,-2-1 0,1-4 4,-1-4-4,0-6 0,0-2 0,0-6 3,0-2-2,-7-3-1,-4-4 0,-7 0 12,-9 2-3,-10 0 4,-1 5-1,-12-2-10,6-1 6,-3 0-8,3 2 0,1-2-1,3-1 2,4-2-1,5 0 0,-3-1 3,-2 2-3,-1-2 0,-3 1 0,-5-3-1,3-1 1,-10-6 0,2-1 0,-6 0 3,-4 0-2,-5 0-1,5-3 0,-6-7 0,2 2 2,-3-1-2,-2 4 0,5 3 1,6 0-2,0 0 1,4 2 0,8-5-2,-4 3 2,5 1 0,1-1 0,2 2 3,-5 0-9,1 0 6,-6 0 0,6 0-1,3 0 1,1 0-1,-1 0 1,1 0 0,1 0-2,1 0 2,5 0 0,-1 0-2,3 0 5,4 0-3,0 0 0,0-5 3,0 2-5,0-1 2,4 1 0,3-1 1,-2 3-1,-1-2 0,5 3 0,-5-2 3,8 0-5,1-3 2,-5-4 0,4-1 1,-8-4 1,1-4-2,-10-1 0,1-2 5,0-1-5,-5 2 0,7-2 0,0-2 0,4 0 3,1-7-3,11 2 5,6-8-2,3 1 8,6-3-11,-2-4 0,-3-1 4,3 1 1,2 2-5,0 1 0,0 1 5,9 4-3,6 1-2,10-2 0,4 0 8,2-1-8,-1 1 0,2 2-1,-7 2 5,-7-1-4,-5 1 0,-1 3 0,-10 0 4,7 3 0,-7 4-4,2 5 1,5 1 5,-3 0-6,8 0 0,9-1 0,4 4-4,6-4 4,7 3 0,-3-1 0,6-2 0,4 1 0,-7-2 0,9 2 0,-4 4-1,-3 0 1,-1 4 0,3 2-2,0 0 5,3 1-5,7 2 2,1-1 0,1 2-4,-5-1 5,0 0-1,-6-1 0,-2 0 2,-3 1-4,-11 0 2,0 0 0,-12 3-2,-3 0 2,-1 0 0,1 0 0,2-1 4,10-1-8,5-1 4,9 0 0,7-2-3,7 0 4,-4 1-1,2 1 0,-5 0 2,2-1-2,-13-4 0,5 2 0,0-2 0,2 2 3,-3-1-3,-4 0 0,1-4 3,-2 4 3,4-4-6,1 4 0,-7-5 12,4 0-7,-7 1 3,-3-1 2,-9 4-9,-5 5 18,-9 0-14,4 3 3,-7 0 7,6-1-14,4-3 1,3 1-2,1 2 6,3-4 1,-4 3-7,1 0 0,-2-1 10,-3 0-8,1 3 3,-9-2-3,2 0 3,-4 2-3,0 0-2,0 0-3,0 0 0,9 0-19,0 7-92,4 0-88</inkml:trace>
  <inkml:trace contextRef="#ctx0" brushRef="#br0" timeOffset="58407.9323">15190 7142 428,'0'0'14,"0"0"-14,0 0-3,0 0 3,0 0 41,0 0 30,0 0-30,140-22-23,-105 15-1,5 0 12,2-3-8,2 0 28,11 2-22,0-1-3,5-1 5,0 1-16,8 1 4,-6 0-2,3 5-14,-8-3 25,-8 3-25,2-1 3,-8 0 16,-10-2-6,-9 4-2,-9 0 2,-11 0-12,-4 2 32,0 0-30,0 0-1,0 0-6,0 0 2,0 0-3,0 0-4,0 0-29,0 6 4,0 6-49,0 2-27,-4-2 7,-30 1-102</inkml:trace>
  <inkml:trace contextRef="#ctx0" brushRef="#br0" timeOffset="58785.1741">15220 7347 266,'0'0'51,"0"0"-41,0 0-9,0 0 75,0 0 76,0 0-58,170 20-21,-93-24-33,4-6-22,-8-1 32,-3 2-31,-1 1 0,-11 2 11,-10 0-11,-3 1 3,-5 2-4,-2-3-13,-9 3 28,-9 0-26,0 1-6,-9 0 20,-2 2-17,-5-2 12,1 2-15,-5 0 4,0 0 9,0 0-14,2 0-9,1 0 6,8 0-99,-3 2-43,2 2-398</inkml:trace>
  <inkml:trace contextRef="#ctx0" brushRef="#br0" timeOffset="63266.5899">4241 8011 532,'0'0'0,"0"0"-16,0 0 5,0 0 11,0 0 20,0 0-9,0 0 2,0 0-10,98-50 11,-73 47 5,4 2-18,8 1 26,6 0-26,6 0 0,9 0-1,14 1 0,17 6 0,19-7-40,23 0-140</inkml:trace>
  <inkml:trace contextRef="#ctx0" brushRef="#br0" timeOffset="64634.6076">21976 7136 459,'0'0'0,"0"0"0,0 0 0,134-54 1,-85 41 5,7 3 28,6-1 14,14 3-37,16 2 9,6 3 8,7 0-4,6 0 4,-6 2-10,-3 1-9,-6 0 15,-9 0-19,-5-2 9,-10-2 2,-14-3-3,-13-4 17,-19 1-20,-12 2 4,-12 2 46,-2 2-2,0-3-32,0 4-7,0-1-13,0 2 0,0-1-6,0 3 0,0-3-6,0 3 6,0 0-10,0 0 7,0 0-14,-16 0-1,3 0-80,-3 3-75,3-3-87</inkml:trace>
  <inkml:trace contextRef="#ctx0" brushRef="#br0" timeOffset="118273.4091">19756 7538 722,'0'0'87,"0"0"3,0 0-23,0 0 6,0 0-53,0 0-18,0 0 15,0 0-15,-4-5-2,4 10 0,0 14 6,0 7 52,-9 6-13,4 3-25,-6-3 5,9 0-24,-7-4 0,7-2-1,2-4 5,0-2-4,0-3-1,0-8-29,0-5-99,11-4-100,2 0-128</inkml:trace>
  <inkml:trace contextRef="#ctx0" brushRef="#br0" timeOffset="118662.4567">20006 7543 540,'0'0'124,"0"0"-19,0 0-29,0 0-21,0 0-31,0 0-13,0 0-9,7 0 15,-5 9 6,0 13 24,-2 6 18,0 6-18,0 1 11,-4 4-18,-11-3-39,7-4 19,4-2-20,2-2 0,2-4-2,0-3 4,0-7-4,0-5-8,0-2-115,0-7-68,14 0-162</inkml:trace>
  <inkml:trace contextRef="#ctx0" brushRef="#br0" timeOffset="119172.8992">20269 7712 353,'0'0'163,"0"0"-83,0 0 18,0 0-24,0 0-15,0 0 12,0-9-16,0 9 0,0 0-11,0 0-38,-2 0 6,2 0-12,0 0-10,0 0-31,0 0-130,2-3-66</inkml:trace>
  <inkml:trace contextRef="#ctx0" brushRef="#br0" timeOffset="119780.2583">20719 7528 415,'0'0'54,"0"0"24,0 0-4,0 0-25,0 0-15,0 0 14,0-11-14,0 11 2,0 0 11,0 0-8,-2 0 11,-2 0-37,-8 0 2,-1 11 18,2 2-21,2 3 1,-2 2-10,2 1 3,5-2 0,4 3-6,0-6 0,0 3 1,0-5 3,0 0-4,15-7 0,5 2 4,2-7-1,5 0-3,-5 0 0,0 0 2,4 0 0,-9-8-2,-3-4 0,-3 0 5,-9 0 6,-2-2-9,0-1 5,0 4 37,0-4-16,-13 6-12,-1-2-16,-1 6 6,1 3-11,0 0 5,5 2-13,5 0-48,2 0-86,2 0-41,0 0-152</inkml:trace>
  <inkml:trace contextRef="#ctx0" brushRef="#br0" timeOffset="120094.6395">20951 7574 632,'0'0'104,"0"0"-13,0 0-37,0 0 8,0 0-62,0 0 3,-2 12-4,13-4 5,12 4 5,-6 2 5,10 4-12,-7 1 21,3 2-23,-8-3 0,-8-2 10,2 0-10,-7-4 3,-2 0-3,0-3 6,0-4 15,-18 1 1,-5 0-5,2-3-6,-7-3-8,0 0-6,3-3-64,7-14-125,8-6-298</inkml:trace>
  <inkml:trace contextRef="#ctx0" brushRef="#br0" timeOffset="120269.7664">20951 7574 617</inkml:trace>
  <inkml:trace contextRef="#ctx0" brushRef="#br0" timeOffset="120282.7783">20951 7574 617,'162'-41'53,"-145"36"9,9 1-50,1 0-1,2 4-10,2 0-1,-9 0 0,5 0-229</inkml:trace>
  <inkml:trace contextRef="#ctx0" brushRef="#br0" timeOffset="120891.3541">21521 7464 532,'0'0'104,"0"0"-9,0 0-1,0 0-53,0 0 3,0 0-2,-8-11-40,-13 13 8,2 10 9,0 2-19,7 0 22,0 1-22,1 0 0,9-1 0,2 0 5,0-3-5,0-1 0,2-5 2,14-2-1,3-3-1,0 0 0,0 0 2,2 0 2,-5-8-2,-8-6-2,-1-3 1,-3-1 7,-4 0-8,0 4 0,0 2 10,0 2-10,0 6 20,0 4 9,0 0-19,0 0 3,0 0-13,0 0-7,0 0 7,2 8-2,8 10 1,-5 9 1,4 1 0,4 3-2,-7 1 2,3 2 0,-3-5 0,-1 0 4,-5-8 1,0-3-5,0-4 2,-7-2 29,-10-5-24,-1 2 14,-9-3 1,0 0-22,5-6 10,1 0-10,11 0-67,3 0-33,7-8-97,0-8-155</inkml:trace>
  <inkml:trace contextRef="#ctx0" brushRef="#br0" timeOffset="121302.872">21747 7510 602,'0'0'51,"0"0"40,0 0-40,0 0-28,0 0-2,0 0-7,85-58 5,-79 58-7,1 0-4,-1 3 12,2 20-15,-8 5-4,0 7 16,0 2-9,-14-1 13,-1-5-12,-9 1-9,9-9 34,2-5-27,9-4 6,-5-6 15,8-4-21,1-2 7,0-2-11,0 0-3,0 0 36,12 0-22,17 0 12,9-6-12,-1-5-11,4 0-2,-1-4-1,0 2-16,-7 0-73,-8-2-176</inkml:trace>
  <inkml:trace contextRef="#ctx0" brushRef="#br0" timeOffset="122502.5036">22217 7427 527,'0'0'69,"0"0"5,0 0 28,0 0-73,0 0-21,0 0-7,0-12 1,0 14 2,5 14 1,2 4 14,-5 6 22,-2 5-36,0-2 9,0-1 2,0-3-12,0-7 13,0-4-15,0-6-1,0-2 20,0-4-20,0-2 8,0 0 5,0 0 7,0 0 49,0-8-21,0-13-49,0 0 14,0-8-13,0 0-1,0-1 12,4 2-11,5-1 15,-3 7-13,4 5-2,-6 2 21,5 5-19,-7 6-3,0 2 1,0 2 5,-2 0-12,2 0 2,5 0 2,0 14-6,4 6 8,3 3 0,-3 0-1,0 1 4,-5-1-3,4-5 0,-6-2 0,-2-6-3,0-3 3,3-3 0,-5-1 0,3-3 4,-3 0 0,0 0-4,0 0 1,0 0 23,4-10-20,5-7-4,-5-3 5,7 0-3,-6-3 5,4-2-7,-1 3 0,4-1 4,-3 6-2,4 3-2,-6 5 7,2 2-5,-7 5 6,-2 2-8,2 0 0,0 0-4,6 2 4,-3 19 0,5 4-2,-5 8 7,5-1-5,-4-1 0,4 2 0,-1-8-2,-7 0 2,0-6 0,-2-1-2,0-1 9,0-4-8,0-2 1,0-3-82,0-4-111,0-4-143</inkml:trace>
  <inkml:trace contextRef="#ctx0" brushRef="#br0" timeOffset="123013.5876">22688 7415 514,'0'0'76,"0"0"23,0 0-48,0 0-8,0 0-24,0 0 1,35-20-13,-26 38 26,-5 6 11,6-3-24,-8 4-4,-1-2-2,2-5-12,-1-3 4,-2-2-6,0-8 0,0-1 4,0-1 1,0-3-5,0 0 10,5 0-8,1 0 18,4-4-20,3-10 0,5 0-3,-1-3 3,4-1 0,-5 0-1,-1 0 5,-9-2-5,3 4 1,-6-2 0,-3 6 10,0 3-9,0 4 45,0 1 4,0 4-31,0 0 13,0 0-32,0 0 6,-3 2-12,-6 18 7,1 8-1,-3 0 0,3 2 6,2 2-7,4-3 1,2-1 0,-2-5-2,-3 0 2,5-3-5,-2-4-52,0-6-117,0-6-129</inkml:trace>
  <inkml:trace contextRef="#ctx0" brushRef="#br0" timeOffset="123672.3688">23004 7488 560,'0'0'169,"0"0"-74,0 0-41,0 0-10,0 0-30,0 0 3,0 0-17,43-73 0,-37 73-1,1 0 1,-7 0 0,0 8-1,0 14 3,0 3-3,-5 0 1,-11 0 0,3-6 0,3-2 0,-2-3 0,10-6 0,2-4 5,0 0-10,0-3 5,0 4 0,14 0 1,0 6-1,3 1 0,-9 4 0,3 5 4,-3 0-7,-6 1 3,0-4 0,-2-7-2,0-2 2,0-3 0,0-6 5,0 0-4,0 0 111,0 0-14,0-8-74,-2-10 21,-6-2-26,8-4-2,0-5-2,0 2-12,6 1 3,7 1-6,-3 8 0,4 3-6,1 3 6,6 1-25,1 5-124,3 1-124,-1 1-410</inkml:trace>
  <inkml:trace contextRef="#ctx0" brushRef="#br0" timeOffset="124175.2984">23522 7211 521,'0'0'116,"0"0"7,0 0-48,0 0 8,0 0-28,0 0-20,0-40 23,0 40-43,0 0-8,-10 19-7,-12 18 6,-7 13 30,0 10-8,-5 6-17,5 5 19,-2-2-29,2-1 4,8-2 5,-4-11-5,7-3 11,0-3-16,9 3 1,7-10 10,2-8 33,0-10-38,0-10-5,0-5-1,0-2-18,0-5-117,0-2-76,0 0-74</inkml:trace>
  <inkml:trace contextRef="#ctx0" brushRef="#br0" timeOffset="124558.1631">23566 7624 637,'0'0'119,"0"0"-32,0 0-5,0 0-51,0 0-18,0 0-13,-14-9 5,10 27 8,2 6-3,-5 8-3,1 1 27,-5 1-16,8 0-3,-6-2-12,3-5 4,-1-6-5,2-3-2,5-7 0,0-6-2,0-2 2,0-3-95,0 0-195</inkml:trace>
  <inkml:trace contextRef="#ctx0" brushRef="#br0" timeOffset="124954.3435">23693 7677 589,'0'0'98,"0"0"18,0 0-62,0 0-15,0 0-15,0 0-14,130-83-4,-106 83-3,-8 0-3,-8 0 0,-3 12-2,-5 13 4,0 6-2,-27 3 2,-2-2 3,-2 1 8,-3-8-10,10-3 2,-1-8 24,10-4-11,7-3 12,7-6-19,1-1-8,0 0 13,0 0-10,21 0-6,18 0 13,8-8-10,0-2-3,-1 0 0,-5 2 4,-10 2-15,-16 3-44,-15-2-126,0 3-174</inkml:trace>
  <inkml:trace contextRef="#ctx0" brushRef="#br0" timeOffset="125503.4355">21923 8032 476,'0'0'59,"0"0"33,0 0-2,0 0-50,0 0 4,0 0-16,9-21-13,-9 21-5,2 0 4,-2 18 10,0 6 52,0 1-35,0 4-22,0 0 9,0-2-27,0-3-1,0-3 0,0-1 4,0-6 3,0-4-7,2-5-64,7-5-67,5 0-128</inkml:trace>
  <inkml:trace contextRef="#ctx0" brushRef="#br0" timeOffset="125764.5266">22071 8047 549,'0'0'114,"0"0"-17,0 0-47,0 0-16,0 0-34,0 0 9,6 4-5,-4 20 14,-2 4 23,0 5-6,0 1-18,0-5-12,0 1 3,0-7-5,0-5-3,0-6 0,0-6-6,0-5-14,0-1-93,0 0-90,0 0-339</inkml:trace>
  <inkml:trace contextRef="#ctx0" brushRef="#br0" timeOffset="126304.5902">21928 8243 423,'0'0'163,"0"0"7,0 0-64,0 0-18,0 0-36,0 0-50,-25-48 7,52 40-10,2 0 1,6 4 0,1-1-3,-3 0 4,-4 1-1,-2 0 0,-7 3 3,-7 1-3,-3 0 0,-6 0-3,-4 0-1,0 0 1,0 7 3,0 13-1,0 2 5,-7 6-4,-8-1 0,2 1 0,-3-5 0,3-2 0,-1-6 0,3-4 0,7-4 4,4-4-6,0-2 2,0-1 0,0 0 5,0 0-4,0 0 7,-2 0 4,-8 0-7,-1-5 2,-3-3-7,-5 1 0,1 0-1,-3-2 3,4 1 17,2 1 1,5 0-6,4-1 39,-3 1-23,4 0-10,3 1 7,-6 2-14,7 0 3,-1 3-14,2 1 8,0 0-9,0 0-1,0 0 0,0 0-4,0 0 1,0 0-49,0-2-119,2 0-385</inkml:trace>
  <inkml:trace contextRef="#ctx0" brushRef="#br0" timeOffset="126768.8553">21950 8291 426,'0'0'70,"0"0"-41,0 0-22,0 0-7,0 0 0,0 0-373</inkml:trace>
  <inkml:trace contextRef="#ctx0" brushRef="#br0" timeOffset="152728.4959">3120 11064 39,'0'0'53,"0"0"19,0 0-16,0 0-48,0 0 11,0 0 20,0 0 1,0 0 41,0-23-54,-2 21 9,2 0-19,0 2 14,0 0 5,0-2-23,0 2 0,0 0-12,0-3 5,0 3-5,0-2-1,0 1 0,18-1 2,1-4 7,6-2-1,4-1 2,2 2-5,-2-1 19,0 0-20,0-1 1,0 4 7,0-4-7,0 4 3,5-2-3,-10 5-2,5 1 5,-2-2-8,-5 3 0,0-1 4,-1-2-2,-4 2-2,-3-2 0,-4 3 5,-3-2-2,1 2-3,-4 0 0,-2-2 0,0 0 2,5 2 0,-5-1-2,0 1 1,-2 0 5,0 0-6,0 0 0,0 0 1,0 0 0,0 0-2,0 0-4,-6 5-24,-19 9-64,-6 2-131</inkml:trace>
  <inkml:trace contextRef="#ctx0" brushRef="#br0" timeOffset="153109.7636">3338 11049 237,'0'0'59,"0"0"-59,0 0 2,0 0 19,0 0 58,0 0-30,72 0 17,-21-14-24,12-6-5,4-1-7,-1-1-8,-3 0 8,-3 2-22,-6 0-1,-6 2 10,-9 3-7,-16 2 4,-2 5 1,-15 3-13,-4 5 34,4 0-16,-4 0-6,-2 0 2,0 0-15,2 0 3,0 0-4,5 0-4,11 0-6,22 0 10,26 0-15,34 0-32,28-9-156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8:34:53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6648 13728 20,'0'0'5,"0"0"-5,0 0 3,0 0-2,0 0-1,0 0 1,0 0-1,0 0 0,0 86 1,0-84-1,0 0 3,0-2-3,0 0-2,0 0-14</inkml:trace>
  <inkml:trace contextRef="#ctx0" brushRef="#br0" timeOffset="747.8163">6860 13505 31,'0'0'41,"0"0"-35,0 0-2,0 0-2,0 0-2,0 0 2,0 12-1,0-7 0,0-4-1,0 1 0,0 0-1,0 0 1,0 0 0,0 1 0,0-3 2,0 3-3,0-1 1,0-2 0,0 0 0,0 0 1,0 0-1,0 0 0,0 0 0,0 0 2,0 2-2,0-2 0,0 0 1,0 0-1,0 2 2,0-2 2,0 3-1,0 2 6,0 5 1,0 9-1,0 15-2,0 15-7,0 23 0,-4 18-1,-11 11-3</inkml:trace>
  <inkml:trace contextRef="#ctx0" brushRef="#br0" timeOffset="3806.908">10104 14297 23,'0'0'6,"0"0"-4,0 0-1,0 0 1,0 0-2,0 0 0,0 0 0,0 0 1,0 0-1,0 0 0,0 0 1,0 0 1,0 0-2,0 0 0,0 0 3,0 0-3,0 0 1,0 0 2,0 0 1,0 0 3,0 0-6,0 0 1,0 0-1,0 0-1,0 0 0,0 0 0,0 0 1,0 0-2,0 0 1,0 0 0,0 0 0,0 0 0,0 0 0,0 0 0,0-1 1,0 1-2,0 0 1,0 0 0,0 0-1,0 0 1,0 0-2,0 0 0,0 0-5,0 0 7,0 0-3,0 0 1,0 0 1,0 0-4,0 0 2,0 0 0,0 0-4,0 0 6,0 0-2,0 0 1,0 0-2,0 0-10</inkml:trace>
  <inkml:trace contextRef="#ctx0" brushRef="#br0" timeOffset="39563.0951">13459 14367 23,'0'0'118,"0"0"-112,0 0 15,0 0 8,0 0-14,0 0 3,0 0-5,0 0 4,-27-8 27,25 6 11,0 0-5,0-2 9,-3 0-41,3 2 20,2-1 1,-3 0-30,3-1 13,-2 2-12,-2-2 2,-1 0 25,3 2-26,-2-2-3,2 4 9,-5 0-7,4 0 8,-2 0-18,-1 0 2,4 0 4,-2-3-6,-3 3 12,5 0 0,2 0-7,0 0 17,0 0-11,0 0-2,0 0 11,0 0-10,0 0 3,0-2-5,0-1-5,9-1 0,8-2-3,10 1 0,0-2-1,4 2 1,-2 0 0,0 3 0,-4 0 2,-6 0-3,-3 2 1,-4-3 0,3 3-1,-11 0 1,5 0 0,-5 0 0,2 0 3,-4 0-4,-2 0 1,0 0 0,2 0-3,-2 0 3,2 0-16,-2 0-141,0 0-242</inkml:trace>
  <inkml:trace contextRef="#ctx0" brushRef="#br0" timeOffset="39804.2662">13330 14412 25,'0'0'416,"0"0"-415,0 0 2,129-47 4,-83 36 2,-1-1 0,2 2-7,-11 1-4,-7 2-27,-14-2-412</inkml:trace>
  <inkml:trace contextRef="#ctx0" brushRef="#br0" timeOffset="150831.0809">22723 14462 131,'0'0'4,"0"0"-4,0 0 2,143-79 4,-116 53 5,-3-3-11,3-3 0,-7-6-7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7-05T09:02:33.4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16371 17884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7-12T08:21:16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6846 12303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1-30T06:10:22.3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1" timeString="2021-11-30T06:10:41.318"/>
    </inkml:context>
  </inkml:definitions>
  <inkml:trace contextRef="#ctx0" brushRef="#br0">5879 8186</inkml:trace>
  <inkml:trace contextRef="#ctx1" brushRef="#br0">7391 7227 104,'38'-131'33,"-3"2"-10,-14 8 12,-28 4-8,-15 7-8,-15 6-18,5 3-2,7 6-7,12 2-12,8 5 15,12 0-24,6 1 25,8 3-2,3 4 6,10 3-3,1 5-15</inkml:trace>
  <inkml:trace contextRef="#ctx1" brushRef="#br0" timeOffset="233.5337">8290 5854 232,'-12'104'6,"-7"12"-6,-4 13 3,34-8 16,34 2-4,16-9 2,22-8 5,6-7-9,12-13-10,10-8 6,3-2-9,10 2 0,2 1 2,-4-4-2,-10 0 0,-14-2 0,-20-2 0,-7 8-4,-2 5-68,3 6-71</inkml:trace>
  <inkml:trace contextRef="#ctx1" brushRef="#br0" timeOffset="1705.8927">13869 8307 194,'-22'-11'7,"2"-2"3,-3 2 7,6-1 10,-6-1 8,7 1 1,1-2-6,1-4-12,-1 2-12,1-1 21,-2 0-18,1 3-9,-2 4-2,-4 3-19,6 4-8,1 1-5,5 2 14,0 0 9,3 0-30,-3 2 6,5-2-39</inkml:trace>
  <inkml:trace contextRef="#ctx1" brushRef="#br0" timeOffset="2153.9683">13387 8115 176,'-5'0'18,"-3"-2"-4,4 2 28,-3-2-3,3-2 11,4 1-20,2 0-7,-2-1-4,7 0-14,-3-2 19,2 2-20,8-1-3,10-4 13,15 1-5,11-2 5,22-2-8,15-2 4,18 0 16,9 0-16,4 0-5,11 2 7,4 2-9,8-1-4,0 6 1,-6-5 0,-7 2 1,-6-3 0,-19 2-1,-12-3 13,-13 2-10,-18 2 8,-17-1-4,-10 1-3,-11 2 30,-10 2-32,-8 0-1,0 2 9,-2-2-8,3 3-3,-5 1 1,2-3 0,-2 3-8,1 3-47,-1-2-93</inkml:trace>
  <inkml:trace contextRef="#ctx1" brushRef="#br0" timeOffset="21306.2737">3798 11829 374,'-29'0'17,"0"-4"0,2 0 34,-2 0-18,2-1-14,4 2 10,1 1-22,3-3 1,3 4 7,3-2-8,-3 3 4,1-1 0,-4 1-5,-2 1 19,-4 3-24,-2 1 5,0-1 3,-2 2-5,0 2-3,-2 0-1,-1 2 3,2 2 5,-6 0-8,5 0 0,-2 2 6,3-2-4,6 1 3,-1-1-4,7-1 2,1 1 5,-4 2-8,5 2 0,-4 2 2,-2 4 0,1 2 0,-6 4-2,-3 2 0,2 1 2,-4 1-2,-1-2 0,4 2-2,0 0 2,5-1 0,1-2-1,4 3 2,0 0-7,11-2 6,-4 2 0,8-1 1,-1-2-1,3 1 4,0 1-4,0-1 0,0-2 4,0 2-4,-1-2-4,3 1 2,0-2 0,3 4 2,1-2-1,2 2 1,1-1 6,-1-1-6,4 3-1,1-1-2,-3 0 6,4 0-6,-2 1 0,3 2 3,0-2 6,-3 2-6,4 0-1,1-2 1,4 1 3,-3-1-3,3 0 0,3-2 0,-3 0 2,0 0-1,3-1-1,-3-4 1,5 1 0,-4-2-1,3-2-2,3-2 2,-2-3 2,5-3-2,3-3 0,1-3-1,-3 2 6,8-2-3,-3 1-2,-2-2 1,2 3 0,1 0-1,2-2 0,1 3-3,3-6 5,0 2-3,2-3 1,3-1 0,0 2-2,3-3 2,-3-2 0,1 0-1,-1-2 2,-2-1-2,-3 1 0,-5 0 1,5 2-3,-3-1 3,-6 1-2,7 0 0,-3 1 2,-2-2-1,1 1 0,-1-4-2,-4 2 0,4-3 3,-3 2 0,-1 1-3,-2-2 5,-2 1-3,2 2 1,-2-2 0,2 3-9,-2-1 9,2-2-6,0 3 6,0-1-7,0-2 6,0 2-3,-3-3 4,4-2-2,-4 2 2,-2-3 0,3 2 1,0-2-1,-4 4-1,-2-4 1,0 1 0,1 1 1,1-2-1,-4 0 0,4-2 0,-3 2 2,-5-2-3,5 1 1,1 0 0,-4-2 3,-1 2-3,2-2 0,-2 0 1,-1 3 3,-8-4 0,8-1 2,-6 1-4,-5-1 18,6-1-19,-7-1 0,0 0 4,4-3-4,-5 0 2,2-1-3,4-2 2,-2-3 2,-4-4-4,5-2 0,-3-3 2,-2-1-1,-2 2 2,4 2-3,-4 2 4,4 3 6,-8 0-9,4 2 1,0-2 5,4 0-7,-4 0 4,0-1-3,-4 4 2,0-1 15,4 2-18,-2 2 0,-2-1 11,-3-1-11,5-3 5,0 0-5,-2-3 1,2 0 0,-4 0-1,6-1 0,-4-2 1,0 0 1,-4 2-2,5 1 0,-7-1 2,4 3 6,-5 3-8,-1-2 0,6 4 6,-5-2-6,-1-1 4,4 2-4,-4-4 2,1 2-1,0-2-1,-2 2 0,-2 0 1,8 0 1,-7 2-2,3 0 0,-2 0 1,1 2-5,-3-1 4,1 3 0,-1-1 1,1-1 0,-3 2 0,-2 0-1,-3-1 1,4 1-8,-6 2 7,4 2 0,-2 0 2,0 2 0,-1 0 0,2 2-2,0 0 2,1 2-1,3-2-1,-4 0 0,1 0 4,-2-1-3,0 0 2,-1-3-3,0 2 0,2 0 2,-4 0-2,5 3-2,-3-2 0,2 4 4,-4-1-6,-1 5 4,-2-4 0,4 2 4,-4 1-4,0-2 0,2 0 1,0 0 3,0-2 0,6 2-4,-3-1 1,8 4 6,-3-2-7,3 2 0,-1 1-2,3 0 5,-3 1-1,1-1-2,-6 3 0,4 1 0,-9-2 0,9 0 0,-8 0 1,4-1 1,3 1 2,-2 1-4,8-3 3,2 2 8,0-2-11,1 0 0,3 2 2,-3 0 3,0 0-1,-2-2-4,0 1 2,-2 4 4,1-2-6,-4 2 0,3-1-1,2 0 6,0-2-10,0 2 5,1 0-23,8-1-47,4 0-73,10-1-271</inkml:trace>
  <inkml:trace contextRef="#ctx1" brushRef="#br0" timeOffset="30190.2501">10329 15357 110,'18'1'183,"-2"-2"-180,-1 1 27,-2-3 7,3 3-3,2 0 0,8-3-9,4 2 2,3-3-12,7 0 21,7 2-14,6-1-9,13 3-6,5 3-5,7-1 1,10 2 0,11-2-3,1 1 0,8 0 9,-2-3-8,-4 3 7,-3-3 10,-10 0-18,-13 0 12,-16 0-12,-18 0 0,-14 0 9,-9 0-8,-10 0 0,-9 0-1,-7 1-64,1 1-148</inkml:trace>
  <inkml:trace contextRef="#ctx1" brushRef="#br0" timeOffset="35192.0948">15019 16934 352,'0'-2'31,"-2"0"-18,0 1 23,2-1-36,2 2 7,0-5 8,0 5-9,6 0 34,-6 0-22,0 0 4,2 0 8,1 0-20,1 5 2,-2-5 20,8 0-14,5 0-8,10 0 3,7-5-9,1 5 23,8-4-24,9 2 5,-4 1-2,4-4 5,-4 3-7,6 2-4,-5 0 2,5 2-2,0 0-2,1 1 2,-4 0 7,3-3-6,-10 4-1,-1 1 3,-5-3 2,-7 1 11,-5-3-12,-6 0 4,-2 0 7,-5-2-12,1 1 1,-3 1 2,-2 0-6,-2 0 14,1-2-14,-3 2 0,-5 0-9,0 0 7,0 0-7,0 2-6,0-2 15,0 1-11,0 1-50,-9 2-42,3 1-198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8:41:35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5325 9322 554,'0'0'135,"0"0"-29,0 0-39,0 0-7,0 0-5,0 0 7,0 0-13,-24-94-6,24 90 19,0 4-24,-1 0-15,1 0 7,0 0-30,0 8-5,0 18 4,0 9 2,0 6 1,0 2-2,0-4 0,0 0 4,0-5-4,0-3 0,1 0 1,-1-7 1,3-4-1,-3-5-1,0-3 0,0-1-7,0-3-23,0-8-144,0 0-66,-3 0-236</inkml:trace>
  <inkml:trace contextRef="#ctx0" brushRef="#br0" timeOffset="375.111">5250 9397 572,'0'0'78,"0"0"32,0 0-49,-12-111 4,12 79-51,18 2-7,6 4 11,-3 5-10,7 8 8,-1 3-16,-7 6 4,5 4-4,3 0 0,3 6-3,6 15 1,-4 2 3,-2 1-1,-10 1 0,-8-4 2,-7-1-10,-6-3 8,0 2 0,-29 1 19,-11 1 0,-3-2 2,1-1-21,9-1 7,8-6-6,12-3-1,6-2-3,7-2 2,0-4-80,7 0-117,18 0-378</inkml:trace>
  <inkml:trace contextRef="#ctx0" brushRef="#br0" timeOffset="900.5052">5759 9242 475,'0'0'64,"0"0"28,0 0-2,0 0-8,0 0-39,0 0 1,9-44 33,-9 44-43,0 0-15,0 0-18,-13 0 8,0 12-1,-3 6-8,3 3 0,2 2 15,4 3-13,2-2 0,5 0-2,0-2 7,0-4-3,0 0-4,12-4 0,5-1 8,6-5-8,-4-3 3,2-3 4,-1-2-6,-3 0 10,6 0-11,-3-6 0,0-9 16,-2-6-16,-7-1 9,-5-2 7,-6 0 3,0 0 28,0 2-31,-15 2-7,-5 8-1,0 3-7,4 4-2,8 3 1,-2 2-10,1 0 8,7 0-38,2 2-84,0 8-94,0-1-238</inkml:trace>
  <inkml:trace contextRef="#ctx0" brushRef="#br0" timeOffset="1567.8654">6047 9230 609,'0'0'83,"0"0"25,0 0-57,0 0-11,0 0-26,0 0 5,9-15-19,-9 15-3,0 7 1,0 11 4,0 3 2,2 4 11,0 1-5,0-2 9,5 0-5,0-6 4,4-4 7,0-4-22,1-1 3,-4-4 2,1-3-5,3-2 11,-4 0-9,1 0-5,3 0 18,1-4-17,-5-10 2,4 0 0,-3 5 0,-5-3 3,-2 3-6,0 6 0,-2-2 10,0 5-7,0 0-6,0 0 1,0 6-14,2 8 14,8 0 2,5-2 0,1-2 7,4-1-3,2-8-2,5-1 13,0 0-2,1-1 10,2-13-5,-3-4-18,-8 0 22,-4-6-13,-3-1 6,-10-1 14,-2-1-12,0 4 1,0 3-5,-4 2-11,-9 7 8,1 2-10,-1 5 0,-1 4-6,-1 0 2,-1 0 3,1 4-4,1 12-41,8 0-81,-1 0-99,7 0-226</inkml:trace>
  <inkml:trace contextRef="#ctx0" brushRef="#br0" timeOffset="2271.3209">6502 9332 118,'0'0'385,"0"0"-300,0 0-7,0 0-8,0 0-30,0 0-3,100-83 10,-91 72-10,-5 1 6,-3-3-11,-1 6-8,0-1 24,0 4-27,0-1-8,0 3-1,0 2-11,0 0 5,0 0-6,-1 0 4,-8 0-12,3 0 5,-3 7 3,7 5-4,-1 0 3,3 3 0,0 4-1,0-1 4,0 3-2,0-4 0,5 1 0,8-2 3,-1-2-2,5-4-1,-2-1 2,10-8-1,0-1 14,-3 0-15,1 0 3,-6 0 6,-3-10-7,-5-4 0,-5 0 5,-4-2-6,0-1 14,0 3-15,-4-3 0,-3 2 0,3 3 4,4-2-4,0 1 0,0 1 0,5 2-6,16 4 5,-3 3 1,-5 3-8,-1 0 4,-6 0-8,1 17 3,-4 5 2,0-3 3,0 2 4,-3-1 0,2-3-2,5-5 3,-3-1-1,5-1 3,-3-4 4,4 2 17,1-2-6,3-1-10,1-2 16,7 3-23,7 2 2,7 0-3,-1-4-81,0-4-419</inkml:trace>
  <inkml:trace contextRef="#ctx0" brushRef="#br0" timeOffset="3217.2081">7587 9144 295,'0'0'271,"0"0"-170,0 0-29,0 0 6,0 0-55,0 0-20,-49-16 18,31 30 3,1 4 10,-1 4 3,5 2-19,3 2 6,7 3-12,3-4-11,0 1 15,0 1-16,17-3 0,0-5 9,8-2-8,-5-5 4,7-5-5,0-7 3,4 0 8,5 0-11,-3-2 0,7-15 3,1-1 0,-6-5-3,1-3 0,-9-1 1,-10-2 2,-5 2-3,-11 4 0,-1 7 9,0 6-9,0 4 1,-13 6-1,-4 0-4,-4 0-4,1 18 8,5 5 0,6 0 1,7 0 0,2-4 1,0 0-2,13-8 3,7-5 10,4-3-13,3-3 3,0 0 14,2-5-3,-2-15 3,-3-4-3,1-2-9,-10-3 25,-3 0-11,-10-1-4,-2 4 2,0 2-13,-14 8 4,-21 5-8,-19 11 1,-19 0-9,-21 7 8,-20 18-60,-24 6-192</inkml:trace>
  <inkml:trace contextRef="#ctx0" brushRef="#br0" timeOffset="4627.9432">3385 9874 256,'0'0'213,"0"0"-124,0 0-12,0 0-23,0 0-12,0 0-25,7-5-8,9 0 29,10-5-17,19-4 1,15-3 5,23-5-6,17 2 8,12-4 4,12-2-14,10 2 19,0-1-31,-5-1 1,-11 3 3,-18 5-7,-17 2-1,-25 4-3,-20 3 0,-16 4 3,-17 3-3,-5 2 0,0 0 16,0 0-4,0 0-6,0 0-6,-5 0 0,5 0-3,-2 0 3,-5-2 0,0-1 1,-2 1 0,-1 2-1,2-3 0,2 1 0,-3 0 1,7 2-1,0-5 0,-1 4 0,2-1 4,1-3-3,0 4-1,0-3 5,0 2-8,0 2 3,0 0-2,0 0 0,0 0-11,0 4 5,6 12 5,7 2 3,3 0-2,-3-1 2,0-5 0,-3-1-2,-6-3 5,0-4-3,-4-2 0,0-2 2,0 0 4,0 0-5,0 0 8,0-4 7,0-15-14,0 2-2,0-5 0,0 1 0,0 0 2,-4 5-2,2 2-1,2 7-1,0 2 3,0 3-2,0 2 0,0 0-13,20 0 10,6 9 2,7 6 2,6-3-2,-1 0 2,-7-4 0,-6-4 0,-10-2 1,-10 1-1,-3-3 0,-2 2 0,0 3-4,-2 5 4,-18 2 0,-7 2-2,-2 1 7,1-1-6,6 3 1,4-2 0,9-1-7,9-7-199</inkml:trace>
  <inkml:trace contextRef="#ctx0" brushRef="#br0" timeOffset="5544.6694">8004 9106 274,'0'0'212,"0"0"-103,0 0-22,0 0-22,0 0-17,0 0-23,-44-45 0,32 41-22,1 4 2,-3 0 10,10 0-3,-7 0 1,3 4-6,-1 10-7,-1 1 25,6 1-20,-2 2 3,-4-2 5,6-2-13,-3 1 2,7-2-2,0-1 1,0 0 2,1-4-3,23 0-101,1-4-282</inkml:trace>
  <inkml:trace contextRef="#ctx0" brushRef="#br0" timeOffset="5720.0309">8004 9106 587</inkml:trace>
  <inkml:trace contextRef="#ctx0" brushRef="#br0" timeOffset="6120.6657">8004 9106 587,'154'51'62,"-150"-52"11,-2 1-26,0 0-23,6 0-11,-2 1-13,5 18 15,-1 5 6,-4 4-4,3 5-1,-7-4-1,-2 0-2,0-4 15,0-2-17,0-8 1,-9-3 12,5-6-16,0-2 1,4-2 2,0-2-8,0 0 31,0 0 12,0-12 15,0-5-31,0-7-25,0-5 1,13-2-6,5 2 3,1 0-4,10 0 1,-2 7 0,-2 4-4,-5 6 6,0 6-3,-11 2 1,2 4-5,-2 0 3,-3 4-12,4 17 3,-2 4 5,3 1 7,1-2-1,-3-2 0,-1-4 7,1-2-6,-4-2-1,2-2 0,-3-4-1,-1 2 1,6-1-4,-5-2-98,0 0-123,5-7-234</inkml:trace>
  <inkml:trace contextRef="#ctx0" brushRef="#br0" timeOffset="6368.861">8537 9133 540,'0'0'95,"0"0"18,0 0-18,0 0-45,0 0-40,0 0-3,-3 12-6,3 17 28,0 3 6,3 4-24,8 0 7,-2 0-18,-4-2 3,-3-4-2,0-4-1,-2-4 0,0-4 0,0-4-92,0-5-66,0-5-109</inkml:trace>
  <inkml:trace contextRef="#ctx0" brushRef="#br0" timeOffset="6937.6511">8566 9386 331,'0'0'118,"0"0"-5,0 0-8,0-125-28,20 96-23,2 3-35,-4 9-9,4 8 11,-4 5-16,3 4-5,-2 0 7,-1 1-7,9 18 0,-5 5-1,-2 3 3,-4-4-2,-7 0 0,-5-2 0,-4-3-6,0-4 8,-2-4-2,-11 1 7,1-8-3,4-1 2,1-2 0,7 0-2,-2 0 32,2 0 0,0-5-14,0-8-10,0-5-10,13 1 1,7-2-3,3 3 0,-4 4-2,-5 6 2,-6 6 0,-3 0-3,-3 0-9,5 0 4,0 12-1,4 3 9,0-1 0,5-2 2,1-3-2,1-1 15,7-4-10,-4-2 6,-2-2-7,-1 0-1,-3 0 17,-1-3-17,-3-8 5,-9 2 13,-2-3 1,0-2 14,0 3-1,-11-1-24,-7 3 5,-9 4-16,0 1-2,8 4-1,1 0 2,5 0 0,-1 0 1,5 4-15,6 6-19,3-2-125,0-1-102</inkml:trace>
  <inkml:trace contextRef="#ctx0" brushRef="#br0" timeOffset="7232.2326">9188 9069 459,'0'0'199,"0"0"-78,0 0-44,0 0 9,0 0-21,0 0-31,58-23-7,-52 57-8,2 8 58,-4 2-8,-2 2-41,-1-6 9,9-2-33,-6-6-3,3-3 8,-2-8-8,-3-1 0,-2-3-1,0-1-7,0-6-47,0-10-393</inkml:trace>
  <inkml:trace contextRef="#ctx0" brushRef="#br0" timeOffset="9021.2587">9553 9194 660,'0'0'51,"0"0"-10,0 0-26,0 0 13,132-30-22,-85 18-4,-12 0 0,-6-2-2,-11-2 0,-7 0 7,-11-3-5,0 1 12,-27 2 12,-3 2-12,2 4 6,9 4-11,1 2 3,11 0 15,7 4-16,0 0 0,0 0-7,2 0-2,19 0 1,-2 0-3,-1 7 0,5 8-7,-6 6 6,1 2 1,2 4-2,0-4 4,3 0-1,-4-3-1,-6-2 0,1-2-4,-12-2 4,-2-2-4,0 1 2,0-1 4,0-5-2,0 0 0,0-4 0,0-1 9,0-2-9,14 0 11,11 0 3,4 0-13,0-5 3,4-7-4,-6-2 0,1-1-1,-3-2 1,-7-2 0,-7-1 3,-4 0 0,0 2-4,-3 0 1,-4 2 0,0 4 0,0 1 0,0 3 0,0 7 1,0-2 1,0 2-4,-11 1-3,4 0-2,-7 0 3,3 4 1,0 7 0,5 3 0,-3 2 6,9 2 0,0-1-3,0-1 0,7 0 8,12 0-3,4-4-5,1-5 6,12 0-6,-3-5 8,10-2-7,-1 0 3,0 0-3,1 0 1,1-6-2,-7-9 3,-4 1-2,-4 1 1,-3-6-2,-8 5 0,0-6 1,-6 5-1,-2 1 0,-5 0 0,-5 3 1,0 4 1,0 0-2,-3 3-1,-14 4-5,-12 0 1,-7 0 3,3 2-2,0 10 5,4 6-2,3 1-1,4-1 1,16-2-7,4-2 8,2-2 0,0-2 2,15-4-2,14-3 11,4-3-8,4 0 1,-2 0 0,-4-1-4,-2-10 0,-2-2 1,-3 0-1,-4-4-1,-7 4 1,-1 6 0,-3 0-3,-9 5 3,0 2-1,0 0-4,-7 0-10,-11 0 13,-10 0 1,10 0 1,2 7-3,3-2 3,6-1-2,4 1-3,3-1 0,0 0 5,0 0 0,0 0 2,0 0 0,0 3-2,0 2 0,0 3-7,-6 0 8,-16 4-1,4 0 0,0 0 2,7 0-2,3 1 0,8-3 0,0 6 4,0-1-1,12 0-2,4 2-1,5 2 4,-2-4-2,-6 1-2,3-4 0,-7-2-3,-3-2 3,-6-1 0,0-6 0,0 2 1,-13-3-1,-14-3 4,-2 1-3,0-2 9,12 0-7,3 0 0,14-5 20,0-16 1,10-6 1,25-9-25,18-5 1,6 4-3,12 0 4,-9 7-2,-4 8 0,-9 4 6,-16 7 4,-10-1 15,-9 7 13,-6-1 13,-1 2-14,-7-1-13,0 4-17,0 1-2,0-2-10,0 2-1,0 0-59,0 0-91,0 0-93,0 0-524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7-12T08:22:08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18554 7913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11-30T06:11:45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4794 15398 459,'-9'-3'6,"-4"-6"14,-1-1 27,1 0 2,-1 2 0,10 0-39,0 0-7,4 6 16,0-1-9,0 0-7,2 1-3,2 0 3,-2 2-4,12 0 1,0 0 0,14 0 0,15 2 1,12-4-2,17 2-81,17-2-141</inkml:trace>
  <inkml:trace contextRef="#ctx0" brushRef="#br0" timeOffset="890.3281">8396 15323 448,'-20'-5'10,"-3"-1"5,3-1 43,-4 2-11,8 1-16,1 4-18,4-2-4,7-1-9,4 6-8,2-1 8,5 2 9,8 1 1,14 2 16,16-1-15,17-1 3,21-3-7,5-2-5,11 0 3,-1 0-5,-7 0 1,1 0-2,-14 0 2,-14 0 4,-15 0-5,-18 0 0,-11 0 19,-13 0 11,-7 0-10,0 0-18,-2 0 2,0 0 1,-1 0-5,3 0-9,0 0-36,0 0-20,3 0-34,-1 3-81</inkml:trace>
  <inkml:trace contextRef="#ctx0" brushRef="#br0" timeOffset="113796.5276">1845 3389 443,'6'-7'32,"-3"-1"4,-3-2 18,0 2 14,-3 1-43,3 0-8,3 2 3,-3 1-3,-3-1 13,3 3-4,0 0-9,-4 1 9,4 1-21,-2 0 3,2 0-8,-5 0-4,5 0 4,-2 1-1,-4 1 4,-6 3-2,-5 1 0,-9 2-1,-4 3 6,-6 4-6,2 3 1,-4 2-1,10 1 0,-1 4-2,2 3-1,7 2 3,1 3-7,5 1 16,3-1-13,-1 2 4,6-2 0,-3-1-3,5 2 4,1 1-3,3 0 2,0 4 0,3 0 2,3 0-2,3 1 0,2 0 1,-1-2-1,9 1 0,-3-1 0,-1-3 6,1 0-9,2 1 3,4-1 0,-2 0 2,5 2-2,-4 2 0,4 1 1,-2 5 2,-3 0-5,-7 4 2,-7-1 0,-8 0 3,-6-1-1,-5-1-2,-3 0 0,-3-5 0,2 2 3,1-6-3,-1 4 0,-4-3 3,3 4-3,1-1 0,-1 0 0,0-1 2,7-3-5,0-8 3,4 2 0,3-5 0,2-1 0,2 0-1,0-1-1,2 0 4,2 2-3,1 0 1,0 2 0,5-2-3,1 4 7,0-4-6,5 3 2,-4-1 0,3 0 3,-4-2-3,-2 1 0,-4 0-1,6-1 5,-7-1-4,0-1 0,3-1 1,5-5 6,-4 1-7,10-4 0,-1-3 13,6 0-12,2-2 4,1-1 4,-1 0-8,-3-2 10,-2-3-11,-2-3 1,-4 1 4,-3 0-5,-1 0 0,0-2 0,-6 2-1,5 1 1,-3-1-74,6-2-100</inkml:trace>
  <inkml:trace contextRef="#ctx0" brushRef="#br0" timeOffset="143845.1641">12050 10732 322,'0'3'11,"0"-3"-6,-5 0-4,5 3 12,-2-1 16,4-2-25,3 2 14,-5-2 6,5-2-3,-3 0 7,-1 2-14,8 0-3,-4 0 3,4 0-10,5 0 9,3 0-3,8 0-4,6 2-3,2 0 0,10-2-3,-1 2 3,1 1 1,-1-3-4,2 0 10,-1-3-3,11 1 10,-7 2-3,10 0-8,1 2 7,0 1-11,0-3 4,0 2 2,0-2-2,9 0 19,4 0-16,3 0-7,10 0 14,-1 3-11,-7 1 1,-4 1-3,-4 2 0,-14-1-1,-10 2-2,-13-4 0,-4 0 1,-11-1-1,-1-3 0,-3 3 0,-1-3 2,-5 0-2,6 0 0,-10 0-11,0 0-38,-2 2-28,-6 2-29,-10 1-154</inkml:trace>
  <inkml:trace contextRef="#ctx0" brushRef="#br0" timeOffset="144399.4803">12079 10914 334,'-5'0'7,"12"0"-7,-2 0 12,12-2 24,10 2-6,9-2-11,9 4 3,11-2-10,10 0-1,19-2-7,15 1 4,12-4 4,5 1-7,6-2 7,-5 0 3,0-2 2,-8 2 11,-6 0-8,-8 1 5,-15 0 3,-10 1-19,-11 1 6,-6 0-2,-9-1-9,-10 2 2,1 0-6,-12 2 2,-1-1-1,-8 1-1,-2 0 0,-3 1 0,-4 1 1,-2-2-5,3 2 4,-7 2-1,2-1-2,-4-3 3,2 3-3,-2 1-48,-3 1-103,1-4-111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8:10:50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14547 8839 352,'0'0'24,"0"0"10,0 0 28,0 0-25,0 0-10,0 0-4,0 0-7,-12-14 13,12 8-5,12 1-10,-3-2 24,1-1-38,11 2 7,-1 0-1,4 0-2,-6 2 1,3 2-5,-4 2 0,-3 0 6,-1 2-5,-7 22-1,6 6 14,-6 8-8,3 8 19,-8 3-6,2 6-8,-3-1 25,0 4-30,0 0 2,-15-3 5,-3-1-8,-6-1 13,2-5-16,1-4 3,6-8 9,6-4-12,2-11-2,4-4 4,3-7-1,0-3 0,0-2-3,0-1 0,0-1-2,0 2 2,0-1 0,0 2-1,0 6 7,0 5-7,0 6 1,0 3 0,0 4-3,17 4 3,6 5 0,7 1 1,1 4 5,8 0-6,-6 0 0,9 0 0,-4-2-6,-3 0 8,4-1-2,-6-7 0,5-1 4,-5-5-5,-6-5 1,-12-3 0,-1-5-2,-10-1 2,-4 1 0,0-1 10,0 1 3,0-1 37,-9-1-10,-13 1-21,-7-4 36,0 2-39,-1-2-7,4 2 2,7-2-8,-4-1-2,0 2-1,2-3 0,7 0-12,8-6-24,-2-2-195,8-10-619</inkml:trace>
  <inkml:trace contextRef="#ctx0" brushRef="#br0" timeOffset="7235.4016">16505 8650 527,'0'0'7,"0"0"21,0 0 12,0 0-40,0 0 11,0 0-18,0 0 10,0-5-3,0 5 19,0 7 9,0 12 19,0 5 2,0 7-16,0 4 17,0-2-39,0 1-7,0-5 12,0 0-12,0-8 7,5-3-8,3-4 6,-8-4-3,2-2-6,-2-1 0,0-4 0,0-1 3,0-2-3,0 0 1,0 0 4,0 0 19,0 0-23,0-2 3,0-12 9,0 0-12,0-6 1,-10 0-2,8-5 6,-1-2-1,3-5-5,0-2 0,0-3 3,17 3 0,0 2-3,6 6 0,-3 6 3,3 5-9,-3 4 6,-3 8-1,-6 3-5,0 0-4,-11 1 2,0 19 7,0 5 1,-11 2-5,-7 2 5,5-1 0,0-5-4,9-2 4,4-5 0,0 0 0,4 3 3,11-4-5,1 2 2,-1-3 0,-5-2-3,3-1 5,-7-2-2,-1-2 0,-5-1 4,0 0-7,-11 1 3,-14 2 0,-6 1 6,-2-4-4,-3 2-2,5-4 0,2 0 8,15-4-6,3 0-2,11 0-3,0 0-57,9-12-151,19-8-303</inkml:trace>
  <inkml:trace contextRef="#ctx0" brushRef="#br0" timeOffset="8384.2432">16869 8712 470,'0'0'62,"0"0"-6,0 0 40,0 0-72,0 0-22,0 0 12,-23-5-13,13 17 19,-1 2 0,5 2-7,-7 0 21,10 0-25,-4 2-8,7-3 15,0-4-12,0-1-4,0-6 0,0-3 6,0 2 6,2-3-12,3 0 0,-2 0 22,4 0-10,3-4 7,1-7-4,-7-6-13,8 3 14,-8-1-16,5 6 0,-6 1 13,0 1-12,2 5 5,-5 2 0,0 0 0,4 0-7,1 0 1,6 0 0,0 11-7,3 3 10,-1-1-3,2 0 0,1-1 0,0-3 4,-1-6-4,-2-1 0,1-2 10,-2 0-8,2 0-2,3 0 0,-2 0 7,1-5-5,-4-7-2,2 3 0,0-1 3,-10-5-2,4 3-1,-8-2 0,0 1 5,0 3-4,0 1-1,0 4 0,0 3-6,0 2 6,0 0-5,-6 0 2,2 0-2,-7 2-5,-1 8 10,5 4 0,-3-1-6,8 1 6,-3-2 0,0-1 0,5-3 1,0-2 2,0-2-3,0-4 0,0 0 8,5 0-6,0 0 1,6 0-2,-5 0 5,3 0 0,-2-10-6,0 3 0,-5 0 1,-2 1 0,2 0-1,-2 1 0,2 5 2,-2 0-4,0 0 2,0 0-12,0 0 8,5 0-8,-1 7 12,1 3-2,6 0 6,0-5-2,5 2-2,-2-5 0,5-2 10,2 0-7,-2 0-3,-5 0 0,-1-2 4,-7-6 3,2 1-7,-7 2 0,-1-2 5,0 4-3,0-3-2,0 3 0,0-6 5,0-1-6,0-1 1,0 0 0,0 3-3,0-1 3,0 5 0,0 3 0,0 1 5,0 0-8,0 0 3,0 0-9,0 0 0,0 0 2,0 0 0,0 0 7,0 0-24,0 0-2,0 0-11,0 0 0,0 0 15,0 0-42,0 0-43,-9 0-352</inkml:trace>
  <inkml:trace contextRef="#ctx0" brushRef="#br0" timeOffset="9034.893">17199 8678 129,'0'0'275,"0"0"-224,0 0 0,0 0 4,0 0-48,0 0-1,0 0 23,8 30-9,-8-12 10,3 0-4,2-1-13,2-3 21,-7-4-27,4-1 9,5-4 3,-7-2-14,2 2 15,6-5-11,-8 0 0,9 0 19,-5 0-21,6 0 3,-1-5-1,-5-6-8,3-3 13,-6 0-14,-1 0 0,-2 0 10,0 0-7,0 1 2,0 3 18,5 5-17,-5 1 28,2 1-23,-2 3-4,0 0 8,0 0-15,0 0-2,0 3-6,2 13 8,2 3 5,8 1-5,-2-1 1,4-1 23,0-2-23,-4-2 4,2-2 0,-2-2-1,4 0 2,0-4-6,-3-2 0,-5-2-5,6-2-156,-8 0-215</inkml:trace>
  <inkml:trace contextRef="#ctx0" brushRef="#br0" timeOffset="9634.5255">17629 8624 470,'0'0'19,"0"0"55,0 0 37,0 0-40,0 0-44,0 0 4,-37-14-20,16 14 13,4 12-14,1 2-4,1 7 19,-1 3-23,3 2 9,3 0 3,6-3-12,4 3 10,0-3-12,0-5 0,0-2 10,7-8-8,11-2-2,0-6 13,1 0-10,4 0 18,4-13-21,-9-4 2,-3-7 5,-1-2-5,-5-3-2,-5 0 1,-4-4 2,0 1-3,0 0 0,0 0 0,-9-2 1,2 6-1,-4 3 0,7 2 6,-5 11-1,7 4 13,2 5-14,0 3-1,0 0 0,0 0-3,0 0-6,0 21 3,0 7 6,0 6 3,2 2-1,9-2 0,0 0 28,-2-3-32,0-4 9,4-3 0,-6-3-8,4 1 8,2 0-10,1-4 2,1 5-8,-1-8-72,-1-7-172</inkml:trace>
  <inkml:trace contextRef="#ctx0" brushRef="#br0" timeOffset="10266.9057">18057 8642 350,'0'0'109,"0"0"-13,0 0 24,0 0-71,0 0-9,0 0-7,16-66-19,5 64 8,-6 2-8,-4 0-11,-2 10 17,0 16-15,-3 6-5,6 4 18,-3-2-15,-5-6 8,0-3-11,1-8 2,-5-8 14,2-6-12,-2-3-2,0 0 28,1 0 13,-1 0 49,0-13-25,0-12-62,0-7 23,0-3-26,11-4-2,-7 4 0,7 4 10,-2 9-13,0 6 3,2 4 0,-6 4-3,8 4 3,0 2-22,2 2-73,3 0-54,-2 0-10,7 0-218</inkml:trace>
  <inkml:trace contextRef="#ctx0" brushRef="#br0" timeOffset="10964.9597">18551 8508 166,'0'0'289,"0"0"-218,0 0 11,0 0-15,0 0-15,0 0-37,-116 35 8,93-20 3,3 5-16,-2 5 15,4-1-14,5-1-10,8-2 23,5-7-24,0-1 0,0-6 10,11-4-9,6-3 10,2 0-11,-4 0 5,-1 0-4,1-5-1,-5-8 0,-6-1 3,-4 1 1,0-3-1,0 0-3,0-2 0,0 3 13,0 6-9,0 4 15,0 3 17,0 2-24,0 0-5,0 0-7,3 0 0,9 10-7,2 2 7,3 1 0,6-6 10,-5-3-10,9-1 10,2-3-10,6 0 3,11 0 16,0-13-18,-4-1 33,-11-1-20,-15-2-13,-3-3 7,-7-4-8,1-5 3,-7 0-1,0-5-2,0 0 0,0 0-2,-1-1 6,-11 5 1,1 9-4,7 4 3,2 8 33,-4 6-27,6 3 2,0 0-8,0 0-4,0 10-7,6 15 5,7 10 2,4 2 17,1 1-17,7-4 0,-9-2 14,1-2-12,-6-2 0,-8-2-2,-3-2 4,0 0-13,0-5-93,0-6-117,-5-9-137</inkml:trace>
  <inkml:trace contextRef="#ctx0" brushRef="#br0" timeOffset="11435.6192">18798 8522 535,'0'0'59,"0"0"32,0 0 19,0 0-81,0 0-8,125-89-7,-84 72-11,5-1 26,-6-2-28,-7 2 8,-4-2 16,-9 0-11,-9 0 4,-4 2-5,-7 3-12,0 4 25,0 4-26,-9 3 0,-6 4 10,-8 0-10,3 0 0,-5 4 0,6 12 4,-5 5-2,7 4-1,4 6-1,2-1 16,11 0-12,0-2 12,9-5 3,23-2-5,11-9 46,11-1-20,17-6-10,7-1 1,-2-2-16,-13-2-2,-23 0-13,-13 0 9,-10 0-9,-1 0 0,-5 0 0,-6 0-10,-5 0 3,0 6-72,-12 8 0,-21 4-58,-12 0 38,-10 2-80,-13 2-265</inkml:trace>
  <inkml:trace contextRef="#ctx0" brushRef="#br0" timeOffset="33334.6685">14402 11451 402,'0'0'149,"0"0"-52,0 0 36,0 0-59,0 0 7,0 0-13,0 0-25,55 49 19,-52-35-46,-3-2-5,0 5 6,0 2-14,0 1 3,-3 2-6,-6-2 4,5 0-16,-3-4-47,3-5-159,2-6-74</inkml:trace>
  <inkml:trace contextRef="#ctx0" brushRef="#br0" timeOffset="33719.6686">14337 11281 315,'0'0'194,"0"0"-159,0 0-21,0 0-14,0 0-38,0 0-127</inkml:trace>
  <inkml:trace contextRef="#ctx0" brushRef="#br0" timeOffset="45079.5596">15991 11226 657,'0'0'6,"0"0"47,0 0 22,0 0-42,0 0 2,0 0-5,0 0 18,6-19-25,-6 19 8,-8 0-12,-12 0-14,0 0-3,-9 10-2,4 2 0,8-1 17,3 0-13,8-1 0,1 1-1,5-2 2,0-1-2,0 3-3,15-1 0,9 3 6,4 3-5,3 5-1,5 0 1,-3 3 4,-6 1-2,-5-4-3,-4-4 0,-11-3 3,-3-6-2,-4-1-1,0 2 5,-2 2-4,-16-2 24,-7 3-8,-2 0-9,6-4 8,-2-2-16,7-2 0,12-3-1,0-1-4,-1 0-8,5 0-74,0-14-121,0 2-235</inkml:trace>
  <inkml:trace contextRef="#ctx0" brushRef="#br0" timeOffset="46190.0698">16292 11381 445,'0'0'97,"0"0"-17,0 0 19,0 0-24,0 0-44,0 0-14,-42 9 33,42-9-15,0 0 6,0 0 11,2 0-18,11-11-22,10 0-12,-3-3 0,2-1-3,-2 4 3,-6-2 0,-1 2 0,-9-1 3,-4-1 2,0-1-5,0 2 0,-2-1 6,-16 6-6,-2 3 0,2 4 0,3 0 4,-1 0-6,-2 0 2,-2 9 0,2 4-2,5 3 3,2 2-1,4 2 6,0 3-5,7 0 7,0 4-8,0-4 0,19 2 1,-2-5 0,1-2-1,-1-6 2,6-3 0,-5-4 4,7-5-6,1 0 0,5 0 11,8-14-11,-6-6 0,0 0 1,-6-2 3,-4 4 0,-10-2-4,-9 2 0,-4 2 9,0-1-7,0 2-2,-9 2 0,1 1 5,-4 2-8,8 4 3,-3 0 0,7 0 3,0 2-3,0 0 0,0 1-3,0 0-3,9 0 5,-1 3-2,4 0 2,0 0-10,1 11 11,-7 11-2,3 5-1,-9 3 6,0 0-1,0 0-1,0-2 12,0-4 11,2-2-23,7-4 3,0-8 5,3-2-9,10-6 8,-4-2-8,12 0 0,7-2 6,-4-16-6,0 0-4,-5-4-12,-2-2-10,-9-2 23,-5 2-2,-1-1 5,-9 5-2,-2 4 3,2 5-1,-2 0 4,0 7-3,0 2 22,0 2 3,0 0-19,0 0-4,0 0-3,0 6 0,0 9-2,0-1 4,2 2 2,5 0-4,-6-4 0,3-1-6,0 1 4,3-3-90,-5-3-89,0-6-191</inkml:trace>
  <inkml:trace contextRef="#ctx0" brushRef="#br0" timeOffset="46363.1728">16878 11105 665,'0'0'23,"0"0"56,0 0-20,0 0-59,0 0-1,0 0 0,0 0-22,7-2-115,14 12-254</inkml:trace>
  <inkml:trace contextRef="#ctx0" brushRef="#br0" timeOffset="47133.7529">17322 11194 535,'0'0'59,"0"0"2,0 0 1,0 0-18,0 0-16,-115 17-1,87-2-4,-1 5-6,0-1 18,5 3-25,6 1 2,9-1 4,9-3-16,0 2 7,9-5-7,16-3 0,8-4 2,5-7-2,-3-2-5,3 0 0,-6-2-21,-4-10 4,-10-3 6,-6 0 16,-10 1-1,-2-1 4,0 1-1,0 3 22,-12-2-1,4 5-5,-1 2 2,6 4-9,2 1 21,1 1-32,0 0 2,0 0-4,0 0-8,0 8 10,0 5 0,1 1 1,13 0 6,2-1-7,3-5 0,2-2 0,-3-5 2,-1-1 4,4 0-6,-4 0 4,1-3-2,0-12-2,2-3-1,-2-6-1,-3-2-6,-1-2 7,-3 0 1,-11 0 0,0 0 1,0 4-1,0 0 0,-13 5 15,1 4 1,8 3 13,-3 2 0,5 8-4,0-3 14,2 5-28,0 0-4,0 0-7,0 3-4,0 17 4,0 8 12,0 4 0,13 1 37,1 2-27,-1 0-19,5-6 4,-3 0-5,1-4-1,-5 1-1,3-5-65,-1-3-47,-2-6-111,3-9-275</inkml:trace>
  <inkml:trace contextRef="#ctx0" brushRef="#br0" timeOffset="48753.5652">18138 11191 574,'0'0'61,"0"0"84,0 0-75,0 0-45,0 0-8,0 0-16,0 12 36,0 11 29,0-2-43,0 7 13,0-3-21,0-2-4,2 0 7,2-8-16,1 0 1,-1-8-3,-4-4 7,0-1 2,0-2-9,3 0 0,-1 0 14,3 0-8,-1-10 0,-4-7-5,0-5 5,0 1 1,0-1-7,0-5 0,0 4 10,0-2-10,0 4 6,0 1-6,2 8 9,0 5-7,-2 5-2,0 2 0,2 0-6,-2 0-1,7 9-5,-6 12 12,12 5 0,-7-1 2,7-2-2,1-1 0,-1-6 3,1-2-1,-3-6-2,-3-3 0,1-3 5,5-2 8,0 0-13,1 0 0,-1-5 10,-3-6-9,-3-3 3,2-1-4,-4-3 6,1-2 2,-7-1-8,4 4 0,-4-1 4,2 7 2,-2 2-5,0 6 15,0 0-16,0 3 15,5 0-15,-3 0-12,3 3 12,6 9-6,0 1 6,3 1 0,1-4 4,1-1-3,-3 0-1,3-1 0,-5-4-2,5-4 2,-3 0 0,-6 0-4,8 0-7,-4 0 4,3-8 0,-3-5 4,-5 2-3,6-3 6,-8 0 0,3 0 0,-7-2 3,0 4 0,0 3-3,0 2 0,0 5 9,0 2-7,0 0 1,0 0-3,-7 0-4,0 8-4,-4 10 8,2 0 0,7 4-3,2-1 3,0-2 0,7 1-1,11-4 3,6-4 0,-2-4-2,4-4 0,2-1 2,1-3 2,-5 0-2,-6 0-2,0-9 1,-7-3 11,-9 0-11,-2-4 0,0-2 18,0 0-18,-6 0 8,-15 5 1,2-2-10,-4 5 5,2 3-5,9 7 0,-2 0-6,5 0 6,4 0-3,4 0-14,1 7-70,0 1-30,11 0-96,9-4-192</inkml:trace>
  <inkml:trace contextRef="#ctx0" brushRef="#br0" timeOffset="49684.3866">19050 11180 574,'0'0'82,"0"0"18,0 0-28,0 0-36,0 0-17,0 0 19,-83-5-7,70 15-2,-1 2-2,1 5-14,9-2 13,-5 2-15,6-2-9,3 3 10,0-1-9,0-2-3,7-1 5,13-7-3,-2-6 9,7-1-10,-4 0 1,4-3 8,2-13-9,-9-1 3,-3-1-3,-5 2 3,-6 0 3,-4-5-7,0 2 0,0-6 11,0 4-11,-16-5 5,3 1 5,-1 0-8,6 4 15,-1 1-3,5 8-2,-4 3 14,8 4-25,0 4 7,0 1-7,0 0 6,0 0-14,0 0 7,0 0-16,0 6 10,0 14 8,8 4-2,-2 6 0,5 2 3,-5 0-6,4-2 3,1-4 0,-7-3-3,5-2 5,0-3-2,2-5 0,1-4 0,3-3 5,-1-6-5,5 0 0,4 0 11,-6 0-7,6-2-4,-5-7 2,-5-6 0,3 1 4,-3-4-6,3-2 0,-3-2 4,1 0-2,-3-2-2,-7-1 1,2 4 4,2 3-3,-8 4-2,0 4 0,0 6 0,0 2 1,0 2-1,-8 0 0,0 0-3,-8 0-3,-5 8 5,4 6 1,2 4-7,-1 0 7,4 2-2,11 0 2,1 0-3,0 0-1,0-2 1,13 6 3,20-4 5,6-2-3,5-2 48,5-3-44,-2-4-3,-12-4 1,2-5-4,-16 0-20,-3 0-20,3 0-108,-6-10-92,-11-4-248</inkml:trace>
  <inkml:trace contextRef="#ctx0" brushRef="#br0" timeOffset="50001.0603">19676 10971 586,'0'0'91,"0"0"24,0 0-33,0 0-11,0 0-15,0 0-7,0 0-15,41 1 5,-29 24 16,2 7-26,-1 3 0,-7-2-8,6 1-11,3 3 0,8-5-10,-3-3 0,3-5 6,-10-10-6,-7-2-1,3-4-77,-2-3-104,1-5-178</inkml:trace>
  <inkml:trace contextRef="#ctx0" brushRef="#br0" timeOffset="51704.4983">20603 11243 498,'0'0'56,"0"0"31,0 0 26,0 0-54,0 0-38,0 0-9,0 6 1,0 14 57,0 4-22,0 1-23,0 0 11,0 4-33,0-5-2,0-1 5,0-3-4,7-3-4,0-8-68,7-2-84,5-7-145</inkml:trace>
  <inkml:trace contextRef="#ctx0" brushRef="#br0" timeOffset="52550.6329">21012 11197 469,'0'0'86,"0"0"34,0 0-27,0 0-32,0 0-46,0 0-14,0-4 8,0 4-8,0 12 17,0 4 8,0 2-5,-6 0 7,6 4-16,0-1-4,0 0 13,0-5-17,0-2 4,0-5-3,0-5-1,0-3 5,0-1-9,0 0 0,0 0 21,0 0 13,0-4-1,0-14-28,6-6-1,-2-8 5,7 0-9,-6-4 0,8-1 1,0 0 1,-7-1-2,13 2 0,-10 2 0,11 5 0,-5 6 0,1 5 0,-6 8-7,-2 3 7,1 7-3,-7 0-4,-2 0-14,0 12 21,0 12-12,0 5 10,0-1-6,0 0 8,-2-3-4,-7-4 2,1-5 0,-2-2-2,3-4 4,1-2 0,3 2-4,-2-3 6,5 4-2,0-3 0,0 0 2,0-2-1,10-2-1,7 0 0,6-1 5,-1 0-3,0-3-4,-2 2-16,3 0-127,-10-2-17,1 0-222</inkml:trace>
  <inkml:trace contextRef="#ctx0" brushRef="#br0" timeOffset="53095.4709">21401 11107 422,'0'0'136,"0"0"-13,0 0-24,0 0-36,0 0-46,0 0-15,-11-8 15,7 19-7,2 6 18,-5 3-12,7 1-3,0 5 24,0 1-25,0-1 7,0-4-4,0-4-11,0-4 13,0-5-17,0-5 0,0-3 7,0-1-5,0 0 5,0 0 7,0 0 5,0-4 29,0-11-48,0-6 3,0-1 8,0 2-9,0-2 0,7 0 2,-5 1 1,2 1 9,0 1-14,3 0 2,0 2 14,4-1-13,0 2 1,3 1-4,-1 3 6,1 5-10,-1 0 4,-5 4 0,4 1-10,-2 2 9,-5 0-12,3 0-47,-6 4-14,-2 6-33,0 2-40,0 1-137</inkml:trace>
  <inkml:trace contextRef="#ctx0" brushRef="#br0" timeOffset="53238.5726">21401 11107 222</inkml:trace>
  <inkml:trace contextRef="#ctx0" brushRef="#br0" timeOffset="53395.6847">21401 11107 222,'72'80'252,"-72"-80"-139,0 0 0,0 0-57,6 0-34,15-2-2,-4-3-10,8 0 2,-2 3-12,5 0 0,-1-1-6,-3 3 5,-10 0-70,-7 0-92,-1 0-123</inkml:trace>
  <inkml:trace contextRef="#ctx0" brushRef="#br0" timeOffset="53550.7991">21474 11347 319,'0'0'98,"0"0"41,0 0-16,0 0-31,0 0-53,0 0-28,111-10 4,-78 5-15,0-4 0,1 5-1,-15 0-42,4-1-62,-5-1-136</inkml:trace>
  <inkml:trace contextRef="#ctx0" brushRef="#br0" timeOffset="54280.9822">21822 11145 433,'0'0'78,"0"0"3,0 0 17,0 0-62,0 0-25,0 0 2,-7-2-10,1 2-3,0 0 27,2 4-2,-8 8 9,3 6-7,5-1-15,4 4 18,-2-1-22,2-2 5,-8-2-1,6-4-6,-2-4 11,4 0-17,0-4 2,0 0 3,0-2-4,0-2-1,0 0 9,0 0 4,0 0 49,0-10-40,0-6-21,0-4 15,2-2-14,3 0-1,4-2 7,-3 2-7,1-1 5,5 6-6,-10 5 0,3 3 3,3 4-1,-7 3-2,2 2 0,7 0 1,-6 0-4,9 0-1,1 7 4,1 8-1,3 2 1,4 0 0,-6 4 0,4-7 4,-5 1-5,-2-5 1,-3-3 0,1-7 4,-9 0 1,2 0 2,6 0 17,-6 0-4,7 0 4,-5-5-17,4-7 0,-4 0 21,1-3-23,-1 1 12,0-6-4,-4 1 1,0-5 3,0 2-17,0 3 3,-2-2 9,2 5-12,3 2 0,-3 2 4,-2 0-1,4 4-3,-2 2 0,-2 2-11,5 0 11,-5 4-57,3 0-74,-3 0-72,0 0-68,0 4-273</inkml:trace>
  <inkml:trace contextRef="#ctx0" brushRef="#br0" timeOffset="55504.3444">22302 11073 217,'0'0'157,"0"0"-45,0 0-21,0 0-9,0 0-39,0 0 1,0 0 10,-11 2-23,22-2 28,7 0 8,9 0-43,0 0 2,1 0-26,1-2 0,-2 2-3,-7 0 3,-5 0-61,-5 0-53,-8 2-126,-2 6-257</inkml:trace>
  <inkml:trace contextRef="#ctx0" brushRef="#br0" timeOffset="55672.3894">22322 11226 566,'0'0'97,"0"0"-4,0 0-45,0 0-39,129-7-9,-89 3-3,1 0-98,-6-2-194</inkml:trace>
  <inkml:trace contextRef="#ctx0" brushRef="#br0" timeOffset="55939.6772">22808 10983 639,'0'0'122,"0"0"-9,0 0 18,0 0-74,0 0-31,0 0-19,0 16-3,0 12 64,0 4-45,0-1 6,0 6-8,0-3-13,0-1-1,9-1-7,-5-1-4,-4-3-4,0-6-135,0-6-143</inkml:trace>
  <inkml:trace contextRef="#ctx0" brushRef="#br0" timeOffset="76412.3964">14533 12371 201,'0'0'262,"0"0"-237,0 0-21,0 0 20,0 0 22,0 0-26,0 0-9,0 0 2,12 0 5,-10 0 24,0 0 2,5 15 0,-3 3-2,0 4-19,3-2-8,-2 1-7,-5-1-6,0-1 2,0-3-4,0 0 0,0-4 0,-14-5-55,-5-7-426</inkml:trace>
  <inkml:trace contextRef="#ctx0" brushRef="#br0" timeOffset="76611.2128">14479 12212 635,'0'0'0,"0"0"0,0 0-4,0 0 3,0 0-9,0 0-59,56-14-238</inkml:trace>
  <inkml:trace contextRef="#ctx0" brushRef="#br0" timeOffset="77488.8354">15751 12136 156,'0'0'152,"0"0"-151,0 0 39,0 0 67,0 0-52,0 0-12,3-36 10,-3 29-14,0 6 21,0-4-45,0 5 36,0 0-18,-6 0-28,-7 0-2,-5 2-3,-8 17 0,10-4 13,2 3-11,3 1-2,9-6 6,2 1-4,0 0 1,11-1-3,11 1 1,12-2 10,-1 0-11,6 0 0,-8 0 4,-5 0-3,-8-2-1,-5 2 0,-8 0 0,-5 3 6,0-1 4,-2 1 9,-14 4 11,-11-6-9,-2 1-2,0 0-10,-2-4-9,4-2 8,5 1-8,6-5-3,12-4 3,2 0-62,2-9-147</inkml:trace>
  <inkml:trace contextRef="#ctx0" brushRef="#br0" timeOffset="77804.0644">16051 12031 487,'0'0'9,"0"0"10,0 0 56,0 0-43,0 0 21,0 0 13,41 86-22,-37-48-12,3 3 6,-3-5-16,-4-2-3,2-4-8,5-6-10,-5-4 7,1-4-8,0-1 0,3-8 0,-4 0 0,-1-4-48,-1-3-133,0 0-345</inkml:trace>
  <inkml:trace contextRef="#ctx0" brushRef="#br0" timeOffset="78943.8689">15978 12308 461,'0'0'18,"0"0"1,0 0 21,0 0-22,0 0-6,0 0-1,67-24-1,-34 16-2,10-4-4,-1 2 16,0-2-13,3-2-4,-3 2 2,-10 0-4,-2-1 3,-7 6-3,-10-1 0,-11 4 14,1 0-3,-3 4 20,0-2 11,0 2-13,0 0-17,0 0-13,-3 0 3,-10 6-5,-2 8 4,-1 0-2,3 4 4,-1-1 2,3 2-1,9-1-5,2-2 4,0-4 0,0-4-2,0-4-2,13-2 8,5-2-4,7 0 1,3 0-5,-1-4 4,-7-8-6,3 2 2,-10-2 0,-7 2 1,-4-2 0,-2 2 1,0 1-1,0 4 2,0 1 4,0 2-6,0 2-1,0-2 5,0 2-5,0 0 0,0 0-4,0 4 4,0 10-4,0-2 4,10 0 0,-8-3 5,8 0-5,-5-3 4,3-4 0,-4-2-4,7 0 13,-3 0-12,4 0 3,-1-8 6,3-4-10,-12-2 2,0-2 0,0 2 2,-2-4 2,0-1-6,0 3 0,0 1 6,0 3-5,0 2 6,0 0-7,0 6 3,0-1-5,9 5 2,2 0-5,-2 0 4,0 0-3,2 9-1,-4 8 2,0 6 3,-3-2 1,0 1-1,5-1 0,-4-4 9,4-6-2,-5-2 0,7-4 1,1-4-7,1-1 22,3 0-21,1 0 2,-2 0 1,1-1-4,-2-11 2,-4-1-3,3-2 2,-7-3 3,3-2-5,-3-2 0,0-4 0,-2-1 2,-4 1 0,0 1-2,0 4 0,0 8 2,0 4-2,0 6 0,0 3 0,2 0 0,-2 0-1,2 0 0,0 13 1,3 13 2,-1 6 9,7 4 2,-2-2 5,4-1-9,3-5-3,-4-2-6,0-6 5,0-6-4,-10-2-1,2-6 0,1-3-1,-3-3 1,0 0-75,-2 0-60,0 0-108</inkml:trace>
  <inkml:trace contextRef="#ctx0" brushRef="#br0" timeOffset="79117.9928">16910 12200 226,'0'0'308,"0"0"-252,0 0-5,0 0-12,0 0-25,0 0 3,100-64-17,-54 54 0,5-2-2,8-1 2,-3 1-200</inkml:trace>
  <inkml:trace contextRef="#ctx0" brushRef="#br0" timeOffset="79566.2047">17800 11981 465,'0'0'57,"0"0"31,0 0 1,0 0 3,0 0-49,0 0-27,6-5-3,-4 30 24,0 8 19,7 1-19,-2-1-18,4 2 7,0-3-23,-4-4 1,2-2 2,-5-4-6,-2-4 3,0-1-3,-2-6-8,0-3-55,0-6-131,0-2-296</inkml:trace>
  <inkml:trace contextRef="#ctx0" brushRef="#br0" timeOffset="79851.3842">17694 12022 481,'0'0'8,"0"0"-1,0 0 52,116-49-21,-58 41 8,-2 0-28,-2 2-4,-8-2 1,-8 2 1,-6-1 4,-15 4 2,-3-1-3,-14 4 12,0 0-12,0 0-7,0 0-12,0 0-8,0 7 8,-4 7 0,-2 1-148,0-3-389</inkml:trace>
  <inkml:trace contextRef="#ctx0" brushRef="#br0" timeOffset="80122.4691">18341 12027 644,'0'0'62,"0"0"-50,0 0 25,0 0 32,0 0-13,0 0-10,51 119-3,-44-95-20,4-3-10,-7-3-11,3-1 4,-7-3-2,0-4-4,0 0-4,-13-4-94,-13-6-255</inkml:trace>
  <inkml:trace contextRef="#ctx0" brushRef="#br0" timeOffset="80309.3582">18337 11877 621,'0'0'23,"0"0"37,0 0 17,0 0-45,0 0-32,0 0-4,25-30 4,0 43-31,0 4-293</inkml:trace>
  <inkml:trace contextRef="#ctx0" brushRef="#br0" timeOffset="81569.2849">18572 12011 184,'0'0'261,"0"0"-230,0 0 19,0 0-8,0 0 49,0 0-19,0 90-17,0-63-31,0-5-3,0-4-6,0-4-1,0-9-5,0-1-1,2-4-6,6 0 15,-2 0-10,5-2 2,5-11 1,-3-1-10,-1-5 4,1 2-4,0 1 1,-6-1 0,3 6-1,0 0 0,-4 4 0,2 2 0,-4 5-1,0 0-4,3 0-1,-3 10 0,0 6 3,4 4 3,-6 1 1,4-6 3,1-2 1,-3-7-2,6-4-2,-6-2 13,7 0-13,3 0 8,1 0 3,3-11-11,7-7 1,-10 0-2,3 0 4,-3 3-5,-3 1 1,-2 5 0,-5 5 1,2 3-1,-3 1-2,-4 0-2,7 0-2,0 3 1,3 8 5,-3 1 0,5 0-1,1-3 2,-1 0-2,-2-5 1,9-1 0,-2-3 10,1 0-9,7 0-1,-10 0 2,-1 0 1,-1-3-3,-9-10 0,5 1 2,-7 1 1,-2-6-3,0 3 0,0-2 2,0 0-2,0 2 0,0 2-1,0 2 2,-4 4 1,-3 2-2,5 4-3,-7 0-1,3 0-1,-5 0 2,6 12 1,-4 4 2,5 2-1,1 4 1,-2 2 0,5 0 9,0 1-5,0-2-1,0-1 2,10 0-2,6 7 12,23-5-15,2-4 2,3-4 109,1-12-101,-10-4-8,2 0 2,2-6 2,-8-11 1,-4-6-5,-13-3-1,-12-2 5,-2-1-4,0 2-4,-23 0 1,-1 4 1,-12-2-7,5 8 7,2 3 0,6 3-3,15 5 5,1 4-2,7 2 0,0 0 0,0 0-5,21 0 5,7 0 0,4 0-2,-11 4 2,0 8-1,-6 5 0,-10 0 1,-3 5-9,-2 0 8,0 3-1,0-4 0,0-3 2,0 1 0,0-5 0,0-3 1,0-1 1,0 1 1,11-5-3,14 0 15,-3-2-7,10-2 3,-9-2-10,4 0 4,-3 0-2,2 0-3,-9 0-7,0-2-90,-5-8-145,2-2-542</inkml:trace>
  <inkml:trace contextRef="#ctx0" brushRef="#br0" timeOffset="82063.7077">19946 11775 294,'0'0'141,"0"0"-34,0 0-22,0 0-12,0 0-27,0 0-34,-3-17 2,3 22-11,0 17 25,0 7 25,0 8-4,0 7 4,0 2 8,0 1-27,0-4 22,0-3-32,0-6 5,0-3 0,10-7-11,-6-7-2,5-3-6,-5-4-9,-2-3 11,0-3-12,1-2 0,2 0 3,-5-2-3,0 0-29,0 0-124,-12 0-167</inkml:trace>
  <inkml:trace contextRef="#ctx0" brushRef="#br0" timeOffset="101057.3924">14745 13455 467,'0'0'44,"0"0"4,0 0 50,0 0-52,0 0-5,0 0-1,0 0-13,0 0 4,-27-30 0,25 30-8,2 0 17,0 0-20,0 0 2,0 0-6,0 0-15,0 0 0,0 5-1,0 12 0,0-2 19,0-1-18,0-1 4,0-3 3,0-1-5,0-2 3,0 1-6,-8 3 0,-11 1-6,-13-9 0,-3-3-202,2 0-528</inkml:trace>
  <inkml:trace contextRef="#ctx0" brushRef="#br0" timeOffset="101280.1457">14617 13210 615,'0'0'8,"0"0"-3,0 0 5,0 0-7,0 0-3,0 0-14,17 2-69,-15-2-461</inkml:trace>
  <inkml:trace contextRef="#ctx0" brushRef="#br0" timeOffset="102877.6198">15789 13179 562,'0'0'94,"0"0"11,0 0-37,0 0-36,0 0 34,0 0-18,-10-43-2,10 40 4,0 3-24,0 0 31,0 0-15,0 0-27,0 0 4,0 9-19,0 11 0,0 9 7,0 2-6,0 8 21,2-2-21,6 2 3,-6-1 8,-1-2-10,-1-2-2,0-3 1,0-6 5,3-4-4,-1-9-2,5 0 0,-3-9 9,6-3-8,-4 0 7,5 0 17,3 0-17,1-2 7,-1-6-15,-1 3 0,0-2-3,1 2 3,-6-6-30,3 3-41,3-4-106,1 0-45,-1 0-115</inkml:trace>
  <inkml:trace contextRef="#ctx0" brushRef="#br0" timeOffset="103431.5414">16173 13312 301,'0'0'247,"0"0"-149,0 0 12,0 0-56,0 0 0,0 0-15,15-41 14,-15 38 1,0 1-30,0 2 2,-5 0-10,-11 0-13,-2 0 15,2 5-12,-6 8-2,3 1 26,3 0-18,1 3 3,3 0-3,3 0-11,5 1 13,1 0-14,3-2 0,0-1 11,3-4-9,14-2 1,8-4 5,8-5-4,3 0 12,-5 0-16,0 0 0,0 0 2,-6-5-1,-2-6-1,-15 2 0,4-3 5,-12-2 2,0 1-7,0-1 0,-2 0 3,-14 2 0,-7 2-3,4 3 0,-8 2 0,4 2-2,5 3 2,5 0 0,7 0-7,4 0 7,-3 0-14,5 0-74,0 0-19,19 5-23,11-2 5,-1 2-70,-2-3-126</inkml:trace>
  <inkml:trace contextRef="#ctx0" brushRef="#br0" timeOffset="103940.9619">16489 13307 191,'0'0'181,"0"0"-28,0 0-49,0 0-16,0 0 11,0 0-41,52-78 8,-52 74-5,0 1-33,0 3 14,-2 0-40,-12 0 4,-6 3 2,4 12-6,-5 1 0,5 3 12,1 1-13,9-1 24,-4 0-25,8-1 1,2-4 11,0-2-9,0-5-3,2 0 5,16-7-1,7 0 15,-8 0-19,7 0 3,-4-4 4,4-6-5,-11 0-2,-7 0 1,2 2 2,-6 2 6,-2 0-9,0 2 2,0 0 10,0 1-11,0 2 6,0 1 9,0 0-15,0 0 14,0 0-15,0 0 1,0 0-2,2 0 1,2 0 0,5 6-6,0 0 14,-2-4-8,4 2 0,2-4-13,5 0-9,2 0-115,2 0-50,5 0-30,-9-6-310</inkml:trace>
  <inkml:trace contextRef="#ctx0" brushRef="#br0" timeOffset="104481.5321">16834 13253 394,'0'0'157,"0"0"-39,0 0-32,0 0-16,0 0-35,0 0 3,6-48 12,-6 48-24,-4 0 2,-9 0-18,-5 0 2,3 5 25,-1 7-20,-3 3 4,6-1 1,5 3-20,-2 2 24,8-1-24,2-2 1,0-3 11,0-1-11,3-1-3,14-5 6,2-2-3,-4-4 14,3 0-16,-1 0 4,4-4 1,-3-13-6,-2-3 0,3-1-3,-6-8 10,-1 0-3,-1-1-4,-9-5 0,-2 0-4,0 1 4,-4-1 0,-17 5 0,4 4 6,1 4-1,1 10-5,5 4 0,6 4-2,2 4 5,0 0-3,2 0 0,0 0-1,0 0-7,0 8 8,0 14 0,4 6 3,10 6-2,1 4 5,-2 1-6,3-4 6,-4 2-4,3-3-2,-4-2 0,0-1-7,9-2-35,0-5-85,9-4-78,5-6-83</inkml:trace>
  <inkml:trace contextRef="#ctx0" brushRef="#br0" timeOffset="105651.9154">17447 13367 599,'0'0'120,"0"0"26,0 0-76,0 0-43,0 0 2,0 0-13,52-53 4,-40 41 0,0-3-13,-6-4 21,3 0-23,-7-1 2,0-2 6,-2-1-8,0-2-3,0-1 1,0 6 1,0-3 11,-4 8-14,-9 4-1,9 2 14,-6 2-13,6 2 3,2 0-4,-4 3 8,6 2-8,0 0 0,-1 0-10,1 0 9,-2 16-7,0 7 8,2 6 0,0 3 5,0-2-4,0 0-1,0 0 0,2-3-1,9-4 2,-5-4-1,6-7 0,1-5 5,3-2 11,1-5-12,4 0 3,-3 0 8,-5-5-14,3-7 5,-3-3-6,-2-1 4,-7-4 2,6-2-6,-6-4 0,0-3-2,3-3 2,-5 0 0,-2-3 0,2 0 4,-2 7-4,0 4 0,0 7 0,0 8-3,0 1 5,0 5-2,0 3 0,0 0 0,0 0-9,0 11-4,-2 12 13,2 9-3,0 3 7,0 5-4,0-6 0,0-1 2,0-10 0,12-7-2,-8-4 0,0-4 1,5-8 2,5 0 2,1 0-3,1-1 7,9-13-2,-8-5-7,-3 3 0,-1 0 2,-7 4-1,2 8-1,-8 1 0,0 3 5,0 0-20,0 0 10,0 3-3,2 8 4,0-2 6,7-3-2,-3-2 0,10-4 5,6 0 17,0 0-20,12-2-1,-3-14 9,2-2-8,1-2 0,-5-1-2,-11-2 3,0 3-6,-7-2 3,-8 4 0,-3 0 4,0 4-2,0 6-2,-10 4 0,-6 4 2,-1 0-11,0 0 9,3 9-1,0 8-5,2 7 6,9 2 0,1 4-1,2 0 4,0-2-6,0-4 3,13-2 0,3-5-2,-1-3 3,-1-5-1,-7 0 0,5-5-12,0 1-31,-10 2-94,0-4-62,-2 4-126</inkml:trace>
  <inkml:trace contextRef="#ctx0" brushRef="#br0" timeOffset="105923.1203">17347 13271 558,'0'0'115,"0"0"-26,0 0-43,0 0-37,111-29-6,-61 21 3,-2-1-6,4-4 0,-8-3-125,4-1-576</inkml:trace>
  <inkml:trace contextRef="#ctx0" brushRef="#br0" timeOffset="106688.2247">18740 12811 561,'0'0'90,"0"0"15,0 0-42,0 0-43,0 0 34,0 0-32,-17-12-17,17 12 1,-6 8 7,4 10 32,0 7-3,2 4-22,0 8 20,0 3-26,0 1-8,0-2 8,0-7-11,0-8-1,0-8-2,0-8 2,0-2 0,0-4-2,0-2 0,0 2 6,0-2-6,0 0 17,0-4 9,0-17-17,0-5 21,0 1-26,0-8-4,10 4 10,7 0-7,10 6-3,0 5 0,2 8 0,-8 3-9,2 7 9,-7 0-3,-3 0-4,0 8 5,-8 13 0,-4 3 2,-1 2 0,0-2-7,-4 1 7,-18-4 0,0-5 7,-5-2-5,4-5 0,6-2-2,0 1-10,14-6-38,-4 0-55,5-2-25,2 0 27,0 0-93,0 0-177</inkml:trace>
  <inkml:trace contextRef="#ctx0" brushRef="#br0" timeOffset="107115.5508">18869 13020 168,'0'0'175,"0"0"-6,0 0-44,0 0-31,0 0-4,0 0-50,100-24-10,-84 34 7,-1 0 7,0-2 4,7-3-17,-7 2-16,-2-5 22,1-2-29,-6 0-6,4 0 7,1 0-6,1-6-1,-3-6-2,-3-2 1,-1 2-7,-5-4 6,-2 2 0,0-2-6,0 4 12,0 1-9,0 6 3,-9 3 0,5 0-5,2-1 5,0 3 0,-3 0-7,3 0 11,2 3-4,0 15 0,0 4 1,0 7 26,0 3-15,0 6 8,0-4 12,0-5-19,0-2 5,0-6-18,9-1 9,-5-3-8,3-8-1,-5 0 0,0-4-4,-1 1-32,5-4-109,1-2-118</inkml:trace>
  <inkml:trace contextRef="#ctx0" brushRef="#br0" timeOffset="107386.1522">19369 12850 602,'0'0'150,"0"0"-13,0 0-56,0 0-43,0 0-36,0 0 20,0 51 27,0-18-12,4 4 16,7 1-34,-5 1-7,4-5-1,-1-3-7,-3-8-1,3-5-3,-7-4-14,-2-2-85,0-3-105,0-7-140</inkml:trace>
  <inkml:trace contextRef="#ctx0" brushRef="#br0" timeOffset="107804.7131">19373 13113 225,'0'0'403,"0"0"-282,0 0-27,0 0-72,0 0-14,138-113-1,-103 91-5,4 0-1,-7 2-1,-4-3 1,-4 3 3,-6 1-4,-8 0 0,5 3 6,-13 5-6,-2 1 15,0 3-11,0 5-4,-14 2 12,-3 0-12,-6 0 0,3 2 15,7 15-9,2 1 23,7 3-7,4 0 9,0 0 37,0-3-31,15 1 17,3-6 6,6-1-36,-4 1 4,3-5-15,-6 0-7,-1-2 17,-5 0-22,3-2-1,-8 0 4,3-2 1,4-2-4,1 0-1,0 0-38,1 0-66,5 0-203,16 0-577</inkml:trace>
  <inkml:trace contextRef="#ctx0" brushRef="#br0" timeOffset="108720.6534">20285 12837 628,'0'0'113,"0"0"9,0 0-50,0 0-40,0 0-26,0 0 19,5 39 21,4-14-8,4 6 13,-5 1-17,3 0-9,1 1 13,-8-4-36,3 2 6,-5-7-6,0-7 1,0-2-1,0-10-2,5-1-8,-4 1-10,-3-5-117,0 0-57,0 0 5,0 0-260</inkml:trace>
  <inkml:trace contextRef="#ctx0" brushRef="#br0" timeOffset="109155.2703">20231 13009 487,'0'0'154,"0"0"-15,0 0-50,0 0-25,0 0-26,0 0-8,67-65-23,-25 58 11,-4 0-13,0 2-5,2 0 17,-11 1-14,-9 0 1,-5 1 9,-5 2-10,-9 1 15,-1 0-13,0 0-2,0 10 1,0 13-2,-11 7 15,5 3 11,6 1-20,0-4 7,0-8-11,17-4-3,9-8 28,3-7-15,0-3 7,4 0 8,5-13-24,-7-6 6,-2-8-11,-4-3 0,-10-2 8,-13-4-8,-2 6 0,0 4 6,-17 8-6,-19 9 3,-9 9-3,-1 0 0,-1 0-8,5 10 8,7 7 0,16 0-2,15 2-57,4-5-96,8-1-154</inkml:trace>
  <inkml:trace contextRef="#ctx0" brushRef="#br0" timeOffset="110294.7421">21230 12715 566,'0'0'148,"0"0"-52,0 0-13,0 0-12,0 0-28,0 0-37,-7-10-1,5 34 20,-1 6 16,1 4 1,2 8 18,0 4-32,0 0-3,0 3 0,14-8-23,-8-3 12,3-6-14,-5-13 0,4-7 2,-6-8-2,-2-2 0,0-2 1,0 0 3,0 0 8,0 0-12,-12-6 4,-3-11 4,1-4-5,8-4-1,-1-4 10,7-3-9,0-3 14,7 1-17,17 9 0,3 3-2,2 8 2,-2 8 0,-4 3-2,-8 3 8,-2 0-12,-6 7 6,2 12 0,-9 5-7,0 1 7,0 1 0,0-4-2,-21-3 8,4-2-9,1-7 3,3-5 0,7 0-1,-4-5 1,8 0 0,2 0 0,0 0 5,0 0 0,13-5-5,9-7 0,15-3-7,-4-2 7,5 0 0,2-3-2,-7-1-6,0-1 0,-4-2 7,-2-2 1,-2 1-4,2 0 4,-12 4 0,-1 2-4,-10 5 10,-4 6-7,0 4 1,0 4-1,-18 0-10,-8 0 11,-6 8 0,4 12-2,3 4 8,5 3-5,7 2-1,11 0 0,2-1 17,0-2-14,2-5-2,17 2 2,4-3 3,-3-5 3,7 0-9,-1-7 0,3-4 0,-2-4 0,2 0-1,-3 0-8,4 0-73,-1-4-104,-5-8-156</inkml:trace>
  <inkml:trace contextRef="#ctx0" brushRef="#br0" timeOffset="110663.8972">22050 12609 534,'0'0'128,"0"0"-19,0 0-20,0 0-41,0 0-31,0 0 25,0 12 1,0 12-7,0 6 9,0 4-21,6 4 11,1-1-30,5-2 1,-1-4 1,-5-7-7,-4-2 0,-2-5 0,0 0-11,0-6-64,-6-1-101,-17-3-100</inkml:trace>
  <inkml:trace contextRef="#ctx0" brushRef="#br0" timeOffset="111531.4724">21976 12874 634,'0'0'133,"0"0"-43,0 0 1,0 0-50,0 0-9,0 0-19,134-113-12,-98 105 15,-3 2-14,-5 6 9,2 0 32,-3 0-19,2 8 2,-4 12-13,-8 1-10,-7 1 2,-10-1-5,0-1 0,0-3 2,-14-5 0,-11-3-2,0-2 1,4-7 4,5 0 4,1 0-9,3 0 0,12 0 22,0-11-7,0-6-2,0-4-2,5-2-5,17-2-2,7-3-4,2 2 0,0-1-3,5 1 3,-12 9 0,3 2-1,-4 1 6,-8 2-7,-1 4 2,0 1 0,3 2-9,0 2 9,-1-1 0,-1 2-3,-5 2 6,-6 0-13,-4 0 10,0 0-8,0 0 0,0 2 3,-6 10 5,-10 3-1,-5 4 9,5 0-11,1 1 3,0 6 0,4-3-4,2 5 6,-2-1-2,9-3 0,2-5 3,0-2-2,0-5-1,0-5 0,13-4 8,1-3-4,-4 0 1,4 0-5,-3-5 7,0-11-5,-5-2-2,2 1 0,-8-6 1,0 0 1,0-2-2,0-1 0,0 2 3,0 4-4,0 4 1,0 4 0,4 6-1,3 5 1,-5 1 0,0 0 0,4 0 6,2 5-1,5 16-5,-5 2 0,6 5 7,-2-4-5,5 0-2,-4-2 1,-3-5 8,-9-2-10,2-2 1,-3-1-10,0-1 9,0 1-99,-4-5-141,-6-2-316</inkml:trace>
  <inkml:trace contextRef="#ctx0" brushRef="#br0" timeOffset="112049.9586">22759 12691 621,'0'0'146,"0"0"-66,0 0-53,0 0-5,0 0-15,0 0 31,0 44 11,0-18-36,0 2 4,0-1 7,0-6-12,0 0 7,0-10-19,0-2 3,0-6 8,0-3-10,2 0 9,-2 0 20,2 0 16,2-3 21,4-16-67,-2-5 2,2-2 10,7-4-11,-2-2 0,3 2-1,-3 0 5,5 8-2,-3 6-3,1 4 0,-1 6 3,5 4 1,-2 2-4,9 0 0,-7 2 7,3 14-3,-4 2-4,-5 0 0,-5-1-3,-7-2 3,-2-1 0,0 0-1,0-2-8,0-2 6,-2-2-135,-3-4-94,5-2-188</inkml:trace>
  <inkml:trace contextRef="#ctx0" brushRef="#br0" timeOffset="112697.634">23187 12601 294,'0'0'198,"0"0"-96,0 0-16,0 0-12,0 0-23,0 0-1,0-22-41,-9 22-8,0 0 18,5 2-5,-1 8 1,5 2 9,0 4-7,0 2 35,0 0-37,0 0 1,3 2 13,1-1-15,5-2-5,-9 0 2,4-4-9,5 1 24,-2-6-20,4 0 6,0-1 29,2-2-12,-6-2-7,0-2-2,-7-1-20,0 0 28,0 2-28,-5-2 0,-17 0 1,-7 2-1,3 0 0,3 5-12,9-6-125,10-1-37,4 0-173</inkml:trace>
  <inkml:trace contextRef="#ctx0" brushRef="#br0" timeOffset="113587.5712">23412 12615 581,'0'0'157,"0"0"-51,0 0-62,0 0-23,0 0 11,0 0-23,0 4 20,0 10-10,0 4-7,0 2 36,0 4-26,0 0-2,0-4 37,0-4-2,0-6-50,0-5-5,0-3 9,0-2-4,0 0-5,0 0 0,0 0 19,7 0-16,1-13 0,4 0-3,-1-7 4,0-1-4,5 1 0,-3-2 0,1 4-4,-1 2 4,-8 6 0,6 6 0,-9 2 3,4 2-18,1 0 15,-3 4-2,6 10-3,-4 4 6,1-2-1,-1-4 0,-5-4 3,6-4-5,-7-2 2,2-2 0,-2 0 2,2 0-1,9 0 2,-5 0-3,7 0 8,3-11-5,-2-1-3,1-5 0,0-1-1,-1 0 1,0 4 0,-3 4 0,0 3 3,-11 6-4,0 1 1,2 0-11,-2 0 10,0 10-6,0 10 7,0-2 0,2 0 4,3-4-7,0-4 3,1-3 0,3-4 3,-5-3-1,6 0 2,3 0-4,-5 0 10,4 0-11,2-8 1,3-4-2,6 0-5,-10 0-3,3-2 4,-4 4 3,-5 4 3,0 2-4,-5 2 4,-2 2 0,0 0-8,0 0 2,0 6 6,0 10-1,-2 0 3,-7 0 21,4 0-23,4 4 0,-4-4 4,1 1-2,2-5-4,-14-9-44,3-3-220,-1 0-525</inkml:trace>
  <inkml:trace contextRef="#ctx0" brushRef="#br0" timeOffset="113790.7227">23783 12363 685,'0'0'167,"0"0"-45,0 0-59,0 0-28,0 0-35,0 0-2,-1 8 1,16 9-123,8 1-157</inkml:trace>
  <inkml:trace contextRef="#ctx0" brushRef="#br0" timeOffset="114051.5284">23983 12471 582,'0'0'132,"0"0"-38,0 0-10,0 0-2,0 0-18,0 0-34,73 28-4,-52-1 35,-6 4-27,-2 1-14,-4-4 4,-2-3-22,-7 1 4,0-7-6,0-6 6,0 2-10,-2-4 4,-5-6-30,5-3-86,2-2-83,0 0-20,4 0-241</inkml:trace>
  <inkml:trace contextRef="#ctx0" brushRef="#br0" timeOffset="114292.497">24224 12485 382,'0'0'159,"0"0"-35,0 0-34,0 0-20,0 0-23,0 0-39,0-2 48,0 25-12,0 4-18,0 1 5,0 0-25,0-2 1,0-7-7,0-2 2,0-7-1,0-3-1,0-2-9,-3-3-26,-10 0-76,-3-2-72,1 0-144</inkml:trace>
  <inkml:trace contextRef="#ctx0" brushRef="#br0" timeOffset="115035.3492">24050 12655 486,'0'0'178,"0"0"-64,0 0-50,0 0-28,0 0 27,0 0-26,140-50-7,-102 41-30,2 4 5,-3-3 1,-1 0-6,-2-3 0,-10 2 9,-3-3-9,-3 2 3,-7-1-3,-9 5 2,-2 3-2,0-2 0,-11 5-11,-9 0 8,-9 0 5,6 0-4,6 0 2,3 8 0,3 1-5,5 3 5,-2-2 0,8 2 0,0 0 4,0-2-2,8-2 7,11-1-8,4-4 22,1-3-23,-1 0 0,1 0 3,-4 0 0,3 0-1,-4-3-2,1-6 0,-1-2 1,-4 4-1,-1 0 0,-6 0 4,-1 2-2,-5 3-1,-2 2-1,0 0-5,0 0-2,0 0-3,-13 7 10,1 4-3,3 4 7,1-3-5,4-2 1,-1-3 0,5-2 0,0-3 0,0-2 0,0 0 14,0 0-3,0 0 5,5-7-16,-1-7 2,-2-3-5,-2-3 3,0-4 0,0-5-3,0-2 9,2-3-7,2-1 1,-1 3 0,-3 6 0,0 8 7,0 8 9,0 6 49,0 4-14,0 0-16,2 0-35,0 24 3,0 12 8,6 9-10,-6 5 11,9 12 4,13 6-15,3-1 6,-2 4-7,-21-9-9,-14-9-39,-56-7-287</inkml:trace>
  <inkml:trace contextRef="#ctx0" brushRef="#br0" timeOffset="115702.7289">20190 13551 547,'0'0'123,"0"0"8,0 0-57,0 0-16,0 0-41,0 0 10,0 13 35,6 5-46,-6 0 1,0 1-1,3 0-14,-3-2 1,3 0-3,-1-3 0,-2-4-5,2-2-116,-2-8-131</inkml:trace>
  <inkml:trace contextRef="#ctx0" brushRef="#br0" timeOffset="115909.8745">20204 13387 600,'0'0'131,"0"0"-65,0 0-12,0 0-54,0 0-37,0 0-142</inkml:trace>
  <inkml:trace contextRef="#ctx0" brushRef="#br0" timeOffset="116295.6218">20516 13483 525,'0'0'74,"0"0"66,0 0-61,0 0-35,0 0 2,0 0-17,74 109-12,-73-101 4,-1-3-18,0-3 3,0-2 1,0 0-3,0 0 11,0 0-1,0 0-5,0-11 17,0-5-17,0-9 19,0-1 4,0-2-6,6 3 6,12 2-21,1 9-10,4 5 11,-1 4-7,-2 5-5,0 0 11,3 0-11,-6 10 22,1 10-11,3 1-10,-6 4 17,-7-1-17,2-2-1,-6-1 0,1-6 5,-5 2-11,0-5 6,0-2-62,0-3-74,0 0-148</inkml:trace>
  <inkml:trace contextRef="#ctx0" brushRef="#br0" timeOffset="116760.3319">21414 13276 664,'0'0'121,"0"0"-35,0 0-27,0 0-48,0 0 8,0 0-16,-109-34 1,92 46 12,2 2-10,14 2 19,-1 0-13,2 5-1,0-1 23,8 2-15,15-1-3,-3 2-3,5 0-10,-8-3 6,4-1-9,-13 3 0,1-2 7,-4-2-2,-3-1-4,-2-2 5,0-5-3,0-1 11,-7-2-5,-10-2 3,-4-1 21,6-3-32,-1-1 1,7 0-2,3 0-3,6 0-50,0-4-105,0-11-229</inkml:trace>
  <inkml:trace contextRef="#ctx0" brushRef="#br0" timeOffset="117728.1854">21702 13375 311,'0'0'224,"0"0"-110,0 0-16,0 0-49,0 0-12,0 0-18,-4-4-7,4 4 56,0 10-15,0 6-6,0 5 3,-7 6-26,3 1 13,2 4-24,2-3-12,0-4 14,0-2-14,0-9-1,0-6 1,0-5 5,0-1-2,0-2-4,0 0 0,0 0 14,0 0-4,0 0 3,0-2 2,0-12-10,0-1 1,-9-6-6,-2-2 0,4-3 3,-2-3-2,2-5-1,-2-2 0,9-1 4,0-1 8,0 2-12,9 4 0,14 3 5,14 6-5,-1 7 0,0 9-2,-5 5 5,-6 2-9,-10 0 6,-11 0-3,-4 14-7,0 8 9,0 2 1,-19 2 0,-5-3 5,7 0-6,2-3 1,15-3 0,0 0-4,0-3 4,15 1 0,10-1 0,-5 3 6,5 1-8,-10-2 2,-9 0 0,-1-2-3,-5-2 3,0-1 0,0-6-1,-19 2 7,2-4 0,-2-1-6,-6 0 0,5-2 0,-1 2 0,6 1 0,9-2 0,-2 1-24,8-2-95,0 0-85,10 0-68,10 0-231</inkml:trace>
  <inkml:trace contextRef="#ctx0" brushRef="#br0" timeOffset="118213.4686">22071 13254 469,'0'0'148,"0"0"-36,0 0-19,0 0-35,0 0 7,0 0 6,0-36-42,0 36-4,-6 0-25,0 7 0,-3 12 23,3 5 3,-4 5 0,6 3 0,4-1-9,0 1 16,0-1-33,0-4 5,0-1 5,4-11-7,9-3-3,3-7 11,7-5-9,-2 0 30,9 0-32,-1-15 2,0-5 12,-2-3-13,-5-4 2,-4 1-3,-5-2 6,-7 0 7,-6 1-13,0 1 0,0 4 0,-17 3 3,-3 2-3,7 8 0,-3 2 2,5 5-16,2 2-20,1 0-121,8 0-95,0 2-395</inkml:trace>
  <inkml:trace contextRef="#ctx0" brushRef="#br0" timeOffset="118770.1932">22487 13214 529,'0'0'136,"0"0"-13,0 0-66,0 0-27,0 0 14,0 0-11,0-2 8,1 2-2,-1 10-10,0 8 17,0 5-24,0 2-6,0 8 12,0-1-20,0-2 3,0-4-7,0-5 2,0-1 7,0-8-13,0-5 0,0-5 4,0 0-1,0-2-3,0 0 12,0 0-9,3 0 32,-1 0-15,1-6-17,4-11 9,-7 0-10,0-5-2,0-2 0,0-5 8,0-3-6,-7 1-2,2-3 0,2 2 1,3-1-1,0 3 2,0 0-2,3 2 5,14 2 1,9 8-6,1 2-5,0 8 0,2 4 5,-1 4 0,-6 0-5,0 0 13,-3 0-25,-8 7 7,2 8-49,-6 2-19,-2 2-60,-5 1-68,0-1-237</inkml:trace>
  <inkml:trace contextRef="#ctx0" brushRef="#br0" timeOffset="118997.3556">22536 13325 566,'0'0'135,"0"0"-45,0 0 1,0 0-9,0 0-42,0 0 0,125-6-30,-90-2-9,1-1-2,-7 4 1,-11-1-17,-9-1-127,-9 3-180</inkml:trace>
  <inkml:trace contextRef="#ctx0" brushRef="#br0" timeOffset="284961.6516">14373 16311 116,'0'0'357,"0"0"-316,0 0-28,0 0 46,0 0-8,0 0-26,0 0 13,0 0-2,31-67 4,-27 67 3,4 0-20,-5 0 13,7 26 37,-6 9-27,-4 3 13,4-3-28,-4-4-15,0-1 9,0-7-19,0 0-1,0-5-5,0-1 6,-6-8-14,-9-1-27,-1-8-122,-9 0-128</inkml:trace>
  <inkml:trace contextRef="#ctx0" brushRef="#br0" timeOffset="285248.8604">14300 16082 189,'0'0'484,"0"0"-448,0 0-34,0 0 11,0 0-13,0 0 3,33-4-12,-6 4-133</inkml:trace>
  <inkml:trace contextRef="#ctx0" brushRef="#br0" timeOffset="287797.4649">15534 16008 568,'0'0'47,"0"0"16,0 0-10,0 0-51,0 0 2,0 0-5,33-46 1,-23 41 0,-8 2 3,-2 3-3,0 0 49,0 0-3,0 0-34,0 0 16,0 0-22,0 0-2,-16 0-4,-3 12 5,-8 5-6,0 0 1,0 0 0,9 0-2,4-5 4,3-2-2,7-4 2,4 0 1,0-1 0,0-3-3,0 1 0,0 1 7,15 1-5,3-2 3,9 3-3,-2 0 1,-3 2-2,3 1-1,-2-2 0,-3 0 1,-5-2 2,-2-1-3,-7 2 6,0 2-4,-2 6 11,-4 4 0,0 6 6,0 6 13,0-3-17,-18 1-3,-8-2 10,-2-6-10,1 0 7,6-6-19,-3-6 1,9-6 6,10-2-7,5 0-6,0-9-91,0-13-159,19-5-464</inkml:trace>
  <inkml:trace contextRef="#ctx0" brushRef="#br0" timeOffset="289558.9432">15849 16203 528,'0'0'130,"0"0"-38,0 0-16,0 0-40,0 0-36,0 0 0,0-12 2,2 3 0,11-1 2,3-4-2,6-2 1,-4 2 4,-3-4-7,-3 8 0,-6-3 6,1 6-6,-7-3 9,0 1 3,0-4-5,0 3 33,-20 4-25,2 3-4,-2 3 2,-4 0-13,6 0 6,-7 15-5,8 2 1,-6 2 19,9-1-13,5 3 0,3-2 10,4-1-11,2-2-1,0 3-3,0-2 3,8 3 4,11-4-10,-2 2 0,7-1 7,-3-8-7,4 0 1,-1-6-1,-6-3-1,7 0 0,-6 0-31,4-2-23,-3-10-30,-5 0 11,3-1-12,0-1 36,-7-3-3,0 3 41,1-2 4,-10 0 8,7-2-1,-5 2 2,0 4 1,6 2 10,-10 6-4,0 2 24,0 2-12,2 0-10,-1 0 4,5 11 29,-3 6 1,0 3-12,1 1-11,3-4 19,-2 1-18,4-4-8,-7-5 4,2 0-6,-4-2 0,0-6-2,2-1-6,-2 0 10,0 0-10,0 0 5,4 0 12,1-10 0,5-6-12,-4-1-9,3-2 3,-3 6 3,4 1-6,-8 3 0,1 4 1,5 0 1,-6 1-1,4 2-1,4 2 0,-6 0-9,5 0 8,-3 0-5,4 0 3,3 11 6,-1-4 4,1 7-3,-7-4-2,6 0 13,-1 0-15,-5 0 0,6 2 0,-6-3 4,3-4-4,4-1 0,-1-4-1,3 0-23,1 0-117,9-7-88,-6-12-321</inkml:trace>
  <inkml:trace contextRef="#ctx0" brushRef="#br0" timeOffset="290767.713">16602 16052 79,'0'0'97,"0"0"-80,0 0 7,0 0-8,0 0-10,0 0 7,0-6 81,0 4 9,0 2-20,0-3-20,0 3-22,0-1-2,0-1-15,0 2-7,0 0 19,0-4-20,0 4 19,0 0-5,-5 0-20,1 0 10,-5 0-14,3 0-4,-7 0 7,8 0-8,-4 6 0,-1 0 13,4 0-7,2 6 8,-5-1-2,-3 6-5,6 1 26,-5 0-17,7-1-4,-2 3 3,4-6-10,2-2 4,0-5-10,0-2 2,0-2 9,2-3-8,10 2 0,1-2 10,1 0-11,-1 0 4,-1 0-6,-6 0 0,3-4 9,-7-2-8,2-1-1,4 0 8,-4-5-7,-4 2 5,4-4-6,3-3 0,-5-4 0,0-2 1,0 0-1,-2 0 1,0 2 1,0 1-3,0 0 1,0-1 0,0 3-1,0 0 1,-2 3 0,0 2 1,0 5 1,0 2-2,2-1 0,0 7 0,0-2-1,0 2 1,0 0 0,0 0-1,0 0-4,0 0 5,0 0-24,0 15 24,0 6-3,0 5 6,0 2 3,0 2 5,6 2-4,3-4 14,-4 2-9,4-2 2,-3-5 18,3 2-11,-2-3-2,4-4-7,0-4-6,-2-6 3,-2-2-9,-1-4 1,5-2 10,5 0-11,7 0 0,4-10-112,-4-8-160</inkml:trace>
  <inkml:trace contextRef="#ctx0" brushRef="#br0" timeOffset="292150.5398">17351 15936 556,'0'0'113,"0"0"7,0 0-49,0 0-19,0 0-15,0 0-15,-3-9 8,3 9-27,3 0-1,8 0 7,-4 0-3,2 14 11,-3 2-17,3 3 1,-3-5 2,6 2-3,-1 0 0,5-6-67,-3-4-161</inkml:trace>
  <inkml:trace contextRef="#ctx0" brushRef="#br0" timeOffset="292993.2835">17740 15998 353,'0'0'143,"0"0"-53,0 0 10,0 0-41,0 0-32,0 0 14,-3-8-9,3 8-8,-2 0 18,2 0-17,-8 0-13,6 10 41,0 10-11,-2 4-15,-3 5 5,5-4-21,0 3 11,2-4-22,0-4 2,0-4 4,0-6-4,0-3-2,0-4 0,0-1 4,0-2-1,0 0-1,0 0-2,0 0 20,0 0-5,-2-12-6,-4-12-9,5 2 4,1 0-3,0-4-1,0 4 0,0-2-6,0 6 6,9 2 0,-5 4 0,3 5 3,-3 4-10,0 1 7,-1 2-5,4 0 3,4 0-3,-1 0 2,11 2 2,-3 10 2,7 2-4,-10-2 3,3 2 0,-3 4-3,5-1 4,-10 0-1,5-2 4,-4-6-1,-2-4 10,-5 0-12,6-5 0,-8 0 12,0 0-11,7 0 10,-3 0 2,7-5-9,-4-9 19,-2-5-21,5-3 6,-10-4 7,0 0-8,5 0 3,-5 2-11,-2 7 5,0 6 5,0 4-10,0 2 0,0 5-2,0 0-3,-2 0-16,-7 0-54,7 5-154,0-2-138</inkml:trace>
  <inkml:trace contextRef="#ctx0" brushRef="#br0" timeOffset="293386.3939">18281 15862 588,'0'0'116,"0"0"-31,0 0-40,0 0-28,0 0 12,0 0 29,-27 50-24,27-30-1,0 0 3,0-2-15,0 0 0,0-3-19,0 6 2,-10-1 7,4-2-11,4 0-25,0-8-135,2-8-550</inkml:trace>
  <inkml:trace contextRef="#ctx0" brushRef="#br0" timeOffset="296054.6147">19041 15922 186,'0'0'288,"0"0"-190,0 0-8,0 0-34,0 0-14,0 0 0,-10-27-7,10 27-12,0-1-9,0-2 19,0 3-23,0 0 3,0 0 2,0 0-6,0 0-1,0 0-8,0 3 0,0 9 9,6 2 0,-2-4 0,5 0-2,-5-5-5,0 2 5,-2-2-7,6 1 0,-8 1 7,4-1-6,3 1 1,-5-2 7,0-1-9,0-2 16,-2-2-16,2 0 0,-2 0 13,2 0-12,-2 0 7,5 0 2,-2 0-4,-3 0 12,4 0-18,-4 0 2,2 0 7,-2 0-7,0 0 3,0 0-5,0 0-3,0 0 3,0-2-72,0-2-110,-2-8-214</inkml:trace>
  <inkml:trace contextRef="#ctx0" brushRef="#br0" timeOffset="297351.3968">19110 15945 203,'0'0'285,"0"0"-193,0 0-1,0 0-43,0 0 8,0 0-10,4-23-3,-4 23-19,0 0-13,0 0 0,-13 18-11,-3 5 15,-1 2 10,5-1-7,6-2 18,-1 0-23,7 0-9,0-4 9,0-1-12,17 1 4,6-9-2,4-4 0,2 0 11,2-5-10,0 0-3,-2 0 6,-4-8-7,-8-3 4,-3-7-1,-3 5 0,-5-5 11,-6-3-9,0-2 7,0 1 13,-13 0-9,-9 8 5,-7 4-6,-2 3-14,2 7 5,2 0-6,1 0-3,12 0 1,3 5-3,11 3-6,0-1-74,11-2-100,18-3-61</inkml:trace>
  <inkml:trace contextRef="#ctx0" brushRef="#br0" timeOffset="297883.6546">19446 15971 566,'0'0'106,"0"0"-20,0 0-11,0 0-66,0 0-8,0 0-1,9-3 3,-4 11 1,6 8 3,2 2 7,-1 4 14,-6-2-14,3 1 4,-9-7 8,0 1-17,0-7 15,0-5-8,0 3-9,0-6 19,0 0-19,0 0 13,0 0 31,0-6 20,0-11-48,0-4-21,0-6 0,0 1 11,0-2-13,0 4 0,16 2-1,1 1 4,8 6-5,2 2 2,-6 5 0,2 3-8,-1 5 8,-1 0 0,-4 1 0,0 18 2,4 2 10,-5 2-9,-8-2 0,0 0 5,-4-3-6,-4 1-2,0 0 2,0-1 1,2 0-6,7-6-92,11-6-191</inkml:trace>
  <inkml:trace contextRef="#ctx0" brushRef="#br0" timeOffset="298550.7101">20246 15874 470,'0'0'76,"0"0"3,0 0-17,0 0-34,0 0 19,0 0-12,0-41-2,0 41-2,0 0-15,0 0 1,3 17 17,4 7 33,-3 8-11,7 2-25,3-3 0,-3 6-5,-1-7-7,2-4 6,-1-3-5,-2-6-18,-7-8 10,1 0-12,-3-7 0,0-2 4,0 0-3,0 0 12,0 0-8,0 0 1,0-11 11,0-4-15,-10-8-2,4 0 1,-5 0 2,1-4-2,3-4-1,6 4 0,1-4 5,0 5-3,0 1-2,8-6 0,17 4 6,4-2-8,1 7 2,-2 7 0,-3 6-6,-12 7 6,1 2-2,-6 0-2,-1 8-3,-3 15 4,-4 0 1,0 3 2,0-2-5,-15 0 5,-3-2 0,-4 0-2,4-3-11,9-3-51,5-5-72,4-4-123,0-5-324</inkml:trace>
  <inkml:trace contextRef="#ctx0" brushRef="#br0" timeOffset="299024.0453">20728 15848 420,'0'0'76,"0"0"24,0 0-26,0 0-28,0 0-7,0 0-21,-29-11 15,16 11-13,-3 13 7,3 4 14,0 3-7,0 5-11,8 3-3,-4-5-6,7 4 5,2-7-9,0-1-5,2-7 17,12-3-19,5-7 11,6-2 8,3 0-3,4-4 7,4-12-18,-9-4-7,-8-2 10,-1-5-11,-7 0 7,-7-5 6,-4 2 4,0 6 20,-4 3-20,-15 8-11,-8 6-2,-10 7-4,4 0-3,2 0 2,2 12-7,14 8-9,6 1-150,9-4-189</inkml:trace>
  <inkml:trace contextRef="#ctx0" brushRef="#br0" timeOffset="299886.6582">20989 16000 439,'0'0'150,"0"0"-13,0 0-83,0 0-39,0 0 9,0 0-18,67-48 2,-59 36 5,0-1-4,-4-1 26,-4 0 2,0 2-1,-4-1-4,-19-2-22,-6 6 7,-2-4 3,0 7-18,2 0 24,11 2-12,7-1-3,9 2 24,2-3-10,2 1-9,18-4-16,9 0-2,5 6-3,-11 1 5,0 2 0,-5 0-6,-1 0 6,-5 14-6,-3 2 3,-5 3-3,-4-2-1,0 7 7,0-2 0,0-1-2,0 1 2,0-4 0,10 0 5,-2-5-2,7-2 10,8-7-13,4-2 1,2-2 14,0 0-14,0 0 2,-2-12-2,-10-5 3,-1 0 4,-5-1-8,-5 0 0,2-5 10,-8 0-10,0-4 5,0 1-5,0-3 4,-2 2-3,-10 5-1,5 2 0,-2 8 2,2 3 1,5 4 3,0 3 9,2 2-9,0 0 7,-2 0-13,2 0-14,0 7 11,-2 10 2,2 4 1,0 8 7,0-1-6,0 0 11,4-1-10,7-5-1,-4-3 6,2-1-6,5-2-1,-10-5 0,5-2 7,-3-2-7,4-5 0,-4 3-18,1-2-89,-5-3-172,-2 0-466</inkml:trace>
  <inkml:trace contextRef="#ctx0" brushRef="#br0" timeOffset="300232.9024">21259 15833 757,'0'0'90,"0"0"-9,0 0-24,0 0-49,140-95 6,-95 78-14,-1-4 0,-3-2-4,-10 0-152,-2-6-320</inkml:trace>
  <inkml:trace contextRef="#ctx0" brushRef="#br0" timeOffset="301842.8471">21921 15733 223,'0'0'166,"0"0"-87,0 0 21,0 0-27,0 0-12,0 0-13,9-33-26,-9 28 25,2 1-19,0 2-2,0 0 2,-2 1-10,2 1 29,-2 0-23,0 0 10,0 0 4,0 0-12,0 0 0,0 0-9,0 0-6,0 0 24,0 0-26,0 0-3,0 0 6,0 0-11,0 0 3,0 0-4,0 0 2,0 0-7,0 0 5,-4 1 0,-7 12 1,4-1 4,0 1-5,1 3 0,2 1 0,-1-2 3,3 2-2,0-2-1,2 1 4,0-4 0,0 6-1,0-6-3,0-1 0,0 2 4,0-5-4,0 3 0,11-4 7,-6 2-5,8-6 2,2 2-4,3-3 2,2-2 7,0 0-9,5 0 0,-4 0 3,4 0 0,0-9 2,-6-1-5,5-2 0,-8-3 4,3-2-4,-4-1 0,-1 0 2,-2-2 1,-2-2 1,-5-2-4,-3 1 0,-2 2 9,0 3-8,0 4 2,-9 0 16,-16 6-16,-3-2 9,-3 8-12,-1-1 5,-6 3-2,7 0-3,2 0 0,2 5-3,5 11 2,2 2-1,4 4 2,1 1-44,4 4-78,-1-2-152,0-8-381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8:23:46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15434 9027 279,'0'0'36,"0"0"26,0 0-19,0 0 2,0 0-27,0 0 30,0 0-16,-4-25 14,4 25 5,0 0-15,0-3 16,0 3-13,0 0-25,0 0 20,-5 0-30,5 0 9,0-2 14,0 2-10,0-2 17,0 0-2,0 2-12,0 0 27,0 0-29,0 0 5,0 0 9,0 0-9,0 0-2,0 0 16,0 0-36,0 0 2,0 0-3,0 0 0,11 9-3,0 4 10,-4-1-7,2-1 0,-9 1 0,0-1 6,0 1-6,0 0 0,-2 0 10,-16 2-8,-2 1 6,0-1-8,-3-2 0,3-2-12,-4-4-31,6-6-160,3 0-215</inkml:trace>
  <inkml:trace contextRef="#ctx0" brushRef="#br0" timeOffset="240.1234">15425 8851 590,'0'0'35,"0"0"4,0 0 22,0 0-38,0 0-14,0 0-10,6-2 1,1 2-14,4 0-334</inkml:trace>
  <inkml:trace contextRef="#ctx0" brushRef="#br0" timeOffset="3493.3273">16662 8686 245,'0'0'200,"0"0"-119,0 0 9,0 0-31,0 0 10,0 0-29,0 0-2,3-27 0,-3 25-14,0-1 19,0 3-3,0 0-15,0 0 8,0 0-33,0 0-6,4 12 5,3 8 2,-3 6 10,0 1 5,5-1-12,-7 0 33,9-2-37,1-2 1,-8-2 17,8-3-17,-8-2 9,4-1-10,-3-4 0,-3 0 0,-2-3 0,2-5 0,-2 3-4,6-5-14,-4 0-62,0 0-70,-2 0-49</inkml:trace>
  <inkml:trace contextRef="#ctx0" brushRef="#br0" timeOffset="3921.0162">16580 8695 280,'0'0'24,"0"0"28,0 0 28,0 0-37,0 0 18,0 0-41,-55-5 29,55 5-12,0 0-5,0 0-6,0 0-8,0 0 8,10-1 12,8-6-20,9 0 23,2-4-33,0 1 2,4 1 10,1-1-10,-5 2 7,-2-2 3,-8 1-20,4 4 34,-7 0-34,-9 3 0,5 2-1,0 0 1,-1 0-3,-7 0-8,0 7-125,3 3-163</inkml:trace>
  <inkml:trace contextRef="#ctx0" brushRef="#br0" timeOffset="4304.7302">17047 8847 474,'0'0'108,"0"0"-15,0 0 12,0 0-22,0 0-45,0 0 15,-1 0 13,1 0-49,0 6-9,0 6 3,0 2-11,4 2 31,0 0-28,4 0-2,-4-2 17,-3-2-18,2-1 0,-3-2 0,0-1 7,0 1-8,0-2 1,0-5-75,0-2-153</inkml:trace>
  <inkml:trace contextRef="#ctx0" brushRef="#br0" timeOffset="4491.3362">16994 8664 658,'0'0'4,"0"0"12,0 0 14,0 0-30,0 0 2,0 0-12,85-19-217</inkml:trace>
  <inkml:trace contextRef="#ctx0" brushRef="#br0" timeOffset="5353.3376">17267 8823 479,'0'0'43,"0"0"65,0 0-49,0 0-21,0 0-28,0 0-1,-1-7-11,1 14 8,0 10-6,0 6 33,4 0-22,6 0 13,3-2-14,-7-4-9,6-3 22,-5-4-23,-3-5 1,-4-3-1,0-2 6,0 0-2,0 0 3,0 0 11,0 0 57,0-2-52,0-13-16,0-2 4,0 3-8,0-5 8,0 3-11,4 0 4,8 2 5,-3 2-9,1 4 0,11-2 1,-3 3 6,4 2-9,-4 1 2,-3 4 0,-3 0-5,-6 0 5,5 2-11,-4 16 8,0 3 3,-3 2-1,3 0 1,-5-6 0,-1-5 0,-1-3 0,0-2 0,0-5-4,0 0 10,0 0-5,0-2-1,0 0 1,0 0 20,0 0-17,0 0 4,0-13 16,0-6-22,3-3 11,13-2-13,6 2 6,-2 0-2,5 6-4,-7 6 0,-5 6-1,-2 1 8,-8 3-9,7 0 2,-7 0 0,8 17-7,-7-1 7,6 2 0,-6 1 0,4-5 3,-3-1-3,-5 1 0,2-2 3,1-2-5,-2 2 2,5-2-14,-6 0-119,2-6-131</inkml:trace>
  <inkml:trace contextRef="#ctx0" brushRef="#br0" timeOffset="6133.0802">17795 8925 539,'0'0'76,"0"0"9,0 0-45,0 0-20,0 0-16,0 0 19,105-70-17,-81 60-1,1 2 13,-12-1-14,-5-4 14,-5-1 7,-3-2-4,0 1 32,0-2-41,0 3-10,-7 4 14,-4 3-14,7 6 0,-10 1-2,3 0 6,0 0-14,2 0 8,-2 3 0,6 8-8,-5 1 8,9 2 0,-1 2-3,2 0 8,0 5-2,0-4-3,0 5 0,2-1-2,5 0 4,2-1-2,2-5 0,-2-1 7,0-7-1,-5 1-6,5-3 0,-2-5 18,2 0-8,4 0 16,2 0 2,4 0-24,9-11 19,-1-3-23,2-4 0,-2-2 3,0-4 1,-9 2-4,-3-5 0,-6 6 6,-8-1 2,-1 2-8,0 2 0,0 2 17,-1 0-14,-6 4 2,3 4 0,2 2 3,2 2 5,0 0-13,0 1 0,6 3-7,13 0 7,-4 0-1,-6 0 0,0 8-8,0 9 2,-5 2 4,-2 2 3,-1 3-10,2-2 10,3 3 0,-4-4-1,0-1 9,7-3-6,-5-6-2,8-1 0,-4-2 18,5-2-18,3-4 3,2 0-1,-7 0 8,-2 0-12,-5 1 2,-4 2-59,0 2-95,-36-2-96</inkml:trace>
  <inkml:trace contextRef="#ctx0" brushRef="#br0" timeOffset="10911.1138">18769 8601 137,'0'0'49,"0"0"3,0 0 3,0 0 48,0 0-64,0 0-25,0 0 18,-10-27 13,8 27 16,2-2-16,-2 0-32,0 1 31,2-2-27,0 3-8,0-2 17,0 2-21,0 0 7,0 0 8,0-2-13,0 2 26,0 0-20,0-2 1,0 2 21,0-2-25,0 2 1,0-1 7,0 1-18,0 0 30,0 0-23,0 0-2,0 0 15,0 0-20,0 7 0,2 13 1,0 9-1,0 5 28,3 0-28,0 0 3,-1 0 18,5-4-20,-5-2 4,6-4 1,-6-4 0,5-4 11,-5-4-17,0-2 1,3-4 12,-7-2-13,3-2 3,-3 0 11,2-2-11,-2 0 26,0 0-28,0 0 4,0 3 4,0-3-9,0 1 0,0-1-34,2 0-204,7 0-524</inkml:trace>
  <inkml:trace contextRef="#ctx0" brushRef="#br0" timeOffset="11521.1876">19511 8747 189,'0'0'228,"0"0"-166,0 0 21,0 0 10,0 0-36,0 0-15,-2-26-3,2 26-23,0 0-4,0 1-11,0 16 8,2 2 41,2 4-14,8 1 6,-8-1-8,5-2-13,-7-1 5,2-3-26,4-2 4,-6-3-1,-2-2-3,0-1 0,0-2 4,0 1-4,0-8-27,-10 0-210</inkml:trace>
  <inkml:trace contextRef="#ctx0" brushRef="#br0" timeOffset="11704.3398">19475 8580 569,'0'0'32,"0"0"11,0 0 3,0 0-30,0 0-12,0 0-5,58-11 1,-29 18-82</inkml:trace>
  <inkml:trace contextRef="#ctx0" brushRef="#br0" timeOffset="12335.1042">19812 8690 443,'0'0'44,"0"0"39,0 0-3,0 0-3,0 0-68,0 0-4,0 0-9,0 32 8,14-3 1,-2-1 24,-5 2-25,3-2 27,-8-5-28,-2-6 3,0-3 9,0-6-13,0-1 2,0-6 1,0-1 2,0 0 15,0 0-18,0 0 7,0 0 32,0 0 2,-2-6-24,-6-9-1,6-4-19,2-3 31,0-2-32,0 0 0,10-3 10,7 4-10,9 2 0,4 3 0,-3 6 5,-8 5-10,-3 3 5,-3 4 0,-3 0-7,1 0 7,-3 0-1,6 11-4,-2 5 10,1 3-4,0-1-1,-7-2 0,3-2 1,-2 0 0,0-5-1,-5 3 0,0-3 5,5 1-16,-5 0 11,7-4-195,-2-6-152</inkml:trace>
  <inkml:trace contextRef="#ctx0" brushRef="#br0" timeOffset="13161.1124">20398 8596 449,'0'0'44,"0"0"50,0 0-9,0 0-33,0 0-26,0 0 7,0-20-30,0 20 3,5 2 10,6 16-15,2 6 16,3 1-1,-3 3-15,1-3 21,-10-2-22,0-4 1,3-3 15,-7-9-14,0-3 3,0-4 0,0 3 0,0-3 7,0 0-11,0 0 2,0 0 46,0 0-4,0 0 14,0-14-21,4-7-35,6-4 13,1-4-16,-1-2 0,13 1 0,-5 4 0,7 8 0,-8 6-2,1 6 8,-5 5-13,-3 1 7,1 0-3,-5 0-10,3 0 8,5 15 2,-8 7 0,5 1 6,-1 2-6,-6-4 3,0-2 0,-2-6-5,3-5 6,-5-6-1,0 0 0,0-2 5,0 0-1,2 0-4,-2 0 0,0 0 20,0 0-17,0 0 18,0-14-5,0-4-16,0-3 12,0-2-12,0 2 0,14 3 3,-6 4-3,3 6 0,0 4-1,1 4 8,-8 0-12,6 0 5,-6 0-2,7 4-15,-3 12 17,3 2 0,1 0-1,2 2 9,-8-3-11,1-3 3,-3-1 0,-2 1-3,3 3 3,-3 1-4,1-2-25,-1-2-147,1-4-41,5-6-261</inkml:trace>
  <inkml:trace contextRef="#ctx0" brushRef="#br0" timeOffset="13663.1813">21176 8628 453,'0'0'33,"0"0"36,0 0 14,0 0-20,0 0-46,0 0 18,-31-13-30,18 13 5,-1 9 16,-1 7-17,-1 3 9,1 3-10,1 0-8,3-1 21,7-2-20,4 1-1,0-4 14,0-2-13,2-5 13,15 0 0,6-6-14,4-3 36,2 0-17,2 0-7,-4 0 5,-5-12-14,0-3 12,-6-2 2,-3-6-10,-7-2 35,2-1-37,-8 5 8,0-4 11,0 6-19,0 5 9,-13 1-14,3 7 6,-4 4-13,1 2 7,0 0-3,2 0-3,0 7 0,-3 8-8,5 2-40,3-2-102,6-1 26,0-5-186</inkml:trace>
  <inkml:trace contextRef="#ctx0" brushRef="#br0" timeOffset="14721.1137">21602 8598 446,'0'0'45,"0"0"56,0 0-27,0 0-22,0 0 1,0 0-20,-23-52-12,4 51-15,1 1-1,-7 0 18,3 0-23,0 7 1,3 7 14,-5 2-13,8 3 7,3-2-2,4 1-1,5-2 5,4 0-11,0-2 0,0-1 15,4-8-11,10 0 2,-1-3 6,5-2-11,2 0 23,-4 0-24,-3 0 0,3-12 7,-5-2-3,-5-1-4,4-2 0,-6-4 9,0 1-7,1 1-2,-3-4 0,-2 0 0,0-2 1,0 4-1,0 0 0,0 3 8,0 4-1,0 0-7,0 2 0,0 1 17,0 4-15,0 2 7,0 0 0,0 3-3,0 2 2,0 0-8,0 0-3,2 0-10,0 4 9,5 14 4,-2 2-3,0 6 9,3 3-8,4-3 2,-10 1 0,2-5-3,5 2 3,-7 0 0,9-1 0,-6-2 6,-1-2-9,3-4 3,-5-5 0,0-3 0,2-5 1,3 0-1,-2-2 12,6 0-9,5 0 14,6 0-17,-2-7 0,9-3 0,-2-2 0,0-2 0,2-3 0,-12-2 7,1-1-6,-5 1-1,-4-4 0,-4 2 2,-3 0-1,-2 1-1,0 4 0,0 4 8,-2 1-9,-3 6 1,-4 3 0,3 2-9,-7 0 9,1 0 0,-1 0-3,-1 6 6,3 6-9,1 6 6,-2-1 0,3 4-6,5-1 6,-5 0 0,9 0 3,0-4 1,0 0 5,9-5-9,6-1 0,11-5 18,-3-1-17,11-1-1,-3-3 5,0 0 0,0 0-4,-2 0-1,-2 0 0,-2 0-15,-8 0-57,6 0-113,-7-8-101</inkml:trace>
  <inkml:trace contextRef="#ctx0" brushRef="#br0" timeOffset="15209.0516">22215 8407 203,'0'0'262,"0"0"-151,0 0-6,0 0-18,0 0-18,0 0-37,-34-75-17,34 65 33,6 3-38,11 2-7,1 2 4,4 2-2,-2 1-4,-3 0-1,4 0 0,-5 14-7,-3 3 7,-2 7-4,-11 7-4,0-1 11,0 1-3,-18 1 0,-2-6 1,4 1 2,3-7 0,2-4-3,9-6 19,2-2-13,0-6 10,0-2 0,11 0-2,18 0 46,14 0-43,0-4-14,7-8 9,-1 3-9,-7-3-3,-6 3 0,-12 1 4,-8 4-9,-16 2 5,-2 2-16,-40 0-146,-28 0-191</inkml:trace>
  <inkml:trace contextRef="#ctx0" brushRef="#br0" timeOffset="21604.5935">15726 9960 243,'0'0'215,"0"0"-142,0 0 56,0 0-55,0 0-20,9-106 22,6 84-32,3 1-1,5 8 13,-8 4-24,-1 7 13,-8 2-33,3 0-6,-5 16 10,6 9-16,-6 3 0,1 4 14,-3-4-11,-2 0 2,0-4-5,0-2 0,0-1 0,-2-4 0,-12 1-27,-4-8-76,-2-6-90,-9-4-242</inkml:trace>
  <inkml:trace contextRef="#ctx0" brushRef="#br0" timeOffset="21785.7201">15795 9659 762,'0'0'40,"0"0"-5,0 0 10,0 0-45,0 0-8,0 0 8,-14-14-43,37 22-185</inkml:trace>
  <inkml:trace contextRef="#ctx0" brushRef="#br0" timeOffset="22911.5203">16749 9675 506,'0'0'36,"0"0"45,0 0 32,0 0-60,0 0 10,0 0-43,27-68 6,-21 68 40,6 0-46,-3 0-10,-1 15 20,4 14-26,-3 2 32,-3 8-17,2 0-18,-2-1 35,3-4-36,-5-8 12,7-3-4,-2-12 1,0-1 11,2-5-16,-2-2-3,3-3 35,3 0-35,0 0 1,6 0-2,-4-8 11,-4-1-23,5 2-47,3 2-37,-5-7 16,1 3-11,-1-4 23,-1-2 19,-4-3 17,3 0 31,-8-3-2,3 3 3,-6 1 14,-1 3-5,0 3 15,-2 5 13,0 2-11,0 4 12,0 0-33,0 0 0,0 0-4,0 2 1,-4 12-2,-8 7 8,8-3 1,0 6 25,-1-5-22,5 3-11,0-1 19,9-6-15,7-2-4,6-9 13,-2-4-7,0 0 21,2 0-26,-4-6 1,-3-8 19,-1 2-17,-5-2 1,-9-3 24,0 2-18,0 1 17,-7-5-29,-13 5 5,-7 4-7,3 0 2,2 3 0,4 4-5,7 3 5,4 0-5,7 0-106,0 0-80,0 0-53</inkml:trace>
  <inkml:trace contextRef="#ctx0" brushRef="#br0" timeOffset="23968.1314">17619 9694 460,'0'0'79,"0"0"-22,0 0 29,0 0-29,0 0-27,0 0 19,-5-29-32,1 29 12,-7 0 23,1 0-36,-10 0 2,-1 0-18,-6 6 4,4 5 28,7 1-32,5 1 0,7 3 8,4 1 0,0-1-8,0-3 0,9-3 4,11-3 10,7-7-14,-1 0 0,1 0 7,-5 0-5,1-11 1,-10 1-3,-7 1 6,2-2-1,-7 1-3,-1 1-2,0-2 12,0 1-8,0 2 3,0 5-6,0 0 9,0 3 23,0 0-33,0 0 1,0 0-5,0 0 6,0 10-2,0 3 0,7-1 5,4 2-9,3-7 4,11 2-52,4-8-35,2-1-25,3 0 5,3 0-25,-4-8-31,-3-1 38,-2-5 17,-3-1 79,0-2 29,-8 3 22,1-3 63,-5 1 25,-1 0-13,-10 4 13,-2 0-30,0 4-18,0 2 1,0 2-34,0 2-4,-2 0-16,-10 2-4,-1 0 13,-1 0-18,-4 8 0,3 6 27,2 1-21,-1-1 7,5 6-3,5-5-5,4 1 11,0-2-16,0 0 0,0-3 6,4-6-3,10-1-3,-1-4 3,3 0 8,1 0-4,2-4-7,-6-10 0,1-4-6,-9 1 6,5-6-1,-8 0-3,-2 0 6,0-3-9,0-4 7,0 2 0,0-2 1,-4 5-1,-1 4 0,5 4 15,0 6-1,0 0 31,0 6-33,0 0-12,0 3 38,0 2-36,0 0 2,7 0 10,-1 14-11,6 13 41,0 1-27,3 2-16,2 1 31,6 1-31,-3-3-1,-3-3 0,2-4 10,-10-2-24,6-1 8,3-5-118,0-1 27,1-6-93,8-7-41</inkml:trace>
  <inkml:trace contextRef="#ctx0" brushRef="#br0" timeOffset="24278.232">18666 9402 623,'0'0'35,"0"0"54,0 0 0,0 0-3,0 0-5,0 0-43,-3-37-38,3 49 5,0 17 11,0 8 0,0 1-1,0-2-6,5-2-4,7-7 1,-6-2-6,1-6-15,-3-2 2,-4-9-112,5-6-22,2-2-114</inkml:trace>
  <inkml:trace contextRef="#ctx0" brushRef="#br0" timeOffset="25040.1234">18711 9494 542,'0'0'71,"0"0"25,0 0-7,0 0-74,0 0-7,0 0 4,89-46-10,-66 41 10,-10-6-11,-5 2 2,2-3 29,-8-2-13,0-2 6,0-2 4,-2-1-19,0 5 16,0 3-11,0 6-12,0 3 46,0 2-40,0 0-5,0 0-4,0 0-2,0 14 1,4 11-1,-4 5 2,5 3 8,-3 1-8,5-3 0,0-4 10,4-6-6,-5-5 2,3-7-6,-2-2 1,-1-5 7,-6-2-8,3 0 0,-1 0 21,0 0-17,7-6 11,-4-6-15,4 0 7,-5-1-8,5 3 1,-5 3 0,4 5-7,-6 2 12,0 0-10,-2 0 2,0 0-9,6 7 3,1 5 9,7 1 0,-6-5-2,3-3 6,5-2 2,4-3-2,0 0 2,7 0 12,2 0-18,0-6 0,2-6 3,-4 0-3,-2-2 0,-10 1 0,-9-1 7,2 0 5,-8 2-12,0 2 0,0 2 12,0 2-12,-12 3 4,1 3-4,5 0 10,-6 0-22,3 0 12,3 5 0,-5 11-4,6 2 8,-2 3-2,5-1 9,2 0-6,0-2 26,0-4-31,0-3 0,11 1 10,3-5-7,5 3-1,18 0-2,7 0-104,10-3 35,-8-7-225</inkml:trace>
  <inkml:trace contextRef="#ctx0" brushRef="#br0" timeOffset="25760.6354">19797 9360 577,'0'0'27,"0"0"31,0 0 26,0 0-9,0 0-39,0 0 7,-56-6-43,46 6 5,4 14 25,-9 6-22,2 6 15,3 4 1,6 0-16,2 2 23,2-9-31,0-1 1,0-7 9,6-3-7,10-3-3,8-6 15,3-3-13,2 0 26,5 0-28,4 0 1,-3-9-2,-1-6 2,-10 1-1,0-1 0,-1-4 9,-7 2-7,-8-1-2,-1 4 0,-7 3 4,0 3-3,0 6-1,0 0 0,0 2 11,0 0-15,0 0 4,0 0-5,-7 0-7,1 12 12,-9 6 0,7 5-4,4-4 14,2 0-13,2-5 3,0-1 0,0-4 3,6-4 1,10-5-4,4 0 18,2 0-15,3-5 23,1-11-26,-6-2 3,0-3 11,-6 0-9,-9 3-1,-3 1 10,-2 3-11,0 5 7,0 1-10,-16 5-1,-2 3-16,-6 0 13,6 0-12,5 4-45,-3 7-49,14-6-35,2 0-143</inkml:trace>
  <inkml:trace contextRef="#ctx0" brushRef="#br0" timeOffset="26915.3204">20354 9354 506,'0'0'67,"0"0"41,0 0-24,0 0-31,0 0 19,0 0-35,0-32 8,0 32 1,0 0-39,0 0-3,-5 0-4,-1 17 0,-4 0-3,4 5 3,6-1 0,0-2 16,0-1-13,0-1 10,0-8-13,0-2 3,6-4 32,6-3-35,1 0 1,1 0 15,-3 0-13,-4 0 1,6 0-4,-2 0 2,-7-10 2,5 1-4,-5-4 0,8-4 4,-8-4 1,5-3-3,-7 2-2,0 5 8,1 4 0,-3 6-7,5 2 2,-5 5 17,2 0-20,-2 0 0,0 0-1,4 2-6,5 14-5,-7 5 12,3-2 0,6 1-3,-2-3 5,-3-5-2,4-2 0,-6-5 8,0-1-6,5-4-2,-5 0 0,8 0 15,-1 0-14,5 0 0,-3-9-1,0-1 5,1-5-5,-6 3 0,2-1 0,-4 0-3,1 5 3,-5 2 0,-2 5-1,2 1 7,-2 0-25,0 0 19,2 0-16,-2 10 8,7 5 6,-6 1 2,3-4 0,0-4 8,3-1-8,-5-5 0,9-2 0,1 0 14,-2 0-11,9-2-2,-4-10-1,1-3 7,-3 2-3,-6-1-4,4 0 0,-2 3-4,-5 3 4,-2 4 0,0 4-1,-2 0-4,2 0-6,4 0 5,-2 9 6,5 0-5,-3-1 5,6-1 0,1-3-1,3-4 10,-1 0 7,5 0-16,2-9 1,5-3-4,0-4 3,-5 0 0,3 0-1,-6-4-2,0 3-8,-13-2 11,4-1 0,-8 1 1,-2 5-1,0 7 0,0 2 8,0 5-1,0 0-2,0 0-5,0 0-13,0 5 3,0 16 12,-9 6-2,8 4 9,-3-6-3,4 1 8,0-4-14,0-3 0,0-4 4,0-1-4,0-4 0,0-2-91,0-6-149,0-2-267</inkml:trace>
  <inkml:trace contextRef="#ctx0" brushRef="#br0" timeOffset="27082.4391">21000 9314 547,'0'0'174,"0"0"-77,0 0-12,0 0-10,0 0-64,0 0 1,133-70-24,-94 61 6,-10-6-137,13 9-478</inkml:trace>
  <inkml:trace contextRef="#ctx0" brushRef="#br0" timeOffset="30561.1052">21618 9182 206,'0'0'316,"0"0"-282,0 0 92,0 0-27,0 0-56,0 0-1,0 0-27,-83-97-10,83 92 27,0 0-21,0 3-7,0 2 19,0 0-23,0 0-14,7 7 13,6 17 1,5 8 6,0 6 6,4 2-10,-4 2 27,2-5-29,0 2 1,-4-6 9,-1-6-7,-2-3-3,-6-5 0,0-6 3,-1-4-19,-3-4-48,4-2-30,-5-3-42,-2 0-128,0 0-113</inkml:trace>
  <inkml:trace contextRef="#ctx0" brushRef="#br0" timeOffset="31264.7927">21662 9400 198,'0'0'276,"0"0"-188,0 0-16,0 0 27,0 0-52,0 0-26,42-116-17,-3 96-4,-6 3 0,0 2 0,-6 5 4,-8 2 1,-9 4-5,-9 4 0,-1 0 7,0 0-7,0 18 0,-7 10 15,-7 6-15,3 2 30,7-4-28,4-4 1,0-3 9,4-10-9,13-5 1,6-7-1,2-3-2,-3 0 40,3-4-24,1-15-9,-4-3 15,-1-2-23,-13 2 12,-8 2 14,0-1-5,0 7 3,-6 3-24,-10 3 3,-4 4-14,0 4 5,4 0-3,3 0-17,9 0-74,4 0-12,0 0-55,0 0-10,4 0-66,16 0 89,4-12 125,1-2 29,-3-2 216,1 0-83,-4 4-3,4 1-41,-9 4 8,1 2-52,1 4-6,1 1-7,6 0-28,-3 0 14,4 15-5,-2 8-11,-1 1 20,-6-1-20,-2-2 1,-10-7-2,-3-8 4,0-3 7,0-3 1,0 0 4,0 0 68,0 0-12,0-12 4,0-9-46,-3-4-13,-6-8 6,5 1-18,2 0-4,0 1 10,2 8-11,0 5-1,0 5 0,2 5-11,13 7-31,7 1-108,10 0-90,0 0-214</inkml:trace>
  <inkml:trace contextRef="#ctx0" brushRef="#br0" timeOffset="32375.9968">22746 9206 796,'0'0'7,"0"0"44,0 0 30,0 0-70,0 0-10,0 0 0,50-10 3,-31 0-2,-9-4-2,9-1 0,-9 0 2,9-3-2,-13 0 0,3-1-2,-7 3 7,-2 1-3,0-3-2,0-1 0,0-5 2,-4 2-2,-9-2 0,2 0 24,1 6-10,6 0 25,2 6-27,2 4-7,0 4 14,-2 4-19,2 0 0,-5 0 0,3 0-20,0 18 19,0 8 0,2 6 1,0 5-3,0-4 3,0 2 0,6-6-3,4-3 11,5-3-8,-2-5 0,-2-6 1,3-4 2,-10-6-3,5 0 0,-5-2 14,7 0-14,3 0 12,2-12-12,-1-4 4,-1-3-6,-8-1 2,3-4 0,-5-1 2,4-6 1,-6 4-2,-2 0-1,0 6 1,0 12 0,2 4-1,-2 2 0,0 3-6,4 0 5,2 5-7,1 18 3,3 3 1,-4 3-7,3-3 11,3-5 0,-8-7-1,5-5 5,-7-6-3,-1-1-1,4-2 6,5 0 13,-4 0-19,7-14 0,1-1 3,-1 0-1,-4 6-2,-6 2 0,1 6 3,-2 1-15,5 0 12,-3 0-12,5 3 8,5 9 0,-1 0 4,-4-2-1,6-3 3,-2-6 10,8-1-12,-1 0 0,5 0 7,-4-13-4,0-5-3,-3-1 0,-3-3 5,-1-2-5,-10 0 0,3 2 0,-7 6 7,0 6-4,0 6 0,0 4-3,-9 0 9,-9 0-16,0 14 7,3 7 0,4 0-8,11-1 8,0-1 0,0-1 0,0-3 3,6-1-14,1-3-54,-7-1-81,0-5-35,-11-2-394</inkml:trace>
  <inkml:trace contextRef="#ctx0" brushRef="#br0" timeOffset="32527.1231">22881 8999 701,'0'0'0,"0"0"-14,137-76-281</inkml:trace>
  <inkml:trace contextRef="#ctx0" brushRef="#br0" timeOffset="35924.2565">20184 9743 621,'0'0'69,"0"0"-42,0 0 78,0 0-39,0 0-19,0 0-12,-13-29-24,13 29 11,0 0-22,0 0 2,0 21 1,0 7 1,0 10 5,0 7 8,2-1-16,0 0 20,5-6-21,-3-8 0,0-6 6,5-7-6,-6-5 0,1-7 1,-4-3 5,0 0-5,0-2-1,0 0 0,0 0 19,0 0-14,0 0 11,5-12 42,-3-8-45,2 2 4,8-2-17,3 2 3,3 2-6,7 2 3,0 4-4,-8 6 1,-1-1 5,-5 5-8,0 0 3,-6 0-11,-5 0 6,0 7 2,0 5 4,0 0-2,-14 2 8,-6-1-5,-2 1 1,4-2-11,5-3 5,-1-1-76,5-2-39,7-4-37,2-2-206</inkml:trace>
  <inkml:trace contextRef="#ctx0" brushRef="#br0" timeOffset="37348.7238">20657 9844 600,'0'0'11,"0"0"62,0 0 32,0 0-61,0 0-13,0 0-9,0-33-6,0 33 2,-9 0-18,-9 7 6,-2 8 13,-4 8-8,-1 2 4,7-2 9,3 0-13,3-2 1,10-5-12,2-2 3,0-4 1,0-1-4,0-4 0,6-3 13,13-2-12,-1 0 15,-1 0-16,6 0 3,-8-7 1,-1 0-4,-10-5 0,0-2 6,3-2-5,-7-2 5,0 0-6,3 4 3,-3 6-5,0 1 2,0 7 0,0 0 3,0 0-3,0 0-11,0 3-5,0 11 16,4 2-8,5 0 8,2-2 0,0-4 9,7-2-9,-4-4 6,1-2-3,1-2 6,-3 0 0,3 0-9,-8-2 0,3-6-1,-1-2 3,-6-1-1,-2-2-1,5-1 4,-7 0-3,0-1-1,0 4 0,0 4 2,0 3-2,0 3 0,0 1-2,0 0-19,0 5 15,0 16-4,0 3 10,0-2 0,0-4 1,0-4-1,0-4 0,2-2 3,12-5 8,-1 0-9,5-3-2,6 0 12,-4 0-12,5-10 0,-7-3 0,-5 1 2,-4 3-3,-7-1 1,-2 2 0,0 4-2,0 0 4,0 4-2,0 0 0,0 0-14,0 0 14,0 0-16,0 6 16,1 6-5,10-2 6,-7 0-1,7-4 5,-5-3-3,6 0 12,1-1-14,5-2 1,7 0-7,-5 0 3,10 0-43,-3 0-6,0-10 4,-2-4 34,-5 2 1,-5-3 7,-4 0 1,-4-1 7,-7 0-2,0 2 5,0 2 5,0 1 23,0 6-26,-7-2-7,1 5 10,-5 2-9,-3 0-1,5 0 0,3 4 5,-5 8-1,4 2-4,-4 4 0,9 1 8,-3-3-6,5-2-2,0-5 1,0-2 5,0-5 0,11 1-4,0-3-1,3 0 15,-2 0-14,-2-3-2,-3-6 2,-4-2 5,0-3 3,-3-5-10,0-4 0,0-2 6,0-4-5,0-5-1,0 0 0,0-1 6,-4 5 4,2 6-9,2 11 4,-2 1 27,2 10-21,0 2-4,0 0 2,0 0-3,0 0-12,0 0 2,0 11 4,0 15 1,4 6-1,7 6 19,3-2 12,-1-1-13,-5-3 1,4-4-19,-1-7 3,1-2 3,-6-5-4,5-6-2,1 2 0,-4-3-13,5 0-77,-2-2-78,1-5-109</inkml:trace>
  <inkml:trace contextRef="#ctx0" brushRef="#br0" timeOffset="38765.5648">21615 9830 702,'0'0'58,"0"0"-22,0 0 57,0 0-40,0 0-41,0 0-12,87-29 5,-60 17 4,-9-2-9,-7 4 0,-9 1 14,-2-2-4,0 4 16,0-5-12,-2 3-11,-11-1 7,-3 2-10,2 3 0,5 0-6,5 5 11,4 0-5,0-2 0,0 2 0,0 0-4,0 0 4,2 0-12,12 0 9,3 0 4,3 0-1,-10 7 0,5 6 0,-8 6-6,-3 0 6,-2 3 0,-2 2 11,0-1-7,0-4 6,0-3-4,0-4-1,0-4 17,0 1-21,0-4-1,12-2 14,1-1-13,5-2 4,5 0-5,-4 0 7,6-7 0,-5-6-7,2 1 0,-6-4 0,-3-1 3,1-3-2,-8 1-1,3-2 6,-6 1 1,1 3-7,-4 0 0,0 2 6,0 3-6,0 7 4,0 1-4,-4 2 5,1 2-14,-1 0 9,-5 0-6,0 0 4,0 11-5,2 4 7,3 3-1,2-2 1,2-2-3,0-2 3,0-2 0,0-5-2,0-2 2,0-1 0,2-2 0,9 0 5,-5 0 0,4 0-5,1 0 0,-4-3 0,8-8 2,-4 4-2,3-2 0,-8 4 5,1 1-2,-7 4-3,0 0-2,0 0-6,0 0 2,0 4 1,4 6 5,6-5 0,-6-1 6,7-2-6,3-2 0,-6 0 7,10 0-7,0-6 3,2-6-3,1-2 9,-4-2-9,-2-2 0,-1 1 0,-8-2 0,-1 5 1,-5-2-1,0 7 0,0 2 8,0 2-18,0 5 10,-5 0 0,1 0-12,2 0 9,0 0 1,0 0 0,-3 0 1,5 0-5,-2 0 6,2 0 0,0 0-6,0 0 9,0 0-3,0 0 2,0 0 5,0 0 5,0 0-12,0 0 5,0-5-1,0-1-4,0 0 0,0-2 1,0 1 10,-3 0-4,1 2-7,2 5 0,0 0 15,0 0-15,0 0-7,0 0 5,-2 5-5,2 13 5,0 6 2,0-1 0,0 2 13,0-4-9,9 0-4,2-5 0,0-2 3,1 0-9,-4-1 4,-1-1-106,-7-3-71,0-3-218</inkml:trace>
  <inkml:trace contextRef="#ctx0" brushRef="#br0" timeOffset="39134.1608">22235 9694 289,'0'0'397,"0"0"-320,0 0 16,0 0-85,0 0 3,0 0-3,127-70-7,-101 61 6,-3-1-7,-6 2 0,-9 0 14,-1-3-14,-7 4 8,0-3 28,0 0-12,0 3-11,-10 2-13,1 3 0,1 2 3,-3 0-3,-1 0 0,-1 2 4,4 10-2,-2 1 13,4 8-7,2-1-8,4 2 32,1-2-31,0 1 8,0-4-1,15-3-7,5 1 8,3-8-9,3-2-10,3 0-11,-1-5-138,2 0-217</inkml:trace>
  <inkml:trace contextRef="#ctx0" brushRef="#br0" timeOffset="39852.5573">22775 9517 472,'0'0'80,"0"0"62,0 0-57,0 0-38,0 0-11,0 0-27,0 0 32,-12-11-22,3 11-2,-6 0-7,-7 0-5,-6 2-5,0 10 29,1 3-27,10-1 29,1 1-29,4-1-2,11 1 8,1-1-4,0 1-4,0-6 0,0 1 5,13-4-2,-7-2-3,8 1 0,-3-5 11,2 0-10,3 0 7,-5 0-8,-2 0 5,2-7-1,0-3-4,-6-2 0,2 0 9,-5 4-8,0 0 20,0 2 8,-2 3-9,0 2 27,2 1-37,-2 0-8,0 0 7,2 0-9,2 10-14,1 13 14,7 2 0,-6 8 15,3-4-15,5 2 0,-10-2 1,5-2 2,-8-4-3,4-5 0,-3-1-46,-2-7-52,6-5-104,-6-5-216</inkml:trace>
  <inkml:trace contextRef="#ctx0" brushRef="#br0" timeOffset="40304.2535">23004 9443 663,'0'0'73,"0"0"13,0 0-20,0 0-30,0 0-19,0 0-17,-7 1 9,-3 24-6,-9 3 15,4 0-6,8 4 25,0-4-31,5 2 3,2-2-2,0-6-3,0-2 5,11-8-9,5-6 0,-1-2 10,1-4-7,-1 0 1,5 0 0,-3 0 2,-4-13 3,-5-1-9,0-3 0,-8 3 16,0 1-12,0 1 2,0 7-6,-16 1 4,-11 4-10,-2 0 4,0 0-16,2 2 10,9 8-93,5-1-37,11-9-92</inkml:trace>
  <inkml:trace contextRef="#ctx0" brushRef="#br0" timeOffset="40745.0612">23290 9515 529,'0'0'78,"0"0"-7,0 0-25,0 0-18,0 0-8,0 0 4,-72 29-11,59-9 3,2 1 1,8-1-7,1-1 12,2 0-10,0-5-6,0-3 27,16-6-32,1-3 11,6-2 14,-3 0-6,5-2 13,2-14-24,-10 0-7,1-3 39,-5-2-11,-1-2-3,-12 6 9,0 3-10,0 4 10,-12 2-36,-5 6 4,-4-2-18,5 4 13,3 0-14,5 0-54,6 0-38,2 0-81,0 0-132</inkml:trace>
  <inkml:trace contextRef="#ctx0" brushRef="#br0" timeOffset="41160.4981">23548 9446 346,'0'0'241,"0"0"-165,0 0 17,0 0-61,0 0-9,0 0-21,-15-7 1,3 21 37,8 2-24,-3 1 6,3 0 13,4-2-22,0 2 7,0-3-15,4-4-2,5-5 18,-3-3-21,4-2 7,1 0 41,3 0-18,1-5-2,1-9-6,-3-2-16,-5-4 40,2-1-26,-9 2-7,-1 3 26,0 1-32,0 6 3,-1 1-10,-13 3 3,-1 3-18,-1 2 8,-1 0-92,-2 0-43,11 7-74,0-5-391</inkml:trace>
  <inkml:trace contextRef="#ctx0" brushRef="#br0" timeOffset="41335.6237">23548 9446 211</inkml:trace>
  <inkml:trace contextRef="#ctx0" brushRef="#br0" timeOffset="41683.5326">23548 9446 211,'45'-102'497,"-45"100"-410,15 0-66,0 2 34,3 0-29,-4 6-11,-3 15 19,-2 2-1,-7 1-20,-2 1-8,0-4 2,0-5 1,0-3-8,0-5 0,0-6 1,0-2 5,0 0-4,0 0 18,0 0-13,0 0 43,6 0-49,4-2 5,0-6-9,7-2 3,-4 0 0,1-2-1,-1-2 1,-2-1-5,1-2 5,2-6 0,-2 3-6,-3 3 10,-7 2-4,0 5 10,-2 3-7,0 7 41,0 0-19,0 0 4,0 0-3,0 0-26,0 0-17,1 23 13,10 5 4,-7 4 14,7 2-10,3 1-4,-1-3 29,0-3-24,-6-4-5,0-4 0,-7 0 0,0-3-5,0 1-140,0-8-106,-9-1-400</inkml:trace>
  <inkml:trace contextRef="#ctx0" brushRef="#br0" timeOffset="43024.7406">23735 9381 453,'0'0'128,"0"0"-45,0 0 22,0 0-49,0 0-39,0 0-2,0 0-15,-38-13 9,32 13 5,4 0-11,-5 4 6,5 5 9,-1 2-15,3 3 13,0 3-4,0 0-11,0 5 25,0-3-26,0-1 0,0-4 9,0-4-9,6-2 4,10-4 4,3-2-7,0-2 35,6 0-22,-4 0-2,7 0 1,-5-8-11,-6-4 3,-4 1-2,-1-1 2,-10 1 31,-2-3-18,0 2-4,0-2 26,0 2-35,-9 4 17,0 1-10,-2 0-8,2 2 20,3 1-24,-8 3 0,1-1 2,-3 2 2,-4 0-5,0 0 1,2 2 0,3 8-13,0-1-84,9-1-126,6-2-193</inkml:trace>
  <inkml:trace contextRef="#ctx0" brushRef="#br0" timeOffset="48022.3698">15806 10939 548,'0'0'123,"0"0"-90,0 0 30,0 0-5,0 0-30,0 0-18,0 0-3,14-4-3,-10 15 64,3 5-43,-3 1-8,-2-3 20,0-1-15,-2 4-9,5-3-13,-5 1 9,0 2-4,0-1-5,0-4-93,-9-6-95,-6-6-444</inkml:trace>
  <inkml:trace contextRef="#ctx0" brushRef="#br0" timeOffset="48211.5041">15868 10722 214,'0'0'623,"0"0"-616,0 0 6,0 0-13,0 0-6,0 0-1,24 6-103,8-2-247</inkml:trace>
  <inkml:trace contextRef="#ctx0" brushRef="#br0" timeOffset="49131.8126">15818 10810 219,'0'0'388,"0"0"-310,0 0 4,0 0-24,0 0-5,0 0-40,0-12 6,0 12-10,0 0-3,0 0-12,0 0 5,0 0-19,0 2-12,0 3-92,17-5-209</inkml:trace>
  <inkml:trace contextRef="#ctx0" brushRef="#br0" timeOffset="54612.6289">17079 10793 495,'0'0'24,"0"0"39,0 0 43,0 0-5,0 0-52,0 0-5,0 0 16,4-61-30,-4 61 6,-16 0-36,-1 6 1,-10 12 17,0 0-10,12 1 8,11-7-13,4 2 0,0 1 6,17-3-9,22 0 0,7-2 6,8 2-4,-8 0-2,-5 2 0,-14 1 5,-17 3-11,-5 0 6,-5 1 0,-11 2-1,-18-3 5,-12-3-2,6-1-2,-1-3 5,7-5-5,14-3 0,3 0 0,8-3-4,4 0 7,0 0-4,2 0 1,25-6 0,1-12-2,12-2 2,-6-2 0,5 0-1,-8 1 2,-2-1-1,-2 3 0,-12 1 4,-1 1-3,-12 6-1,-2 3 0,0-1 6,0 6-6,0 0 0,-10 1 0,4 2 4,-5 0-9,-1 0 5,4 0 0,-3 5-5,1 4 7,6 3-2,2 1 0,0-1 3,2 3 7,0-1-10,0 3 0,5-3 0,12 0 0,4-2 0,-4-5 0,3 2 4,2-5 0,-6-4-4,0 0 0,-1 0 4,-2 0-4,3 0 0,-1-13 0,1-2 7,0-5-4,-5 0-3,2-5 0,-1 3-3,-8-3 3,-2-2 0,-2 1-1,0-2 5,0 2-3,0 2-1,0 6 0,0 5 0,0 8 5,0 3 0,0 2 8,0 0-9,0 0-5,0 14 2,0 13-1,11-1 36,1 6-22,3 1 3,-1 1-11,-1-4 3,3 1-4,-5-4-5,-5 1-2,6-5-10,-3-4-72,-3-5-47,-2-7-112,3-7-353</inkml:trace>
  <inkml:trace contextRef="#ctx0" brushRef="#br0" timeOffset="55010.9047">17723 10894 602,'0'0'69,"0"0"4,0 0-5,0 0-47,0 0-10,0 0 15,77-96-18,-67 80 10,-1 2 5,-6-2-3,-3-1 21,0 6-9,0 1-16,0 2 22,0 3-24,0 5 1,-10 0-10,-2 0 1,-3 9-8,-2 5 2,1 4 0,1 1 16,3 4-14,8-2 10,4 2 3,0 0-13,0-3 9,4-5-11,14 1 0,5-4 2,4-1-2,2-4 0,0-3 3,0 0-3,4-1-1,3-3-72,-5 0-98,-11 0-32,4 0-309</inkml:trace>
  <inkml:trace contextRef="#ctx0" brushRef="#br0" timeOffset="55564.7139">18178 10728 378,'0'0'65,"0"0"80,0 0-23,0 0-46,0 0-19,0 0-19,0-27-7,0 27 5,-11 0-25,-3 2 12,2 13 35,0 2-36,-2 0 4,6 5-10,-3 4-11,1-2 21,10 0-25,0 0-1,0 1 10,8-5-5,7-5-4,5-3-1,4-6 4,1-1 4,-3-5-8,5 0 0,0 0 2,0 0 1,-8-9-2,6-5-1,-11-1-15,1-3 13,-4-4-21,-4-7 0,-5-1 22,-2-2-7,0-2 8,0 2-4,0 6 9,0 6-8,0 8 3,0 7 0,0 3 21,0 1-6,0 1 3,0 0-18,0 0 12,0 18-18,0 6 6,0 4 0,5 0 6,1 0-5,8-3-1,-3-4 0,0-1 5,-7-2-15,1-4-13,0-2-119,-5-8-145</inkml:trace>
  <inkml:trace contextRef="#ctx0" brushRef="#br0" timeOffset="55747.8373">18312 10790 708,'0'0'19,"0"0"7,0 0 22,0 0-32,116-82-12,-63 70-4,-6 2 0,-5 0-66,-11 0-598</inkml:trace>
  <inkml:trace contextRef="#ctx0" brushRef="#br0" timeOffset="57704.8222">19089 10626 414,'0'0'94,"0"0"2,0 0 29,0 0-60,0 0-11,0 0 23,-2-22-48,-15 22-19,-3 2 4,-3 11-2,6 1 30,3 3-33,7-1 1,7 0 9,0 0-18,0 1 6,7 3-7,9-1 3,11-1-4,-1 0 1,-2-3 0,1-1 2,-2-1-2,-10-3 0,-8-1-1,1-4 3,-2-1 0,-4 1-2,0 1 0,0-3 5,-13 1-4,-7-2 5,0 0-6,5-2 6,1 0 2,10 0-3,-1 0-5,5-2 23,0-13-23,11 1 0,16-5-2,2-1 4,0-2-5,2 0 3,0 1 0,-4-2-3,-2 5 4,-10 1-1,-1 2 0,-8 5 3,-1 3-4,-3 5 1,-2 1 0,0-1 4,0 2-4,0 0 0,0 0 0,0 0 0,-2 0-10,-9 0 10,-1 8 0,1 4-4,3 2 4,-4 1 0,1 4-1,7 1 6,2-2-5,2 0 0,0-1 0,0-3-3,0 1 3,3-5 0,13-2-4,7-6 12,-2-2-7,9 0-1,8 0 0,-9-3 1,2-10 1,-6 3-2,-10-1 1,-8-1 2,-7 1 9,0-1-12,0 2 2,0-3 3,-11 4-5,-7 1 0,2 0-3,1 1 9,8 2-6,-2-2 0,9 4 0,0-3 11,0 1-11,1 0-7,23-2 6,-4 6-1,4 1-5,-8 0 7,-3 0 0,1 1-10,-8 16 10,1-1 0,-5 2-2,-2 1 6,2-5-7,6 3 3,-6-5 0,1 0-2,2-4 2,4-2 0,3-3 0,2 0 4,5-3-2,5 0-2,3 0 0,-5 0-1,-1-8 1,-6-4 0,-2-4-4,-10 0 8,1-5-7,-4 2 3,0 3 0,0 3 2,0 6 0,0 2-2,0 5 17,0 0-7,0 0 7,0 0-17,0 0-3,0 9-4,0 7 7,0 2 0,2-3 1,5 2 5,-5-3-6,-1-2 0,-1 0 0,0-4-8,0-6-78,0-2-259</inkml:trace>
  <inkml:trace contextRef="#ctx0" brushRef="#br0" timeOffset="57892.4965">19647 10435 786,'0'0'2,"0"0"37,0 0-39,0 0 4,0 0-16,0 0-137</inkml:trace>
  <inkml:trace contextRef="#ctx0" brushRef="#br0" timeOffset="58706.0774">20175 10564 333,'0'0'235,"0"0"-157,0 0-15,0 0 7,0 0-29,0 0-10,-104 23 4,77-9-11,9 3 11,5-2-14,3 4-20,8-2 21,2 3-22,0-6 0,0 3 6,0-2-5,5-3 0,6-5-1,2-1 1,1-5 4,0-1-5,3 0 0,-2 0 2,1 0-1,2-12-1,-7-2 0,2-6 8,-1 5-6,-3-3-2,-7 4 0,-2 1 5,0 6-1,0 4 15,0 1 17,0 2-31,0 0 6,0 0-11,0 0-5,0 5 2,2 4 4,2 2-1,3-3 0,7 0 1,-6-3 0,13 0-1,-2-5 0,6 0 3,2 0-1,0 0-2,-7-10 0,-3-2 4,-3 0-5,-5-5 1,-5 2-4,-4-5-4,0-5 2,0-1 6,0-2-3,0 1 7,-13 1-4,-1 7 2,6 3-2,-3 5 37,8 4-13,1 5 19,2 2-6,0 0-35,0 0 6,0 0-8,0 0-7,0 11 0,2 14 11,3 3-4,6 0 10,-5 2-6,6-2 12,-1 0-16,-6 1 0,6-3-4,-5-3 4,3 0 0,2-5-42,1-8-170,-2-6-299</inkml:trace>
  <inkml:trace contextRef="#ctx0" brushRef="#br0" timeOffset="59786.9184">20648 10571 565,'0'0'2,"0"0"89,0 0-19,0 0-18,0 0-11,0 0-26,0 0 9,-9 51-18,9-33-7,0 2 23,0-3-20,2-2 5,1-1-1,1-5-7,3 0 4,-5-5-5,0-4 0,2 0 15,3 0-15,7 0 11,-1 0-5,1-13-4,1-2 6,-1-3-8,-4-2 0,3 1 8,-4 2-6,3 2-2,-10 8 25,0 4-17,0 1 8,-2 2-16,0 0-2,0 0-7,1 12 9,6 5 0,-5-2 6,0 2-5,0-5 10,5-2-11,-3-3 1,0-7 5,6 0-1,1 0-5,-1 0 10,9 0-8,-4 0 6,-1-5-8,-1-7 2,-2-3 2,-1 0-4,0 1 0,-3 1 2,0 4 0,-5 2 0,-2 5-2,2 2 0,-2 0-6,0 0 6,2 0-11,0 2 7,5 10 8,-6 3-2,10-5-2,-7-3 0,0 0-5,3-3 5,-1-3 0,6-1 9,1 0-8,5 0 5,-1 0-6,4-5 1,-7-5 0,-1-1-1,-5 0 0,4-3-1,-3 2 5,-5 0-4,-2 0 0,0 1 5,-2 5 2,0 5-7,0 1 0,0 0 3,-4 0-1,-8 0-2,-3 14 0,4 2 2,5 1-1,-3 1-1,9-2 0,0-4 0,0-3 3,0-4-3,15-2 0,8-3 5,5 0 6,-1 0-11,0-8 0,-7-4 1,-3 1 3,-5 0-4,-3-1 0,-7 0 6,-2-4 13,0-1-6,0 4 4,0 0-2,-23 7-13,-5 6-1,-1 0-1,-5 0 0,3 14-14,7 3-8,8 1-60,14-6-46,2-5-80,7-5-157</inkml:trace>
  <inkml:trace contextRef="#ctx0" brushRef="#br0" timeOffset="60762.6226">21474 10505 406,'0'0'130,"0"0"-53,0 0 13,0 0-22,0 0-21,0 0-11,-82 0 11,74 10-12,-6 2-13,1 3 25,4-2-36,3 3 5,-4 0-4,6-2-9,-1 3 6,5-6-9,0 2 0,0-3-2,0-7 4,13-1-2,5-2 1,1 0 6,7-2-1,-4-11-6,1-5 0,-8-2 1,-1-1 0,-10 2-1,-2-2 1,-2 2 6,0-2-1,0 1-6,-6-2 0,-6-2 5,5 0-1,-3 0 1,8 2 15,-7 2-19,6 4 18,1 4-14,0 4-3,2 4 24,-5 2-25,5 2-1,0 0 0,0 0-6,0 0 3,0 6-2,0 11 5,0 8-5,0 3 5,0 2 0,0 0-1,7 2 8,-2-3-8,-1-4 1,3-2 0,-1-4-5,3-5 6,5-3-1,-1-8 0,5-1 5,7-2 1,-6 0-6,7 0 0,2-2 3,-10-8-1,4 1-2,-6-4 0,-1 1 5,1 1-2,-3-4-3,5-1 0,-3-2-3,1 1 3,-2 0 0,8 2 1,6 3-1,-9 3 0,-2 4 22,-9 0-17,-8 5 48,0 0-50,0 0-1,0 0 10,-16 0-7,-5 0-1,0 0-4,0 10 0,1 4 8,5 2-8,-1 2 0,7-1 5,4-2 0,5 1-4,0 0-1,0 0 0,0-2-1,12-1 1,4-4 0,1 0 1,1-6 6,3-1-6,-5-2-1,12 0 0,-8 0-13,7 0-42,-1 0-113,-6-4-68,3-8-316</inkml:trace>
  <inkml:trace contextRef="#ctx0" brushRef="#br0" timeOffset="61072.5531">22056 10307 606,'0'0'81,"0"0"35,0 0-37,0 0-15,0 0-28,0 0-33,-4 7 31,4 16 5,0 7 9,0 0 14,0 0-31,0-2 1,0-2-31,0 0 10,0-6-8,0 1-3,0-5-5,0-2 0,13 4-167,24-6-241</inkml:trace>
  <inkml:trace contextRef="#ctx0" brushRef="#br0" timeOffset="62083.6548">21815 10418 539,'0'0'57,"0"0"27,0 0-18,0 0-39,0 0 1,0 0-27,30-23 7,-16 23 7,-10 0-7,-4 0 11,0 4-9,0 12 16,0 4 38,0 0-37,0 1-13,0-7 10,0-1-17,0-3 10,-4-1-8,-4-6-2,0 1 30,-7 1-33,-7-2 0,5 2 5,4-1-4,2 0-10,10-1 1,1 4-83,0-2-43,8-2-140</inkml:trace>
  <inkml:trace contextRef="#ctx0" brushRef="#br0" timeOffset="62989.0143">22603 10381 491,'0'0'82,"0"0"49,0 0-38,0 0-24,0 0-24,0 0-17,0 0 1,-44-38-19,19 38 6,-1 0 6,6 14-8,-1-2 24,2 5-31,7 2-4,0-1 12,4 3-15,8-4 0,0-2 0,0-1 6,0-1-2,6-3-4,10-6 0,4-2 3,-4-2 2,3 0-5,4 0 0,-1-2 6,1-10-4,-8-3-2,-2 1 0,1 2 3,-10-5 1,-3 2-3,5 1-1,-6 7 7,0 3 12,0 4 2,0 0-13,0 0 5,0 0-13,0 0-12,0 11 10,0 3 2,3 5 1,1-1-1,4 1 0,-1-4-6,2-1 6,0-4-18,2-2-33,3-4-95,1-4 20,6 0-85,-4 0-218</inkml:trace>
  <inkml:trace contextRef="#ctx0" brushRef="#br0" timeOffset="63373.633">22775 10467 330,'0'0'135,"0"0"-10,0 0-4,0 0-38,0 0-38,0 0-10,0-28-28,0 28 10,0 0-17,0 12 20,0 4 35,0 0-41,-2 0 14,2-4-17,0-4-10,0-2 10,0-4-11,0-2 0,0 0 17,2 0-15,12-2 10,1-13-5,-2-2-7,3-5 15,-3 0-5,3 0-9,-3 2 18,5 4-14,-5 6-4,-2 3 6,-4 5-7,2 2 6,-7 0-6,7 0 0,-7 9-1,3 9 4,-1 1-3,1 0 5,-5 1-1,0-4-3,0-1-1,2-1-18,4-6-43,1-1-121,7-5-64</inkml:trace>
  <inkml:trace contextRef="#ctx0" brushRef="#br0" timeOffset="63896.4993">23130 10374 428,'0'0'118,"0"0"-18,0 0 11,0 0-33,0 0-35,0 0-6,-8-21-26,-3 21-10,-3 7 44,4 7-21,-11 9 0,6-2 7,1 2-25,7 0 8,7-6-14,0-1 0,0-6 5,5-4-5,11-4 0,7-2 9,-7 0-7,10 0 2,-8-5-4,-1-8 2,-1-3-1,-7-4-1,-4-4 0,3-6 1,-8-3 3,0-2-4,0-3 0,0 0 3,0-1 1,-2 5 2,-9 8 1,-2 4 63,3 8-47,4 6 8,6 5-4,0 3-26,0 0 20,0 0-21,0 0-6,0 14 2,0 9 8,13 4-4,-4 0 0,2 5 3,3-2-3,-5 1 0,4-4 0,-11 0-3,-2-3 3,0 0-62,0 0-95,-15-2-121,-19 0-511</inkml:trace>
  <inkml:trace contextRef="#ctx0" brushRef="#br0" timeOffset="64895.2358">20126 11078 602,'0'0'68,"0"0"50,0 0-40,0 0-53,0 0-19,0 0-5,-2 32-1,2 0 39,9-1-6,6 1 1,-1-2-7,1-2-21,-3 1 15,-3-3-13,-8-2-6,2-6 6,-3-2-3,0-9-5,2 0 0,-2-5 3,0-2 3,2 0-6,-2 0 1,0-2 37,0-15-19,0-6-13,-4-6 2,-2-5-7,-4-4 14,10-4-15,0-2 2,0 3-1,3 2-1,21 5 0,2 3-1,6 7 6,-4 9-12,0 8 6,-8 6-5,-7 1-5,-1 0 11,-8 4-3,-4 11 0,0 6 6,0 0-6,-14 6-1,-8 1 4,-6 0-13,1-1 13,11-6 0,3-2-1,11 0 3,2-3-5,0-2 1,2-2 2,15-2-4,8-3 4,8-2 0,5-3-1,0-2 7,4 0-5,-4 0-1,3 0-12,-6 0-14,1 0-185,-7 0-65</inkml:trace>
  <inkml:trace contextRef="#ctx0" brushRef="#br0" timeOffset="65391.2649">20677 11087 443,'0'0'76,"0"0"33,0 0 40,0 0-81,0 0-10,0 0 19,-9-18-35,9 18-20,0 0-11,-5 0-7,5 14-4,-2 10 12,0 0-9,2 2 29,0-1-32,0 0 3,0-6 7,0-6-9,0-6-1,4-4 0,-4-3 6,5 0 0,-5 0-5,0 0 1,0 0 20,0 0-4,0-16-2,0-6-14,-11-2 5,4-10 7,5-2-14,0 0 0,2-2 11,0 3-8,0 10 5,0 0-8,11 10 7,0 0 5,0 8-12,7-2 0,0 6-10,2 0 11,4 3-1,1 0 0,-7 0-9,-3 3 5,-3 10-87,-9 5-60,-3 0-39,0 3-145</inkml:trace>
  <inkml:trace contextRef="#ctx0" brushRef="#br0" timeOffset="65586.4181">20677 11087 107</inkml:trace>
  <inkml:trace contextRef="#ctx0" brushRef="#br0" timeOffset="65787.4821">20677 11087 107,'86'10'467,"-86"-10"-374,0 0 7,0 0-42,0 0-13,8 0-37,7 0-3,3-1 9,5-2-14,-4 3 0,-3 0-3,-1 0 0,-3 6-27,-9 5-141,-3 1-193</inkml:trace>
  <inkml:trace contextRef="#ctx0" brushRef="#br0" timeOffset="65803.4999">20670 11267 466,'0'0'78,"0"0"-5,0 0-21,0 0-13,0 0-21,134-18-17,-90 12-1,-8 1 0,-8 0-35,-11 1-230</inkml:trace>
  <inkml:trace contextRef="#ctx0" brushRef="#br0" timeOffset="66410.9252">20958 11110 364,'0'0'66,"0"0"72,0 0-60,0 0 6,0 0-27,0 0-25,0-55 10,0 55-30,0 0-11,0 0 11,0 0-5,0 16-1,2 3 21,2 8-10,3-2 18,-7-2-19,1-1-9,-1-6 17,0-4-19,0-4 8,0-5 2,0 0-6,0-3 7,0 0-10,0 0 0,0 0 38,0 0-14,0-14-23,0-4 4,0-2-10,0-4 10,-1 0-11,1 0 1,0 6 9,0 4-8,0 5-2,0 4 4,0 3 1,14 0-10,-1 2 5,1 0 0,1 0-7,3 0 7,1 9 0,4 5-7,2 4 13,-5-4-7,1-2 1,-9-3 0,-1-4-1,-2-2 1,-7-3 0,-2 0 7,5 0 2,-3 0 21,3 0-7,-3 0-11,2-10 21,-2-4-20,4-4-6,-1-3 13,0 0-17,2-4 11,-5 1-14,-1-1 2,2 2 3,4 5-5,-7 4 0,4 5-2,3-2 3,-2 5-2,8 0-27,3 6-72,3 0-79,4 0-105</inkml:trace>
  <inkml:trace contextRef="#ctx0" brushRef="#br0" timeOffset="67574.2007">21555 10946 430,'0'0'118,"0"0"-55,0 0 36,0 0-23,0 0-52,0 0 4,0 0 8,0-2-8,9 1 43,14 1-26,-2-3-11,13-1 5,-3 3-37,10-4 0,-8 3 1,0 0 1,-7 1-8,-2 1 4,-16 0-68,-8 0-101,0 1-191</inkml:trace>
  <inkml:trace contextRef="#ctx0" brushRef="#br0" timeOffset="67789.3037">21573 11107 585,'0'0'53,"0"0"23,0 0-4,0 0-42,0 0-21,114-17 10,-79 14-19,1 1 0,-7 0-6,-11 2 4,-8 0-67,-3 0-353</inkml:trace>
  <inkml:trace contextRef="#ctx0" brushRef="#br0" timeOffset="70363.9601">22106 10832 554,'0'0'70,"0"0"39,0 0 2,0 0-34,0 0-6,0 0-6,0 0-31,0-46-14,0 46-10,0 0-5,0 0 2,0 2-7,0 12 1,0 2 20,-2 6-16,0 2 5,2 4 11,0 1-6,0-4 19,0 1-26,0-1-6,0-5 26,0-7-26,0-2 1,0-5 1,0-4-1,0 0 9,0-2-12,0 0 0,0 0 14,0 0-12,0 0-2,4 0 0,7 0-3,-5 0-5,6-4-187,-3-6-258</inkml:trace>
  <inkml:trace contextRef="#ctx0" brushRef="#br0" timeOffset="85703.0917">15804 11867 401,'0'0'333,"0"0"-288,0 0-7,0 0 1,0 0-30,0 0 26,0 0-9,-7 66 2,16-52 10,-7 1-15,-2-1-4,0-1-3,-2 6-8,-23 0 13,-6 2-20,-2 0 1,4-1 3,4-4-5,10-4-61,2-12-147</inkml:trace>
  <inkml:trace contextRef="#ctx0" brushRef="#br0" timeOffset="87202.8944">15762 11753 580,'0'0'2,"0"0"-4,0 0 1,0 0-25,0 0-187</inkml:trace>
  <inkml:trace contextRef="#ctx0" brushRef="#br0" timeOffset="88117.0354">16784 11652 447,'0'0'85,"0"0"13,0 0-7,0 0-48,0 0 5,0 0-35,-78-22 13,65 22 14,2 3-19,9 0 2,2 3-23,0 0 6,0 5-2,0 1-4,18 3 0,4 4 13,-2 2-10,5 1 2,-8 3-5,4-4 3,-5-1-1,-9-5-2,3-1 0,-10-4 1,0-3 2,0-4-3,0 3 9,0-3-1,-4 2 53,-19 1-26,-6-2-26,0 0 1,-2-2-6,4 0-4,10-2 0,5 0-7,12 0-45,0-8-174,14-10-382</inkml:trace>
  <inkml:trace contextRef="#ctx0" brushRef="#br0" timeOffset="88364.5543">17047 11648 577,'0'0'105,"0"0"-7,0 0-33,0 0-27,0 0-35,0 0 11,7 16 46,5 10-14,1 6 15,-2 0-37,3 3-15,-6-1 6,1 0-12,-4 0-3,-3-2 3,-2-4-1,0-3-4,0-5-19,0-11-177,0-4-166</inkml:trace>
  <inkml:trace contextRef="#ctx0" brushRef="#br0" timeOffset="89503.8851">16985 11834 593,'0'0'50,"0"0"41,0 0-40,0 0-36,0 0-7,114-66-6,-76 59 2,2-3-4,-7-1 0,4 1 2,-4 2-2,-5 0 0,-8 2 6,0 3-4,-11-2 4,-2 3-6,-7 2 1,0 0 6,0 0-7,-9 0 0,-8 12 12,-3 3 10,-5-1 8,10 1-17,1 4-3,3-3 11,6 2-21,5-2 0,0-2 4,0 0-2,3-5 4,10 0-5,1-6 2,1 0 13,5-3-15,3 0-1,-8 0 8,-2-3-5,-6-9 1,2 1-4,-9 1 1,2-3 9,-2-1-10,0-1 0,0-2 1,0 2 3,0 3-2,0 6-2,0 2 1,0 1 16,0 3-17,2 0 1,0 0-4,5 0 1,-4 4 2,6 8 0,-6 5 1,2-1-1,4-3 0,-2 2 0,2-6 2,1-1 0,-3-5 2,9-3 8,0 0 6,5 0 31,-2 0-42,-4-6-6,-1-6 7,-7 0-5,-5-2 7,-2 0-7,0-2 0,0 1 3,-2 0-6,-9 0 0,7 4 7,-4 0-6,6 5 8,2 0 7,0 1-14,0-1 6,10 1-8,5 4 0,3 1-4,-5 0 3,3 0 0,-5 4-1,-7 9 2,5 6-7,-4 3 7,-4 0-1,7-2 0,-4-2 1,-2-2 0,9-5-4,-6-2 10,6-4-4,2-2-2,1-3 0,1 0 7,1 0-7,1 0 0,4-12 0,-3-3 6,-7-2-1,-3-3-5,2-5 0,-8-1-4,-2-4 4,0 2 0,0 2 0,0 4 7,0 3-9,-4 5 2,-4 3 0,6 7 2,2 4 2,0-2-4,0 2 5,0 0-1,0 0-7,0 8 3,0 12 0,10 2 10,-4 5-9,3 0 0,-3 0 1,4-2 4,-8 0-4,5-6-2,-7-1 0,0-1-1,0-3 1,0-4-10,0-4-131,0-4-84,-5-2-105</inkml:trace>
  <inkml:trace contextRef="#ctx0" brushRef="#br0" timeOffset="89722.039">17752 11693 593,'0'0'84,"0"0"-5,0 0-8,0 0-25,0 0-22,127-92-15,-93 81 5,-3 3-14,-7 2 0,-6 2 0,-9 4-28,-9 0-215</inkml:trace>
  <inkml:trace contextRef="#ctx0" brushRef="#br0" timeOffset="90473.1467">18542 11543 544,'0'0'50,"0"0"67,0 0 2,0 0-55,0 0-39,0 0-20,0 25 29,0 1 46,11 2-42,4 0-11,3-2 17,2 1-16,-9-5-11,0 0-17,-2-2 5,-6-2 3,-3-1-8,2 0 0,-2-3-7,0-1-93,0-8-161,-2-5-472</inkml:trace>
  <inkml:trace contextRef="#ctx0" brushRef="#br0" timeOffset="90719.686">18396 11622 324,'0'0'232,"0"0"-107,0 0-5,0 0-30,0 0-36,0 0-17,5-92-13,24 84-22,9 3 7,2 2-9,-3 3 0,1 0-2,1 0 2,-10 4-11,-9 8-122,-3-2-289</inkml:trace>
  <inkml:trace contextRef="#ctx0" brushRef="#br0" timeOffset="90981.9507">18867 11656 602,'0'0'123,"0"0"-83,0 0 16,0 0-16,0 0 27,0 0 0,0 83-14,0-55-5,0 2-27,4-2-10,3-2 4,-5 0-11,1-6-4,-3 1 1,0-6 1,0-1-4,0-10-142,0-4-243</inkml:trace>
  <inkml:trace contextRef="#ctx0" brushRef="#br0" timeOffset="91208.1104">18854 11576 522,'0'0'34,"0"0"82,0 0-67,0 0-46,0 0-3,0 0-5,57-12-118</inkml:trace>
  <inkml:trace contextRef="#ctx0" brushRef="#br0" timeOffset="92511.406">19079 11721 531,'0'0'66,"0"0"52,0 0-33,0 0-45,0 0-32,0 0-2,0 18 0,0 1 11,0 8-4,0-1 13,0-3-24,0 3 1,0-7 6,0-3-8,0-7 5,0-6-6,0-1 3,0-2 5,0 0-6,0 0 22,0 0 52,6-18-69,8-4 0,1-4-7,1 0 6,4-2-4,-2 4-2,-5 3 0,-4 7 2,-2 6-1,-5 7 0,-2 1-1,2 0 3,5 0-11,-3 8 8,3 7 0,0 4-1,-5-3 1,0-1 0,0 2-1,3-5 4,-3-2-3,-2-3 0,2-1 0,0-6-1,0 0 3,6 0-1,-2 0 4,3 0-2,7-6 4,-3-3-7,-7-3 0,6 4 1,-3-1 0,-5 1-1,5 3 0,0-1 3,0-1-4,2 6 1,-6-1 0,-1 2-7,3 0 7,-5 0-2,2 7 1,3 7 2,-6 1-4,7-1 3,-1 0 0,-2-5-3,5-4 7,2-3-4,5-2 4,-1 0-2,9 0 7,-6-2-9,-1-10 0,1 2 2,-11-2-1,1 0-1,-9-2 1,0-2 5,0-3-1,0 2-5,0-1 0,0-3-5,0 5 7,-2 0-2,-5 4 0,4 6 4,3 0-4,-1 6 0,1 0 0,-2 0-11,-8 0 8,6 12 3,-7 5-1,9 4 4,-2 2-7,-3-1 4,6 2 0,1 0-4,0 0 4,0-2 0,0-2 0,0-6 4,12-2-4,1-8 0,1-2 0,1-2 12,5 0-7,5 0-4,1-2-1,-9-9 5,7-1-2,-9-2-3,-8-3 2,0 0 4,-7 2-5,0-6-1,0 3 1,0 0 2,-5 0-2,0 3-1,5-2 0,0 3-2,0 0 2,5 2 0,13 2 0,-3 6 0,-1 3-2,-9 1 2,8 0-2,-9 0-8,-2 13 8,-2 7 2,0 2-3,0 2 6,0 2-2,0-3-1,0-3 0,0-1 23,5 0-21,-3-1 14,0-4 0,2-4-5,4-1 6,-2 0-17,7-3 2,5 0 15,3-2-15,5-4-2,-6 0 0,5 0-31,-5 0-70,2 0-58,-2-2-15,-2-8-131</inkml:trace>
  <inkml:trace contextRef="#ctx0" brushRef="#br0" timeOffset="92774.246">20039 11576 256,'0'0'430,"0"0"-313,0 0-31,0 0 10,0 0-53,0 0-27,-9 16 28,9 14 12,2 8-7,5 0-7,0 1-25,2-1-8,-3-4-9,2-3 2,-8 1 0,-8 0-2,-27-6-59,-23-6-283</inkml:trace>
  <inkml:trace contextRef="#ctx0" brushRef="#br0" timeOffset="98764.2654">15802 12503 748,'0'0'4,"0"0"1,0 0 57,0 0-42,0 0-8,0 0-6,0 0-3,0 0-3,2 93 0,-2-93-58,0 0-235</inkml:trace>
  <inkml:trace contextRef="#ctx0" brushRef="#br0" timeOffset="98993.4277">15764 12318 733,'0'0'28,"0"0"25,0 0-22,0 0-24,0 0-7,0 0-9,54 14-5,-33-12-306</inkml:trace>
  <inkml:trace contextRef="#ctx0" brushRef="#br0" timeOffset="101389.0434">17181 12339 296,'0'0'285,"0"0"-195,0 0 32,0 0-76,0 0 3,0 0 0,-2-13-43,2 13 7,0 0-6,0 0-6,0 4 1,0 12 0,-2 4 3,2 4 18,0 4-12,0-3-2,0-1 0,0-4-5,0-6 0,0-7-4,0 0 0,0-7 5,0 0-5,0 0 0,0 0 12,0 0-5,0 0 11,0-11 12,0-10-28,0-4 16,0-3-17,0-2-1,0-2 3,0 1-1,0-1 2,16 0-4,11 6 0,0 7-7,4 7 7,-1 8-1,-2 4-4,-9 0 4,-3 0-2,-7 12 3,-9 8 0,0 3-4,0 6 4,-23-3 0,-1-2 1,-2-6 1,-1-4 0,2-6-2,11-2 1,10-1 0,4-4-1,0 1-8,0 2 8,0 2-6,10 2 6,9 0 0,1-2 4,7 1-4,8-5 0,-1 0 0,4 1-2,-3-1 2,4 0-44,-6-2-76,-4 0-86,-4 0-148</inkml:trace>
  <inkml:trace contextRef="#ctx0" brushRef="#br0" timeOffset="101691.0811">17714 12240 498,'0'0'146,"0"0"-65,0 0 20,0 0-41,0 0-35,0 0-21,0 16-4,0 4 63,0 2-39,0 2 6,7-2-5,-5 0-21,2-2 9,4-2-13,-6-1 0,1-8 2,-3 4-2,0-3-1,0-5-64,0-1-126,0-4-279</inkml:trace>
  <inkml:trace contextRef="#ctx0" brushRef="#br0" timeOffset="101922.2453">17649 12238 616,'0'0'80,"0"0"19,0 0-22,0 0-47,0 0-6,0 0-14,63-65-8,-40 65 0,-6 0-2,8 0 0,-7 0-9,-1 0 7,-1 11-53,-7-4-126,-7 3-368</inkml:trace>
  <inkml:trace contextRef="#ctx0" brushRef="#br0" timeOffset="102174.4244">17681 12448 712,'0'0'49,"0"0"-5,0 0 8,0 0-12,0 0-35,116 0-1,-87 0-4,0 0-1,0 0-18,-5 0-210</inkml:trace>
  <inkml:trace contextRef="#ctx0" brushRef="#br0" timeOffset="102469.5217">18153 12286 109,'0'0'508,"0"0"-410,0 0 12,0 0-38,0 0-23,0 0-29,16-10-17,2 4-1,-4 2 5,6 2-5,-5 2 1,-7-2-3,6 2 0,-3 0-3,1 0 3,-1 0-8,-7 0-6,-2 0-124,-2 5-128</inkml:trace>
  <inkml:trace contextRef="#ctx0" brushRef="#br0" timeOffset="102694.6667">18153 12286 674,'-13'120'80,"13"-120"-13,0 0 27,18 0-83,9-6-9,4-2 9,7 1-10,2 0-1,-5 0 0,6 0-9,-3-1-5,-7-2-95,-2 1-425</inkml:trace>
  <inkml:trace contextRef="#ctx0" brushRef="#br0" timeOffset="103263.0977">18693 12136 520,'0'0'59,"0"0"42,0 0-32,0 0 1,0 0-21,0 0-6,-11-10 6,9 10-26,-10 0 0,1 0-23,-4 3 3,-4 11 10,7 5-7,-2-1 0,-1 2 5,7 1-11,2-2 13,6-1-9,0 0-4,0-1 12,0-5-11,15-5 2,10-1 14,-3-4-13,5-2 19,-1 0-19,2 0-1,1 0 7,-5-4-10,-5-7 3,5-4 4,-7 1-5,-3-2 9,-6-2-3,2 0 0,-6-5 22,-4 6-12,0-1 1,0 2 1,0 2-14,-9 4 7,-13 3-13,2 5 4,-7 2-9,2 0 5,6 9-5,-2 1-107,6-5-294</inkml:trace>
  <inkml:trace contextRef="#ctx0" brushRef="#br0" timeOffset="158607.0943">15846 13251 794,'0'0'4,"0"0"1,0 0-2,0 0 5,0 0 11,0 0-14,0 0 3,0 100-8,0-93 0,-7 2 11,-12-1-11,-6-2-9,-4-6-182</inkml:trace>
  <inkml:trace contextRef="#ctx0" brushRef="#br0" timeOffset="158863.305">15781 13009 658,'0'0'123,"0"0"-43,0 0-62,0 0-18,0 0-19,0 0-56,43 20-161</inkml:trace>
  <inkml:trace contextRef="#ctx0" brushRef="#br0" timeOffset="161116.4756">16977 12974 522,'0'0'81,"0"0"32,0 0-19,0 0-30,0 0-22,0 0 11,2-96-6,-2 90-21,0-1 13,0 7-20,0-1-15,0 1 10,-16 0-12,-9 3-2,1 13 6,0 5-5,0 0 9,10 5-10,4 3 0,6 0 3,4 0-3,0-1 0,12-5 5,4-4-1,10-5 2,3-3-6,0-4 1,0-5 7,4-2-8,1 0 0,-5-9 3,-7-8 2,2-3-3,-8-1-2,-3-6 0,3-1-3,-5-2 3,-4 4 0,2 1-2,-7 6 6,0 7-3,-2 4-1,0 4 0,0 4-1,0 0 1,0 0-9,0 0 5,0 4-13,0 14 17,0 5 0,0 7 0,2-5-3,5 1 3,-6 0 0,12-6-1,-9-4 7,0-6-6,5-3 0,-7-7 0,7 0 11,0 0-11,10 0 2,-2-14 7,-2-7-7,1-2 2,-2 4-4,-4 1 5,-5 8-3,-1 6-2,1 4-4,-3 0 1,1 0 3,1 0-5,5 0 3,2 0 2,-3 0-4,4 0 4,-1 0 0,5 2 1,-1-2-1,3 0 4,5 0-4,4-9 3,-10-5 1,1 1-4,2-4 0,-11 1 2,0 3 0,-5-3 1,-3 3-3,-1 6 4,0 3 3,0-1-7,0 5 0,0 0-5,-5 0 5,-8 0-5,-3 0 4,3 12-2,1 2-2,1 2 5,5 0 0,-4 3 0,8-1 1,2-2-1,0 0 0,0-1 3,0-2 2,10-1-5,7-6 0,3 0 11,11-6-10,-1 0 1,3 0-1,-4 0 6,0 0-9,-4-10 2,-4-4-13,0 1 9,-3-2-6,-3-1 10,-1 0-2,-1-5 5,-2 0-6,-6 1 3,4 1 0,-5 3 1,-4 2 0,0 5-1,0 2 1,0 4 4,0 3 4,0 0-9,0 0 1,0 0-6,0 0 3,0 0-11,0 5 10,-4 13 3,-5 3-1,-1 0 1,10 2 0,0 1 5,0-4-5,0-2 0,0-3 4,10-3 1,5-1 0,1-5-5,6-3 0,-2-3 8,5 0-5,-6 0-3,6-5 0,-7-10-5,-1 2 4,-3-3-17,-3-2 10,1 0 0,-10-3-4,2-1 11,-4-1-3,5-4 8,-5 6-5,0 0 1,0 5 0,0 7 20,0 4-9,0 3 7,0 2-1,0 0-17,2 0 0,-1 4-11,-1 16 11,10 4 7,-10 2-4,3 2-1,-1-2 0,-2 1 2,0-1-3,0-6-1,0-2 0,0-2-7,0-6-50,0-3-49,0-7-86,0 0-142</inkml:trace>
  <inkml:trace contextRef="#ctx0" brushRef="#br0" timeOffset="161430.8147">18285 12746 516,'0'0'105,"0"0"24,0 0-28,0 0-43,0 0-39,0 0 2,0 0-20,-47-5 9,18 22 27,5 0-7,2 4-3,-3 2 4,2 1-17,6 5 22,0-4-29,14 3 3,3-2 6,0-3-15,0-3 6,13-2-7,11-6 5,14-4 14,1-4-17,5-4-2,1 0 0,3 0-83,4-10-97,-8-8-144</inkml:trace>
  <inkml:trace contextRef="#ctx0" brushRef="#br0" timeOffset="161710.9368">18824 12663 589,'0'0'125,"0"0"-68,0 0-19,0 0 4,0 0 35,0 0-31,-1 76-17,1-56 9,0-2-31,0 1 2,0-8-9,0 1 5,0-1 0,0-8-5,0-1-134,0-2-329</inkml:trace>
  <inkml:trace contextRef="#ctx0" brushRef="#br0" timeOffset="161951.1027">18811 12538 722,'0'0'69,"0"0"31,0 0-76,0 0-24,0 0-63,0 0-129</inkml:trace>
  <inkml:trace contextRef="#ctx0" brushRef="#br0" timeOffset="162472.7455">19154 12654 641,'0'0'132,"0"0"-19,0 0-57,0 0 6,0 0-10,0 0-30,-26-106 4,41 99-14,3-1-12,2 5 11,-4 3-8,-1 0-3,-12 5 0,6 21 1,-9 12-1,0 8 0,0 9 1,-14-4 18,-1-1-17,3-4 1,8-10 2,-1-1-5,5-9 4,0-4-4,0-6 0,0-4 6,14-9-3,6-3-3,0 0 6,7 0-6,-2-1-22,-6-13-62,-2-2-28,-7-2 33,-10 2 10,0 0 19,0 1 43,-13 2 5,-10-1 1,1 2 2,-3 0 5,6-1 52,-2 6-25,8-2 23,6 4 13,5-2-21,2 2 10,0-6-37,2-1-14,25 1 11,8-4-18,8 3 0,9 2-6,-6 0 1,6-1-97,-4-1-182</inkml:trace>
  <inkml:trace contextRef="#ctx0" brushRef="#br0" timeOffset="163313.351">19901 12529 534,'0'0'131,"0"0"-35,0 0-46,0 0-6,0 0-24,0 0-1,-3-4-14,2 4 4,-1 8-7,-3 14 10,1 4 15,1 6 11,-4 2-22,5 2-6,2-4-1,0-4-7,0-1 12,0-10-14,0-3 0,0-6 4,0-6-2,0-2-2,0 0 8,0 0-6,0 0 27,0 0-5,0 0 16,0-12-20,0-6-17,0-4-1,0-2-2,0-6 5,0-2 1,0-4-6,0-2 0,21 0 4,-4-1 0,12 4-4,0 3 0,-1 3 0,0 12-1,-10 5 1,-1 3-2,-3 7-8,-5 2 6,-5 0 0,-4 12-1,0 14-3,0 5 2,-19 1 6,-8-3 0,-2 0-3,-2-5 3,2-4 0,4-2-2,7-3 7,5-3-9,4 1 4,9-3 0,0 1-7,0-2 14,10-1-5,20-2 13,3-4-6,4-2 10,7 0-19,-13 0 0,-5 0-6,-1 0-84,-7 0-96,-5-4-131</inkml:trace>
  <inkml:trace contextRef="#ctx0" brushRef="#br0" timeOffset="163608.3783">20338 12444 634,'0'0'130,"0"0"-38,0 0-10,0 0-38,0 0-23,0 0-4,11 6 16,-6 16 29,-3 3-33,0 0-6,0 0 12,5-6-33,-5-1 1,-2-1 0,3-5 0,-3-4 4,2-2-7,0-2-33,0-2-71,-2-2-91,0 0-97</inkml:trace>
  <inkml:trace contextRef="#ctx0" brushRef="#br0" timeOffset="163862.5613">20298 12406 616,'0'0'122,"0"0"-30,0 0-38,0 0-41,0 0-1,0 0 8,100-50-16,-78 45 8,-2 5-12,-4 0 4,-4 0-12,-6 0 8,-2 0-55,-4 15-44,0 4-188</inkml:trace>
  <inkml:trace contextRef="#ctx0" brushRef="#br0" timeOffset="164135.7528">20256 12668 716,'0'0'75,"0"0"43,0 0 5,0 0-81,0 0-5,158 3-36,-102-3 1,-8 0 0,-5 0-2,-5 0-28,-9-10-205,11 0-431</inkml:trace>
  <inkml:trace contextRef="#ctx0" brushRef="#br0" timeOffset="164940.7605">20806 12492 174,'0'0'298,"0"0"-251,0 0 8,0 0-46,0 0-5,0 0-6,-2-2 2,2 2 0,0 0 36,0-1 24,0-3 35,9-1-46,5 1-24,-1 3 19,-5-2-12,4-1-4,-1 3-1,2-4-14,1 1 1,0 3-14,5-3 1,1-1 9,1 3-10,-1-1 0,1 3 2,-5 0-1,-10 0-2,2 0-19,-8 0-102,0 3-36,0 4-396</inkml:trace>
  <inkml:trace contextRef="#ctx0" brushRef="#br0" timeOffset="165205.9559">20827 12655 546,'0'0'136,"0"0"-27,0 0-45,117-22-18,-76 11 1,-8 4-21,0 1 4,-6 2-30,-4 2 0,-6 0-1,-5 2-1,-1 0-59,-5 0-61,3-2-205</inkml:trace>
  <inkml:trace contextRef="#ctx0" brushRef="#br0" timeOffset="166306.9809">21444 12334 346,'0'0'95,"0"0"9,0 0-31,0 0-14,0 0 16,0 0-16,-2-29-14,-3 20-2,5 3 27,-2 2-19,2 2-2,0 2-14,0 0-11,0 0 25,0 0-39,0 0-6,0 0-4,0 16-6,0 12 6,0 8 10,0 4-6,9 2 27,-3-1-25,1-3-1,0-4 15,2-4-20,-9-4 10,1-4-10,-1-4 6,0-5 8,3-8-13,-3-1-1,0-4 10,0 0-8,0 0 5,0 0-7,0 0 7,0 0-4,0 0-3,0 0-23,0 0-79,0 0-216</inkml:trace>
  <inkml:trace contextRef="#ctx0" brushRef="#br0" timeOffset="197310.9157">11084 13922 260,'0'0'47,"0"0"-27,0 0-5,0 0 43,0 0-18,0 0-24,0 0-3,0 0 26,0 0 0,-13-32-23,13 30 14,0 2-9,0-2-10,0 2 13,0 0-18,-2 0 3,2-3-3,0 3-6,-4-3 9,-5-1-9,2 2 0,-2-1 11,-2-2-8,3 2 6,-6-4-1,1 5-7,1-1 9,-3 3-10,1 0 0,-1 0 1,-8 0-1,5 0 0,-10 0 0,1 5 2,-2 2-2,-1-4 0,2 3 0,3 0-2,7-1 4,3 0-2,0-1 0,3 0 2,6 2-3,-4-2 1,-3 4 0,2 0 0,-5 0 0,-1 3 0,-3 3 0,-3-2 2,-4 0-2,8-2 0,-4-2 0,7-1-1,3 2 1,-2-4 0,8 3 0,-6 0 3,1 1-5,1-2 2,4 0 0,-2 0-1,-4 0 2,7 1-1,-3-3 0,2 0 3,0 2-4,1-4 1,-1 1 0,5 0-3,2-3 4,0 1-1,0-2 0,0 0 3,0 0-4,0 0 1,0 3 0,0-3-2,0 2 2,0-2-49,0 0-199</inkml:trace>
  <inkml:trace contextRef="#ctx0" brushRef="#br0" timeOffset="198122.0231">10340 13968 232,'0'0'24,"0"0"80,0 0-60,0 0-35,0 0-7,0 0 7,-22 16 28,11 1-15,2 0 1,-5 6 16,8-2-31,-3 4 8,5-4-5,2 0-6,2-5 7,0-7-12,0 0 2,0-4 9,0-2-1,2-3-3,2 0 33,9 0-4,-1 0-5,1 0-11,3-3-6,1-6 14,-1-1-21,4 0 1,-6 0 5,-4 1-10,1 2 9,3 1-12,-3 2 4,1-3 1,-4 4-3,5-3-2,-3 2 9,-4 0-9,0 1 10,-1 2-10,-5 1 0,0 0 14,0 0-11,0 0 2,0 0 0,0 0-2,0 0-3,0 0 0,0 0 0,0 0 0,0 0 0,0-2 0,0 2 7,0-2-6,0 0 4,-6-1-5,-7-1 0,-8 4-1,5-1 1,-1-1 0,1-2-2,0-1 6,3 0-4,2 1 0,0 0 0,5 0 0,5 1 0,-6 2 0,5-2 5,2 2-4,0 1 5,0 0-6,0 0 1,0 0-2,0 0 1,0 0 0,0 0-4,0 0-4,0 0-62,0 0-57,0 0-264</inkml:trace>
  <inkml:trace contextRef="#ctx0" brushRef="#br0" timeOffset="233387.7703">10855 15988 320,'0'0'72,"0"0"-58,0 0 27,0 0 18,0 0-11,0 0-20,0 0 13,0 0 16,0-38-13,0 36-4,0 2 0,0 0-11,0 0-14,0 0 21,-2 0-27,-2 0 3,-3 0-10,-3 6 0,0 6-1,-1-2-1,-1 0 0,10-2 5,0 0-3,2-2-2,0 2 4,0-2-3,0 4 5,2-2-2,16 2-1,9-4 16,2-1-16,11-5 7,0 1 14,3-1-7,-8 2 4,-1 0-11,-13 5-8,-5-2 16,-2 4-17,-12 0 0,-2 5 9,0 4-7,0 2 8,-22 2-11,-5-1 5,-2 0 0,2-5-5,2-2 0,8-4 0,3-10 0,1 0-26,-3 0-89,10-10-100,-12-14-380</inkml:trace>
  <inkml:trace contextRef="#ctx0" brushRef="#br0" timeOffset="233648.9593">10853 15941 650,'0'0'45,"0"0"-44,0 0 50,0 0 14,0 0-39,120-78-13,-82 68-13,-9 2 4,-4 4-7,-10 4 3,-3 0-4,-6 0-10,-6 0-56,0 0-86,0 0-189</inkml:trace>
  <inkml:trace contextRef="#ctx0" brushRef="#br0" timeOffset="235614.5026">10922 15932 422,'0'0'30,"0"0"-20,0 0 80,0 0-52,0 0-7,0 0-15,0 0-14,116-26 4,-111 26-6,8 0 0,-4 0-6,-5 0 3,11 0-61,-1 2-56</inkml:trace>
  <inkml:trace contextRef="#ctx0" brushRef="#br0" timeOffset="239191.0331">11087 15869 247,'0'0'85,"0"0"-53,0 0 4,0 0-13,0 0-3,0 0 15,0 0 8,-9-2-1,0 2-5,-2 0-27,-5 0 4,1 2-9,-10 10 8,5 1 4,-5-1-5,8 0 1,3-3-4,1-2-9,11-1 10,0-5-10,0-1 0,2 3-2,0-3 1,0 0 0,0 0-1,0 0 2,0 1-3,0 4 3,0 2 0,0 4 3,0 1-3,0 2 5,2 4-5,2-1 0,-4-5 1,2 5-1,3-5 0,-2 0 0,0-2 3,-1 2-2,3-3-1,-2 0 0,-3 0 7,0-7-6,0 1 0,0-3 5,0 0-5,0 0 3,0 0 29,0 0 17,2 0 4,-2 0-19,2 0-24,-2 0 4,0 0-11,0-3 2,0 1-6,0 2 1,0-5-5,0 3 4,0 0 0,3 0-3,5 1 3,-4-5 0,6 3-4,-6 1 8,0 2-8,3-2 4,-4 2-1,0 0-4,5 0 5,-4 0-1,-4 0 0,2 0 2,5 0-6,-5 0 5,2 0 0,4 0 0,-2 0 2,0 0-2,1 0 0,-4 0 1,8 2-6,-9 0 5,5 1 0,-5 8-2,0-2 3,0-4-1,0 2 0,0-2 3,5 1-5,-3-2 2,-4 1 0,8-2-1,-6-1 3,0 0-2,-2 3 0,0-3 1,0-1-2,0 1 1,0 2 0,0 1 0,0 2 1,0-2-1,0 0 0,0-1 2,0 2-2,0 1 0,0-4 0,0-1 2,-2 5-1,-5-4 0,4 4-1,-8-2 3,5 4-1,-5-4-2,-3 3 0,8-3 2,-3-1-2,3 1 0,-2-5 0,6 5 1,-2-5 3,-1 0-4,1 2 0,0-2 2,-7 2 0,6-1-2,-4 1 0,5 0 3,-6-2-3,8 0 0,-8 0 0,7 0 4,-1 0-3,-6 0-1,7 0 2,2 0-1,-8 0 10,5 0-8,-5 0 0,4 0-2,-4 0-1,5 0 0,-5-2 0,5 2 4,1-3 1,-1 1-4,-3 0-1,5-3 19,0 5 1,-6-2-1,5 2-10,-5 0-8,2-2 0,2 2-1,-5 0 0,7-1-2,-8 1 3,6 0-1,2-2 1,-2 2-1,4 0 3,-5-2-2,5-1 2,-3 1 21,3-2-17,-5 3-3,-5-2 0,6 2 1,-3-2 0,5 2-5,0 1 3,-2 0-2,-3 0 0,6-3-1,1 3 2,0-2 3,0 2-10,0-4 5,0 4 0,0 0-4,0-3-71,-6 1-109</inkml:trace>
  <inkml:trace contextRef="#ctx0" brushRef="#br0" timeOffset="239912.5718">10376 16120 138,'0'0'18,"0"0"-18,0 0-5,0 0 4,0 0-7,0 0 0,0-7 8,0 4 1,0 3 1,0-2 22,0-2 21,0 2-37,0-2-8,0 2-4</inkml:trace>
  <inkml:trace contextRef="#ctx0" brushRef="#br0" timeOffset="240254.2231">10284 15922 48,'0'0'18,"0"0"45,0 0-22,0 0 32,0 0 3,0 0 29,14-23-80,-14 23-2,0 0-4,2 0-12,3 0 8,-5 0-4,2 0 4,-2 0 0,0 0-8,0 0 11,0-4 9,0 4 5,0 0 1,0 0-31,0 0-1,0 0-2,0 0-3,0 0-48,0 0-17,0 0-49,2 0-126</inkml:trace>
  <inkml:trace contextRef="#ctx0" brushRef="#br0" timeOffset="240525.3388">10284 15922 249</inkml:trace>
  <inkml:trace contextRef="#ctx0" brushRef="#br0" timeOffset="241351.1309">10284 15922 249,'141'-77'45,"-141"77"-30,0 0 55,0 0 11,0 0-33,0 0-40,-2 0-6,-12 6 11,3 2 2,-2-2-2,4 1 8,2-5-5,3 3-1,-3-3-12,5 3-2,0-1 9,2-3-7,0 2-3,0-2 0,0-1 2,0 4-4,0 1 2,0 0 0,0 6 15,0 1 0,0 4-9,0-1 8,0 2-10,0-3 7,2 0-11,-2 2 0,2-6 9,3 6-4,-3-5-2,0-4 4,0-2-6,-2-3 8,0 1-4,2-3-1,3 0 32,-3 0-17,0 0-5,-2 0 3,2 0-2,-2 0 1,0 0-15,3 0 0,-3 0 4,5 0-5,-4 0 0,2-3-1,-1 3 3,0-5-2,5 3 0,-5 0 0,2 0-1,-4 0 1,8 1 0,-4 1-1,-2 0 3,7 0-4,-7 0 2,0 0 0,-2 0-5,2 0 5,-2 0 0,0 0-1,0 3 3,1 1-3,6 1 1,-5 0 0,-1 1-1,2 0 1,-1-4 0,-2 4 0,0-4 1,0 2-1,0 0 0,0 1 0,0 1 0,0-1 0,0 2 0,0-2 1,0-1-1,0 1 1,0 0-1,0 3 5,0-1-4,0-4-1,0-3 0,0 2 1,0 0-1,-2 3 2,-4 2-2,-4 0 3,-3-2-5,9 2 2,-6-6 0,4 3 0,-1 0 2,0 0-2,-2 0 0,5-1 2,-5 0 7,-2-1-9,2 0 3,-2-2 3,-2 5-5,6-3 0,-1 1-1,3-1 3,-2 0 2,5-2-4,2 0 6,0 0 12,0 0-6,0 0 3,-2 0-10,2 0-3,-4 0 0,3 0-3,-6 0-4,5 0 3,-7 0-48,7-4-6,-2-10-106,-4-4-230</inkml:trace>
  <inkml:trace contextRef="#ctx0" brushRef="#br0" timeOffset="242896.9324">11002 15862 244,'0'0'137,"0"0"-99,0 0 11,0 0 18,0 0-39,114-43-14,-107 43-11,-7 0 4,0 0-4,0 0 2,0 0 4,0 4-6,-9 6-6,0-2-52,2-4-145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2-07-07T08:47:00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19045 4754 381,'0'0'60,"0"0"26,0 0-19,0 0 1,0 0-14,0 0 5,0 0-9,-4-20-16,4 18 17,0-1-5,0-2-8,-2 3 19,2 0-23,0-1-1,0 3 7,0 0-15,0 0 13,-2 0-38,-4 0-4,4 9 1,0 17-2,-2 4 5,-4 2 0,5 3 6,3-3 4,0 0-10,0-3 0,0-2 1,0-5 3,0-6-4,0-3 0,0-6-16,0-3-50,0-4-93,0 0-68,0 0-271</inkml:trace>
  <inkml:trace contextRef="#ctx0" brushRef="#br0" timeOffset="435.9404">18896 4772 538,'0'0'140,"0"0"-12,0 0-75,0 0 6,0 0-30,0 0-14,11-42 8,6 32-23,13-2 8,1 4-8,2 0 5,3 0 9,-5 2-13,-2-1 1,-2 4 11,-9-1-7,-5-1 11,-2 5-17,-9 0 4,8 0-6,-8 0 2,2 0-36,3 0-72,-5 0-74,-2 0-213</inkml:trace>
  <inkml:trace contextRef="#ctx0" brushRef="#br0" timeOffset="862.5557">19303 4907 696,'0'0'118,"0"0"-12,0 0-41,0 0-6,0 0-44,0 0-3,0-12-12,0 28-7,0 10 7,0 4 11,0 2 11,0-2-17,0 0-4,0-6 11,0-3-12,0-8 0,0-5-2,0-6-14,0-2-100,0 0-150</inkml:trace>
  <inkml:trace contextRef="#ctx0" brushRef="#br0" timeOffset="1049.3427">19404 4680 462,'0'0'343,"0"0"-259,0 0-31,0 0-53,0 0-13,0 0-81,20 8-59,-11 12-403</inkml:trace>
  <inkml:trace contextRef="#ctx0" brushRef="#br0" timeOffset="2362.0212">19540 4909 249,'0'0'406,"0"0"-257,0 0-88,0 0-36,0 0 20,0 0-45,6-14 2,5 15 6,1 16-4,2 0 8,-8 2-12,2-1 0,-3-4 1,2-7 0,-4 0-1,-3-7 6,0 0-6,0 0 15,0 0-9,0 0 0,0 0 23,0 0-10,0-4 15,0-12-21,4-4-9,7-3 15,2 4-18,3-2 2,-3 8 6,5 2-9,-5 6 0,-1 0 0,-1 5 2,-5 0-9,6 0 7,-6 2 0,3 17-11,3 5 11,-8 3 0,-2 2-2,5 0 6,-7-4-10,2-7 6,-2-3 0,2-4 2,0-7-2,-2-2 0,2-2 7,7 0-6,3-4 11,6-14-12,-1 0 0,6-2 3,-8-2-2,5 3-1,1 2 1,-7 2 4,-4 8-2,-1 0-3,2 5 0,-9 1-4,5 1 4,0 0 0,-5 0-1,9 0 3,-7 1-7,8 10 5,-8 1 0,5 0-3,-5-4 3,8-3 0,-6 0 0,4-5 5,7 0-1,7 0-4,1 0 0,4 0 7,-5-10-5,1-2-2,-2-1 1,-10-3 4,-2 3 5,-4-4-9,-5 3 0,-2 2 24,0 1-14,0-2-1,0 3-7,-2 0 5,-10 3-7,7 0-1,-3 5 0,2 0-3,-6 2 3,3 0-8,1 0 7,-4 4-4,3 8-1,5 2 6,2 4 0,2 1-7,0 5 8,0-2-1,0 2 0,0-2 6,4-3-5,7 0-1,3-6 0,-1-1 6,3-3-2,-1-4-4,12-5 9,0 0-7,4 0 12,-2-7-14,0-9 0,2 0 7,-4-4-2,-7 0-4,-5-3 2,-6 2 0,-6-1 11,-3 0-14,0 0 1,0 1 13,-1 4-12,-10 2-2,5 5 0,4 3 4,2 4 2,0 3-6,0-2 0,0 2-5,0 0 4,13 0-3,1 0 2,-1 18 3,-7 6-9,4 6 8,-10 2 0,0 1-2,0-3 9,0-6-7,0-4 5,0-4-2,0-5 8,0 1-11,0-7 0,0 1 2,0-6 3,8 0-5,1 0 0,-5 0-53,-4 0-98,-2 0-142</inkml:trace>
  <inkml:trace contextRef="#ctx0" brushRef="#br0" timeOffset="3570.5745">17066 4780 699,'0'0'20,"0"0"80,0 0-66,0 0-3,0 0-3,0 0-13,-97-5 0,97 22-12,0 1 20,10 8-19,9 5 21,6 5 4,-2 2-26,-13 2 5,0-1-8,-10-4 6,0-5 1,0-8-7,-10-12 0,4-3 5,2-7-3,-1 0 2,5 0 6,0-5-7,0-15 19,6-6-22,24-6-14,12-2 14,5 0-8,2 2 6,2 5 1,-6 5 1,-5 4-9,-11 4 9,-4 7 0,-12 0 6,-9 3-5,-2 3 15,-2-2 11,0 1-9,0 0 20,0 2-29,-2 0-8,-9 0-1,-2 0-2,-3 0-1,1 7 1,-4 5 2,4 3 1,2 6-1,1 1 0,9 2 1,-5 2 2,8 1-2,0 2-1,0-3 3,0-2-8,11-8 5,7-4 0,7-6 7,6-6-6,9 0 4,5 0-5,7-14 6,-8-4 2,-11-2-8,-2-2 0,-9 2 2,-8-2 0,-7-1 2,2 0-4,-7-5 3,-2-1 4,0 3-7,0 3 0,0 4 10,0 7-2,0 6 24,0 5-5,0 1-24,0 0 17,0 0-20,0 0-8,0 7 7,0 14 1,0 6 2,0 5-2,0 0 2,0 4-1,0-3-1,0 1 0,0 0-2,0-6 2,2-3-8,-2-4-50,0-7-62,0-8-45,-2-6-65,-9 0-467</inkml:trace>
  <inkml:trace contextRef="#ctx0" brushRef="#br0" timeOffset="3737.7043">17643 4935 583,'0'0'223,"0"0"-99,0 0-20,0 0-13,0 0-58,0 0-27,123-93-3,-67 89 1,6 0-8,11 4-10,6 0-176,-4-3-354</inkml:trace>
  <inkml:trace contextRef="#ctx0" brushRef="#br0" timeOffset="4637.8828">21083 4696 622,'0'0'82,"0"0"65,0 0-74,0 0-35,0 0 9,0 0-46,2-12 1,-2 19 2,4 14 20,-1 5 22,6 6-11,-7 7-7,2-2 16,2 1-25,3 1 3,-1-5-2,-5-3-12,5-8 14,-8-7-12,0-4-10,0-8 13,0-1-9,0-3-4,0 0 0,0 0-1,0 0-20,0 0-58,0 0-87,2-17-77</inkml:trace>
  <inkml:trace contextRef="#ctx0" brushRef="#br0" timeOffset="5025.9429">21880 4764 606,'0'0'140,"0"0"-3,0 0-42,0 0-33,0 0-17,0 0-45,-6 14 2,4 8 44,-5 2-12,3 1-15,2-2-15,2-3 0,-4 1-1,4-4-3,-4-6 0,4-2 0,-2-2 0,2-3-82,-2-4-94,0 0-156</inkml:trace>
  <inkml:trace contextRef="#ctx0" brushRef="#br0" timeOffset="5205.9601">21847 4590 786,'0'0'133,"0"0"-36,0 0-20,0 0-67,0 0-10,0 0-4,-2-18-43,18 36-30,10 2-50,1-2-163</inkml:trace>
  <inkml:trace contextRef="#ctx0" brushRef="#br0" timeOffset="5767.8766">22139 4717 113,'0'0'554,"0"0"-391,0 0-86,0 0 11,0 0-50,0 0-19,-2-12-6,2 12-13,0 0-5,0 3 5,9 18 0,-3 0 27,1 4-25,0 2-2,0-5 16,-7-4-12,0-5-4,0-3 0,0-4 5,0-3 4,0 0-9,0-1 0,0-2 14,0 0-11,0 0 5,0 0 22,-2-8 13,2-8-5,0-6-30,0-4-6,6-1 15,19-1-16,2 5-1,2 0 0,1 8 1,0 4-12,-1 5 9,-2 3 2,-6 3-8,-5 0 8,-5 0-2,-2 13 1,-4 8 2,-3 3-6,-2-1 5,0 0 0,0 2 1,0-4 0,0-1-1,0-5 0,0 1-78,0-4-53,0-7-139,22-5-351</inkml:trace>
  <inkml:trace contextRef="#ctx0" brushRef="#br0" timeOffset="6915.9376">22893 4662 486,'0'0'222,"0"0"-95,0 0-74,0 0-47,0 0 1,0 0-10,2 0 8,7 18-3,-5 5 22,-2 3-8,-2 3 11,0 0-7,0-4-10,0-3 16,-6-7-22,-1-4 1,3-4 11,1-6-11,3-1 5,0 0 7,0 0 26,0-1 65,0-16-80,5-2-24,6-5 16,7-1-15,4-1 1,-2 0-6,4 2 4,-4 4-3,0 5-1,-5 3 0,-5 3-6,-1 7 3,1 2 0,-8 0 3,2 0-2,3 20-9,-5 0 11,-1 6 0,-1-6-2,3-2 4,1-4-2,2-5 0,-4-2 2,-2-2-2,0-5 0,2 0 0,0 0 2,7 0 1,-1 0 0,6 0-3,1-12 4,4 1 1,-6-3-5,3-2 0,-1-1 1,-2 3 1,3 2-2,-2 1 0,-6 5 2,-1 3-10,-7 3 8,0 0-8,2 0 5,1 9-1,6 7 4,-5 2 0,5-2 1,5-3-7,-6 0 6,5-5 0,3 0-1,7-2 6,3 0-5,10-2 0,0-4 4,-3 0-8,-2 0 4,-4 0 0,-2-4-4,-6-8 8,-3-2-4,-3-2 0,1-2 0,-4-1-5,2 0 5,-5 1 0,0 6-2,-5 4 8,-2 5-6,0 0 0,0 3 0,0 0-11,0 0 11,0 0-12,0 0 5,-9 17 4,-5 2 1,6 3 2,-3-2 0,8 0-8,3-4 8,0 0 0,0-6-4,0-1 9,16-5-5,4-3 0,1-1 0,2 0 6,2 0-6,0-8 0,-4-5 8,2-1-7,-1-5 6,-1-3-7,-8-2 6,-7 2 2,-5 7-8,-1 1 0,0 3 5,-1 5-2,-17 2-6,1 4-3,-7 0-13,10 0-6,-2 1-83,12 10-82,4-1-111</inkml:trace>
  <inkml:trace contextRef="#ctx0" brushRef="#br0" timeOffset="7912.0785">24233 4613 489,'0'0'98,"0"0"4,0 0-84,0 0 13,0 0-20,0 0 7,-98-5 4,77 17-15,3 2 7,3 2-12,-2 2-2,7 0 13,4-1-10,0-3-3,6-1 5,0-3-4,0-1 8,0-4-7,14-3-2,9-2 18,3 0-17,1 0-1,2 0 2,-5-6 1,3-8-2,-4-5-1,-6 2 0,-1-5 9,-5-2-9,-5-2 0,2 2 7,-4-2-5,-2 3 17,3 0-1,-5 2 15,0 6 30,0 0-19,0 8-6,0 0 1,0 3-24,0 4 9,0 0-24,0 0 6,0 0-13,0 0-4,0 0-4,0 8 8,0 13 7,0 7 0,0 2 0,0 2 0,0-1-2,0 1 2,0-6 0,0-3 1,0-7 2,0-4-2,8-4-1,4-4 0,1 0 7,6-4-4,5 0 0,5 0 3,0 0-5,-3 0 6,3-6-7,-2-9 0,-1 3 5,-1-2 1,-2-6-6,-4-1 7,2-1-7,-6-2 9,-1 0-9,-6 4 0,-1 3 6,-7 6-5,0 0-1,0 6 0,0 3 2,0 2-6,0 0-13,0 0 14,-11 0-3,-4 10-3,-8 8 9,0 4 0,3 4 2,5-3 7,7 2-9,0-4 1,6-4 10,2-2-6,0-6-2,0-3 7,10 2 0,11-5 9,16 2-19,-4-3 3,5 0 4,-9 1-4,-7-3-3,-9 0 0,-6 0-4,-7 0-7,0 1-103,-7-1-72,-22 0-134</inkml:trace>
  <inkml:trace contextRef="#ctx0" brushRef="#br0" timeOffset="12142.9754">13519 6168 730,'0'0'15,"0"0"4,0 0-12,0 0-1,0 0-3,0 0 1,0 0 10,42-4-12,-35 11 24,-7 4-22,0 3-1,0 2 15,-5 1-18,-10 4 3,-1-3-3,1-2-3,-1-4-1,3-6-112,1-6-239</inkml:trace>
  <inkml:trace contextRef="#ctx0" brushRef="#br0" timeOffset="12330.4111">13505 5955 786,'0'0'1,"0"0"-1,0 0-15,0 0-7,0 0-41,0 0-36,69-2-384</inkml:trace>
  <inkml:trace contextRef="#ctx0" brushRef="#br0" timeOffset="15668.7739">15023 5645 567,'0'0'43,"0"0"-40,0 0-3,0 0 4,0 0 22,0 0-7,0 0-18,58-14-1,-8-2 19,9-4-2,25-4 9,18-6-4,23 0-13,18-5 23,10 0-20,14 3-4,-1-2 8,-6 5-10,-15 3 1,-16-1-1,-24 4-2,-23 2 12,-28 3-13,-23 7 0,-21-1 12,-6 5 9,-4 0 63,0 2-78,-4 1 2,-10 4-22,-5 0 11,4 0-1,-1 0-7,3 0 8,-5 0 0,3 0 0,-3 0 2,-2 0-4,11 0 2,-2 0 0,9 0 0,2-1 0,0-12 0,0-1-9,6-2-3,15 4 2,-4 2 9,-1 6 0,-6 0-3,-5 4 5,5-2-1,-6 2 0,-3 0 2,9 0 4,-2 2-5,4 11 0,-2 1 13,-5-2-13,-3 1 4,-2 1-5,0 3 5,-23 0-1,-25 5-4,-5 2-98,-23-3-121</inkml:trace>
  <inkml:trace contextRef="#ctx0" brushRef="#br0" timeOffset="18159.5784">25157 4734 653,'0'0'119,"0"0"3,0 0-30,0 0-82,0 0 12,0 0-9,0 0-9,0 8 13,0 11 3,1 2-4,-1 2 17,0-2-29,0 2 1,0-4-4,-9 2 2,-14-3-6,-5 0-106,0-6-128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07-14T05:48:30.33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1834 3316 586,'0'0'202,"0"0"-122,0 0 15,0 0-52,0 0-2,0 0-12,0 0 6,11-34 3,-11 34-6,0 0-11,0 0-4,0 0-17,0 0-2,-5 20-8,-8 4 10,-5 9 1,0-1 0,-4 4-1,6-1 2,0-4-2,1-3-2,2-3 2,-1-5 2,6-5-2,1-4 0,4-4 0,3-2 2,0-5-1,0 0 1,0 0 11,0-7-2,5-17-7,13-6-4,-1-4 0,2 0 1,2 0-1,2 0-1,4-1 0,2 5 1,0-2-2,2 6 1,-2 2 0,-4 6 1,-7 5 0,-3 4 1,-2 3-2,-6 4 1,0 0-1,-5 2-3,4 0-4,1 0 1,2 0-5,3 20 5,-4 6 4,1 9-2,3 5 5,-4 1 0,3 5 0,3-2 2,1-6-1,3-4 0,0-11 2,2-7-2,-2-4 2,-3-5-3,-1-7-56,-7 0-202,-5 0-550</inkml:trace>
  <inkml:trace contextRef="#ctx0" brushRef="#br0" timeOffset="258.6467">1836 3459 712,'0'0'170,"0"0"-57,0 0-61,0 0-41,0 0-2,0 0-8,41-29 3,-22 29-4,6-3 1,8 1-3,9 2-1,14-7-160,4-1-474</inkml:trace>
  <inkml:trace contextRef="#ctx0" brushRef="#br0" timeOffset="803.0044">3107 3280 597,'0'0'170,"0"0"-85,0 0-18,0 0-35,0 0-11,0 0 20,48-46 1,-48 46 23,-3 0-1,-27 0-45,-12 0-19,-3 12-6,5 6 4,13-4 0,11 4-3,13-4-1,3-1-6,0 1 5,8-1 7,17 4 10,4 0-5,2 4-2,-2 4-3,0-2 0,-9 3 0,-7-3 0,-6 0-3,-5-7 0,-2-4 2,0-2 1,-9-2 7,-19-2-3,-13-2 5,-3-4-4,-1 0 1,7 0-4,12 0 1,19-4 2,7-14-5,0-7-24,31-2-155,20-1-636</inkml:trace>
  <inkml:trace contextRef="#ctx0" brushRef="#br0" timeOffset="1396.5328">3533 3331 560,'0'0'68,"0"0"4,0 0-39,0 0-32,0 0 4,-121 21 16,78-1 23,-3 3-18,4 0 9,3 1 1,15 1-11,6-7-10,11-3-8,7-2-7,0-5 1,7 0 1,22-6 5,9-2 2,2 0-5,-4 0-1,-7-2 2,-3-16-3,-5-2 0,-6-6 4,-1-2-3,-6 0 2,2 0 1,-6 2-4,-2 4 1,3 2 1,-3 5-1,-2 5 4,0 4 11,2 6 10,-2 0 1,0 0-20,2 0-9,-2 0-15,0 10-7,1 14 18,-1 9 4,10 7 3,-5 8 8,-5 3-3,2 4 9,-2-3 6,0-4 12,0-3-21,0-3-1,0-6-4,5-4 7,1-8-8,1-4-5,0-6-1,1-4 5,1-4-4,5-3 4,6-3 0,9 0-7,4 0-47,6-5-360</inkml:trace>
  <inkml:trace contextRef="#ctx0" brushRef="#br0" timeOffset="1561.8768">3720 3615 908,'0'0'156,"0"0"-44,0 0-79,0 0-33,0 0-5,0 0-45,65-23-174</inkml:trace>
  <inkml:trace contextRef="#ctx0" brushRef="#br0" timeOffset="2280.2123">4397 3205 672,'0'0'106,"0"0"-1,0 0-28,0 0-16,0 0-24,0 0-22,0-34-15,0 43-9,-2 19 9,-11 12 11,-5 8 25,5 3-21,1 0-9,3-2 1,9-11-3,0-10-2,0-10 2,11-10 1,12-8 4,0 0 2,12-5 1,0-18-7,-4-5-3,-4-2 3,-2-2-1,-7 6 1,-8 8-5,-5 5 1,0 12-2,-5 1 1,0 0-10,0 19-21,0 12 19,0 3 12,6-6 2,4-8 0,3-6 1,3-10-1,-1-4 5,5 0 3,5-2 3,6-18-3,0-8-5,-2-8-1,0 0 4,-7-5 7,-6 0 1,-12 0 19,-4 7-19,0 8 3,0 9-6,-4 8-7,-12 5-6,-6 4-1,2 0-3,-4 0-2,4 6-32,8 6-155,12 0-365</inkml:trace>
  <inkml:trace contextRef="#ctx0" brushRef="#br0" timeOffset="2872.4949">5146 3292 611,'0'0'121,"0"0"-22,0 0-34,0 0-10,0 0-13,0 0-20,13-50 0,-13 48 21,0 0 4,-2 2-17,-22 0-30,-9 4-5,-8 14 2,-1 4 3,9 6 0,2 3 0,8-1-2,9 2-8,12 0 8,2-8 1,0-2 1,10-6 3,11-8 3,14-2 3,-6-6 0,6 0-3,-4 0-5,-6-14 0,-1-8 2,-4-2-1,-7-4-2,-1-4 3,-6 1 0,-6 2-1,7 0-1,-7 7 1,0 6 2,0 8-4,0 4 3,0 4 15,0 0-2,0 0-13,0 0-3,0 2-18,0 19-2,0 6 19,4 5 1,4 5 4,-1 1-1,3-5 0,2 0-3,-4-8-13,2-5-63,5-9-163,0-8-366</inkml:trace>
  <inkml:trace contextRef="#ctx0" brushRef="#br0" timeOffset="3240.3362">5401 3270 357,'0'0'294,"0"0"-285,0 0-3,0 0 21,0 0 2,17 111-9,-4-82-7,8-2 3,-3-8 4,-6-7-1,3-5 50,-10-7 29,5 0-7,-4 0 3,6 0-21,-1-10-33,-5-8-10,8-4-3,-3-5-6,-2-4-5,0-2-3,3 4-2,2 2-6,-2 7-5,-8 4 0,6 11-5,1 5-38,2 0-156,9 0-567</inkml:trace>
  <inkml:trace contextRef="#ctx0" brushRef="#br0" timeOffset="3690.3309">5813 3471 671,'0'0'106,"0"0"-39,0 0-34,0 0-29,0 0-3,0 0-1,0 0 0,102-41 2,-77 21 3,-5-1-3,3-9 3,-4 2-2,-3-5 5,-5 5 2,-9 6 24,-2 6 45,0 4-28,-11 9-33,-9 3-18,-5 0 0,4 0-1,0 17-2,5 1 2,8 0 2,2 3-1,6 2 2,0 5-1,0 2 5,6 5 3,4-5-4,4-2 4,-1-8 1,-1-5-4,3-2 1,3-5 1,5-4 6,3-2 0,3-2-8,-2 0 0,-7 0-5,-2 0-1,-5 0 0,0 0-63,-1-4-248</inkml:trace>
  <inkml:trace contextRef="#ctx0" brushRef="#br0" timeOffset="5280.4086">7005 3305 337,'0'0'162,"0"0"-57,0 0 0,0 0-12,0 0-48,0 0 28,10-42-22,-4 35 0,1 1-9,-5 4 15,0 2-6,-2 0-19,0 0-25,0 0-7,0 8-23,0 16 23,0 5 3,0-1 0,0-2-1,0 0-2,0-6 2,0-4-1,0-2 3,0-4-1,0-3 0,0 2-2,2-6-1,-2 0-34,9-3-112,-4 0-107,-3-8-421</inkml:trace>
  <inkml:trace contextRef="#ctx0" brushRef="#br0" timeOffset="5491.9641">7057 3113 636,'0'0'147,"0"0"-52,0 0-33,0 0-33,0 0-24,0 0-5,-7-23-13,7 23-24,0 2-25,0 6-281</inkml:trace>
  <inkml:trace contextRef="#ctx0" brushRef="#br0" timeOffset="5957.5514">7587 3188 757,'0'0'78,"0"0"-42,0 0-30,0 0-3,-117-3 5,82 12 7,9 3 12,8-1-8,5-2 5,6 2-16,7-6-8,0 3 0,0 0 0,18 2 4,9 2 13,2 0-10,4 2 0,3 1-4,-1-2-1,-6 2-1,-4-1-1,-12-5 0,-8 3 0,2 0-3,-7-1 2,0-1 1,0 0 0,-12-5 10,-15 2 35,-13-1 17,-6-2-12,-10-2-31,-4-2-3,4 0-8,12 0-7,15 0-1,17 0-1,12-6-66,13-12-297</inkml:trace>
  <inkml:trace contextRef="#ctx0" brushRef="#br0" timeOffset="6832.061">8185 3084 212,'0'0'410,"0"0"-279,0 0-36,0 0-34,0 0-14,0 0-5,0 0-13,0-27-1,0 27-11,0 0-14,0 0-3,0 17-19,0 10 19,0 8 2,6 3 2,-5 0 0,8 0-4,-5-1 2,-2-3-1,-2-3 0,0-4 1,2-8 0,3-4 0,-5-7-2,2-4 2,-2-2-2,0 1 2,0-3 2,0 0 1,0 0 5,0 0 2,0 0-1,0 0 4,0 0-1,0-7-8,0-6-5,0-2 4,0-6-3,6-4 1,4-3-1,1-1 1,7 1 2,1 2 4,8 5-5,4 0-3,4 9-1,-3 2-3,-4 7 3,-2 3-1,-6 0-4,5 0-1,-6 9-2,2 13 2,-6 5-3,-1 0 4,-8 1 4,-6-3-4,0-6 0,0-2 4,0-3-5,-15-2 6,-12-1 8,-2 2 0,-5-3-1,-4 2-5,9-4 2,0-3-1,10 0-2,-2-5 5,8 0-2,7 0-1,-6-3 5,1-11-8,8-6-90,3-4-218</inkml:trace>
  <inkml:trace contextRef="#ctx0" brushRef="#br0" timeOffset="9587.0913">8708 3244 320,'0'0'94,"0"0"41,0 0-21,0 0-25,0 0-31,0 0-12,87 0 6,-67-4-14,-1-4-10,-2-2-4,-4 0-3,1 0-2,-3 0-6,-4 0-6,2-1-1,-5-1-3,-4 1-2,0 1 3,0-1-4,0 2 6,0 1-4,-4 2-1,-5 0 7,2 2-4,-4 4-4,0 0-9,-5 0 0,-4 4 5,0 11 3,2 6 0,-2 1 1,0 2 0,4-2 0,1 2-1,1 0 1,0 1 0,13 2 0,1-3-1,0-1 0,0-5 2,13-4 2,12-6-1,6-2 5,4-5-3,8-1 2,4 0-2,0 0 0,-7-4-2,-5-11-1,1-2 2,-12-5-1,3 0 4,-4-2-4,-6-2 1,-5 2-1,-8 2-1,-2 4 0,-2 4 0,0 2-2,0 7 2,0-2-2,0 2 2,0 2-1,0 3 0,0 0-1,0 0-2,0 3-19,-2 14 6,-9 5 16,6 0 0,-1 0 1,1 0-1,5-4 2,0-4-1,0-1-1,0-6 2,0-2 1,5-5 2,6 0 4,7 0 3,4 0-5,7-7-5,-4 2 2,-8 1-4,-2 1 0,-5 3-1,-6 0-3,-4 0-2,0 0 3,2 0-1,-2 0-2,0 0 5,0 0 1,0 0 0,8 0-2,-2 0-24,7-6-195</inkml:trace>
  <inkml:trace contextRef="#ctx0" brushRef="#br0" timeOffset="9850.3037">9112 2965 579,'0'0'161,"0"0"-145,0 0-16,0 0-3,0 0 3,0 0-3,18 37-133</inkml:trace>
  <inkml:trace contextRef="#ctx0" brushRef="#br0" timeOffset="11019.0504">9384 3127 753,'0'0'94,"0"0"12,0 0-52,0 0-29,0 0-25,0 0 0,26 15 0,-16 2 9,1 0-2,-3-1 1,4 0-3,-3-4-4,-5-3-1,-2-4 3,6-5-1,-2 0 1,3 0 9,-1 0 2,6 0-4,-1-14-3,5-1-3,0-8 0,0-3 1,2-5-2,4 4-3,-8 7 1,-1 6-1,-1 7 0,-13 7-3,7 0-3,-4 0-3,1 0 1,4 15 5,0 1 1,-4 2 2,6-2 1,-3 0-1,5-2 2,8-4-1,1-4 2,7-3 4,11-3-3,2 0-2,1 0 0,-3-5-2,-8-11 0,-2-2-1,-12-1 1,-6 2 0,-1-1 0,-9-3 1,-2 6-1,0-4 0,0 3 0,0 3-1,-13 4-1,8 5-3,-11 4-5,-4 0 1,0 0 4,-7 8 1,2 10 2,4 5 1,-5 2 1,11 4 0,4 0 1,9-6-1,2 0 0,0-6 1,8-8 1,9-2 2,2-7 2,10 0 0,-2 0 1,-2 0-4,-3-14 0,0-5-1,-4-4 1,-2 0-2,-3-3 1,-2-1-2,-6 5 0,2 5 2,-7 5-2,0 5 0,0 2 1,0 4 0,0 1-1,0 0-5,0 0-10,0 3-6,0 19 20,-10 12 1,8 5 1,0 9 1,2 10 5,0 8-3,0 15 17,20 11 7,16 3-19,-1-11-6,2-11 3,-16-21-2,-9-13-4,-12-14 1,0-8-1,0-10 2,0-4-2,-18-3 1,-9 0 2,-9 0-3,3-3-2,2-8-3,-1-7 2,8-4 2,-1-6 1,10-4 1,1-12 1,11-7 0,3-14-1,15-14 1,25-6-1,9 3 0,6 10 0,1 18 0,-11 12 1,-7 14-1,-11 6 0,-7 7 1,-5 6-1,-2 3-1,3 2 2,0 2 0,8-1-3,9 3 1,15 0-1,3 0-26,2 0-276</inkml:trace>
  <inkml:trace contextRef="#ctx0" brushRef="#br0" timeOffset="14160.6144">11385 3018 308,'0'0'381,"0"0"-315,0 0-49,0 0-2,0 0 9,0 0 2,0 0 37,37-51 5,-37 49-17,-21 2-35,-10 0-16,-11 0-2,-7 0 2,-3 7 0,9 9 1,9 2 6,0 4-6,12 2 2,1 2 0,13-3-3,8 3 0,0-1 0,0-3 2,18-2-2,11-6 3,2-5-2,5-4 0,-5-5 0,-4 0-1,-8-12 0,4-7 2,-5-6-1,-3-5-1,1-5 5,-5 3-5,-6 1 0,6 5 2,-9 10 1,-2 5 2,0 7 18,0 4-9,0 0 9,0 0-23,0 0 0,2 8-17,3 23 5,1 11 12,5 14 4,5 8-2,1 10 5,6 7 2,-3-4-8,-12-3 1,-3-9-1,-5-9 0,0-15-1,0-7 1,0-17 1,-5-9-2,-1-4 1,4-4 0,-2 0 7,-8-4 5,-4-16-10,-8-3-3,4-10 1,-2-3 1,7-2-2,12-7 5,3 2-2,0-3-3,23-2-1,12-1 0,19 1 0,4 2 0,2 0-2,-2 4 1,-5 0 0,-9 0 2,-10 0 0,-9 3 0,0 4 0,-18 5 0,1 5 1,-7 7 0,-1 4-1,0 6-1,0 4-1,0 4-9,-3 0-8,-14 0-4,-4 15 20,1 4 3,-3 5-3,4 5 3,-2 2 0,5 3-2,8 2 2,1-2 0,7-5 2,0-5-2,0-7 0,0-2 5,13-10 0,5 0-3,6-5 11,6 0-6,1 0-6,5 0 3,-5-5-3,-4-10 2,-5-2-3,2 0 1,-6-3 3,3-3-2,-6 4-1,1-1 0,-6 6-1,-3 4 0,-5 3 1,-2 7-1,0 0 1,0 0-1,0 0-13,0 23-12,-4 9 25,-9 3 0,1 0 0,8-1 0,2-6 0,2-4 1,0-8 0,0-6-1,0-6 0,0-4 5,4 0 6,14 0-1,7-9-4,-3-14-2,2-3-4,3-6 4,4-3-4,3-2 0,-10 9 1,-1 3 1,-10 14 0,-9 3-2,4 3-1,-8 5 0,0 0-2,2 5-14,0 14 3,-2 10 14,2-1-3,0-4 6,9-3-3,3-2 2,-1-9-1,2-2 1,1-6 4,9-2 5,-3 0 1,3 0-9,-1 0-1,-2-12 2,3-1-3,2-2 0,-2-1 1,-2-5-2,3-4 2,2-3-2,-1-2 1,-7 1-1,0 3 1,-4 7-1,-12 6 0,-4 5 0,0 4 0,0 4-12,-2 0-15,-12 0 16,-12 0 3,6 4 5,-5 14 0,-3 3-4,12 5 7,0 4 0,3 0-3,3 3 3,5-2 0,5-4 0,0 2 0,0-5 0,0-4 0,19-4 2,6-4-2,4-8 8,2-2-3,5-2 6,-3 0-6,0-10-3,1-10 1,-13-4 3,7-6-3,-13-5 1,-1 0-2,-1-4-2,-4 4 2,-4 1-1,-1 8-1,-4 8 0,0 8-1,0 6 1,0-1-1,0 5 1,0 0 0,0 0-4,0 0-1,7 0-9,-3 0 0,3 14 13,-3 4-5,-1 6 1,-1-2 5,4 0-3,-3-1 3,-3-6 0,2-3-3,-2 0 3,4-1 1,3-1-1,-4 0 3,10-4-1,4 0 8,12 2 4,12-2-7,-8-5-2,3-1-4,-9 0 0,-7 0 3,2-1 0,-2-10-3,-5-1 1,1-5-1,-3-3 0,1-5 0,1 2 1,1-1-2,-3-1 0,1 4 1,-10 2 0,-4 6 1,0 2-1,0 8-1,0 1-4,-4 2-5,-12 0-12,-10 0 13,4 9 4,-10 11 2,3 4 2,5 5-2,0 0 2,8 4-1,4-6 0,8 0 1,4-5 0,0-4 1,0-8-1,8-4 4,16-4 1,2-2 4,3 0-7,0-4 2,-2-12-2,0-2-2,-8-6 3,1-2-3,1-2 2,-8 2 0,-5 2-1,2 6-1,-8 7 2,-2 8-2,0 0 2,0 3-2,0 0 0,0 0-9,0 0-15,0 14 17,0 4 7,1 3 0,8 1 0,-4-2 0,7-2 1,5-3 0,12-2 4,9-6 2,1-4 6,-2-3-7,3 0 1,-7 0-4,3-16 0,-7-8 1,-4-6-2,-3-2 3,3-5-4,-8-1-1,1 0 1,0-2-1,-9 4 0,2 2 0,-11 7-1,0 10 1,0 5 0,0 6 0,0 4 0,0 0 0,0 2 0,0 0-3,0 0-17,0 2-6,-4 21 21,-5 3 5,2 9-2,-2 1 2,9 4 3,0-1-2,0-4-1,0 0 3,0-7-3,0-2 5,14-4 1,1-6 1,3-2 2,4-6-3,0-2 4,3-4 3,4-2-7,-2 0 2,0 0-1,4-6-1,-2-13 1,4-5-5,1-3-2,-3-7 4,0-4 0,-2-3-4,-6 1 5,-4 5-4,-5 8-1,-10 8 0,1 7 0,-5 7 0,0 1-1,-21 4-6,-10 0-3,2 0 5,0 14 4,-1 6-3,14 2 1,0 6 2,3-2 0,6 5 0,5-3 1,2 0 3,0-4-1,4-4 3,14-1 0,2-2 2,5-2 3,3-2 0,2-3-6,-1-4-1,-10-1-1,3-2-2,-13-3-1,-1 2-96,-8-2-123,0 0-311</inkml:trace>
  <inkml:trace contextRef="#ctx0" brushRef="#br0" timeOffset="14395.0874">13416 2935 401,'0'0'293,"0"0"-222,114-8-45,-56 7-16,4 1-8,5-3-2,1-1 0,5-1-155</inkml:trace>
  <inkml:trace contextRef="#ctx0" brushRef="#br0" timeOffset="15172.1441">14665 2926 333,'0'0'248,"0"0"-132,0 0 1,0 0-77,0 0 14,0 0-16,15-81-6,-15 75-6,-6 2-10,-12 4-16,-9 0-4,-5 0 2,-3 4 0,2 12 2,-5 2 2,9 9 1,2-1-3,8-1 0,9 4 3,10-5-1,0-3 0,0-4 2,7-7-4,13-7 5,9-1 7,2-2 1,7 0-7,-7-2-1,-2-15-1,-3-3-1,-5-4-1,1-5 0,-6-5-1,-1-2-1,1-4 0,-5-2-2,1 2 2,-8 2 0,-2 6 0,0 6 2,5 6 1,-5 4-3,-1 6 12,2 3 8,-3 4 2,6 1-4,-6 0 1,0-1-4,0 3 2,0 0-11,0 0-6,0 0-2,0 7-19,-6 13 2,-7 10 18,3 5 1,-2 8 2,10 1-1,-4 2 1,6-2-1,0-6 0,0-3-1,0-6 0,10-5 3,4-1 2,1-7 4,-1-2-1,-5-4-2,-3-4-3,6-3 1,-2 3-4,0-6-6,3 0-219</inkml:trace>
  <inkml:trace contextRef="#ctx0" brushRef="#br0" timeOffset="18908.8068">15797 2988 602,'0'0'167,"0"0"-72,0 0-18,0 0-27,0 0-19,0 0-5,0 0 17,21-57-7,-21 56 17,0-2-19,0 3-13,-3 0-8,-17 0-10,-7 0-3,-6 0-3,-8 8 2,1 13 1,1-2 0,1 5 1,7 0-1,6-1-4,9-2 3,7-1-4,9-3 4,0-1-5,0-2 6,25-4 0,4-4 1,7-6 0,-3 0 4,2 0-4,-3 0 0,-8-12 0,1-6-1,-6-1 1,4-2 0,-9-4 1,1 0-2,-3 1 0,-8 3-1,0 8 0,1 4 1,-5 5 4,0 4-4,0 0-1,0 0-5,0 0-10,0 15 4,0 7 10,0 2 2,0-2 0,0 0 1,8-5 0,13 2-1,-3-6 3,-1-4-1,10-4 1,4-5 4,7 0-4,3 0-3,0-14 1,-7-5-1,4-3 0,-10-7-1,-7 4-1,-3-5 2,-7 0 0,-4 2 0,-5 3 0,-2 3 0,0 8 0,0 2 0,0 6 1,0 2 2,0 4-2,0 0-1,0 0 0,0 0 0,0 0-6,0 10-8,-2 10 14,-5 6 2,5 5 4,2 0-3,0 3 0,0-1-1,0-1-1,0-4 0,0-2-1,0-8 0,3-2-3,3-6-52,-6-8-141,0-2-279</inkml:trace>
  <inkml:trace contextRef="#ctx0" brushRef="#br0" timeOffset="19103.7358">16018 2997 852,'0'0'166,"0"0"-91,0 0-69,120-27-5,-55 20-1,-5 0 2,1-1-2,3-1-1,-17-3-45,-3-1-251</inkml:trace>
  <inkml:trace contextRef="#ctx0" brushRef="#br0" timeOffset="20079.7104">17351 2903 744,'0'0'152,"0"0"-30,0 0-44,0 0-32,0 0-28,0 0-18,11 0-12,-11 28 12,0 11 19,0 9 23,0 3-12,0 4 3,0-3-15,0-8-12,-5-4-5,1-6 2,2-2-3,-7-6 1,7-6-2,2-3-18,0-10-114,0-7-152,22 0-450</inkml:trace>
  <inkml:trace contextRef="#ctx0" brushRef="#br0" timeOffset="20499.2354">17322 3002 641,'0'0'154,"0"0"-19,0 0-59,0 0-26,0 0-13,18-109 4,4 97-11,-2 2-16,9 1-9,2 2-4,7 3 0,5 2 1,-1 2 0,-8 0-2,1 0 0,-13 6 0,-1 12-5,-13 7-2,-1 3 3,-7 4 4,0-1 3,0-2 1,-11-4-4,-5-4 3,-9-5 2,-3-2 1,-3-4-2,-1-1 1,-4 2-2,5-5-3,2 0 0,12-3-15,1 0-106,7-3-87,6 0-374</inkml:trace>
  <inkml:trace contextRef="#ctx0" brushRef="#br0" timeOffset="21248.9111">17973 2842 166,'0'0'564,"0"0"-454,0 0-4,0 0-48,0 0-21,0 0-9,0-12-12,0 12 1,0 0-2,0 3-15,5 19 1,-2 8 10,0 8 29,3 1 1,-1-2-18,-3-2-3,1-2-3,6-4-7,-5-5-4,5-5-2,-9-2-2,2-5-2,0-2 1,0 0 0,8-2 0,-8 1-1,2-2-9,5-2-85,5 0-223</inkml:trace>
  <inkml:trace contextRef="#ctx0" brushRef="#br0" timeOffset="21519.9178">18401 3050 91,'0'0'865,"0"0"-670,0 0-79,0 0-76,0 0-22,0 0-9,7-15-9,-7 15 0,0 0 0,2 0-8,4 0-37,6 0-183,10-1-345</inkml:trace>
  <inkml:trace contextRef="#ctx0" brushRef="#br0" timeOffset="22238.3564">18630 2900 721,'0'0'132,"0"0"-31,0 0-22,0 0-3,0 0 13,0 0-46,0-37-16,0 31-11,10 0-7,5 2-7,1 2-2,6-1-2,-2 3 2,7 0-1,0 0-2,-6 12 0,0 3 3,-7 5-6,-13 7 1,-1 1-2,0 2 3,-1 0-2,-22 1 1,3 0 4,-7-3-5,-4-4-1,2-3 5,-1-4-1,7-2 2,5-4 1,7-5-1,6 0 0,5-6 2,0 0-1,0 0 3,2 0 6,25 0 6,6 0-8,12 0-7,1-6 2,4-2-1,-5-1 0,-3 2 1,0-1 0,-6 0-2,0-2 0,-15 4 0,0-1 1,-13 2-1,0 3-11,-8 0-56,0 2-144,0 0-174</inkml:trace>
  <inkml:trace contextRef="#ctx0" brushRef="#br0" timeOffset="25973.3708">19455 3134 779,'0'0'49,"0"0"-27,0 0-22,0 0-17,0 0-14,0 0-22,0 0-99,27 10-231</inkml:trace>
  <inkml:trace contextRef="#ctx0" brushRef="#br0" timeOffset="27369.7063">19455 3144 697,'0'0'180,"0"0"-64,0 0-94,0 0-22,0 0-12,0 0 12,1 48 2,-1-28-1,0-2 0,0 0 2,-1-2-3,-21 0-5,0-5-89,-5-6-292</inkml:trace>
  <inkml:trace contextRef="#ctx0" brushRef="#br0" timeOffset="28004.9918">20229 2767 560,'0'0'125,"0"0"-35,0 0-23,0 0-28,0 0-3,0 0 19,-2-15-12,2 15-20,0 0 5,0 0-8,0 0-16,-2 12-4,-6 13 0,6 9 11,0 2 13,2 3-5,0-3 0,0-5-8,0 0-5,0-7-3,0-2-1,4-7 0,6-3 0,5-3-1,-1-3 1,1-2-2,3-2 0,-3 2-24,-1-4-79,-5 0-78,-5 0-78</inkml:trace>
  <inkml:trace contextRef="#ctx0" brushRef="#br0" timeOffset="28636.4407">20042 2825 167,'0'0'338,"0"0"-227,0 0-30,0 0-13,0 0-30,0 0-22,31-24-10,-2 16 0,8-1 8,1 0 7,5 3 3,-5 0 11,-9 0-7,-10 4-1,-9-1-14,-6 3-4,1 0-6,-3 0-3,-2 0-9,4 0-7,5 0-49,-4 0-109,6 0-216</inkml:trace>
  <inkml:trace contextRef="#ctx0" brushRef="#br0" timeOffset="29438.529">20468 2719 395,'0'0'188,"0"0"-78,0 0-26,0 0-50,0 0-23,0 0 0,2 0-7,-2 6-3,0 12 25,0 3 13,0 4 11,0 3-11,0 0-17,0 0-4,0-1-6,0-1-5,2-3 2,-2 2-1,2-5-2,0-2 0,0-7-5,5-2 3,-7-3-2,2-5 2,0 2 2,-1-3-2,8 0 6,4 0 2,3 0 0,-1-4-1,3-9-6,5-5-3,-4-4-1,6-1 0,2-5 4,-7 3-5,4 4 1,-6 4-1,-4 5 0,-1 7-1,-2 0 1,-9 3-3,0 2 2,2 0-3,4 0-11,-7 18 5,11 8 9,-10 2-4,3 4 5,4-6 0,-3 1 0,5-8 1,1 0 0,1-6 1,3-6 5,-2-3-1,12-3 3,-6-1-5,4 0 1,-4 0-3,5-10 3,-8-4 117,1-1-117,3-6-7,-6-2 2,-1-3 0,-3-1 1,-7 5-1,0 8 0,4 4 2,-8 6-2,0 4 2,0 0 1,0 0-3,0 0-5,0 0-2,0 12-3,0 11 10,0 2 9,0 1-7,-7 1 4,6-3-5,-1 0 0,-2-4 1,-3-2-2,1 0 0,6-3-6,0-10-103,0-5-474</inkml:trace>
  <inkml:trace contextRef="#ctx0" brushRef="#br0" timeOffset="29625.6618">21158 2723 429,'0'0'372,"0"0"-298,0 0-57,0 0-17,0 0-47,0 0-30,47-6-308</inkml:trace>
  <inkml:trace contextRef="#ctx0" brushRef="#br0" timeOffset="29963.2631">21158 2723 458,'128'34'157,"-128"-30"-102,0 4 7,0 2-9,0 2-17,0 2 6,0 4 14,2 1-18,15 2 0,1 1-14,7 2 4,0 2-10,-6-3 1,3-1-7,-6-5 4,-2-2-7,-4-7-2,-7-5 8,-3-3 0,0 0 12,0 0-3,-3 2 2,-21 1-9,-7 3-8,-7-1-2,0 4-7,7-2 1,9 0-2,6-2-5,16-5-100,0 0-317</inkml:trace>
  <inkml:trace contextRef="#ctx0" brushRef="#br0" timeOffset="31072.8774">22300 2764 587,'0'0'128,"0"0"-38,0 0-40,-121-3-4,101 3-12,11 12-9,5-1-8,4 1 9,0 5-9,16 3 23,22 4-13,1 2-2,10 5 0,-6-1-19,-14 1-5,-15-2-2,-10-8 4,-4-3-2,0-6 7,-14-1 9,-5-3 6,-4-1-10,-4-1-9,5-5-4,-1-1 2,10 0 1,7 0 0,6 0 3,0-1-6,13-12-6,24 1-64,13-2 16,7 1 11,0 1 9,-1-2 9,-9-1 11,1-2 13,-1-1 1,-7 0 1,-2-4 0,-5 3 5,-8-4 5,-8 3 7,-5 5 16,-10 0 20,-2 3-4,0 6-6,0 2-27,-14 2-17,-9 2-2,-11 0 1,0 0 0,3 7-5,2 10 5,1-2-3,-1 6 3,0 4 0,2-4-3,11 4 1,3-3 3,13-6-8,0-7-2,0-2 3,0-6-5,15-1 12,14 0 8,6 0-3,4-5 2,-1-12-5,-9-2-1,0-3 3,0-4-3,-10 1-1,4-3 0,-3 2 0,-7 8 0,1 2 0,-5 4 3,-5 4 3,-3 4-3,2 2-2,-1 2-1,-2 0-4,0 0-11,0 12-11,0 16 24,-5 6 2,-5 8 12,6 4 2,4 3 2,0-1 0,0-1-6,2-4-5,7-7 8,-1-8 4,0-8-3,-4-4 0,-2-2-7,5-1 0,-7-6-1,2 1-4,0-4 0,0 0 0,5-4 0,-2 3 1,4-2-1,-1-1-1,6 0 2,1 0-3,1 0-3,4 0-17,-2-1-47,-1-6-54,3-3-33,-1 2-91,-6 0-254</inkml:trace>
  <inkml:trace contextRef="#ctx0" brushRef="#br0" timeOffset="32962.1303">1515 4261 607,'0'0'77,"0"0"-77,0 0-21,0 0 21,0 0 9,0 0 35,1 50 21,-1-26-9,0 4-5,0 9 6,-6 2-5,-8 3-23,4-2-8,-3-4-2,6-6-5,5-4-5,2-11-8,0-7 3,0-6 2,2-2 1,15 0 11,4-10 6,4-12 3,1-4-11,-5-2-5,-2-3-2,-3 6 3,-5 4-4,-4 5-2,-3 10-5,-4 2-1,0 4 0,0 0-4,0 0-11,0 10-9,0 11 20,0 3 4,0 0 0,2-4 0,10-2 2,3-4 6,5-4-3,14-7-1,5-3 5,13 0 3,-1-1-5,0-17-3,-6-4 3,-7-2-1,-12-2 0,-7-2 2,-10-3 18,-7 0 1,-2 0-9,0 1-6,-2 4-6,-12 10-2,0 3-4,2 10-2,0 1 1,1 2-1,5 0-2,-3 0-7,4 0-16,5 0-64,0 0-206,18 5-185</inkml:trace>
  <inkml:trace contextRef="#ctx0" brushRef="#br0" timeOffset="33548.5443">2422 4271 726,'0'0'101,"0"0"-40,0 0-30,0 0 3,0 0-12,0 0 10,0-18-6,-4 18-21,-7 0-5,-7 2-4,-7 13 4,3 4 0,2 3-1,0 2 1,7 2 0,4 1 1,4-3-1,5-4 1,0-3-2,0-3 0,2-3 1,14-7 4,1-4-2,8 0 6,4 0-2,0-8-2,-2-9-2,-2-4 0,-5-2-1,-3-5 1,-7-2 0,-4-2-1,-6 2 3,0 2-2,0 2 6,0 4-1,0 6 11,0 6 10,0 3 24,0 7-23,0 0-9,0 0-15,0 0-5,0 0-9,0 7-3,0 17 8,0 6 4,11 4 1,-2 2 0,0 0-1,6-2 2,-1-2-1,-1-6 1,-2-2-2,0-4 0,-4-6-15,4-4-95,-3-6-169</inkml:trace>
  <inkml:trace contextRef="#ctx0" brushRef="#br0" timeOffset="33974.8498">2719 4223 111,'0'0'767,"0"0"-644,0 0-74,0 0-49,0 0-10,0 0 10,45 54 4,-32-15 7,-5 0 1,2 4-1,-6-6-1,3-5-2,-2-3-3,1-14 3,0-5-1,-3-6-3,-1-4 8,-2 0 6,4 0 17,1 0 20,4-1-2,2-17-17,2-7-12,0-7-9,1-8 1,-3-2-7,3 0-3,-8 1 0,3 10-6,-5 7 1,-4 6-1,6 4-4,-4 4 1,1 3-35,7 7-83,-2-3-281</inkml:trace>
  <inkml:trace contextRef="#ctx0" brushRef="#br0" timeOffset="34478.9309">3028 4375 682,'0'0'138,"0"0"-75,0 0-34,0 0-20,0 0 1,0 0 6,98-56 0,-72 36-2,2-2-4,-10 0-1,-3 0 5,-7 2 9,-4-2 6,-2 4 9,-2 4-4,0 1-5,0 8-8,0 1-6,0 4-10,0 0-5,-6 0-10,-6 4-1,-4 12 9,1 7 2,4 0-5,1 0 4,4 4 0,4 1 1,2 2 2,0-2-1,0 1 0,2-4 1,10-2-1,1-5 1,-5-6-1,8-5 0,7-2 4,6-5 7,4 0 1,9 0-4,3-12-6,6-2-3,7-2-5,2 0-53,5-3-294</inkml:trace>
  <inkml:trace contextRef="#ctx0" brushRef="#br0" timeOffset="37076.2142">4812 4153 767,'0'0'174,"0"0"-84,0 0-82,0 0-8,0 0-7,0 0 7,0 0 1,11 76 3,-9-50 4,-2-4 3,0-3-2,0 1 2,0-5-4,0 1-2,0-4-2,0 0 5,0-4-6,0-1-2,0-7-33,-9 0-205</inkml:trace>
  <inkml:trace contextRef="#ctx0" brushRef="#br0" timeOffset="37264.3467">4799 4004 859,'0'0'34,"0"0"10,0 0-44,0 0-25,0 0-40,0 0-172</inkml:trace>
  <inkml:trace contextRef="#ctx0" brushRef="#br0" timeOffset="37674.1248">5323 4081 648,'0'0'145,"0"0"-65,0 0-48,-122 11-17,96 3 5,6 1-2,5-4-12,5 2-4,8-5-2,2-1-4,0 4 3,0-2 1,10 3 5,9 3 4,6-1-1,2 0 5,-3 1-6,3 2-6,-5 0-1,-6-2 0,-5 3 0,-2-2 1,-2 0-1,-5-4 2,-2-2 1,0-2 8,-9-1 3,-20-2 64,-14 2 1,-7-5-47,-8 3-18,2-1-8,4-4-6,22 0 0,18 0 0,12 0-68,12-18-402</inkml:trace>
  <inkml:trace contextRef="#ctx0" brushRef="#br0" timeOffset="38147.4501">6463 3820 686,'0'0'178,"0"0"-137,0 0-41,0 0-3,0 0 3,0 0 31,0 114 33,0-72-14,0 5-11,0-2 14,0 4-2,0-3-7,0-6-18,0-5-15,0-2-1,0-8-7,0-8-1,0-5 0,13-4 1,1-4-3,2-2 6,9-2-5,-3 0 3,0 0-4,-4-8-8,-5-4-53,-3 0-124,-4-2-102</inkml:trace>
  <inkml:trace contextRef="#ctx0" brushRef="#br0" timeOffset="38656.7145">6241 4160 332,'0'0'361,"0"0"-269,0 0-63,0 0-17,0 0 0,120-38 2,-80 33-4,-1 1-4,-3-3-1,-1 4-3,0-4 4,-5-1-6,0 3 9,-3 0-5,-6 1 10,-11 4-1,-1 0-5,-7 0-8,-2 0-1,0 17-3,0 6 4,0 4 0,0-1 1,0-2 0,0-6 0,1-2 1,14-3-1,6-6 1,0-3 9,18-4 8,5 0 11,3 0-15,-5 0-5,-4-11-6,-16-4 4,-10-1 15,-1 0 47,-9 0 1,-2-5-33,0 4-18,-14-2-16,-13 4 0,-6 4-4,-7 7-1,-4 4 0,-1 0-2,7 0 2,9 4-1,9 7-9,9-1-74,9-5-216</inkml:trace>
  <inkml:trace contextRef="#ctx0" brushRef="#br0" timeOffset="39371.2805">7819 3793 623,'0'0'144,"0"0"-77,0 0-67,0 0 0,0 0 0,0 0 0,-40 65 1,36-34 6,4 8 6,0 5 5,0 4 22,0 0-2,0-3-4,0-4-12,0-6-5,0-6-8,0-6-7,0-7-2,0-6 3,0-4-2,0-4 0,0-2 2,0 0 4,0 0 8,0 0 9,0 0 61,0 0-35,0-11-42,4-4-2,-2-3-1,8-4 0,3-5 2,4-1-4,8-2-3,8 1 1,5 0-3,5 5 0,-1 7 1,-3 6 0,-7 7-2,-5 4-1,-5 0-2,5 18-1,-2 9 3,-8 1 4,-7-2-1,-10-1 0,0-2 1,-27-3 0,-16-5 0,-8 2 3,-7-3-3,9-2-20,7-2-106,12-6-122</inkml:trace>
  <inkml:trace contextRef="#ctx0" brushRef="#br0" timeOffset="39775.111">8158 4142 718,'0'0'103,"0"0"-38,127-50-45,-79 34-10,-5-1 3,-12 0 15,-5 0 10,-7-2-3,-8 1 23,-7-3-21,2 0-12,-6 3-6,0 2-4,0 4-8,0 8-6,-10 4-1,-7 0-14,-10 0 7,-2 13 5,0 4-2,1 7 1,2 5 2,-1 2 1,6 7 0,0-2 2,13 1-1,8-8 2,0-2-1,2-7 1,29-6 8,13-8 19,10-6 11,8 0-17,5 0-14,-5-14-5,3 0-5,-9-7-8,-9-2-224</inkml:trace>
  <inkml:trace contextRef="#ctx0" brushRef="#br0" timeOffset="41746.9455">9906 4129 596,'0'0'140,"0"0"-15,0 0-70,0 0-22,0 0-32,0 0-1,0 0-2,-81-30 2,54 37 1,8 1 6,7 0 5,1 2-7,11 0-5,0 1 1,0 0 2,11 5-1,16-1 4,4 5 3,5 3-8,-1-2 0,-6-1-1,0 2 1,-15-4-1,-3-4 0,-11-2 0,0-2 4,-11-2-4,-24-3 8,-9 1-1,-6-5-3,3-1-3,9 0-1,9 0 0,9-4 1,13-6 3,7-6 0,0 1-4,34-4-4,15-1-1,11 4 3,11 0-1,2 2 2,-1 0 0,-3-2 1,-9 0 0,1-3 0,-10-1 0,-9-1 2,-6-1-1,-16 0 0,-7 1 3,-11 6 1,-2 4 2,0 4-3,0 3-4,0 1 0,-17 3 0,-6 0-1,2 0-2,-4 3 2,0 10 0,-4 8-1,0 0 2,5 5 1,-1 2 1,10 1 0,3-1-2,8-2-2,4-6 2,0-2 0,2-6 1,18-4-1,6-6 4,11-2 0,0 0 0,8 0-4,-3-2 0,-2-8 0,0-3 0,-6-2-13,-5-5-1,5-2-8,-5-3 12,-5-3 7,0 3 2,-7 1 1,-2 6 2,-6 7-1,-7 8 7,-2 3 7,0 0-10,0 0-5,0 15-18,0 10 17,-11 4 1,6 4 0,1 1 3,-3-5 0,7-3-2,0-6-1,0-8 3,0-5-2,0-7 1,0 0 7,16 0 11,9-2-6,3-15-8,1 0-3,-2-7 4,-1-2-6,-3-2 1,2 2 1,-3 4-2,-4 3 0,-3 6-1,-3 4-1,-4 8 0,3 1-5,3 0 0,-3 0 2,1 10 0,-4 10 3,7 0 0,-1-1 1,9 0-1,-6-6-1,1-2 2,7-5 0,-1-6 2,3 0 1,-3 0 0,2 0 3,2-14 102,1-4-105,-2-4-2,-8-9-1,2-1 0,-13-4-1,4 2-14,-10 0 3,-2 5 2,0 0 4,0 5 5,-7 5 1,-4 4 0,5 9 0,-1 6-1,3 0-2,-7 0-15,1 21 16,4 2-1,3 9 3,3 2 2,0 2 3,0-1 12,7-2 2,8-3-12,4-2-1,-4-3-3,1-7-3,-3-4 2,-4-2 4,2-4-6,-4 0-2,-5-1-61,-2-2-120,0-5-291</inkml:trace>
  <inkml:trace contextRef="#ctx0" brushRef="#br0" timeOffset="41982.036">11187 4032 784,'0'0'142,"0"0"-41,0 0-52,143-52-26,-105 42-2,-7 2-9,-6 2-5,-8-2-4,-1 4-3,-3 1 0,2-3-26,1 1-109,5-4-285</inkml:trace>
  <inkml:trace contextRef="#ctx0" brushRef="#br0" timeOffset="47740.8571">12299 3946 585,'0'0'105,"0"0"10,0 0-82,0 0-2,0 0-1,0 0 9,0 0-3,-1-37 15,1 37-22,0 0 6,0 0 4,0 0-10,0 0-20,0 0-9,-12 21-5,-1 9 5,-3 3 1,3 2 1,-3 1 3,5 0-4,7-2 1,-1-1-1,5-3 0,0-4 0,0 0 1,7-4-1,10-4 1,6-2 1,-3-4-1,4-1 2,-1-8-1,-1-3 1,3 0-1,-7 0-3,4-8-61,-8-8-98,-8-4-143</inkml:trace>
  <inkml:trace contextRef="#ctx0" brushRef="#br0" timeOffset="48289.1257">12161 4084 671,'0'0'113,"0"0"-7,0 0-65,0 0-22,0 0-18,0 0-1,65-32 1,-30 28-1,6-2 1,10 2 0,-2-2 1,3-1-1,-7 0 1,1-1-2,-4 0 4,-4-1 3,-16 6 2,-3 0-2,-13 3-1,-6 0-2,0 0-3,0 0-1,0 0-2,0 13 2,-14 7 1,-1 2-1,11 4 1,-5-2-1,9-2 0,0 1 0,9-6 1,18 0 3,7-6 2,6-4 0,0-5 2,-3-2 2,1 0-3,-7-4 2,-11-12 5,-2-2 4,-10-4 23,-2-3 5,-6 0-13,0-1-12,0 3-5,-23 7-11,-15 6-3,-9 6-2,-7 4-1,6 0-1,0 0 2,13 6 0,17 6-12,14 0-70,4-3-185</inkml:trace>
  <inkml:trace contextRef="#ctx0" brushRef="#br0" timeOffset="48995.6185">14007 3817 599,'0'0'131,"0"0"-10,0 0-39,0 0-31,0 0-26,0 0 3,-8-47-24,-17 47-2,-4 0-2,-9 8 9,2 10 9,-6 2-3,2 7 2,-3 2-4,11 3-10,6-2 1,7 0 0,7-2-1,5-4-3,7-2 2,0-3-1,0-8 3,23-3-2,4-1 4,2-7-2,2 0 3,-2 0-6,0 0 1,-5-9 3,-2-6-5,3-6-1,-7-3-1,4-3-7,-6-4 5,-1 1 4,-5 4-1,-6 6 2,0 8 0,-4 7 2,0 2 19,0 3 4,0 0 4,0 0-27,0 3-3,0 14 0,0 9 0,-4 2 6,4 0 1,0 2 3,0-2-1,1-3-5,13-4 1,-2 1 1,1-1-3,1-1-2,-7 0-1,3-6-42,-8-6-383</inkml:trace>
  <inkml:trace contextRef="#ctx0" brushRef="#br0" timeOffset="49909.2677">14890 4032 757,'0'0'109,"0"0"22,0 0-104,0 0-24,0 0-3,0 0 1,118-40 1,-91 40 6,0 7-4,-3 12 5,-4 8-4,3 6-4,-8 6 0,-6 1 2,-2-5-3,-7-4 3,0-9 0,0-6-1,-12-6 4,8-4 0,-3-4-1,7-2 0,0 0 11,0-12 92,0-10-69,0-8-24,0-5 5,9 1-3,3-3-2,-4-4-3,3 10-4,2 0 5,-3 12-6,-4 6-4,-4 6 0,6 7-3,-4 0-5,13 0-1,18 0-11,2 0-21,7 0-119,4 3-128,-15 1-574</inkml:trace>
  <inkml:trace contextRef="#ctx0" brushRef="#br0" timeOffset="50359.0626">15459 4110 787,'0'0'142,"0"0"-44,0 0-49,0 0-37,0 0-12,0 0 0,77-11 0,-54 0 1,-5-1 4,-4-2-3,1-2 1,-4-2 3,-7-4-2,0 3 3,1-1-2,-5 3 3,0 5 1,0 6 30,0 4-30,0 2-5,-5 0-4,-3 0-3,-8 0 2,-4 12 1,2 4 0,3 6 7,1 2-1,1 4-2,7 0 5,-2-1-6,8-5 6,0-2-8,0-3 2,2-3 3,12-3-3,9-5-1,6-1 7,4-2-6,10-3 4,8 0-7,-5 0-41,-3 0-147,-3 0-154</inkml:trace>
  <inkml:trace contextRef="#ctx0" brushRef="#br0" timeOffset="51214.9015">16138 3948 637,'0'0'149,"0"0"-74,0 0-45,0 0-23,0 0 3,0 0 24,-80-6 21,62 12-22,0 4-10,3 4 3,-1 2-6,1 2 3,-1 1-8,5 4 1,-1-3 2,10 0-11,2-2-2,0 0-2,0-3 1,12-1 0,7-7-1,8-3 4,6-1 0,8-3 2,-1 0-8,2 0 6,1-14-5,-1-2-1,-2-3 2,-4 0-3,0-6 0,-8 1 3,0-1-2,-9 0 2,-5 1-2,1 3 0,-3 1 0,-9 9 1,0 5-1,-3 2 0,0 4 1,0 0 0,0 0-4,0 0 0,0 0-3,-16 0 4,-3 10 0,-8 7 0,0 2 1,2 3 0,8 0-2,1-1 1,7 2-2,7-5 3,2-1-1,0-1 1,25-5 1,8 1 2,7-2 0,2-5-2,1-3 1,-1-2 1,1 0-2,-3 0 0,-3-2 2,1-8-3,-6-3-5,6 2-4,-11-8-30,-6 1 16,4-3 5,-11-1 18,-10 1 1,-2 6 5,-2 0 11,0 7 14,0 2-6,0 6-8,-4 0-10,-8 0-7,4 2 0,-5 12 0,0 4 7,3 3-6,8-2 8,0 4-4,2-5-1,0-3-2,0 0 0,0-5-1,0-2 1,2-2-2,9-6-12,-3 0-250</inkml:trace>
  <inkml:trace contextRef="#ctx0" brushRef="#br0" timeOffset="51419.0208">16878 3673 941,'0'0'133,"0"0"-27,0 0-106,0 0-4,0 0-24,0 0-16,5 48-220</inkml:trace>
  <inkml:trace contextRef="#ctx0" brushRef="#br0" timeOffset="51844.9593">17050 3932 712,'0'0'176,"0"0"-164,0 0-9,0 0 7,0 0 17,2 123-4,2-102 0,6-2-4,-6-5 0,5-5-2,-7-5 9,2 1-5,4-5 5,-4 0 20,6 0 2,4 0-3,4 0-19,5-10-2,-4-12 2,7-7-5,2-5-3,-1-5-9,2 6 6,-7 1-6,-2 8-5,-6 8-1,-10 8-1,0 3-2,5 5-5,3 0-15,5 0-59,10 11-215</inkml:trace>
  <inkml:trace contextRef="#ctx0" brushRef="#br0" timeOffset="52646.9686">17487 3979 260,'0'0'437,"0"0"-358,0 0-29,0 0-39,127-41-4,-102 27 4,-6-1 6,0-2 2,-11-3 14,1 2-6,-4 2 24,-4 2-20,-1 6 2,0 2-8,0 3 0,0 3-4,-6 0-18,-9 7-3,-8 7-13,10-4 12,4 2 1,-2 6 0,-2 3 2,-3 4-1,3-1 4,-1 0-1,10-2 0,-3 0-3,5-3 0,2 2-1,0-5 1,2-4 0,18-2 5,2-6 0,9-1 6,5-3 0,5 0-5,-8-4 4,5-10-8,-9-2 1,-5-4-2,-1-1 2,-6-3-1,-7-1 1,0-1-3,-10-3 3,0 3-4,0 3 0,0 2-1,-11 4-3,-2 6 3,4 4-4,5 5 4,4 2 0,0 0-1,0 0-1,0 0-1,4 0 3,16 0 1,0 0 0,-2 7-2,2 5 1,-4 6-6,-10 3 3,1 4 2,-7 1 2,0-2-2,0 0 3,0-2-1,0-2 0,2-1 0,5-4 0,4-1 5,0-2 1,3-3-2,-1-4 8,1 1 6,-6-3-3,1-3-3,0 0-2,-4 0-3,-5 0-3,4 0-3,6 0-1,3 0-1,2 0-21,1 0-139,-1 0-334</inkml:trace>
  <inkml:trace contextRef="#ctx0" brushRef="#br0" timeOffset="61319.0629">19087 3889 546,'0'0'121,"0"0"-54,0 0-36,0 0-15,0 0 7,0 0 6,0 0 4,0 0 17,23-26-10,-21 26-12,-2 0 4,0 0 20,0 0-4,0 0-13,0 0-14,0 0-12,-18 0-6,-8 0-3,-1 0-3,-2 5 3,6 5-1,5 1-1,5 0 1,2-2 0,4 3 1,5-3-4,2-1 2,0-4 1,0 2-2,0 2 3,18-2 0,9-1 4,2 7-3,4-3-1,-4 3-1,-4 4 1,-1 2 0,-8-2-2,-3 0 2,-6 1 0,2-4-2,-5 0 0,-2-5 2,3-1 0,-5-2 2,0-3-2,0-1 0,0 1 4,-20-2 6,-11 0 8,-8 0-9,4 0-6,4 0-2,4 0-1,14 0 0,11 0-46,2 0-149,0-12-494</inkml:trace>
  <inkml:trace contextRef="#ctx0" brushRef="#br0" timeOffset="62322.9673">19473 4013 809,'0'0'92,"0"0"1,0 0-73,0 0-18,0 0 2,0 0 10,38-20 9,-18 11 1,1-1-4,-6 0-1,-7-1-5,2-1 1,-8-3 19,-2 3-13,0-2-13,0 3-1,0 4-5,-6-1-2,-13 4-2,-3 4-1,5 0 1,-9 0-3,4 0 2,2 12 1,3 6 0,-5 3-7,10 0 4,4 4 4,2-5-4,6 1 4,0-1 0,0-2 1,0-4 0,10 0 0,5 0-2,3-3 2,4 0 3,7-3-2,0-4 4,10-4-2,0 0 1,10 0-1,0 0-1,3-12 2,-10-2-3,-11-4 4,-2 0-3,-9-1 1,-2-6 0,-9-1-3,-2 0 2,-7 0 1,0 0-3,0 6 0,-9 3-2,-9 5-2,-5 7 1,4-2 2,-4 4 0,7-2 1,10 4 0,-3 1 0,9 0-1,0-2 0,0 2-4,0 0-3,13 0-3,14 0 10,6 0-2,1 0 3,-12 0 0,1 6 0,-8 6-3,-1 4-1,-11 2 4,5 2-1,-4 3 1,0 2 0,4 2 5,-2-4-3,4-1 1,3-4-1,0-6 0,2-1 0,-6-8 0,0-1-2,5-2 7,-1 0-1,2 0-1,3-7-1,-4-9-4,-3-1 6,2 2-4,-6-2-2,2 7 3,-5 2-3,3 4-2,-5 4 2,0 0-3,1 0 1,6 0-8,-5 0 7,9 9 3,1 8 11,-1-2-1,3 1-7,-3-2 3,1-5-3,-1 0-3,1-6 6,-8 2-6,3-5-12,2 0-175,-2-13-741</inkml:trace>
  <inkml:trace contextRef="#ctx0" brushRef="#br0" timeOffset="62506.0895">20190 3639 744,'0'0'135,"0"0"-35,0 0-89,0 0-11,0 0-37,0 0-106,8 45-406</inkml:trace>
  <inkml:trace contextRef="#ctx0" brushRef="#br0" timeOffset="63569.0815">20628 3850 641,'0'0'89,"0"0"-9,0 0-68,0 0-12,0 0 3,-118-10-1,91 21 23,0 6 11,2 3-9,8 6-6,1 1-14,5-1 4,11-1-3,0-3 2,3-2-7,21-6 0,5-3 4,0-10-1,4-1 1,5 0 3,-5-8-8,3-10 1,-4 0-1,-6-5 1,-8 0-1,-3-1 2,-3-1-1,-8 4-3,-2 3 6,-2 8-4,0 1 2,0 9 5,0 0 3,0 0-1,0 0-11,0 0-4,0 5-5,0 9 7,0 2 2,0 2 4,0-2 2,10 0-1,5-4 3,0-2-5,8-6 6,-5-4-1,9 0 2,2 0 0,0 0-7,4-7 1,-6-10 0,-2-1 0,1-5-3,-8-2 0,-3-3-1,-5-3 1,-10 2-3,0 3-2,0 3 3,-12 1-3,-4 3 3,3 1-1,0-3 4,-2 4-1,5 2-1,6 4 1,-5 2 4,7 7 14,2 1 0,-3 1-17,1 0-2,0 5-21,-6 13 20,7 6 0,1 6 1,0 2 2,0 4 0,0 3 0,11-1-1,5-4 0,1-4 0,8-7 1,-3-6 4,5-7-2,2-8 0,-2-2 2,0 0-1,-1 0 0,-6-4-4,1-10 5,-7-4-3,1-4 0,-2-7 0,-7 0-2,6-5 0,-12 1 0,0 4-1,0 0 0,0 8 0,0 4 1,0 8-1,0 0 0,0 6-1,-2 3 2,2 0 9,0 0-1,0 0-9,0 7-18,0 16 18,0 5 2,0 3 10,0 4-4,0-2-2,2-3-2,4-4-1,1-5 3,5-5-4,-6-2-2,7-2-33,3-6-145,-2-6-238</inkml:trace>
  <inkml:trace contextRef="#ctx0" brushRef="#br0" timeOffset="64078.9444">21390 3800 242,'0'0'283,"0"0"-216,0 0-9,0 0 8,0 0 2,0 0-28,52-12-1,-40 26 31,7 4-20,0-1-24,6-3 16,2-2-15,-6-3-11,5-7 4,-2-2-3,-4 0 8,3 0 3,-5 0-12,-3-11-11,-4-6 4,-4 1-2,-2-4-1,-5-2-4,0 0-2,0-1-1,0 1 1,0 4 0,-8 4 0,0 6-2,-1 7-2,5 1-1,-8 0-1,10 0 1,-5 0 1,3 0-4,2 13 1,-1 11 2,3 13 5,0 7 2,0 6 0,0 6 1,0-2-1,5-4 2,8-6 0,1-4 9,3-8 5,-1-2-2,-1-7 9,-3-9-9,-1-6-11,-7-4-3,-2 0 2,6-4-3,-6 0-1,-2 0-7,4-7-43,5-18-223</inkml:trace>
  <inkml:trace contextRef="#ctx0" brushRef="#br0" timeOffset="65608.982">22402 3727 703,'0'0'121,"0"0"21,0 0-77,0 0-26,0 0-11,0 0-22,-44-10-6,17 10 0,-4 10 0,-3 9 9,3 2 8,2 4 10,4 3 4,6 0-11,4-4-13,12 2 2,-2-3-1,5-6-4,0 1-2,18-4 1,11-2 0,7-4 5,6-2-1,1-3-6,8-3-1,-7 0-9,2 0-13,-1-6-15,-4-5-19,-1-4 6,-11-2 23,-7-3 21,-2 2 3,-4-2 3,-12 3 1,3 0 1,-5 2 7,-2 3 7,0 5 0,0 0 3,0 6 14,0 1-2,0 0-24,0 0-4,-2 0 2,-11 0 1,-3 4 4,-4 13-6,2 2 1,2 3-2,7 0-2,7 2-1,2-2 4,0-1-4,0 0 1,18-7 1,3-3 2,0-6-2,2-5 3,4 0-1,2 0 4,0 0-8,0-12 4,0-4 0,-3-2 0,-8-4-4,-2-2 7,-5-2 1,-11-2 0,0 6-4,0 2-1,-29 7-3,-9 8 0,-3 5-7,-1 0 1,13 0-13,9 12-50,16 2-98,4-2-229</inkml:trace>
  <inkml:trace contextRef="#ctx0" brushRef="#br0" timeOffset="66192.6336">23002 3810 821,'0'0'143,"0"0"-37,0 0-64,0 0-17,0 0-6,0 0 0,74-25 3,-70 25-8,-3 15-14,-1 9 0,0 3 0,0 6 4,0-1 3,-3-4-5,-1-5-1,-4-3 0,6-7 0,0-7 0,2-4-1,0-2 2,0 0 1,0 0 3,0 0 5,0 0-3,0-8 1,14-10-4,-1-8 1,5-6-4,-1-3 0,6-3-1,-1 4 0,0 5-1,3 5 4,-5 6 0,-5 7 0,1 3 6,-2 6-3,-1 2-5,2 0-2,-2 2-2,3 18 1,-2 7 0,-5-1-5,-5 4 6,-4-4 1,0-2-1,0 0-2,0-7 2,0 0 0,2-2-1,8-6-25,1-4-120,-3 0-189</inkml:trace>
  <inkml:trace contextRef="#ctx0" brushRef="#br0" timeOffset="66741.0371">23570 3782 546,'0'0'296,"0"0"-181,0 0-45,0 0-55,0 0-15,0 0-5,0 0-7,-2-2 1,-3 20 11,4 4 7,-9 6 13,6 2-7,2 1 1,-3-6-2,5-3-6,0-4-3,0-4 1,0-6-2,0-4 0,0-4 4,0 0 7,0 0 4,0 0 15,7 0 5,-1-12-5,8-6-15,-1-6-8,3-6 0,7-2 5,-6-1-9,6 7 1,-8 6-5,1 7 2,-4 5-2,-2 4 5,-1 4-4,2 0 7,-4 0-9,4 4-1,0 17 0,3-1 1,-7 5 0,1-3 1,-2 1 2,1-4-3,-2-1-4,4-2-27,-4-4-123,12-5-187</inkml:trace>
  <inkml:trace contextRef="#ctx0" brushRef="#br0" timeOffset="67138.5011">23903 3896 594,'0'0'148,"0"0"-61,0 0-33,0 0-20,0 0 1,0 0-3,95-91 3,-95 82-14,0-2-7,0 1-1,0 2 3,0 0 2,0 5 1,0 1-2,0 2 3,-2 0-17,-10 0-3,-3 3-13,0 15 13,-1 0 4,5 5 3,2-2 7,4-2 3,5 0-2,0 1-5,0-6-3,0 1 0,7-4-2,11 0 1,5-4 1,-6-4-7,9-3-9,6 0-124,1 0-198,6 0 111</inkml:trace>
  <inkml:trace contextRef="#ctx0" brushRef="#br0" timeOffset="67687.2517">24233 3810 245,'0'0'283,"0"0"-177,0 0 16,0 0-36,0 0-10,0 0-11,15-36-17,-15 36-27,0 0-12,0 0-9,-13 0 1,-10 15-1,1 6 19,7 3 2,-6-2-3,10 0-1,5-2-12,6-2 1,0 0-3,0-4 7,2-4-3,15-4 5,8-3 0,2-3-2,2 0-1,-1 0-4,4-9-1,4-8 1,-5-3-5,2-3 0,-4-3-1,-4-4-7,-5 0-9,0-2 15,-11-1-2,0 7 4,-5 1 1,-4 2 3,0 7 6,0 7 9,0 2 2,0 5 1,0 1-13,0 1-9,0 0-4,0 0-9,0 17 2,-4 9 11,0 5 8,-6 3-4,8 4 2,2-2-2,0 0-2,0-4 5,0-6-6,0-5-1,0-1-9,0-11-62,0-3-191,0-4-590</inkml:trace>
  <inkml:trace contextRef="#ctx0" brushRef="#br0" timeOffset="68652.2957">24395 3888 765,'0'0'197,"0"0"-87,0 0-65,0 0-33,0 0-5,141-40-5,-99 32-1,9-2-1,1 0 1,1-5 1,-15-2-1,-4 0 3,-19 0 0,-1 2 3,-8 7 2,-6 4-7,0 1 7,0 0-2,-3 2-7,-14-2-4,-10 3-4,-4 0 1,-5 0 2,5 4-1,0 13 1,8 4 1,6 0 1,5 1 2,10-2 1,2-2 4,0 0-3,12-2 3,14-2 7,1-4-4,2-4-3,-5-4-4,3-2-24,-2 0-59,2 0-82,0-2-55,-6-10-39,2 0-2,-1 0 261,-4 2 47,-2-2 51,-10 3 41,3 0-8,-9 1-6,2 0-22,-2 3-39,0 3-1,0-1-22,0 3-4,0 0-21,0 0-13,0 0-3,0 0 0,-2 0-3,-10 5 3,-5 12 0,2 1 3,1 3 2,1-4-3,6 1 2,5-4-1,2-2 0,0-4 2,0-5 2,7-3 5,8 0 3,1 0 0,2 0-9,-3-11 0,2-7-1,-3-4-1,0-2-4,-2-5 0,0 0-1,0-3-12,-6 1 9,3 1 3,-3 2 1,2 0 1,-4 2 1,-2 0 0,-1 8 10,-1 2 0,0 6 36,0 6-21,0 2-3,0 2-15,0 0-9,0 0-2,0 0-14,0 16 4,0 9 12,-1 0 0,-3 8 1,4 2 2,0 4 4,0 1 1,0 1-1,0-4-1,0-4-4,0 1 3,0-5-4,0-3 2,0-2-1,-4-6-2,-8-4-24,1-4-122,0-3-128</inkml:trace>
  <inkml:trace contextRef="#ctx0" brushRef="#br0" timeOffset="69786.838">1481 5069 825,'0'0'142,"0"0"-77,0 0-65,0 0-16,0 0 16,0 137 5,-5-87 0,5 1 4,0 2 1,0-7 1,0-2 1,10-10 1,0-5-4,9-5-1,-3-11 1,4-1 0,2-5 1,7-7 2,0 0-3,4 0-9,-4-17-94,-11-1-259</inkml:trace>
  <inkml:trace contextRef="#ctx0" brushRef="#br0" timeOffset="70280.7761">1303 5388 780,'0'0'117,"0"0"-58,0 0-59,122-30 0,-64 20-4,-2-1 4,-6 2 0,-8-3 1,-9 1-1,-4-1 0,-6 1 1,-5 0 3,-7 6 1,-5 3 3,-4 2-5,0 0-3,0 0-18,1 15 13,2 8 4,-5 3 1,4 0 0,3-5 1,-1 2 5,10-7-1,-3-4 5,8-4 2,1-6 5,6-2 19,8 0 3,0 0-10,4-12-16,-4-8-3,-12-2-4,-5-2 7,-11 3 24,-6 4 14,-2 2-15,0 3-13,-20 7-16,-11-1-7,-5 6-2,1 0 0,1 0 0,5 0 0,7 6-5,0 4-40,8-4-155,6-6-316</inkml:trace>
  <inkml:trace contextRef="#ctx0" brushRef="#br0" timeOffset="74442.5339">3429 5189 637,'0'0'99,"0"0"-17,0 0-48,0 0-32,0 0-1,0 0 0,0 0 3,-100 2 43,92-2 20,-1 0-3,2-4-6,0-12-9,-1-2 4,3-4-29,1-5-1,4 2-8,0-1-12,0 4-2,0 2-1,15 2-1,8 6-4,1-2 3,5 2 0,-3 6 2,-1 2 0,-5 4-4,-2 0 0,0 0 0,0 17-2,-3 9 3,-6 6 2,-4-1-3,-5 3 3,0 0 0,-7-3 0,-15 1 1,-3-3 0,-4 3 0,7 0-1,-1-2 2,2 1-2,0-4 1,8-2 0,6-4 0,0 0-3,7-3 3,0-2-2,0-6-1,9 0 2,9-6 1,9-2 2,2-2 3,2 0 2,5 0-3,-1-11-2,3-6-1,-5-1 2,-3-2-2,-6-4 2,-6-4 0,-9 0 4,-7-2-3,-2 2 2,0 6-5,0 5 0,0 5-1,-11 6-1,-3 2 0,-1 3-1,-5-2-5,-4 3 0,-3 0-1,11 0-27,3 0-65,9 0-83,4 0-269</inkml:trace>
  <inkml:trace contextRef="#ctx0" brushRef="#br0" timeOffset="74990.4233">4039 5041 582,'0'0'181,"0"0"-80,0 0-35,0 0-14,0 0 0,0 0-20,0-28-17,-3 28-10,-8 0-4,-2 0-1,-3 12 2,-1 6 3,-4 6 0,-1 4-2,-1 2 1,6 0 4,3-1-6,10-4-2,4-1 0,0-1 0,0-5 1,2-6-1,14-5 3,3 0 5,6-7 1,1 0 5,2 0-3,3 0-7,0-11 4,-2-4-5,-4-5 6,-5-5-4,-5-1-3,-2 2 5,-5-5 5,-8 6 5,0 0-4,0 6-7,0 8 1,-21 2-7,-3 7-2,-11 0-5,5 0 2,3 7 3,8 4-4,9 1-16,10-2-95,0-4-164</inkml:trace>
  <inkml:trace contextRef="#ctx0" brushRef="#br0" timeOffset="75440.241">4451 4937 560,'0'0'234,"0"0"-189,0 0-33,0 0-11,0 0-1,0 0 8,-43-7 5,43 7 2,0 2-5,0 7-5,0 3 1,0 4 4,3 6 9,8 4 6,5 0 1,1-2-12,1-2-2,2-2-5,0-2 4,-2-6-6,4-1 3,-2 1 5,-4-7 2,2 1-4,-9 0-2,-4-3-2,-3-1-3,-2-1-2,0 1 3,0-2-4,0 4-1,-10 3 6,-14 1 24,0-3-1,-10 1-13,3 1-4,-4-7-10,-3 0 2,4 0-4,5-3-105,6-15-407</inkml:trace>
  <inkml:trace contextRef="#ctx0" brushRef="#br0" timeOffset="75645.3804">4387 4911 708,'0'0'96,"0"0"-45,135-27-20,-89 20-16,-1 1-8,-6 0-4,-8 1-3,-5 3-4,-8 2-97</inkml:trace>
  <inkml:trace contextRef="#ctx0" brushRef="#br0" timeOffset="75972.6093">4939 4895 731,'0'0'237,"0"0"-126,0 0-61,0 0-27,0 0-5,0 0-10,6-3-8,6 24-14,-1 13 14,5 4 26,-1 2-5,-1-6-10,-1-4-2,-2-6-6,-2-4-2,2-3 1,-8-1 1,8-5-3,-9 1 0,-2-3-36,0-4-151,0 0-339</inkml:trace>
  <inkml:trace contextRef="#ctx0" brushRef="#br0" timeOffset="77969.6434">5815 5208 896,'0'0'96,"0"0"0,0 0-78,0 0-18,0 0-5,0 0-16,44 0-51,-12-9-198</inkml:trace>
  <inkml:trace contextRef="#ctx0" brushRef="#br0" timeOffset="79371.0871">6662 4884 613,'0'0'109,"0"0"-23,0 0-24,0 0-10,0 0-8,0 0-4,2-48-12,9 43-5,-1-2-9,-4 6 1,1-1 8,-3 0 0,-2 2-6,0 0-17,6 14-17,-2 18 15,3 10 2,-5 8 2,6 4 1,-6-2-1,-2-4-2,5-9 0,-6-4 2,4-11-1,-5-5-1,2-7 3,3-7-3,-5-3 0,5-2 5,6 0 14,9-7-1,4-17-10,4-10-3,0-7-3,-8 4 1,-5 4-2,-1 11 3,-7 10-3,-5 9-1,0 3 1,-2 0 0,0 0-1,2 0-6,0 0-19,10 21 11,-1 7 13,1 2 1,1-2 0,-3-3 0,4-4 1,6-5 1,-4-6-1,2-6 4,4-4 6,-1 0 0,9-1-1,-1-21-5,0-5 0,-2-7 0,-10-4 14,-3-4 16,-5-3-6,-7 6-3,-2 5-9,0 6-6,0 3-4,0 8-2,-11 2-2,6 3 0,-6 0-2,7 2-1,-5 1 0,7 2 0,-2 2-3,4 5-16,0 0-31,0 1-153,6 19-63,7 2-271</inkml:trace>
  <inkml:trace contextRef="#ctx0" brushRef="#br0" timeOffset="80120.6356">7493 5278 506,'0'0'257,"0"0"-168,0 0-40,0 0-40,0 0-9,0 0 1,72-47 0,-59 24 6,1-6 4,-12 0 12,4-4 2,-6-5-5,0 5 0,0 2-4,-6 4 20,-10 14-2,3 0-29,4 10-1,2 1-3,5 2-1,2 0-2,0 0 2,9-4 2,24-2 1,12 1 0,1 0-3,-5 5-1,-12 0 0,-9 0-6,-11 13-5,-2 8 8,-7 3 2,0 4 2,0 2 10,-7-2 3,1-2-3,-4-2-5,10-2-2,0-2 0,0-2 0,0-3 1,10-5-3,11-5 8,13-5 4,9 0-4,-1-4-7,5-15 2,-3-8-1,-7 1-2,-3-6-1,-5-2 3,-11-2-3,-5 0 0,-1 5 1,-10 5 0,-2 6 5,0 11 1,0 1 11,0 2 6,0 3 2,0 2-3,0 1 4,0 0-11,0 0-14,0 0-2,0 8-13,0 13 13,0 9-1,-2 3 2,2 1 3,-2-4-3,2-6 1,0 0-2,0-7-5,0-8-83,0-9-393</inkml:trace>
  <inkml:trace contextRef="#ctx0" brushRef="#br0" timeOffset="80373.8141">8147 4648 910,'0'0'109,"0"0"-68,0 0-41,0 0-26,0 0-40,0 0-230</inkml:trace>
  <inkml:trace contextRef="#ctx0" brushRef="#br0" timeOffset="80662.0184">8436 4796 669,'0'0'280,"0"0"-182,0 0-98,0 0-14,0 0 14,-3 107 8,6-61 8,7 0-4,-4-2-6,3-4 1,-5-6-7,5-8-98</inkml:trace>
  <inkml:trace contextRef="#ctx0" brushRef="#br0" timeOffset="80953.2266">8409 5067 888,'0'0'130,"0"0"-44,0 0-84,114-47-2,-51 26 0,-3 1 0,-12-4 0,-8-1 0,-8 4 1,-9-4 6,-7 6 4,-10 0 0,1 6 0,-7 4-5,0 6 3,0 3-4,-3 0-5,-17 0-6,0 0-3,-6 15 5,-5 7-1,0 4 5,-6 6-3,11 5 3,8-2-3,6-3-1,12-1 1,0-7 2,12-4 1,19-2 7,11-6-3,3-4 7,-3-5-2,-1-3-8,-10 0-1,-2-5-78,-3-9-356</inkml:trace>
  <inkml:trace contextRef="#ctx0" brushRef="#br0" timeOffset="83164.7701">10039 4918 277,'0'0'346,"0"0"-232,0 0-30,0 0-37,0 0 21,0 0-33,0 0-2,7-36 2,-7 36-2,-7 0-14,-12 0-16,-11 0 0,-4 10 9,3 9 9,-5 2 6,8 4-13,1 3-4,5-2-6,6-3 0,9-4-4,3-1 0,4-2 1,0-2 0,7-2 1,10-4 3,13-4 3,-1-4 0,2 0-6,3-4 4,-3-13-6,-5 0 0,1-7-1,-5-5 1,-4 2 0,5-5 0,-6-1 0,-4 4 3,-1 2-2,-8 6 0,-2 6-1,3 7 1,-5 7 3,0 1-1,0 0 6,0 0-8,0 0-1,0 15-10,-7 10 10,-6 5 7,8 0-6,1 2 7,4-2-6,0-6 1,0-2 1,0-5 0,0-5 1,6-7-3,10-1 0,8-4 0,10 0-2,10 0-192,6-18-736</inkml:trace>
  <inkml:trace contextRef="#ctx0" brushRef="#br0" timeOffset="126936.0294">11084 4809 818,'0'0'103,"0"0"4,0 0-51,0 0-10,0 0-25,0 0-12,0 0-9,0 0-2,0 15 2,0 24 0,0 9 24,0 8 9,0 4-11,0 0-7,0-6-5,0-6-6,0-9-1,0-6-1,0-3-2,0-5 1,0-5-1,0-7-7,0-8-76,0-5-206,0 0-411</inkml:trace>
  <inkml:trace contextRef="#ctx0" brushRef="#br0" timeOffset="127949.0673">11087 4949 660,'0'0'111,"0"0"-18,0 0-42,0 0-8,25-107-18,-3 88-12,7 1 9,2 4-10,-1 3-2,-2 6-2,-10 5 3,4 0 0,-6 7-6,1 16 1,-1 5-6,0 4 4,-3-1-3,-4 3 0,-5-3 2,-4-4-3,0-2 1,0-4-2,-11-4 0,3-7-2,-4-2-3,3-8-7,7 0 13,-2-6 4,-3-16 0,5-6 0,2 3 2,0-2-2,0 7 1,13 4-1,5 7-4,4 6-1,7 1 0,4 2-1,8 0 1,10 0 1,-2 14 0,-4 3 0,-5 6 0,-13 0-2,-10 2 1,-14-4 0,-3-2 0,0-5 1,0-2 1,-16-2 7,-2-4-4,1-4-1,3-2 5,3 0 2,7-12 10,-1-12 9,5-3-6,0-7-1,11 3-10,18-3-3,2 3-9,9 8-1,3 2-1,-2 10 0,5 0-5,-1 6 1,4 3-16,-5-3-4,3 3 5,-1-3 4,8-2 3,-3 0 7,-8-6 6,-10 5-1,-15-1 4,-7 4 2,-9 3 8,-2 2 16,0 0 5,0 0-33,-13 0-6,-9 14 4,-12 4 2,5 3 0,2 3-3,5-1 3,-2 4 0,8 1 0,3-2-2,5-4 1,8-2 0,0-4 0,5-3 1,13-4 1,10-4 4,9-5 5,-4 0-7,-4 0-1,2-9-2,-4-8 1,-4 0 1,-6-3-2,-1-4 6,-7 0-4,-2 1 3,-7 4-2,0 6 0,-5 5-3,-19 6-3,-17 2-3,-3 0-2,-1 0-15,5 5-59,20 3-213</inkml:trace>
  <inkml:trace contextRef="#ctx0" brushRef="#br0" timeOffset="128494.6516">12830 4792 692,'0'0'85,"0"0"6,0 0-56,0 0-35,0 0-1,0 0 1,-104 27 0,78-10 0,-2 7 5,1-2 0,5 5 0,2-1-3,6-6 6,8-2-4,6-6-3,0-4-2,0-6 2,0-2 3,4 0 22,21 0 21,2-12-29,2-10-8,0-2-6,-8-4 6,4-2-1,-8 1 17,-3 2 5,0 2 13,-7 7-7,-3 6-9,-3 8-3,-1 3-7,0 1-4,0 0-14,0 1-1,0 22-4,0 9 5,3 4 1,4 8 5,-2 4-1,4 2-2,-3-1-3,3 0 1,0-8 2,2-6-2,-2-10-1,-4-5-6,-1-7-40,3-9-125,-3-4-78,8 0-495</inkml:trace>
  <inkml:trace contextRef="#ctx0" brushRef="#br0" timeOffset="128833.15">13031 4879 672,'0'0'148,"0"0"-85,0 0-34,0 0-15,0 0-8,0 0-3,113 109-2,-101-84 2,-10-7 1,-2-6 0,0-4 11,0-8 7,0 2 14,0-2 9,0 0 39,0-4 21,0-16-50,0-9-42,0-4 1,0-4-2,15-4-1,8 5-7,1 6-4,3 5-3,4 7 1,5 8-10,-1 8-25,6 2-100,-1 0-97,-2 0-466</inkml:trace>
  <inkml:trace contextRef="#ctx0" brushRef="#br0" timeOffset="129300.1111">13688 4768 678,'0'0'110,"0"0"-18,0 0-57,0 0-33,0 0-1,0 0 5,-115 28 12,86-1 8,2 3 3,7 1 1,5 3-9,5-3 0,10-5-11,0-2-3,0-3 3,14-4-4,13-3-1,4-8 11,-1-4 3,9-2 6,-8-2-18,-2-18 0,-2-4-4,-8-1 2,4-6-5,-7-3 7,-1 2-4,-6 1 2,-2 5-4,-5 8 5,-2 7 13,0 4 7,0 4 0,0 3-12,0 0-14,0 0-1,0 0-4,0 17 0,0 7 5,0 3 0,0 2 3,7 0-2,-1 0 2,5 2-3,1-4-1,1-1-29,3-11-128,1-7-167</inkml:trace>
  <inkml:trace contextRef="#ctx0" brushRef="#br0" timeOffset="129958.8907">14150 4792 812,'0'0'139,"0"0"-52,0 0-65,0 0-10,0 0-3,0 0-1,53 64 0,-53-36-2,0 2-3,0-2-2,-13-1 5,-2-8-6,5-7 2,6-4 2,2-5 0,2-3-2,0 0 4,0-3 21,0-17 12,0-9-19,15-3-9,10-3-6,4 1-2,4 4-2,-4 9 0,9 5-1,-10 9 0,-8 7-2,6 0 0,-13 0-2,-1 12 0,-4 8-2,3 0 3,-6 2-2,1-6 1,-6 1 0,0-5 3,0-4 2,0-3-1,-1 0 0,-9-5 6,6 0-2,-5 0 6,5-3 0,2-15-2,2-3 2,0-5-8,4-3 3,13 1-2,10 7-3,2 2 0,2 6 0,10 8-1,5 5-1,4 0-1,-4 0 1,-7 12 1,-8 6-2,-11 2 3,2-1 0,-16-2 0,1 0 0,-7-3 2,0-1-2,0 5 3,-7 0-1,-10 5 1,1 0-3,1 0-7,3-5-206,12-9-649</inkml:trace>
  <inkml:trace contextRef="#ctx0" brushRef="#br0" timeOffset="131390.4277">15924 4923 524,'0'0'104,"0"0"-6,0 0-24,0 0-30,0 0-5,0 0 0,-85-78-2,81 54-5,4 1 1,0 0-16,0 2-3,0 7-5,11 3-2,1 6-4,-6 1-3,2 4-2,0 0-1,1 0-6,-7 22 1,2 11 3,-4 8 5,0 11 4,0 7-2,0 2 2,0 2-4,0-7 4,-4-4-3,4-10 4,0-8-3,0-8-2,0-5 1,6-12 1,8-2-2,-1-7-5,3 0-14,-5 0 1,-2-9-17,-9-5-36,0-4-9,0 1-8,-25-2 11,1 1 39,0 0 18,-5 0-4,6 1-1,3-2 23,0 1 2,16 0 10,0 1 30,4 2 28,0 1-7,8 2-14,19 0-29,4 0-13,7-1-5,-3 1 1,1 0-1,-7 3 1,-9 3-1,-7 2 6,-4 2 6,-9 0 12,0 2 15,0 0-34,0 6-5,-9 16-2,1 5 2,-3 6 3,1-1-3,6-1 2,4 1 0,0-9-1,0-3 1,16-1-1,-1-6 0,12-4-1,2-5 4,4-4 2,10 0 2,-1-13 2,-4-7-5,-7-5 17,-8-5 46,-19-2 3,-4-3 4,0 0-25,-9 6-27,-13 5-17,-7 5-6,-7 12-1,3 7-5,8 0-1,8 0-14,5 6-128,12 6-185</inkml:trace>
  <inkml:trace contextRef="#ctx0" brushRef="#br0" timeOffset="131862.8614">16433 5179 819,'0'0'74,"0"0"-47,0 0-22,0 0-1,114-46 6,-93 22 10,4-6 4,-13 0 11,-6-2 2,-6 3-8,0 8-11,0 3-3,-6 8-10,-8 3 1,-1 5-6,-1 2-1,7 0-1,9 0 0,0 0-1,0 0-1,0 0-9,11 0 6,7 5 7,-5 9 0,3 2 0,-3 4 0,-2 6 0,-9 0 3,-2 3 1,0-6 5,0-1 0,0-6 3,0 2-5,0-1 0,0-6-2,5 0 1,8-4-2,16 0 4,14-6-8,22-1-30,-1 0-221</inkml:trace>
  <inkml:trace contextRef="#ctx0" brushRef="#br0" timeOffset="132254.1532">17672 4642 646,'0'0'180,"0"0"-43,0 0-45,0 0-27,0 0-34,0 0-31,-14-10-8,12 37 8,0 8 42,2 5 7,0 1-22,0 3-9,0-5-10,0 2-4,2-3-3,-2-2-2,0 2-6,0-10-102,-4-12-246</inkml:trace>
  <inkml:trace contextRef="#ctx0" brushRef="#br0" timeOffset="132980.9603">17538 4872 726,'0'0'152,"0"0"-111,0 0-28,151-46-13,-105 32 0,-13-3 0,-4-6 1,-2 1-1,-14 1 6,1-2 1,-8 3-1,3 5 6,-7 0 19,0 7 5,-2 5-14,2 3 7,-2 0-5,0 0-16,0 0-8,0 3-11,0 20 9,-4 2 2,-2 9 3,-3 2 4,4 3 4,5-2-3,0 0-4,0-7 2,0-7-2,0-5-1,5-7 1,-1-5-1,5-6 3,5 0 5,5 0 1,6-8-1,2-12-6,-5-3 0,5-2-1,-1 1-4,1 6 0,-7 5-1,-7 8 1,-3 2-1,-10 3-1,0 0-12,4 21-10,3 7 22,-5 2 2,4 0 1,4-6-1,3-2 2,0-6-1,1-8 0,1-7 1,3-1 5,6 0 0,-2-9-7,7-11-1,-2-4 1,0-1 0,-2-2 0,-5 3 5,0 1-3,-11 8-1,0 7 2,-7 6 1,-2 2 5,0 0-9,0 0-15,0 15-5,0 7 20,0 6 2,0 1 0,0-1 3,0-5-3,0 0 1,0-2-2,0-7-1,2-5-1,6-3-38,5-6-254</inkml:trace>
  <inkml:trace contextRef="#ctx0" brushRef="#br0" timeOffset="133224.1308">18368 4686 769,'0'0'105,"0"0"-13,0 0-92,0 0-100,0 0-374</inkml:trace>
  <inkml:trace contextRef="#ctx0" brushRef="#br0" timeOffset="133551.3653">18782 4752 658,'0'0'181,"0"0"-82,0 0-76,0 0-20,0 0 1,-114 0 0,99 12 5,2-1 0,10 1 2,3-1 1,0 3 0,0 2 11,16 2 4,4 7-12,4-1-8,1 4-3,-7-4 1,-5-2-2,-2-3 1,-6-8 1,-3-5 2,-2-3 0,0-3 3,0 3-2,0 1 4,-18 1 1,-22-2 10,-7-3-7,-18 0-3,3 0-12,4 2-1,14 0-76,10-2-621</inkml:trace>
  <inkml:trace contextRef="#ctx0" brushRef="#br0" timeOffset="138653.3413">19185 5150 725,'0'0'39,"0"0"28,0 0-21,0 0-18,0 0-16,0 0-8,0 0-3,0 0-1,12 5-23,-6-24-648</inkml:trace>
  <inkml:trace contextRef="#ctx0" brushRef="#br1" timeOffset="148069.1277">703 6261 293,'0'0'336,"0"0"-263,0 0-11,0 0-41,0 0 19,0 0-3,0 0 23,3-15-15,-3 15-15,0 0-9,0 0-8,-20 0 9,-9 4-19,2 7 2,4 3 2,6-5-5,3 2-2,5-2 1,3-1 1,2 0-4,4-2 2,0 1-1,0-2 1,0 2 3,2-3 6,18 0-3,6-1 2,5 1-5,0 3-1,4 0-2,-6 1 1,-10 2-1,-1 1-1,-7-3 0,-4 2-2,-2-1 1,-3 0-3,-2-1 3,0-5 2,0 1 1,-2 1 10,-16-2 21,-3 4-2,-8-4-17,2 4-7,-2-3-3,4-2 0,2 1 0,6-1-3,8-2 0,8 0-29,1 0-115,0 0-326</inkml:trace>
  <inkml:trace contextRef="#ctx0" brushRef="#br1" timeOffset="148525.6927">993 6319 634,'0'0'105,"0"0"-23,0 0-50,0 0-15,0 0-8,0 0-7,-4-3 8,-7 3 17,-1 12 19,-1 1-33,4 0 4,2 5-6,1-1-4,6-2-1,0-1-3,0-2 1,0-1 3,8-2 0,6-2-1,-1-5 0,8-2 0,-3 0 3,1 0 4,4-2-4,-3-13 1,0 0-4,-2-5 5,-7 2-6,-5-3 8,-6 3 14,0 2 9,-4 4-2,-25 4-25,-9 8-9,-8 0-6,1 0 3,3 16 0,15-1-26,11-6-110,16-5-173</inkml:trace>
  <inkml:trace contextRef="#ctx0" brushRef="#br1" timeOffset="148910.2238">1310 6208 551,'0'0'251,"0"0"-135,0 0-54,0 0-17,0 0-14,0 0 0,5-17-11,-5 17-20,0 12-8,0 9 8,0 7 30,0 2 2,0 2-7,0-1-11,1-4-1,2 0-6,-1-3-3,0-5-3,0-2 2,3-5 2,-5-7-4,2 0-1,0-5-18,3 0-146,2-10-243</inkml:trace>
  <inkml:trace contextRef="#ctx0" brushRef="#br1" timeOffset="149538.4833">1555 6108 539,'0'0'214,"0"0"-172,0 0-42,0 0 0,0 0 3,0 0 23,9 90 7,-5-71 4,-4 0 0,5-5 1,-3-3-9,-1 0-8,-1-3-8,0-4 1,0-1-4,0-2-5,0-1 4,0 0 3,0 0 6,0 0 28,0 0 33,0-1-35,0-14-35,0-5-4,0 0-4,8-6 3,-1 2-3,6-1-1,-1 0-1,3 3 1,3-1-2,-5 10 2,-1 5 0,-6 4-2,1 4 1,-1 0-4,6 0-5,3 8 6,1 6 4,1 1 0,-3 2-2,1 0 2,-1 0 1,-9-1-1,1-2-2,-6-3 2,0 1 0,0 1-2,0 0 2,-11 0-2,-3-3-56,8-4-277</inkml:trace>
  <inkml:trace contextRef="#ctx0" brushRef="#br1" timeOffset="149885.0331">2152 6011 170,'0'0'670,"0"0"-497,0 0-72,0 0-63,0 0-38,0 0-2,0-7-12,0 10 8,0 18 5,2-1-44,-2 4-252</inkml:trace>
  <inkml:trace contextRef="#ctx0" brushRef="#br1" timeOffset="150266.3062">2264 6442 848,'0'0'184,"0"0"-20,0 0-105,0 0-48,0 0-11,0 0 0,20-35-12,0 19-103,2-3-482</inkml:trace>
  <inkml:trace contextRef="#ctx0" brushRef="#br1" timeOffset="177560.9059">16983 6140 719,'0'0'8,"0"0"13,0 0 51,0 0-42,0 0-18,0 0-3,0 0 0,0 0 11,29-15 2,-20 18-5,-7 21-5,-2 15 17,0 8 5,0 7-10,-4 0 7,-8-5-6,1-2-8,5-3-8,-3-3-2,5-5 2,-4-7-8,4-4 1,4-6-1,0-6 2,0-5-3,0-8-63,0 0-72,14-16-153</inkml:trace>
  <inkml:trace contextRef="#ctx0" brushRef="#br1" timeOffset="178602.648">16994 6136 355,'0'0'91,"0"0"-58,0 0 12,0 0-21,0 0-3,0 0 11,27 0 23,-11 0-7,1 0-10,6 0 4,-3 0-24,4 0-6,5 0-4,5 0 1,4 0-4,-3 0 1,7 0-3,1 0-1,-1 0-2,-2 0 1,3 0-1,-3-3 0,1 0 2,-6 1-2,3-1 2,-5 0-2,7-3 1,-4-2-1,4 1 1,0 2-1,3-1 1,-6 2-1,1 0 0,0 4 0,-5 0 0,6-3 0,-10 3-2,4-1 3,3 1-1,-5-3 0,0 2 0,0 1 0,5-2-1,-5 2 1,-2 0 0,-2 0 0,0 0-1,-5 0 1,2 0 0,-4 0 0,3 0 0,6 0 0,2 0 0,7 0-2,2 0 2,0 0 0,2 0 3,0 0-3,-1 0 0,-1 0 0,-7 0 0,6 0-1,-7 0 2,7 0 0,-6 0-1,4 0 0,4 0 0,-7 0 0,8 0 0,-9 0 0,5 0 1,-5 0-2,-4 0 1,-2 0 0,-2 0-1,-5 0 2,3 2-1,-2-1 0,0 2 0,-4-3-1,-1 0 2,0 0-1,-1 0 1,-2 0-1,1 0 2,-1 0 0,1 0 3,1-3 11,3-2 6,1 2-12,-4 0-6,-9 1-3,4 0-1,1-5-46</inkml:trace>
  <inkml:trace contextRef="#ctx0" brushRef="#br1" timeOffset="180906.4882">19640 6113 445,'0'0'36,"0"0"-30,0 0 27,0 0-17,0 0-7,0 0 7,0-2 26,0 2 55,0-1 3,0 1-26,0 0-20,0 0-12,0 0-7,0 0-22,0 0-13,0 0-1,-3 15-12,-7 10 13,0 9 2,-3 8-1,5 7 2,-3 9-1,-3 4 1,5 2-3,4 2 10,4-1-6,1-6-2,0-6 2,0-12 4,0-6-5,0-6 2,0-4-4,0-3 4,0-4 0,0 0 0,0-1-3,0-3 1,0 1 0,0-3-2,-4 0-1,-2-2 2,2 2-2,2-2 0,0 0 0,-5-1 0,5-4 1,2-1 0,-2 0-1,2-3 1,0 2-1,0-3 1,0 3 0,0-3 0,0 0 0,0 0 4,0 0 3,0 0 6,0 0-6,2-7-3,9-1-4,3-4 0,-6 2 0,1 4 0,3 0-1,1 0 0,-5 4-1,5-5 0,7 4 1,-1-1-2,8-3 2,0 4 0,-3-3 1,2 2-1,1 2-1,-2 0 1,-3 0-2,-1 0 4,0 0-2,4-1 0,4 0-4,-1 3 4,4-3 0,2 2 0,-1-1 0,5-4 0,-2 1 0,4 2 0,-5 1 0,3-2-3,1 1 6,-4-2-6,3-2 5,-4 4-3,7-3 2,0 0-2,1-1 1,-7 6 0,2-3 0,-2 4 0,1 0 0,-2 0-1,5 0 3,2 0-4,1 0 0,1 0 2,1 0 1,-2 0 1,1 0-2,-8 0 0,1 0 0,-5 0 0,-2 0 0,2 0-1,0 0 1,4 0 0,1 2 1,5 0-1,-1-2 0,3 0 0,-8 0 1,3 1-1,-5-1-1,1 2 1,-3-2 0,-2 0 0,0 2 0,4-2 1,3 0-2,-1 3 1,6-3-1,-3 0-2,-3 0 3,-4 2-1,-2 0 1,-3-2 0,0 0 0,1 2 0,-5-2-1,3 0 0,5 1 1,-1-1 0,8 0 0,-6 0 0,7 0-1,-5 0-1,0 0 0,1 0 2,-3 0 4,-4 0-4,-5 0-2,1 0 2,-9 0 0,0 0 0,-8 0 3,2 0-3,-6 0 2,0 0-2,0 0-1,-2 0 1,0 0 0,0 0 3,0 0-2,0 0 1,0 0-1,0 0 1,0 0-2,0 0-23,-6-5-211</inkml:trace>
  <inkml:trace contextRef="#ctx0" brushRef="#br1" timeOffset="182262.4523">16983 6511 455,'0'0'134,"0"0"-59,0 0 7,0 0-61,0 0-17,0 0-3,0-12 0,2 12 11,3 0 4,-5 0-3,0 16 6,0 6 13,0 4-8,0 3-6,0 4-13,0-1 3,0-2 4,0-2-4,0-1 2,-9-2-3,7-3-2,-8-1 6,6-6 5,4-3-4,-2 0-3,0-3-2,2-2-2,0 2 2,0-3-2,0-3 1,0 2-3,0-3-3,0 0 5,0 1-3,0 0-1,0 1 2,0 1-3,-5-3-2,1-2-55,2 0-336</inkml:trace>
  <inkml:trace contextRef="#ctx0" brushRef="#br1" timeOffset="185091.7448">17162 6138 311,'0'0'132,"0"0"-44,0 0-22,0 0-36,0 0-7,0 0 35,0 0 5,0 0-28,0 0-5,0 0-13,-7 0-11,-1 0-6,-4 2 1,-2 3 0,0-2 1,6 1 1,4-2 0,4-2 1,0 2 1,0-2-3,0 0 0,0 0 6,0 0 1,0 0-9,0 0 0,0 0 0,19 0-42,24 0-88</inkml:trace>
  <inkml:trace contextRef="#ctx0" brushRef="#br1" timeOffset="186313.614">19513 6086 434,'0'0'92,"0"0"-48,0 0 7,0 0 0,0 0-5,0 0-2,27-26-15,-25 21-6,-2 5 7,0 0-3,0 0-4,0 0-18,2 0-5,-2 0-13,0 9 10,2 2 3,4 1 1,-2-2 4,-4-1-3,4-2 0,-2-2 1,3-1-3,-3-2 4,-2-2-2,4 0 4,-2 0 2,4 0 6,-2 0 8,-4-4-6,4-10-3,-4 2-1,2 0-4,-2-3 0,0 5 7,5 3-12,-5 0 7,0 5 1,0 0-2,0 2 1,0 0-7,0 0-3,0 0-3,0 0-7,0 0 0,0 0 0,0 11 7,0 1 3,0-2 0,0 0 0,0-2 0,0-4 0,0-1 1,0-1 3,0-2-3,1 0 3,-1 0 0,0 0 9,5 0 0,2 0-2,-4-9-5,-1-2 2,0 2-2,-2 1-5,0 1 11,0 5 5,0 2 0,0 0 4,0 0-10,0 0-11,0 0 0,0 0-11,0 0-1,0 4 6,0 6 6,0 1 2,0 1-2,0-1 6,-4 1-6,-17-7-148,-3-5-736</inkml:trace>
  <inkml:trace contextRef="#ctx0" brushRef="#br1" timeOffset="186884.019">17052 6216 421,'0'0'171,"0"0"-162,0 0-7,0 0-2,0 0-3,0 0 2,52-8 1,-35 8-2,1 0-40</inkml:trace>
  <inkml:trace contextRef="#ctx0" brushRef="#br1" timeOffset="198421.2435">17507 5608 547,'0'0'48,"0"0"-2,0 0 37,0 0-28,0 0-24,0 0 7,0 0 22,-2-35-8,2 31-18,0 1-4,0 3-8,0 0-6,-6 0-7,5 0-9,-3 10-15,-3 14 10,0 8 5,-2 4 2,5 0 2,4 1-1,0-8-3,0 0 5,0-7-5,0-4 2,0-3 1,2-4 1,7-1 0,-7-6 1,-2 0-1,0-4-1,0 0 1,0 0 1,0 0 2,0 0 7,0 0 6,0 0 9,0-6-3,0-8-19,0 0-4,0-7 3,0 0-6,0-4 2,0-2-2,0-2 0,0 0 0,0-2 0,0 6 0,0 1 2,0 6-2,2 0 1,8 6 0,-4 0-1,4 1-3,3 6 3,-5 2-3,3 2 1,3-2 0,-1 3-5,3 0 6,0 0-3,8 0 2,-4 0 0,2 8-5,2 0-29,-5 2-43,-6 3-84,-9-5-94,-4 2-301</inkml:trace>
  <inkml:trace contextRef="#ctx0" brushRef="#br1" timeOffset="198796.7451">17494 5799 404,'0'0'268,"0"0"-233,0 0 49,0 0-31,0 0-31,0 0 2,55 2 12,-15-2-5,7-8-14,-2 2-12,-3 0-5,-1 0 0,-5 1 0,3-4-47,-1-3-155,-7 1-356</inkml:trace>
  <inkml:trace contextRef="#ctx0" brushRef="#br1" timeOffset="199218.0383">18013 5541 552,'0'0'64,"0"0"-7,0 0 20,0 0-60,0 0-17,0 0-6,0 11 6,0 13 23,0 8 4,0 5-5,0 0-8,11-2 10,1-5 1,-8-7-12,-3-4 13,-1-7-9,0-4-7,0-1-1,0-6-1,0 1-6,0-2 2,0 0 3,0 0 13,0-6 24,-1-11-22,-13-2-14,8-3-1,-5 2-3,2 0-4,6-3 3,3-1 0,0 1 1,0-5 2,0-1-5,3 1 4,12 5-4,0 2 1,4 7-1,-3 4-1,-1 4-1,3-1-1,4 4 0,-1 3 1,7 0-5,-1 0-4,2 0-21,-4 0-41,-8 0-135,-11 10-224</inkml:trace>
  <inkml:trace contextRef="#ctx0" brushRef="#br1" timeOffset="199600.3073">18067 5704 670,'0'0'71,"0"0"-29,0 0-9,0 0-22,0 0-8,0 0-2,133 0-1,-99-1 2,-5-2-2,-7 2-4,3-3-85</inkml:trace>
  <inkml:trace contextRef="#ctx0" brushRef="#br1" timeOffset="200281.5639">18144 5729 469,'0'0'124,"0"0"-103,0 0 16,0 0-24,0 0-7,0 0 21,0 0 2,14 0-14,-1 0-8,3 0 2,-2-5-2,1 3 0,-2-1-2,-4 1-3,-9 0-2,0 2 0,0 0-1,0 0-8,0 0-36,0 0-101,0 0-18</inkml:trace>
  <inkml:trace contextRef="#ctx0" brushRef="#br1" timeOffset="202571.3003">20958 7175 249,'0'0'289,"0"0"-241,0 0-20,0 0-10,0 0-11,0 0 11,0 0 20,0 0 14,0-2 13,0 0-16,0 2-13,0-3 7,0 3-6,0 0-7,0 0-17,0 0-13,-11 0-2,-5 7 2,-3 5-2,-1 4 2,0 3 0,4 4-1,-8-1 1,7 4 0,4-3 1,2 1 0,6-1 0,5 0-1,0 0 0,0 0 2,0-2-2,5 0 1,17-5 2,-3 0 4,11-7 0,-1 0 3,2-8 2,5-1-6,-7 0 0,-3 0-2,2-4 2,-11-10-1,1-3-2,-5-8 3,-1-3-4,-8-3 1,-4-1 1,0-2 0,0 9 0,-2 5 2,-12 4-3,-3 7-3,3 2 1,-1 2-2,1 4-1,5 1-2,2 0-12,6 0-54,-5 4-76,6 5-106</inkml:trace>
  <inkml:trace contextRef="#ctx0" brushRef="#br1" timeOffset="203185.3039">21533 7204 488,'0'0'36,"0"0"27,0 0 23,0 0-58,0 0-14,0 0 28,-19-15 3,18 15-21,1-2 1,-5 2-5,1 0-1,0 0-3,-12 0-9,-9 8-2,1 9 1,-3 7 0,5 3 5,6 1-4,3 0-5,10 0 2,3-4-1,0 0 0,0-6 0,19-2 1,2-4 8,13-4 0,-1-4 0,8-4-2,-1 0-6,-8 0 3,2-6-1,-9-8 2,-7-6-4,-9-4 7,-9-4 16,0-2-6,-2-2 3,-25 3 9,-4 8-21,-9 5-6,1 7-6,6 7-2,4 2-4,12 0-4,3 2-12,14 10-45,0 2-59,14-6-108</inkml:trace>
  <inkml:trace contextRef="#ctx0" brushRef="#br1" timeOffset="203636.6239">22050 7163 818,'0'0'25,"0"0"15,0 0-35,0 0 4,0 0 2,0 0 11,83 118 1,-72-88-1,-3-1-14,-1 0-5,-7-7 3,0 0-6,0-6-5,-2-6-134,-16-8-221</inkml:trace>
  <inkml:trace contextRef="#ctx0" brushRef="#br1" timeOffset="204077.9376">22190 7285 23,'0'0'606,"0"0"-586,0 0 46,0 0-17,128-52-24,-101 40-5,-10-2 1,-1-3 1,-6-2 15,-5-6 4,-5 3-2,0 1-4,0 4-11,0 8 4,0 1 13,0 5-5,0 1 18,0 2-31,0 0-23,0 16-21,0 14 16,0 6 5,0 3 1,9-2 3,0-1-1,0 1-2,-1 1-1,-5-4-7,-3-6-124,0-14-262</inkml:trace>
  <inkml:trace contextRef="#ctx0" brushRef="#br1" timeOffset="204778.4372">18753 5444 805,'0'0'11,"0"0"64,0 0-14,0 0-57,0 0 1,0 0 12,0 0-1,85 125 5,-69-88-3,-1-4-4,-1-6-7,-8-4-2,1-3-2,-5-5 4,2-1-7,3-9-86,-5-5-378</inkml:trace>
  <inkml:trace contextRef="#ctx0" brushRef="#br1" timeOffset="205245.776">18860 5569 826,'0'0'11,"0"0"8,0 0-16,0 0-3,119 0 0,-86-3-2,-4-1 1,-10-1-2,-5-4-2,-5-2 3,-7-6 1,0-1 1,-2-5 0,0 6 2,0-1-1,0 4 11,0 2 6,-4 3 20,2 6-5,0 3 13,2 0-16,0 0-17,-5 0-13,3 3 0,-2 18 0,1 9 1,3 6 7,0 2 23,0 1-12,0-2-11,0-2 4,0-5-10,0-5 7,0-3-4,0-1-5,0-3 0,0-4-15,-13-8-181,2-6-606</inkml:trace>
  <inkml:trace contextRef="#ctx0" brushRef="#br1" timeOffset="237327.2329">4366 6715 729,'0'0'52,"0"0"44,0 0-67,0 0-5,0 0-6,0 0 7,0 0 5,16-70-1,-14 70 0,0 0 3,-2 0-6,0 0-14,0 0-12,1 4-4,5 18 4,-2 15 2,0 7 11,-4 4 5,6 1 4,-6-3-5,0-7-9,0-3 2,0-6-3,-8-5-5,4-4 3,-4-7-3,8-4 1,0-3-3,0-7-5,0 0-41,0 0-104,0-7-58</inkml:trace>
  <inkml:trace contextRef="#ctx0" brushRef="#br1" timeOffset="237764.9495">4172 6784 184,'0'0'440,"0"0"-390,0 0 6,0 0-29,0 0 9,143-59-5,-94 42 1,2-4 1,1 1-5,-8 3 5,-7 6-8,-3 1 3,-14 2-7,-1 2 6,-12 2-10,1 0-9,0 4-8,2 0 0,4 0-2,7 0 2,11 0-4,-1 10-31,2 0-110,-6 2-163</inkml:trace>
  <inkml:trace contextRef="#ctx0" brushRef="#br1" timeOffset="238170.233">4765 6953 754,'0'0'60,"0"0"54,0 0-57,0 0-34,0 0-17,0 0-6,0 12-6,0 13 6,0 1 38,0-2-2,0-4-4,0-3-14,0-2-5,0-3 0,0-3-6,-6-2 0,6-3-3,0 0-4,-1-4-5,1 0-109,-2 0-109</inkml:trace>
  <inkml:trace contextRef="#ctx0" brushRef="#br1" timeOffset="238587.5581">4739 6766 875,'0'0'61,"0"0"67,0 0-97,0 0-31,0 0-8,0 0 7,48-10-13,-34 21-63,-3 1-189</inkml:trace>
  <inkml:trace contextRef="#ctx0" brushRef="#br1" timeOffset="239359.1289">5071 6965 754,'0'0'59,"0"0"44,0 0-63,0 0-40,0 0-4,0 0 3,17 39 1,-10-12 13,-5-1 0,-2-3-1,0-7-3,0-4 1,0-2-1,0-6 2,0 1-1,0-5-6,0 0 0,0 0 1,-2 0 0,-5 0 7,3 0 3,-5-5-2,2-9 0,-2-4 1,7 0 7,0 0 0,2 2-8,0 0 2,0 2-9,5 0-3,17-1-1,-4 3-2,-1 5 1,-4 3-2,-1 1-3,-8 3 3,3 0-2,-1 0-4,4 12-7,3 9 10,-1 1 4,-5 1 1,7-6 2,-12-1-3,6-3 2,-6-4-1,-2-5 1,0 1-1,0-4 0,0 2 1,0-3 1,0 0-1,0 0 0,0 0 4,0 0 9,0-11-3,0-3-8,0-3-1,4-3-2,11-1-1,8-1 0,4 4 0,2 2 0,2 4 0,-2 5 0,-2 4-1,-8 3 1,2 0 1,-3 0-1,-6 15-3,0 4 1,-7 8 0,-5-2 2,0 3 1,0 0-1,-14-4 4,-3-1-4,5-4-59,3-4-130,9-5-232</inkml:trace>
  <inkml:trace contextRef="#ctx0" brushRef="#br1" timeOffset="240169.1824">5701 7084 595,'0'0'188,"0"0"-93,0 0-19,0 0-58,0 0-13,0 0 10,74-50 11,-63 40-3,0-3 4,-6 4-4,-4-1 1,-1 0-2,0-2 3,0 0-9,0 2 6,0 2-14,-1 6 3,-1 2-4,-10 0-7,-1 0-2,-5 2-8,-7 14 6,6 2 2,1 2 0,-1 0 1,9-2-4,1-2 4,0 0 1,6-2 3,3-2-3,0 1 0,0-3 1,14-3 3,1-3-1,6 3 0,3-6 1,3 1 0,0-2 3,2 0-4,-3 0-2,3 0 2,0-7-3,-4-5 0,-3-3 3,1 1-3,-6-2 0,-3 0 1,-10 2 1,1-4-1,-5 2 3,0 2 0,0-4-4,-9 4 0,-3 2-2,-1-2 2,7 7 2,-2-2 0,6-2 1,2 6 0,0-2 0,0 0-3,8 1-2,7-1-4,3 7-3,-3 0 8,-3 0-5,-2 0-1,-1 15 4,1 4-4,-6 4 3,-2 1 2,3-2 2,-3 0-1,0-4 2,0 2-1,5-4 0,0 0 0,0 0 2,-1-3-2,-2-6 0,8 0 0,-10-3 1,9-3 2,-3-1-2,7 0 5,0 0-6,1 0-65,-3 0-141,-5-1-297</inkml:trace>
  <inkml:trace contextRef="#ctx0" brushRef="#br1" timeOffset="243477.4085">6591 6677 448,'0'0'155,"0"0"-17,0 0-51,0 0-27,0 0-9,0 0-15,0 0 10,0-14-11,0 13-2,0 1 3,0 0-8,0 0-7,0 0-21,0 9-7,0 17 7,0 8 1,0 6 11,0 3-10,0 1 3,0 2 2,0-2-3,0-2 0,2-4-4,-2-2 1,0-1 0,0-3 1,0-2-1,0-2 2,0-6-1,0-4-1,0-2 1,0-4 2,0-4-4,0 0 1,0-4-1,0 0-32,0-4-131,0 0-162</inkml:trace>
  <inkml:trace contextRef="#ctx0" brushRef="#br1" timeOffset="244505.3068">7605 7000 505,'0'0'162,"0"0"-38,0 0-53,0 0-40,0 0-18,0 0 3,-11-4-3,11 4 6,0 0 8,15 0 12,12 0 8,13 0-19,5 0-14,7 0-4,-4 0-7,4 0 0,-12 0 3,-9-6-5,-9 0 1,-7 0 0,-4 2 2,-1 0 0,-8-1-2,-2 2-2,0-1-13,0-1-33,-17 0-21,-10 1 24,0 0 29,2-2 13,8 2 1,5 1 0,4-4 2,1 3 2,7-3 6,0 4 5,0-1 1,0 0-7,0 1 4,0 3-5,13 0-7,-2 0 0,2 0-2,1 0-1,-6 3 2,6 8-8,-3 4 4,3 1 4,-3-3 0,3 1 1,-9 1 1,7-3 2,-8 0 1,4 0-5,-8-2 0,0 0 0,0-2 1,0 0 3,-10 0 0,-5 2 0,-1-2 2,1 0-6,-1-1-85,9-7-305</inkml:trace>
  <inkml:trace contextRef="#ctx0" brushRef="#br1" timeOffset="247357.1563">9281 6883 514,'0'0'103,"0"0"-41,0 0-4,0 0-32,0 0-8,0 0 15,0 0-2,2-15 12,-2 15 19,0-3-21,0 1-16,0 2-13,-4 0-3,-21 0-9,-6 2 1,-13 11-2,-1 4 2,5 0 2,13-2-3,12-1-3,1-2 3,14-1-6,0-1 3,0-2 3,7 0 0,23 2 8,7 1 3,12 0 3,-4 1-1,-10 4-7,-1 3-2,-14 0-3,-5 1-1,-3 3-1,-10-4 1,-2-3 0,0-1 3,0-4 2,0 0 0,-5-3 8,-17 2 5,2-2 0,-7-2-8,-4-1-3,0 0-4,-5-1-3,5-3 0,4-1-69,14 0-123,13 0-356</inkml:trace>
  <inkml:trace contextRef="#ctx0" brushRef="#br1" timeOffset="248279.0811">9491 7052 701,'0'0'76,"0"0"-32,0 0-28,0 0-14,0 0 2,0 0-2,131-68 1,-115 56 2,-6 0 5,-5 2 17,-5-4 25,0 2 3,0 0-15,-5 4-24,-16 2-15,-1 6-1,-7 0-6,0 0 2,2 4 2,2 12 2,6 2 3,-2 2-2,5 6 1,8 0 1,1 4 0,5 1-1,2-4 3,0 4-1,2-4-2,15 0 4,8-5 0,2-4 2,0-4-5,1-9 6,6-5-3,6 0-2,-1 0 3,-4-9-5,-6-7 0,-14-4 6,-1 0-4,-7-1 2,-5-2-2,-2 0 2,0-1-4,0 0-1,0 2-1,0 2 0,0 4 0,0 0 1,0 4-1,4 3 0,10 4-3,-1 3-2,2 2-4,3 0 6,1 0 0,-4 0 1,-1 6-3,-6 8 0,1 4-1,-5 4-1,-4 5 1,0 0 6,0 4 2,0-6 3,0 1 4,0-3-3,0-8 1,8 2-2,5-7 2,3 0 0,3-3 3,6-3-4,6-1 1,0-3-1,-1 0-1,5 0-2,-13-5 1,2-6-3,-10-4 2,-7 2 3,0-4 2,-5 1-5,-2 4 5,0 3 8,0 5-6,0 2 4,0 2-8,0 0-2,0 0-4,0 0 0,0 0-3,0 0-5,0 0 3,0 7 5,0 4 0,0-2 0,0 0 0,2-2 3,2-2-3,5-2-10,-5-3-111,4 0-233</inkml:trace>
  <inkml:trace contextRef="#ctx0" brushRef="#br1" timeOffset="248703.3837">10150 6820 214,'0'0'799,"0"0"-690,0 0 2,0 0-96,0 0-15,0 0-8,3-29-3,22 52-11,-4 0-81,6 1-238</inkml:trace>
  <inkml:trace contextRef="#ctx0" brushRef="#br1" timeOffset="249277.4851">10591 7020 545,'0'0'99,"0"0"-1,0 0-35,0 0-47,0 0-1,-114-9 4,91 16 18,5 6-2,1 1-6,3 1-12,7 3-11,3 0-4,4 3 1,0-4 0,0-1 1,2 0 0,13-4-2,3-3 7,7-4 2,-2-2-6,-4-3 0,-1 0-5,3 0 0,-14-13 0,5-1 0,-3-1 2,-2-2 0,-7-1-1,2 4 4,-2 5 0,0 0 3,0 5 0,0 4 3,0 0-7,0 0-4,0 0-8,5 0-7,-3 0-4,2 8 18,4 2 1,7 3 0,2-4 4,1 0 3,7-6 2,0-1-4,-2-2-2,4 0 0,-2-2-3,-5-14-5,0-7-7,-6-8 7,-6-2 4,-1-6 1,-7 3 0,0-2 1,0 3 1,0 4 2,-3 3 5,-3 4 9,0 8 6,-1 3 32,7 9-20,0 4-15,0 0-18,0 0-3,0 3-15,0 18-8,0 12 23,0 3 17,0 6-4,11 0 0,7 2 0,-5-1-7,5-5-4,-5-3 2,-2 0-3,1-6 2,-8-2-1,3-1-2,-1-4-40,1-9-195,2-6-671</inkml:trace>
  <inkml:trace contextRef="#ctx0" brushRef="#br1" timeOffset="250627.3199">11684 6982 677,'0'0'137,"0"0"6,0 0-55,0 0-22,0 0-29,0 0-7,-29-26-18,16 26-9,-4 6 6,-6 14 9,1 4-6,-3 4 1,-2 2 1,4 5-4,3-3-8,7 1-1,9 0 4,1-8-5,3 0 3,0-2-3,19-11 1,14 1-1,9-6 4,5-7-4,2 0-6,-2 0-14,3-6-6,-6-9-11,-9-3-7,0-2 9,-5-4 22,-10 0 11,1-3 2,-8 4 1,-7 0 0,-2 5-1,2 4 9,-6 4 5,0 4 15,0 2-4,0 4 1,-10 0-23,-5 0-3,-10 10 0,3 10-1,0 4 1,4 5-1,7-1 1,4 0 1,7-2-1,0-4 0,7-4 1,22-4 2,6-4 6,1-7-7,4-3 4,-9 0-1,0-6-1,-4-11-3,-11-4 2,-3 1 1,-4-1 3,-9-1-1,0 4 3,-3 2-4,-18 1-5,-8 5-5,-2 6 2,4 3-1,13 1-21,12-3-112,2-3-303</inkml:trace>
  <inkml:trace contextRef="#ctx0" brushRef="#br1" timeOffset="251390.3543">12271 7082 679,'0'0'114,"0"0"-50,0 0-12,0 0-14,0 0-1,0 0-2,104-13-13,-92 28-5,-1 9-5,-10 4-6,-1 0 5,0 0-2,0-1-6,0-8 1,-5 0 0,-7-9 1,1 0 0,-1-8-4,6 1 3,-3-3 1,7 0 2,-2 0 7,4-1 1,0-15 0,0-4-2,0-4-4,8-2-2,15-1-5,-3 4-2,6 0 1,-2 7-2,-1 5 0,0 2 1,-9 7-2,3 2 2,-2 0-4,8 2-5,-5 15 4,4-2 5,-4 3 0,-5-4 0,-8-1-4,-3-3 3,-2-5-2,0-1-1,0 1 0,0-3 4,0-2 2,-2 0 1,-1 0 1,-1 0 2,4 0 6,0-11 3,0-8-4,0-6-2,7-3 4,19 2-5,1 5-3,0 4-3,-7 9-2,-5 5 2,-3 3-2,-3 0 0,-1 3-2,6 20 2,-2 6 0,3 2 1,-2-2 2,-9 0-1,4-5-1,-4-1 1,-4 0 0,0-3 0,0-3-2,0-3-28,0-7-195,-5-3-565</inkml:trace>
  <inkml:trace contextRef="#ctx0" brushRef="#br1" timeOffset="252314.9385">13046 7046 583,'0'0'186,"0"0"-99,0 0-36,0 0-36,0 0-11,0 0-1,2 34 10,6-8 8,-6 4 3,-2 0 4,0-1-15,0-3-2,0-2-4,0-6-3,-10-2 6,6-4-3,0-4-5,2-2 0,-5-4 0,7-1 3,0-1-1,0 0 4,0 0 9,0-9-3,0-8 1,0-4 12,2-2-2,18 0-8,2-3-7,7 3-8,7 6 2,-5 7-4,-6 3-1,-5 7 1,-7 0-3,-3 0 2,-2 4-4,3 14 1,-1 5 3,-6-1 0,-2 1 1,-2 0 3,0-5-2,0 0 1,0-3-1,-2-3 1,-12-4-1,1-1 5,-1-5-3,8 1-1,-3-3 0,7 0 1,0 0 5,2-7-4,0-9 4,0-7-1,6-3-4,21-6-2,4 3 0,7 2 0,-7 9-1,-4 4 0,-2 6 0,-8 7 0,-1 1 2,-1 0 0,-1 0-2,0 12 0,-1 10 0,-7-2 3,3 2 0,-9-3 0,0-1-1,0-1 0,0-4 0,0-1-2,-9 1-3,5-6-45,-1-6-239</inkml:trace>
  <inkml:trace contextRef="#ctx0" brushRef="#br1" timeOffset="252883.9825">13657 6791 363,'0'0'181,"0"0"-107,0 0 31,0 0-43,45 130-20,-41-98-23,-4-1 0,0-4 7,0-6 5,0-5-7,0-2-3,-4-6-2,-5-4 4,4 0-2,1-4 3,-3 0-2,3 0 5,2 0 21,2-14 0,0-8-19,0-6-4,0-4-13,6-2 6,17-2-15,-2 2 5,6 2-6,7 6 2,-1 6-4,-1 2 3,4 6-3,-7 8 0,-8 4 1,4 0-2,-8 4 1,-1 22-1,-4 7-2,-3 8 3,-9 1 3,0-1-3,-5-4 0,-3-3 2,-4-6-2,0-8 2,9-2-2,-7-4-6,3-3-43,-3-6-184,-4-3-422</inkml:trace>
  <inkml:trace contextRef="#ctx0" brushRef="#br1" timeOffset="254406.6074">4401 7897 820,'0'0'54,"0"0"75,0 0-33,0 0-61,0 0-17,0 0-6,0-29-10,7 43-2,0 20 0,4 12 10,-1 12 21,-6 5 1,-4-1-18,0 0-1,0-9-6,0-7-7,0-10 6,0-6-5,0-7 2,0-11-3,0-3-24,0-9-78,0 0-118,0-28-296</inkml:trace>
  <inkml:trace contextRef="#ctx0" brushRef="#br1" timeOffset="254853.9298">4083 7947 694,'0'0'111,"0"0"-65,0 0-22,170-66-7,-93 45 9,8 3 2,-12 3 3,-5-2 16,-22 9 9,-17 1-6,-16 2-11,-8 3-17,-5 2-8,0 0-14,0 0-17,0 16 9,0 7-12,0 0-126,0-1-234</inkml:trace>
  <inkml:trace contextRef="#ctx0" brushRef="#br1" timeOffset="255329.2698">4723 8261 532,'0'0'345,"0"0"-236,0 0-4,0 0-65,0 0-38,0 0-2,22 4-19,-22 31 19,0 2 5,0 0 4,0-1-5,0-7-2,0-3 3,0-5-2,-4-5 1,-6-7-4,2-4-50,1-5-227</inkml:trace>
  <inkml:trace contextRef="#ctx0" brushRef="#br1" timeOffset="255369.2978">4623 8061 856,'0'0'66,"0"0"56,0 0-112,0 0-10,0 0-27,0 0-36,50-4-96,-27 18-332</inkml:trace>
  <inkml:trace contextRef="#ctx0" brushRef="#br1" timeOffset="256777.6151">4960 8231 407,'0'0'310,"0"0"-223,0 0-1,0 0-51,0 0-9,0 0-4,0-24-15,0 24-5,0 0-2,0 0 0,0 0-1,0 0 2,0 0 0,0 0 11,0 0 17,0 0-2,0 0-12,0 0-5,0 0-7,0 0-3,0 0 1,0 0 0,0 0-1,0 0 1,0 0-1,0 0 1,0 0-1,0 0 0,0 0 0,0 0 0,0 0 0,0 0 0,0 0 0,0 0 1,0 0-1,0-2 1,0 0 0,0 0 2,0 0-1,6 2-2,-6 0 8,2-2 16,-2 2 6,0 0-6,2-2-8,-2 2-6,2 0-3,-2 0-7,0 0 5,0 0-5,2 0-1,-2 0-8,10 13 0,-1 12 8,-2 5 1,6-2 0,-4 1 0,-3-5 0,-4-4-1,-2-1 1,0 0-2,0-1 0,0-2 1,0-4 1,-6-2 0,-1-6 2,7-1-1,0-3-1,0 0 6,0 0 4,0 0 7,0-3-5,0-13-9,0-4 0,0-4 6,0-2-1,7-1-3,1-2-3,6 0 0,0-1 0,8 0 1,-5 6-2,1 4 1,-5 10-1,1 3-1,-5 2 2,-3 5-2,2 0-2,0 0 2,5 10-8,0 10 8,3 6-1,-4 0 0,-3 1-1,-3-1 1,0-3 0,0 1 1,-4-6 1,-2-2-1,0-7-2,0-4 1,0 0 1,0-1 0,0-2 0,0-1 0,0-1 1,0 0 5,0 0 2,-2-5-1,0-14-4,2-4 1,0-9 0,0-5-4,6-1 2,19 0-2,-1 5 0,5 8 0,2 4-1,0 9 0,-4 7 0,0 3 0,-5 2 1,1 0-2,-4 7 0,0 20-1,-4 4 1,-6 2 2,0 1 0,-5 0 1,-4-2 0,0 0-2,0 2-1,-4-9-21,0-1-152,4-10-347</inkml:trace>
  <inkml:trace contextRef="#ctx0" brushRef="#br1" timeOffset="257528.0979">5719 8329 599,'0'0'235,"0"0"-136,0 0-38,0 0-50,0 0-8,0 0 2,67-91 10,-53 68 4,-3 2 4,-5-2 5,-4 5-7,-2 4-10,0 6 5,0 1-5,0 5 2,0-1-9,0 3-1,0 0-3,-6 0-5,-7 0 1,-4 10 3,5 8 0,0 3 1,1 0 1,6 4-1,-1 1 0,-1-1 0,5 1 1,0 1 1,2-3 1,0-5 0,0 1 1,0-9-2,4 1 1,12-6-1,13-6 6,-1 0-1,9 0-2,-6-3-4,0-12 1,-9-5-2,-4-5 5,-4 0 2,-8-4-7,-6 1 8,0 3-5,0-1-3,0 3 0,0 5-1,-6 4 1,-4 4 0,7 2 0,2 6 0,1-1 1,0 3 0,0-3-1,6 1-3,15 2-3,-3 0 1,-1 0-3,8 8 2,-7 10 4,2 7-2,-6 1 3,-11 1-7,0-1 6,-3-1 2,0-5-1,0-1 1,2 0 0,-2-3 1,2-4-2,3-1 2,-3-2-1,3-6 2,-3 4 0,7-5 3,4 0 2,4 2-5,11-2-2,12 0-90,7-2-252</inkml:trace>
  <inkml:trace contextRef="#ctx0" brushRef="#br1" timeOffset="262741.2261">6934 8099 317,'0'0'372,"0"0"-284,0 0-10,0 0-17,0 0-30,0 0-10,0 0-10,0 0-11,-6-21-2,-2 21-3,0 3 5,-3 9 9,-5 6-1,-4 2 11,4 5-1,1 1 4,-2 3-11,5 5 1,0 0-1,8-2-7,2-1 6,2-5-7,0-2 1,0-4 4,11-5-5,5-1 10,4-2-8,3-7 6,3-3 0,-2-2-4,3 0-2,0 0-1,-4 0-1,-4-10-1,-4-4 4,-3 2-3,-1-6 3,-4 2-2,-5-2 0,-2-3 3,0-1 5,0-1-4,0-1-3,-14-1 1,6 3-2,-5 2-1,-1 2 0,1 8-2,-1 2-2,3 8 1,-3 0-3,6 0-3,-3 0 4,-2 10-7,3 6-29,8 0-122,2-6-257</inkml:trace>
  <inkml:trace contextRef="#ctx0" brushRef="#br1" timeOffset="263610.3144">7964 8183 624,'0'0'115,"0"0"-18,0 0-52,0 0-26,0 0-9,0 0 1,-13-24 5,13 24 13,0 0-3,0-2 7,0 2-10,0-1 10,0-2 2,28 3-19,15-2-10,17 0 9,9-2-8,-2 2-2,-5-2-2,-6 1-1,-6-2-2,-13-2 2,-3 5-1,-12-3-1,-9 3 0,-9 2 2,-4 0 1,6 0-3,-6-2 0,0 2 4,0 0-4,0 0 2,0 0-1,0-2 3,-6-2 0,-2-2-4,-7-2-3,-1 0 0,-3 1 1,11 4 2,-3-1-1,-1-1 0,6 3 0,-2-1 1,5 0-1,-1 2 1,-1 1 1,5-2 0,0 2-1,0 0 2,0 0-2,0 0 0,0 0-3,0 0-2,0 0-1,7 0-4,6 2 4,5 7 5,7 6 1,-4-1 0,2 1 0,-5-3 0,-7-3-1,-5-1-1,-4 2-1,-2 0-1,0 1-3,0 2 5,-2 3 2,-15 2 0,-1-2-30,-3-4-215</inkml:trace>
  <inkml:trace contextRef="#ctx0" brushRef="#br1" timeOffset="266845.7143">9694 7983 144,'0'0'605,"0"0"-545,0 0 28,0 0-42,0 0-23,0 0 0,0 0-10,-4-38-13,-23 38-6,-4 8 4,-5 10 2,7 0 0,0 4 2,9-1-1,7 0-1,3-3 7,10-4-6,0 0 3,10-3 9,21-2 16,11-1 3,7-2-12,6 4-5,-1 0-11,-13 2 0,-13 6-4,-10 0 0,-7-2-3,-8 2 0,-3-1 1,0-4 2,0 1 4,-23-2 9,1-3 4,-7 1-7,-2-6-5,-5-4 0,3 0-1,-5 0 2,9 0-2,1-11 3,13-1-7,9-2-4,6 0-76,0 3-143,20-3-307</inkml:trace>
  <inkml:trace contextRef="#ctx0" brushRef="#br1" timeOffset="267483.1679">10195 8058 627,'0'0'150,"0"0"-47,0 0-24,0 0-43,0 0-25,0 0-11,-40-13-1,18 13 1,-3 2 1,-3 9 2,1 4 8,0 1 3,7-1-1,7 0-2,3 2-3,8-4-1,2-1-2,0 0 2,9-6 7,7 2-7,2-6 2,-3 0-7,-1-2 1,-5 0 2,-3 0-1,3 0 1,-4-6 5,6-8-4,-5-1-3,5-8-1,3 0-2,-1-2 1,-1 1 1,1 0 0,1 4 2,-8 6-4,2 1 7,-1 8 22,-7 3-8,2 2-13,-2 0-5,6 0-3,-2 0 0,0 0-5,7 20 0,-7 6-2,4 10 5,-8 3 2,0 10 6,0 3-5,-10 0-1,-6 1 4,3-9-1,2-6-3,7-10 2,4-4 2,0-10-2,0-2-2,0-6 6,11-4 1,6-2-3,-1 0 1,11 0-3,2 0-2,-1 0-16,2-6-151,-7-8-254</inkml:trace>
  <inkml:trace contextRef="#ctx0" brushRef="#br1" timeOffset="267977.5204">10378 8185 677,'0'0'169,"0"0"-67,0 0-78,0 0-24,0 0-79,0 0-300</inkml:trace>
  <inkml:trace contextRef="#ctx0" brushRef="#br1" timeOffset="268519.2281">11058 8000 593,'0'0'97,"0"0"5,0 0-58,0 0-3,0 0 4,0 0-14,0-15-9,5 15-5,-3 0-1,-2 0-9,0 0-4,0 22-2,0 12 7,-2 8 5,-19 6-6,6 3 2,1-7-4,-1-7 0,13-4-4,0-11 0,2-8 5,0-6-4,0-6 7,15-2 6,12 0 2,4-9-12,0-10-1,-2-6-2,-2-1 1,-10-2 0,-4 4 1,-1 7 0,-10 8-1,-2 7 4,0 2 10,0 0-17,0 6-11,0 13 1,0 4 10,0-1 0,0-5 4,0-5-3,2-6 6,14-6-2,9 0 3,6 0 0,5-9-5,-3-10 1,3-10-1,-8-1 2,-5-1 3,-10-3 12,-3 1 6,-10 3-6,0 6-6,0 2-6,-14 6-3,-6 4-5,2 6-2,2 3-1,3 3 0,0 0 2,8 0-16,3 0-26,2 0-117,0 0-102,15 0-248</inkml:trace>
  <inkml:trace contextRef="#ctx0" brushRef="#br1" timeOffset="269036.8759">11740 7997 634,'0'0'127,"0"0"-70,0 0-20,0 0 1,0 0 7,0 0-11,-11-25 19,7 24-14,-8 1-32,1 0-2,-5 0-3,-1 0 0,-10 10-2,-2 9 4,-2 8-3,2 1 3,4 2 4,8 0-7,5-2 0,10-6 2,2 0-2,0-4 3,8-8 6,17-2 1,9-8-5,0 0-3,-3 0-1,-3-6 1,-1-8-3,-9-4 0,-4 1 0,-1-2 2,-4-3-2,-5-2 0,-2-1 3,4-2-2,-4-1 2,0 2 4,0 3-1,-2 7 13,0 7 13,0 5-5,0 4-5,0 0-11,0 0-8,0 0-3,0 0-6,0 8-6,2 13 11,0 8 0,4-1 1,-1 6 0,-3-2 2,8 0-2,-6 4 0,5-6 0,-5-2 1,6-4-1,-6-6-31,7-8-156,-5-3-207</inkml:trace>
  <inkml:trace contextRef="#ctx0" brushRef="#br1" timeOffset="269549.2416">12028 7961 776,'0'0'92,"0"0"-3,0 0-72,0 0-17,0 0-10,0 0 10,22 56 8,-17-26 0,-3 1 4,2 6-1,2-1-7,-1-5 2,2-5 0,0-6 0,-3-6 0,3-4 7,-5-6 2,2-3 26,3-1 8,-2 0-18,4 0 5,-3-4 2,8-14-11,-3-6-6,-5-4-3,5-4-1,3-4 0,1-1-7,6 0-3,-5 3-6,-8 10 1,1 10-2,-7 6-2,-1 5-5,-1 3-33,0 0-192,3 9-162</inkml:trace>
  <inkml:trace contextRef="#ctx0" brushRef="#br1" timeOffset="270070.6134">12394 8129 613,'0'0'174,"0"0"-113,0 0-23,0 0-9,0 0-7,0 0-6,79-90 9,-67 71 5,-8 2 1,-4 0-4,0 0-6,0-2 1,0 5-1,0 3 2,0 4 9,-6 5-23,-6 2-9,0 0-6,5 0 2,-6 2-3,3 12 7,-1 3 0,4-1 1,0 5 3,2 1-1,4 5 0,1-1-2,0 0 0,0 2 2,0-4 0,0-4 0,13-4 2,3-6 0,-1-4-1,12-3 3,0-3 1,2 0-4,0 0-4,-7 0 0,2 0 0,-1 0-42,-6-3-122,1 3-174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07-14T05:53:54.00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14533 7340 651,'0'0'117,"0"0"-49,0 0-36,0 0-14,0 0-7,0 0 0,-11 9 2,11-9 4,0 2-2,0 0-1,0-1-1,21 5 11,12-3 40,7-3-32,1 0-20,0 0-8,-7 0-2,-8 0-1,-6 0-1,-6 0 0,-5 0 1,-7 0 0,-2 0-2,0 0-5,0 0-35,0 0-37,0 0-67,0 0-197</inkml:trace>
  <inkml:trace contextRef="#ctx0" brushRef="#br0" timeOffset="1242.5637">15276 7182 552,'0'0'136,"0"0"-21,0 0-30,0 0-26,0 0-12,0 0-17,0-19-16,0 19-14,0 3-1,0 18 1,-4 3 1,-6 3 12,6 0 1,-5-1 4,3-2 0,-4-2 0,1-5-6,5-2-5,-2-3-1,0-4-1,6-4-5,0-2 1,0-2 1,0 0 2,0 0 6,0 0 8,0-2 0,12-14-14,1 0 2,-1 0-6,-8 2 2,0 2-2,3 0 2,-5 0-1,0-2-1,6 3 0,-4-9 0,7 5 0,-5 1 0,6 2-1,-3 3 1,-3 6 0,-2-2 0,2 5-2,-2 0 0,0 0-3,5 0-4,-6 0-3,10 15 12,-9 0-3,5 1 2,4 2-1,-6-1 2,2-1 1,0-2-1,-5-1-1,-2-1-1,1-5 2,-3-3 0,0-3 0,2 1 2,-2-2-2,5 0 5,-1 0 8,5 0 3,-3-5-5,8-9-8,-3-1 1,-5 0-3,5 1 0,-1 0 0,-4-1-1,6 5 1,-1-1-1,3-1 0,1-1 0,3 1-1,-1 2 0,4 5 1,-13 3-2,0 2 0,-4 0 1,0 0-11,1 15 8,-5 10 1,0 0 3,0 2 2,0-1-1,0-3 5,-7 0-4,5-5 1,2-1-2,0-5 0,0-1 4,0-2-5,0-4-39,2-3-125,12-2-77,7 0-338</inkml:trace>
  <inkml:trace contextRef="#ctx0" brushRef="#br0" timeOffset="1804.2739">15964 7207 536,'0'0'117,"0"0"-17,0 0-34,0 0-32,0 0-7,0 0-2,-58-8 1,39 8 5,-4 4-2,5 10-7,-2 0-9,4 4-8,1 3-4,9-4 1,-6 3 3,10-4-3,2 0 1,0-4-2,0 2 6,2-4-3,13-4 5,3-1-3,4-5 6,-3 0-4,2 0 2,-1 0-4,4 0 6,-5-9-8,-5-5 1,1 0-2,-6 0 3,-4-5 15,-5 5 13,0-3-9,0 2-12,-5 3-8,-10 3-5,-6 3 0,6-1 0,-1 7 0,7 0-1,3 0 1,6 0-26,0 0-160,0 0-277</inkml:trace>
  <inkml:trace contextRef="#ctx0" brushRef="#br0" timeOffset="2832.8671">16240 7238 449,'0'0'196,"0"0"-60,0 0-55,0 0-51,0 0 4,0 0-15,-6-16-11,-7 16-1,-3 0 5,-1 0 1,-6 0-3,5 9 0,1 3-2,3 1-6,3-2 5,2 3-3,5-2-2,4 2 0,0-2 1,0 0-1,0-1 2,0-2 2,2-6 0,11 3-1,3-5 4,6-1-2,-2 0-3,5 0 6,-8 0-7,6-10 2,-5-4-4,-5 0 5,0-2-5,-4-2 2,0-1-2,-3-2 0,4 1 1,-6-2-2,5-3 0,-7 2 0,-1 0 0,5 2 0,-6 1 0,0 2 2,0 3-1,0 7-1,0 4 1,0 2 0,0 2-1,0 0-1,0 0-6,0 0-1,0 0-7,0 14 7,0 6 8,0 2 0,0 2 0,-9 1 0,5 0 0,-3 0 0,5-1 0,0-2 0,-6-4 0,6 0 0,-2-1 0,4-6 0,0-1 0,0-2 0,0-2 0,0-3 3,4 2-1,17-5-1,-1 0 6,7 0-4,1 0 0,-1-5-2,-5-7 0,2-1 0,2 0-1,-9-2 1,0-2 0,-3 4-1,-2 1 2,-8 0 1,1 1 2,-5 0-1,0-1-3,0 2-1,0-1 2,0 6-2,-11 0-1,-1 3 1,0 2-3,5 0-4,-7 0 7,-1 7-5,-4 7 4,9 3-2,-4 3 1,3 1 1,1-1-2,9-3 3,1 4 1,0-3-1,1-2 3,20-2 0,-3-4-1,11 0 3,2-4 0,10 0 0,16 0-5,-1-2-87,2-2-186</inkml:trace>
  <inkml:trace contextRef="#ctx0" brushRef="#br0" timeOffset="3432.1275">16906 7173 666,'0'0'137,"0"0"-56,0 0-49,0 0-23,0 0-5,0 0-3,41-31 0,-32 31-1,1 0 0,3 15-1,0 3-1,-1 2 2,-9 4 0,4 2 0,-2-1 0,-5 0 1,0-4 1,0 0-2,-9-4 0,-7-2 0,1-3 0,-8 0 4,5 1-3,3-4 0,-2 1 0,7-2-1,6-2 0,4-4-2,0 1 2,0-3 2,2 0 5,27 0 40,0 0-9,11 0-14,1 0-7,-4 0-5,3-5-4,-3-1 4,-3 0-2,-8 0-6,0 2 6,-11 0-4,-8 0-1,2 2-5,-7 2-1,-2 0-21,0 0-166,0 0-386</inkml:trace>
  <inkml:trace contextRef="#ctx0" brushRef="#br0" timeOffset="4115.1706">14337 8229 556,'0'0'231,"0"0"-127,0 0-35,0 0-48,0 0 2,119 0-14,-86-1-6,-2 1-3,0 0 0,-2 0-54,7 0-396</inkml:trace>
  <inkml:trace contextRef="#ctx0" brushRef="#br0" timeOffset="4946.0471">15190 8095 620,'0'0'133,"0"0"-47,0 0-29,0 0-34,0 0-23,0 0 1,0 50 19,0-18 20,0-1-14,-3-4-4,-7-2-12,8-3-4,-2-6 2,-1-7-3,5-2-3,-2-6-1,2 2 4,0-3 0,0 0 7,0 0 13,0-8 49,0-9-56,0-4-18,11-6 0,3-3 1,1-2-1,3 2 0,3 1 0,-6 9 0,-7 11-1,2 3 1,-4 6-2,-1 0-3,-3 0-4,-1 21-7,10 2 13,-7 5 3,0-2-2,3-5 3,-3 0-2,0-5 0,6-4 1,1-2 0,-6-2 1,8-4 1,-2-1 1,-3-3 2,4 0 3,1 0-5,0-3 3,-2-9-5,1-3 2,-6-4 1,4 1-2,-6-2 1,4 0-2,-3 2-1,-3 2 1,3 4-1,2 7 0,-6 0 1,-1 3 2,10 0-2,-6 2-1,8 0 0,-4 0 0,1 0 0,3 18-3,-10 5 0,1 0-2,-3-1 3,0 3 2,0-2 0,0 0 1,-3-4 0,1 1 0,0-2-1,2-3-19,0-5-151,0-6-113</inkml:trace>
  <inkml:trace contextRef="#ctx0" brushRef="#br0" timeOffset="5413.3891">15864 8151 251,'0'0'281,"0"0"-168,0 0-46,0 0-16,0 0-3,0 0-19,-104 77 0,94-60-18,8 1 3,2 1-7,0-3 5,0 0-1,12-2 4,5-2 3,-2-5 3,3 0 2,-2-7-7,2 0 8,-2 0 15,-1 0-12,1-14-5,-1-4 5,-1-6-7,-2-2-1,-9-1-4,-1 1 1,-2 4-7,0 4-3,-11 4-6,-6 5-1,-1 6 0,-5 3-2,6 0-26,5 3-117,12 11-130</inkml:trace>
  <inkml:trace contextRef="#ctx0" brushRef="#br0" timeOffset="6393.4605">16292 8252 397,'0'0'178,"0"0"-59,0 0-53,0 0-24,0 0-27,0 0 7,-87-5 8,62 19-11,6 2 2,-2 0-9,11 5-2,-2-6-2,5 2-7,7-3 5,0-2-4,0-3 3,10-2 12,5-3 5,8-4 0,-4 0-7,-1 0-7,7 0-4,-8-6 1,6-11-1,-5-1 1,-3-1-3,1-3 0,-5-2-2,3-2 2,-8-1-2,-1 1-1,-3-2 1,0-2 0,-2 3 0,0-2 2,4 5 0,-4 4-1,7 6 1,-7 4 4,0 5 8,0 5 4,0 0-8,0 0-10,0 0-4,0 5-18,0 15 21,0 6-2,0 6 2,0 1 2,0-4-1,0 3 0,0-1 0,0-6 0,0 1 0,0-5 0,0-3 0,0-3 1,0-2-1,0-5 2,0-1-3,0 0 2,4-6 0,10 2 5,-1-3 1,3 0 0,-3 0-3,5 0 1,3-11-1,-4-1-3,3-4 1,1-2-2,-4-1 1,-1-3-1,-2-3 1,3 4 0,-6-2-1,-2 3 1,-7 3-1,-2 5 0,0 3 0,0 5 0,-2 4-3,-11 0 0,0 0 1,-1 0-1,1 13-2,-1 2 3,1 3-3,-1 1 1,8 4 4,-3-2 3,-3-1 3,10-1 4,-2-3 2,4-1-6,0-4-2,0 2 3,8-5 0,14-2 6,6-2-1,1-4-7,0 4-5,11 4-101,7-1-146,13 5 75</inkml:trace>
  <inkml:trace contextRef="#ctx0" brushRef="#br0" timeOffset="7024.113">17052 8247 455,'0'0'203,"0"0"-50,0 0-66,0 0-22,0 0-23,0 0-5,-2-86-17,2 74 1,4 2-7,8 2-6,3 1-2,1 7-5,1-2-1,4 2-3,-3 0 1,6 0 0,-6 5 0,-6 9 0,3 8-4,-13 4 1,-2 4 3,0 3 2,-2-3 0,-14-2 0,-9-5 0,6 0 0,-6-5 0,-2-2 2,10-2-4,-9-2 4,11 2-2,4-3 0,7 1-4,2-5 3,2-3 0,0 0-2,12-4 3,16 2 2,3-2 2,0 0-3,-1 0 0,2 0 3,2-8-2,-5-1-1,-5 2-1,-2 1 2,-6-1-2,0 6 1,-5-1-1,-7 2 0,-2 0 0,-2 0-6,0-3-207</inkml:trace>
  <inkml:trace contextRef="#ctx0" brushRef="#br0" timeOffset="45332.7808">9719 9069 734,'0'0'53,"0"0"20,0 0-15,0 0-46,0 0-12,0 0-5,0 0 0,0 0 4,0 49 1,0-10 3,-11 10 4,1 1 7,4 1 13,-8-4-5,3-2-6,5-8 2,-2-4-5,6-8-6,-1-4-5,3-7 1,0-4 2,0-5-5,0-2 0,0-3 2,0 0 2,0 0 12,0 0 9,0-16 22,0-4-27,0-6-7,3-2-1,9-1-3,-1 0-3,5 0 0,1 7-1,3 0-4,7 3-1,0 8 0,0 1 0,-1 5 0,3 5 0,-7 0-1,5 0-5,-2 5 4,-8 14 2,-3 0-2,-5 3 2,-9 0-5,0 0 4,-9-1-7,-20-1 8,-11-7 2,2 1 1,-2-1-2,4-3-1,14-5-11,7-1-66,13-4-72,2 0-101</inkml:trace>
  <inkml:trace contextRef="#ctx0" brushRef="#br0" timeOffset="46360.1088">10340 9293 553,'0'0'63,"0"0"27,0 0-34,0 0-12,0 0-7,0 0-26,-31-11-3,12 11 1,-2 2 17,-8 14 1,-1 3-1,2 8-7,-1-1-6,4 2-5,10-3-2,8-4-4,5-2-2,2-5 0,0-4 6,6-5-4,10 0 2,7-5 1,-1 0 0,4 0-1,1-6-3,-4-13 3,-5 0 0,-3-1 0,-5-2-3,-2 1 0,1 6 2,-6 1-3,0 2 0,2 3 0,0 3 3,-5 4-3,0 2 1,0 0 8,0 0 2,0 0-11,0 0-8,0 14 7,0 5-2,0 2 3,0 0 1,2-2 0,2-1 1,7-2-2,-1-4 1,-2-3 4,3-3-2,2-5-1,3-1 3,0 0-4,4 0 6,-3 0-6,1-1 0,-4-9 3,-1-2-3,-1-2-1,-1-3 4,-5-1-3,6 2 0,-8-1 0,5 2 0,-5 5-1,-2 3 0,3 5 2,-5 2 0,0 0 0,0 0-2,0 0-3,0 0-14,0 3 3,0 11 11,0 3 3,0-2 0,0-1 0,0 0 0,0-3 3,7-2-2,4-2 5,4-4 1,-1-1-2,-1-2 1,3 0-3,-5 0-1,-2 0 1,4-5 2,-1-10 0,3-2-3,0-2 0,-1 0-2,1-1 1,-3 6 0,-8 3 0,3 7 0,-5 2 11,0 2 32,-2 0-21,0 0-23,0 2-3,0 15 3,0-2-1,0 3 1,0 2-1,0-3 1,0 0 3,2 0-3,11-3 0,1-2-23,11-9-222</inkml:trace>
  <inkml:trace contextRef="#ctx0" brushRef="#br0" timeOffset="46943.8675">11194 9272 630,'0'0'107,"0"0"-23,0 0-55,0 0-5,0 0-2,-138 21-3,115-4-2,3 1 1,3 0-9,4 1-5,10 1-1,3-1-2,0-2 0,0-2 2,3-3-2,12-2 2,-2-6 1,-1 1-1,3-5 4,1 0-2,-1 0 2,3-7-6,4-13 4,-4-4-2,7-6-1,-8-3 0,1-6-2,1 3 2,-11-2-2,-1 4 2,-7 0-1,0 4 0,0 2 3,0 6 10,0 3 36,0 7-21,0 7 8,0 0-16,0 5-7,0 0-13,0 0-1,0 0-17,0 17 2,2 9 15,2 8 2,-2 4 0,6 2 1,-8 3 3,2-6 1,-2-1-3,0-4-1,2-4-2,0-1 0,5-4 2,1-5-3,8-3-35,7-8-260</inkml:trace>
  <inkml:trace contextRef="#ctx0" brushRef="#br0" timeOffset="48295.3249">11874 9455 749,'0'0'103,"0"0"-37,0 0-55,0 0-9,0 0-2,0 0 2,65-56 2,-54 39 1,-5 0 12,-6-4 25,0 3-2,0-1-8,0 8 11,-2-1-8,-9 2-16,5 4-18,-4 2 3,10 4-4,0-3 0,0 3 7,0 0-5,0-3-2,0 3 0,16 0-2,-2 0 0,8 0 0,-14 8-3,4 4 2,-10 3-1,-2 2 1,0 1 2,0 0 0,0 1 0,0 1 1,0-3 0,0 2 0,0-1 1,0-7 0,15-1 2,8-3-3,4-3 5,4-4-2,0 0-1,9 0 0,-7-6-1,4-9 1,-8 0 2,-8-4-4,2-3 0,-10 2 3,-4-1-2,2 0 0,-4 1-1,-5 1 0,3 2 0,-5 2 2,1 3-2,-1 7 1,0 1 3,0 2-1,0 2-3,0 0-1,-1 0-3,-13 0-5,-6 4 4,0 12 5,2 2-5,1 6 4,-1 2 0,5 2-1,1 0 1,8-1 1,4-4 0,0-5 0,0-3 1,0-6-2,8-2 2,8-5 0,5-2 0,-4 0 0,-2 0 2,3-2-2,-2-14 3,2-5-3,-2-5 0,-3 0 0,3-1 0,-3-2-1,1 7 1,-8 1 2,3 9-3,-5 1 3,-4 7-1,0 2 2,0 2 3,0 0-5,0 0-2,0 0-5,0 8-10,0 10 13,0 2 2,0 2 0,0 0 0,0 1 2,0-6-3,4-2 2,8-6 0,-3-2 1,-1-4-1,11-3 3,1 0 3,-1 0-5,6-5 1,2-12 0,0-1 0,0-5-3,0 0 1,-6-3-1,4 3 4,-9-2-4,-4-1 0,1-2 0,-7 3 1,3-2 0,-7 5-1,0 4 1,-2 4 2,0 3-2,0 6 4,0 3 23,0 2-7,0 0-12,0 0-9,0 0-1,0 7-9,0 18 7,0 5 2,0 4 2,0 4-1,0-1 0,0-2 0,-2-1-1,-2-4 1,-3-4 0,3-6-1,2-1-5,-4-8-77,6-4-236</inkml:trace>
  <inkml:trace contextRef="#ctx0" brushRef="#br0" timeOffset="48804.2595">12658 9288 752,'0'0'123,"0"0"-34,0 0-71,0 0-17,0 0-1,0 0 0,126-14 0,-80 8 0,-1-1-1,-3-2 1,-4 1 0,-12-1 0,-6-4 1,-6 3 0,-2-2 2,-8 3 0,-4 2-1,0 3-1,0-2 1,0 1 5,0 4-7,0-1 0,-16 2-1,2 0-2,-1 0 3,0 0 3,1 14-3,1 2 1,1 2 0,10 3 0,2-2-1,0 1 0,0 2 0,2-2 1,12 0 0,1-2-1,5-2 0,-1-4 4,0-4-1,6 1-1,-2-6 2,-3 1-2,-1-1 3,2-3-4,-10 2 0,-2-2 0,0 0 0,-3 2-2,5-2-137,1 0-603</inkml:trace>
  <inkml:trace contextRef="#ctx0" brushRef="#br0" timeOffset="50257.396">13802 9293 577,'0'0'78,"0"0"-18,0 0-15,0 0-32,0 0 1,0 0 27,-4 0 10,4 0 7,0 0-4,0 0-8,0 0 15,4 0-9,25-3-45,11-1-4,7 2-2,9 0-1,-8 2-1,2 0 1,-17 0 0,-8-1 0,-14 1 0,-7-3 2,-4 1-1,0 2-1,0 0-1,0 0-6,0 0-29,0 0-31,0 0-31,0-4-325</inkml:trace>
  <inkml:trace contextRef="#ctx0" brushRef="#br0" timeOffset="52232.312">15081 9145 593,'0'0'48,"0"0"0,0 0-19,0 0-1,0 0-2,0 0 13,14-9-7,-14 4 9,0 2-19,-14 1-19,-5 0-3,-6 2-3,-6 0 0,0 0 3,-7 0-1,6 9 0,4 3 2,3 0-2,7 0 0,3 1-2,4-1 3,8 0-4,3 0 2,0-2 2,0 2 0,14-3 2,5 0 7,6-3-3,4-4 1,0-2-1,-2 0-2,2 0 2,-7 0 2,-2-10 3,-2-2 0,-3 0-1,4 0-2,-13 0-5,6 0 0,-11 2 16,-1 1 15,0 0-7,0 1-4,0 0-5,0 1-8,0 4 4,0-1-7,0 4 7,0 0-8,0 0-5,0 0-1,0 0-10,0 0-12,0 2 5,0 12 13,0 6 4,0 4-1,0 2 3,0 2-1,5-2-1,4-2 0,-5-2 0,3 0 2,-2 2-2,-3 0 0,0 3 0,-2-4 2,5 0-1,-5-5 0,0-6-1,0-3 2,0-9 0,0 5 1,0-3 4,-5 2 0,-15-1 3,-5 0 4,-5-1-1,2-2-8,6 0 0,0 0-2,6 0-2,4 0 1,9-7-2,3-8-56,0-9-216</inkml:trace>
  <inkml:trace contextRef="#ctx0" brushRef="#br0" timeOffset="52981.9368">15601 9064 481,'0'0'109,"0"0"-19,0 0 6,0 0-51,0 0-11,0 0 9,-11-28-10,11 28 7,-2 0-19,2 0-15,-9 0-6,1 0-2,-12 0 2,0 12 0,-6 4 6,-3 5-1,0 0 4,2 4-4,8-2-2,-4 0 2,8 3 0,-3-1-1,3 1-3,5-4 4,6 2-3,2-2-2,2 0 4,0-1-2,0-5 1,4-3-1,8-3-1,5 0 8,-1-3-3,1-3 0,8-3-2,0 1 2,-5-2 1,1 0-4,-4 0-2,-11 0 3,3 0 5,-7 0 11,-2-5 43,2-12-24,-2-1-17,0-3-15,0 0-1,0 3-2,-4 6-3,-8 3 2,1 2-3,-4 0 0,-5 4 0,-5 3-3,-1 0-2,6 0 4,6 0-9,7 0-22,7 0-106,0 0-96,29 3-127</inkml:trace>
  <inkml:trace contextRef="#ctx0" brushRef="#br0" timeOffset="53693.918">16073 9169 534,'0'0'56,"0"0"35,0 0-34,0 0-20,0 0-19,0 0 11,-26-25-16,17 25-6,3 0-2,-6 0 3,1 0 5,-3 0-1,-3 0 9,-3 0-1,-6 8 8,3 2-6,3-3-2,-5 4-9,7 0 0,4 1-4,2-3-3,2 3 0,6-1-1,4 3 1,0 3-1,0 1-3,0 0 4,9 2 1,7-2-4,2-4 7,8-1 0,1-8 0,3-3-2,2-2-1,-3 0 5,4 0-2,-1-14 2,-10-2 2,1-2 5,-8-1 3,-9-2 8,3-1 4,-9 2-9,0 2-6,0 2-12,0 2-1,-12 2-3,-2 2-1,-1 2 0,1 4-2,-3 2 0,1 2-1,3 0-5,-1 0-14,3 0-42,11 8-89,0 1-78,0 0-231</inkml:trace>
  <inkml:trace contextRef="#ctx0" brushRef="#br0" timeOffset="54363.0783">16464 9166 482,'0'0'154,"0"0"-106,0 0 15,0 0-33,0 0 13,0 0 7,25-21 13,-25 20-13,0 1-13,0-2-10,0 2-9,0 0-11,0 0-6,-14 0 2,-6 0 0,4 0 3,1 6-2,-1 3 6,-2 2 0,-2 3-2,0 0 2,5 0-2,1 0-5,3 2 1,9 2 4,0 0-6,2-1 0,0-3 1,2 3 2,14-5 0,10 3 2,-6-8-3,12 0 0,-3-4-3,0-3 4,0 0-3,-6 0-1,4 0 1,-2 0-1,-5-12 2,1-4 3,-4-2-6,1-2 2,-5 0-2,-2-1 3,-6 7 2,-5-3-2,0 2 7,0 6 11,-5-3-6,-10 4-14,-10-1 2,6 6-3,-4-2 0,5 4 0,3 1 0,-9 0 0,11 0-2,3 0-21,-1 1-159,3 4-321</inkml:trace>
  <inkml:trace contextRef="#ctx0" brushRef="#br1" timeOffset="115132.3916">7349 10357 649,'0'0'100,"0"0"-1,0 0-49,0 0-16,0 0 16,0 0-22,0 0 1,0-48-1,2 48 6,3 0-1,-5 0-4,0 0-11,2 0-4,-2 0 0,0 0-14,0 5 0,0 16-5,0 13 5,0 4 0,0 4 1,-7-2-1,5 0 0,-3-4 1,-4-5-1,7-3 0,0-9 0,0-2 0,2-5 0,0-4 0,0-4 3,0-4-2,0 0 2,0 0 0,0 0 7,0 0-1,0 0-5,0 0 0,0-10-4,0-2 0,0-2 0,0-6 0,0 0 2,0-5-2,0-1 0,0-2 0,0-2 0,0 2 0,8 1-1,6 1 2,4 3-1,-2 5 0,-3 4 0,5 2-1,-3 0 1,1 1-2,1 6 1,-3-2 1,1 5 0,-3-1 0,-8 3-2,3 0 1,-5 0-4,0 8 0,0 13 3,3 6 2,0 3 1,-3 0-1,0 0 0,-2-2 0,0-2 0,0-3 0,2-7 0,3-2 0,-3-7 0,-2 0 0,2-5 1,-2 0 0,0-2-1,0 0 2,2 0 0,-1 0 4,8 0 2,2 0-8,-3-9 5,1-3-3,-4-1-2,2-6 2,-3 1-1,0-4-1,5 0-1,-4-4 1,8 0 0,-4-3 2,-3 3-2,8 3 0,-5 0 0,-3 10-2,6 1 2,-8 5 0,2 4 0,-3 3 2,-3 0-3,0 0 1,2 0-4,0 0 1,0 0 3,10 2-4,-3 14 3,-3 3-2,4 8 2,-5 4 1,3 6-1,-4-1 1,6-4 0,-6 0 0,0-4 2,5-2 0,-5-4-1,2-1-1,2-7 1,-1-3 0,-3-1-1,-2-5 3,-2 1-2,2 0 0,-2-4-1,0-2-84,5 0-289</inkml:trace>
  <inkml:trace contextRef="#ctx0" brushRef="#br1" timeOffset="115792.9489">8008 10389 261,'0'0'300,"0"0"-212,0 0 4,0 0-40,0 0-11,0 0-11,0-29 5,0 29-13,0 0 7,0 0-11,0 0-7,0 0-9,-6 0-2,-4 12 3,-1 2 4,7 5 0,-2 3 2,-1 0 1,1 2-1,-2 2-1,4 0 2,2 0 0,2 1-2,0-6 3,0 2-4,4-7-3,12-2 5,1-4-1,10-3 2,-3 0 0,4-3-2,-6-4-3,3 0-1,-10 0 6,5-4-3,-2-10 2,-4-3-4,-1-2 0,-8-1-3,6-3 4,-7 0-4,-4-3 1,0-1 1,0-1 0,0 4-1,0 1 1,-12 6-3,4 1 0,-5 6-1,-9 2-1,2 6 0,-3 2-4,-6 0 1,0 0 2,2 0 0,7 16-3,7 0-23,9 3-47,4-5-144,0 1-307</inkml:trace>
  <inkml:trace contextRef="#ctx0" brushRef="#br1" timeOffset="116415.7106">8365 10340 627,'0'0'121,"0"0"-48,0 0-32,0 0 7,0 0-2,0 0-19,11-14-12,-9 14-15,1 19 3,4 8-3,-2 8 4,-2 2 3,4 4 2,-5-2 0,0-3 7,8-6-10,-4-5-1,-4-4 0,5-3-1,-3-4 5,-2-2 2,6-3-2,-4-4 2,-2-1 5,-2-4 2,5 0 5,-1 0 7,0 0 8,8 0-8,-1-9-14,-6-8-10,10-1 5,-6-7-7,-1 0 5,11-8-5,-4-3-2,3-2 1,-5 2-3,3 5 1,-8 6 0,2 6 2,-3 7-2,-5 5 2,-1 3-2,-1 1-1,0 3 0,0 0-3,0 0 0,3 0-16,8 0-54,5 5-158,11 2-240</inkml:trace>
  <inkml:trace contextRef="#ctx0" brushRef="#br1" timeOffset="117089.7934">9482 10447 603,'0'0'91,"0"0"15,0 0-59,0 0 7,0 0 9,0 0-8,0-75 5,0 72 9,0 1-10,0 2-22,0 0-14,0 0-16,0 0-7,0 19-2,0 8 2,0 7 5,0 2 3,-2 3 1,0-1-2,0-2-4,-7-4 2,8-5-3,-1-5 0,0-5-2,0-3 1,-3-4-1,5-2 0,-2-4-2,2-4-37,0 0-138,0-8-63</inkml:trace>
  <inkml:trace contextRef="#ctx0" brushRef="#br1" timeOffset="117405.8461">9254 10405 332,'0'0'310,"0"0"-183,0 0-51,0 0-39,0 0 10,0 0-23,62-77-5,-25 70-4,3 0 3,-2 4 2,-5 1 1,-2 2 4,-4 0 1,-9 0-8,-3 0-4,-3 0 1,-1 0-14,-7 0-1,-2 0-1,5 7-3,-2 5 3,4-1-7,-3 3-82,8-4-180</inkml:trace>
  <inkml:trace contextRef="#ctx0" brushRef="#br1" timeOffset="118350.1157">9725 10415 454,'0'0'177,"0"0"-40,0 0-62,0 0-35,0 0-7,0 0-29,0 3-3,0 18 0,0 4 7,0 1 18,0 6 5,0-1-1,0 1-9,-4-2-6,-6-3-4,7-5-3,2-6 1,-1-4-3,2-6-2,0-3 1,0-1-1,0-2 3,0 0 1,0 0 5,0 0 4,0 0 1,0-14-16,3-6-2,0-4 1,5-3-1,-2-4 1,3 1-1,-5 0 0,6 2 0,-4 5 0,-4 6 0,5 7 0,-3 5 0,-4 2 0,1 1 0,5 2 0,-6 0 0,3 0-7,3 8 0,0 12 7,3 2 0,2 2 0,5 2 5,-4-1-1,-1-2 0,-5-2-1,1-3-2,-3-2 0,-1-4-1,-3-2 2,1-5-1,5-2 0,-6-3 2,2 0 2,2 0 2,7 0 9,5 0-9,-1-15-5,1-2-1,-3-5 3,1-2-2,-3 1 0,-3 0-2,4 2 1,-3-1-1,-3 2 0,8 0 0,-1-1 0,-2 4 0,3-1 0,-9 6 1,6 4-1,-7 4 0,-2 4-2,-2-2 2,0 2 10,0 0-10,0 0 0,0 16-3,0 12 3,0 2 0,0 3 1,4 2-1,-4-3 1,0-4 7,0-3-2,0-6-1,0-3-1,3-4-2,-1-1 0,0-5 3,-2 0-4,9 0 1,-2-3-2,6-3-14,0 0-195,5 0-151</inkml:trace>
  <inkml:trace contextRef="#ctx0" brushRef="#br1" timeOffset="118897.3294">10329 10432 422,'0'0'138,"0"0"-55,0 0 28,0 0-57,0 0-9,0 0 0,11-33-12,-11 33-8,0 0-13,0 0-11,0 0 3,0 4-4,-2 11 2,-7 4 5,5 5 9,-3 4 8,-1 2-8,3 1 2,-2 1-4,3-4-4,4-2-4,0-5 1,0-1-6,2-3 4,11-3 0,3-7 3,6 0 1,0-5 0,0-2-4,1 0 5,3 0-6,1-12 3,-3-6 4,-3-2-8,-8 0 2,-9-1 1,2-1-2,-6 5 5,0-4 9,-8-1 1,-7 5-13,-1-2 1,1 3-5,-10 2-2,7 5 0,1 2 0,-4 5-1,11 2 0,-4 0-10,7 0-80,7 9-148,0 0-416</inkml:trace>
  <inkml:trace contextRef="#ctx0" brushRef="#br1" timeOffset="119294.5115">10878 10418 559,'0'0'147,"0"0"-51,0 0-43,0 0-8,0 0-10,0 0-4,5-23-11,-5 23-3,0 0-11,0 8-5,0 12 7,-1 6 15,-3 1 23,-3 7 7,5-5-10,-1 0-27,3-3-7,0-5-3,0 0-4,0-9 4,0 0-6,0-6 3,0 0 0,0-4-3,0-2-8,0 0-178,0 0-198</inkml:trace>
  <inkml:trace contextRef="#ctx0" brushRef="#br1" timeOffset="119812.9724">10681 10403 232,'0'0'227,"0"0"-106,0 0-63,0 0 5,0 0-8,0 0-10,39-78-9,-33 76-17,5 0-1,3 2 5,3 0-3,7 0-5,6 0 3,1 0 2,-1 5 2,9 8-9,-6 3-4,-6 1-5,-2 6-4,-11 0 1,-6 0-1,3 1 0,-8 0 2,6-2-1,-7 2-1,-2 2 2,0 0-1,0 1 1,0-3-1,-14-5 0,1 0 1,-1-6 0,1-2 0,-1-5 1,-1-2 3,-3-2 5,-13 0 14,-8-2 8,-1 0-13,3 0-10,-1 0-9,0 0 2,7 0-3,11 0-4,-2 0-142,13-6-524</inkml:trace>
  <inkml:trace contextRef="#ctx0" brushRef="#br1" timeOffset="121831.0904">11443 10730 225,'0'0'425,"0"0"-303,0 0-68,0 0-33,0 0-5,0 0 9,0 0 4,0 0 1,0 0 2,0 0-2,0 0 8,0 0-3,0 0 12,0 0-14,0 0-12,0 0-5,0 0-3,0 0-9,0 0-4,0 0 0,3 0-3,4 0 2,-1 8 0,5 8 0,1 6 1,1 4-1,-3-2 1,-2-2 0,-4-6 0,3-2 0,-7-6 0,0 0 1,0-3-1,-7-2 3,-11-3-2,-3 0 0,-2 0-1,5-12-85,11-6-154,7-6-559</inkml:trace>
  <inkml:trace contextRef="#ctx0" brushRef="#br1" timeOffset="122731.2897">12168 10489 35,'0'0'569,"0"0"-416,0 0-77,0 0-30,0 0 5,0 0-10,35-1-4,-6 1-4,10 0-14,-8 0 5,0 0-7,-2 0 2,-4 0-3,1 0 0,-8 0-11,-3 0-1,1 0-1,-5 1-4,1 0 1,-1 2-1,-5-1 1,6 2-4,-8 0-23,3 0-132,-5 0-113</inkml:trace>
  <inkml:trace contextRef="#ctx0" brushRef="#br1" timeOffset="123089.9008">12058 10701 390,'0'0'204,"0"0"-72,0 0-75,0 0 2,0 0-15,130 7-4,-88-7 4,8 0-13,-6 0 5,-9 0-5,5 0-10,-1 0 8,-6 0-8,-2 0-6,-4 0-4,-4 0-4,-8 0-4,-6 0 0,0 0-1,-9 0-1,0 0-1,0 0-3,0-2-2,0-4-123,0-5-235</inkml:trace>
  <inkml:trace contextRef="#ctx0" brushRef="#br1" timeOffset="123704.1858">12346 10418 432,'0'0'182,"0"0"-34,0 0-60,0 0-25,0 0-1,0 0-11,16-23-20,-16 21-2,0 0-1,0 2-2,0-2-2,5-1-2,-3 2-8,-2-1 1,2 2 6,-2 0-5,0 0-2,0 0-11,0 0-3,0 0-1,0 18-6,0 11 7,-2 2 1,-5 7-1,3 2 1,4-1 1,0-2-1,-3 0 0,-6-3 1,5-2 0,-7-3 0,4-2-2,-2-8 0,5-2 1,1-5-1,-1-6 0,2-2 3,2-2-2,0-2 0,0 0-1,0 0 3,0 0-1,0-6-2,0-17-95,2-4-231</inkml:trace>
  <inkml:trace contextRef="#ctx0" brushRef="#br1" timeOffset="124297.4557">12459 10413 257,'0'0'263,"0"0"-133,0 0-55,0 0-22,0 0-19,0 0-1,22-30 8,-16 24-6,1 1-9,-2-2 11,8 2-9,-7 0-6,5 1-9,0-2 0,-4 4 2,0-1-9,-3 3-3,-4 0-2,0 0-1,0 0-2,1 0-2,5 0 1,-4 5 2,1 5-1,-1 7 2,-2 4 0,0 4 0,0 6 6,0 1 11,0 0 9,0 3 6,0-3-5,-5-1-3,-4-2-14,5-1 3,-5-2-3,3-5 2,-4 2-5,4-5 4,-3-2-5,5-4-1,-2-3-2,6-2-1,0-2 0,0-5 1,0 2-3,0 1 1,0-3 0,0 0-1,0 0 0,8 0-47,3-3-255</inkml:trace>
  <inkml:trace contextRef="#ctx0" brushRef="#br1" timeOffset="125063.326">12930 10529 558,'0'0'158,"0"0"-55,0 0-42,0 0-1,0 0-21,0 0 2,0-60-4,0 46-6,8 3 1,-2-1-1,5 5-12,1 3-9,-2 1-8,11 3-1,-4 0-1,-1 0 0,-1 7-2,-3 12 1,1 2-5,-11 4 6,-2 4-3,0 2 3,0 1 1,-6-4-1,-13-2 1,2-5-1,-8-1 0,5-1 0,-5-5 1,8-2-1,-1-2 0,7-2 1,0-1-1,7-5 0,4 1-1,0-3 0,0 0 2,0 0 5,0 0 8,26 0 5,1 0-1,1 0-9,4 0-6,-5 0-3,-7 0 4,1 0-3,-2 0-2,-1 0 2,5 0-2,3 0-34,-2-5-277</inkml:trace>
  <inkml:trace contextRef="#ctx0" brushRef="#br1" timeOffset="125699.7801">13419 10543 379,'0'0'265,"0"0"-129,0 0-65,0 0-11,0 0-17,0 0 1,-5-21-8,5 14 2,0 2-12,0-3-8,2 1-4,12 0-7,1-2-5,8 3-2,-3 2 0,5 2 0,-6 2 0,4 0-1,-4 0 1,-5 0-3,0 0 3,-3 9-1,-7 4-4,-4 8 2,0 3-2,0-1 5,-15 5 0,-10-2-1,-2 1 0,-2-3 1,5-4 0,-3-2 0,0-3 0,0 0 0,10-3 0,0 0 0,5-2-1,5-2 1,5-2-1,2-2 1,0-2 0,9 0 8,18 2 32,8-1 8,6-3-29,3 0-10,-2 0-4,-11 0-3,0 0 0,-6 0 0,-2 0-1,-4-5-1,-1-5-38,7-1-262,0-2-445</inkml:trace>
  <inkml:trace contextRef="#ctx0" brushRef="#br1" timeOffset="126053.2407">14022 10381 616,'0'0'149,"0"0"-66,0 0-33,0 0-21,0 0-20,0 0 52,10 92 9,3-48 28,-4-1-51,-2-4-19,-3 0-23,1-8 1,-5-2-5,0-7 1,0-4-2,0-7-1,-9-2-139,-3-7-181</inkml:trace>
  <inkml:trace contextRef="#ctx0" brushRef="#br1" timeOffset="126464.4689">14090 10662 599,'0'0'127,"0"0"-57,0 0-35,0 0-21,126-44 4,-98 30 1,-9 0-7,4-5-4,-5-2 2,-6-5-6,0-5-4,-3 2 0,0-5 1,-5 5-1,-4 7 1,0 6-1,0 6 0,0 4-1,0 4 1,0 2 1,0 0-1,-4 0-1,-5 0 1,3 15 0,-9 6 5,12 5 11,-4 6 14,5 2 5,2 4 10,0 2-7,0 1 12,0-4-12,0 2-8,0-7-18,11-4 3,-7-9-11,3-2-3,-5-5 2,1-4-3,-3-2 1,0-3-1,0 0-30,0-3-271</inkml:trace>
  <inkml:trace contextRef="#ctx0" brushRef="#br1" timeOffset="152996.1463">7289 11287 359,'0'0'230,"0"0"-131,0 0-8,0 0-19,0 0-40,0 0 0,0 0 11,0 0 18,0-68-25,4 60 13,1 4-1,-4 2-6,-1 2-5,0 0-23,0 0-14,0 2-4,0 20-5,0 9 9,0 6-1,0 5 2,0 2-1,3-4 2,-3-5-2,0-8 3,2-2-2,0-5 0,-2-7-1,0-1 0,2-7 0,-2-3 3,0-2-3,0 0 4,0 0 1,0 0 3,0 0 3,0-4-2,0-11-7,0-2-1,0-3 0,0-1-1,0-2 0,0-2 0,5-2 1,1-4-1,8-1-1,2-1 1,-1 4-1,-1 5 0,6 9 1,-9 2-1,7 6-1,-10 0 2,6 5-3,-7 0 1,1 2-2,0 0 3,0 0-6,5 6 5,1 8 1,-1 6 1,3 2 0,-5 2-3,-2 3 3,-6 0 1,1-1-1,-4-2-3,2-3 3,-2-5 0,7-4 3,-5-4-3,2-5 0,-2 0 0,7-3 2,1 0 1,-4 0 1,-2 0-3,5 0 4,-6-3-2,4-6-2,-5-3 6,0-2-5,2-4-2,0-2 0,1-4 0,-1-2 0,-3-1 3,8 1-2,-3 4-1,-1 4 0,-1 2 0,0 4 0,6 2 0,-6 4 0,4 1-3,-3-2 2,-3 5 0,8 0 0,-6 0-1,5 2 0,-3 0-2,-2 0 3,2 0-4,-2 6-1,-3 12 3,7 2 2,-4 6-1,6 4 2,-4 1 1,-4 1-1,8-4 0,-2-2 1,1-4 2,0-2-3,-5-6 0,5-2 4,-4 1-1,-3-6-1,-2 1-1,0 2 0,0 0-1,0-1-8,0-4-80,-5-1-110,-4-4-219</inkml:trace>
  <inkml:trace contextRef="#ctx0" brushRef="#br1" timeOffset="153934.4253">8109 11214 287,'0'0'194,"0"0"-103,0 0-34,0 0-9,0 0 4,0 0-5,0-11-6,0 9 2,0 2-1,0-1-2,0 1-10,0 0 0,0 0-5,0 0-1,0 0-2,0 0-7,0 0-4,0 0-8,0 0-3,0 0 0,-5 0-2,-4 3 2,6 9 0,-2 4 1,-2 2-1,0 5 5,-2 1 1,7-1-3,-2 1 3,-2 2 2,5-2 7,1-1-7,0-3 1,0-5-3,0 2-1,0-3-1,0 1-2,0-8 5,0 3-3,7-6-2,1 0 7,13-4 4,1 0-1,1 0-3,5 0-6,-8-4 0,3-8-1,-6 3 0,-4-6 1,1 1 0,-9 0 0,8-6-2,-6-2 1,-3-7 3,-4 0-2,0-2-2,0 5 1,-3 2 1,-18 8-3,-1 5 0,-13 0-2,2 5-2,2 0 4,4 4 0,10 2 0,8 0 0,4 0-2,5 0-3,0 0-9,0 14-44,2 2-79,15 0-84</inkml:trace>
  <inkml:trace contextRef="#ctx0" brushRef="#br1" timeOffset="154646.1127">8450 11257 620,'0'0'102,"0"0"27,0 0-77,0 0-15,0 0-4,0 0-8,0-10-4,0 10-10,0 0-11,2 13-1,3 8 1,1 5 2,-2 2 0,6 5 8,1-5-1,-3 2-2,4 0 0,1-1 2,-4 0-6,-2 0-1,2-8 1,-3-1 3,1-6 4,0-4 0,-7-4 9,7-5-2,-7-1 11,1 0 3,4 0 0,-3 0 1,10 0-3,-1-2-9,2-13-7,1 1-5,-1-6-4,1 2-1,-4-2 0,1-6-3,4 0 1,-1-4 0,2-4 1,-3 2 0,1 0-2,-3 4 0,-7 7 4,5 8-3,-4 1 3,-3 1-1,3 3-3,1-2 2,-4-2-2,8 0 1,-6 0-1,-2-1 0,2 8 0,-1 3 0,-3 2-3,0 0-11,0 0-87,0 10-181</inkml:trace>
  <inkml:trace contextRef="#ctx0" brushRef="#br1" timeOffset="157106.0672">9647 11217 556,'0'0'115,"0"0"-13,0 0-64,0 0-25,0 0-7,0 0 2,6 0 9,-6-2 6,0 1-1,0 1-2,0 0 1,0 0 1,0 0-8,0 0-8,0 0-3,0 0-3,0 0 1,-8 0 1,1 0-2,3 0 1,-3 0-1,2 0-1,-4 0 1,3 0 1,-5 1-1,-5 5 0,3 2 0,-3 1 0,1-1 1,1 1-1,0-1 0,9 1 0,-3-2-1,4-1 1,2-2 0,-3-1 0,3 2 0,2-1 0,-2 2 0,0 1 0,0 0 0,0 0-1,2-2 2,0 1-1,0-2 0,0 0 0,0 3 0,0 0 0,0 4 1,0 0-2,0-1 1,0 1 0,0-3 0,0-2 0,0-1 0,0 2 1,8-3 0,1-1 3,7-1 2,-1 1-2,3-3-2,7 0-1,-1 2 2,-2-2-2,1 0-1,-4 0 1,4 2 0,-3 0-1,-3 0 1,4 2-1,-6 0 1,-1 3-1,-3 0 1,-2 1-1,2 0-1,-7 1 1,6 4 0,-9-1 0,4 0 0,-5 0-1,0 0 0,0 2 1,0-2 0,0-2 0,0 0 0,-6 0 1,-13 0 0,-2 1 2,1-4 1,-7 1-1,2-2-2,3-2 0,1-2 0,2-2 2,-2 0 1,4 0-1,3 0 2,-1 0 5,1-3-4,1-2 2,-1 1-8,1 1 1,3 0-2,-2-1 1,3 0-71,9-4-285</inkml:trace>
  <inkml:trace contextRef="#ctx0" brushRef="#br1" timeOffset="157774.039">10182 11275 575,'0'0'98,"0"0"-3,0 0-63,0 0-15,0 0-5,0 0 4,0-10 19,0 8 15,0 0-7,-11 1-24,-3 1-4,-1 0 2,-3 0-6,-7 0 0,3 13 2,0 1-1,-5 4 3,7 5-5,2-1-4,-3 1-2,6 2 1,2-4-2,7 4 0,-1-1-2,4-2 2,3 2 2,0-2 0,0-3 3,0 1 3,8-9 2,-2-1-1,1-5 0,1 0 3,2-1-3,3-1 2,3-3-9,-1 0 2,3 0-2,6 0-2,3 0-3,0 0 3,4 0-3,0-5-14,-2-2-85,-2-4-171</inkml:trace>
  <inkml:trace contextRef="#ctx0" brushRef="#br1" timeOffset="158335.9389">10440 11401 567,'0'0'65,"0"0"56,0 0-66,0 0-18,0 0 7,0 0-13,0-58 12,0 57-16,0 1-9,-6 0-13,-9 0-3,1 0 4,-6 9 6,2 8-2,1-2 5,1 3 0,2 3-4,4 1-2,-2-1-7,10 2 0,-4-1-1,6-2-1,0 0 2,0-4 0,4-2 1,9-2 3,5-3 0,6-4 3,-2-3-1,5-2-2,0 0 3,-2 0-2,2-7 1,-8-8 1,6-7-5,-7-2 8,-6-5-5,-2-2-3,-5-3 13,-5 0 0,0 1-7,0 12 1,-15 5-11,-11 7 0,-3 6-1,0 3 0,-4 0 0,6 0 1,5 7-1,13 10-14,4 2-84,5 0-141,11-4-394</inkml:trace>
  <inkml:trace contextRef="#ctx0" brushRef="#br1" timeOffset="158980.0959">10766 11358 396,'0'0'85,"0"0"-1,0 0-63,0 0 6,0 0 8,0 0 9,0-15 16,0 11 4,0 2-7,0 0 9,0 0-1,2-1-21,0 1 14,-2 2-7,2-3 3,-2 3-23,0-2-14,0 2-7,0 0-8,0 0-2,0 0 0,0 0-7,0 16-4,0 13 11,0 1 1,0 2 0,0 2-1,0-1-1,0-1 1,-2-6 0,0 1 1,0-5-1,0-4-1,-5-4 1,5-3 0,0-4 0,0-1 1,0-4-1,2 0 0,0 1 2,0-3-2,0 0-9,-8 0-68,4 0-102,-5-15-441</inkml:trace>
  <inkml:trace contextRef="#ctx0" brushRef="#br1" timeOffset="159297.5293">10755 11383 559,'0'0'94,"0"0"2,0 0-52,0 0-13,0 0 5,0 0-4,77-10 2,-58 29-8,-4 3-5,-1 1-8,-1 4-3,-4-1 8,2 1-4,-2-6-3,-5-4 0,3 0-8,0-5 1,-5-4-4,7-2 2,-3-3 1,6 2 4,2-5-7,1 0-3,0 0-88,-1 0-254</inkml:trace>
  <inkml:trace contextRef="#ctx0" brushRef="#br1" timeOffset="159693.8113">11069 11238 466,'0'0'135,"0"0"-10,0 0-38,0 0-28,0 0-6,0 0-12,0-17-14,0 17-13,0 0-11,0 0-3,0 19 0,0 8 7,0 2 10,0 0 11,0 4 4,0-1 4,0 0-6,0 0-8,0-1-5,0 1-4,0-6 2,0-3-8,0 0-2,0-8-3,0-1 1,0-2-3,0-2 6,-4 0-2,-5-4-4,7-2-44,2-4-202,0 0-525</inkml:trace>
  <inkml:trace contextRef="#ctx0" brushRef="#br1" timeOffset="160421.9888">11602 11522 662,'0'0'124,"0"0"1,0 0-63,0 0-32,0 0-17,0 0-10,53 44 0,-48-14 2,-5-2 1,0-2-1,0-4 2,-14-1-2,-7-6 1,-9-2 3,-1-1-4,5-6-5,5-5-168</inkml:trace>
  <inkml:trace contextRef="#ctx0" brushRef="#br1" timeOffset="160805.9121">12315 11332 460,'0'0'0</inkml:trace>
  <inkml:trace contextRef="#ctx0" brushRef="#br1" timeOffset="161628.1163">12226 11318 395,'0'0'170,"0"0"-51,0 0-47,0 0-14,0 0-7,0 0 8,0-29 14,0 27-10,0 0 12,0 2-11,0 0-30,0 0-16,0 0-16,0 0-2,0 11-6,0 12 6,2 12 1,0 4 2,-2 2 7,2-1-4,4-8-4,-6 0 1,0-2-2,0-6 0,0-2 0,-6-6 1,2-2-2,2-2 2,-2-4-1,-1 0-1,5-7-5,0-1-36,0 0-119,0 0-85</inkml:trace>
  <inkml:trace contextRef="#ctx0" brushRef="#br1" timeOffset="162063.9209">12444 11323 298,'0'0'270,"0"0"-172,0 0-38,0 0-25,0 0-3,0 0-8,41-42 25,-39 42 23,-2 0-3,0 0-30,0 0-15,2 0-21,3 12-1,-3 10 14,0 6 9,-2 7-6,0 5-3,0 2 0,0-2-5,0-4 4,0-4-10,0-4 3,0-6-6,0-2-2,0-8 2,0-2-1,0-2-1,0-4 0,0 0-2,0-4-81,0 0-84,-2 0-32,-7 0-495</inkml:trace>
  <inkml:trace contextRef="#ctx0" brushRef="#br1" timeOffset="162708.2614">11999 11339 263,'0'0'171,"0"0"-59,0 0-34,0 0-1,0 0-2,0 0-22,0-7-20,0 7-17,0 0-14,0 0-1,0 0-1,0 0 3,0 0 9,0 0 16,13 0 23,5 0-18,7 0-11,-1 0-7,4 0-2,4 0-4,1 0 3,-4 0 0,8 0 0,-6 0-3,-1 0-2,0 0 6,-1 0-5,0 0 3,-3 0 2,-1 0-7,-5 0 2,-5 1 0,-1-1-1,-2 0 0,-7 0-1,1 0-5,-6 0 2,2 0-3,2 0-1,-2 0 1,7 0 0,-5 2-1,8-2 1,-8 0 1,3 0-1,-7 0 0,0 0-4,0 7-55,-11 1-67,-16 0 14,-2-1-297</inkml:trace>
  <inkml:trace contextRef="#ctx0" brushRef="#br1" timeOffset="163180.0307">11966 11517 528,'0'0'95,"0"0"-30,0 0-39,0 0 5,0 0 24,0 0 2,19 0-1,17 0-20,4 0-4,14 0-8,11 0-3,-5 0-9,-2 0 9,-10 1 1,4 3 1,-8 0 7,-1 0-6,-3-4-2,-7 0-7,-2 0 3,-2 0-9,-2 0 2,-2 0-5,-8 0-4,-5 0 1,-11 0-2,2 0-1,-3-1 0,2-2-13,3-1-76,-1 0-105,-2-4-174</inkml:trace>
  <inkml:trace contextRef="#ctx0" brushRef="#br1" timeOffset="164433.4131">13202 11240 624,'0'0'140,"0"0"-67,0 0-54,0 0-14,0 0 7,0 0 5,-117 0-1,92 0-2,9 0-2,3 0-2,-1 0-3,3 0 5,5 0 0,-6 0-2,5 3 0,-1 3-10,4 0 2,2 0-2,-6 5 1,8 1-1,-2 4 1,2-1-1,0 2 4,0-2 0,0 3-2,0 0 4,0 0-3,0 0 2,0-1 0,-2-3-4,0-2 2,-5-3-1,5-4 3,2-3-5,0-2 2,0 0 3,0 0-2,0 0 1,0 0 1,0 0 3,0 0-2,0 0 11,0 0 15,0 0 4,0 0-5,0 0-26,11 0-2,1 0 1,-2-4 0,3 1-1,1 0-1,1-1 0,4 4 0,-9 0-2,9 0 1,-11 0 0,6 0-1,-2 0 0,-2 1 0,-3 6 0,4 1 0,-2 2 0,2 6-1,0 1 1,2 3 0,1 1-1,-5-5 1,-3-2-1,-4 0 0,6 0 1,-8-1-1,0-1 1,0 0-2,0 0 1,0-3 0,-12 0 1,-10-2 1,0-3 3,-7-1-3,-2-1 1,-3-2-1,3 0 0,4 0-1,7 0 2,3 0 1,3-5-3,2-2 6,3-2-6,7-2 0,2 0-17,0-3-140,10-1-221</inkml:trace>
  <inkml:trace contextRef="#ctx0" brushRef="#br1" timeOffset="165137.6843">13513 11386 532,'0'0'113,"0"0"15,0 0-80,0 0-3,0 0-5,0 0 25,13-36-16,-13 32-9,0 1-11,0 3 4,0 0-20,0 0-10,0 0-2,-13 0 2,-1 3-2,1 11 5,-1 4 1,-1 5 0,-1 3-3,1 5-2,-1 1 5,5 1-5,-1-1 1,7 2-1,-1-8 4,6 1-4,0-2 3,0-3-2,0-8 3,11-3 1,5-4-4,-3-6 4,3 2 5,9-3 0,-9 0-2,12 0-3,-1-13 2,-5-3-4,2-4-1,-1-2-2,-5-4 1,-5-4 0,-1 0-1,-6-2-2,-6 0 1,0 2 0,0 2 0,0 8-1,-12 1 0,-5 4 0,-10 4-2,0 2 1,-4 2 0,0 7 0,2 0-2,2 0-2,8 3-29,9 8-133,10 0-141</inkml:trace>
  <inkml:trace contextRef="#ctx0" brushRef="#br1" timeOffset="165970.3675">13974 11243 440,'0'0'105,"0"0"28,0 0-42,0 0-10,0 0-15,0 0-3,0-17-18,0 14-10,0 3-8,0 0-6,0 0-6,0 0-6,0 0-9,0 12 3,1 10 20,-1 8 36,0 6-28,0 5-11,0 0-7,0-2-5,0-5-1,0-2-1,0-8-6,0-3 0,-3-1 0,-5-6 5,4-2-5,4-3-23,-2-1-98,2-2-145,0-4-451</inkml:trace>
  <inkml:trace contextRef="#ctx0" brushRef="#br1" timeOffset="166474.3742">14047 11464 741,'0'0'149,"0"0"-60,0 0-64,0 0-17,0 0-3,127-18 3,-109 11-3,3 0 7,-6-2-4,-7-4-2,4-4-4,-4 0 2,-3-4-1,-5 1 1,0 0-3,0-3 2,0 0-2,0 1-1,0 4-1,0 4 1,0 4 1,0 2 0,0 5 5,0 2 4,0 1-6,-2 0-4,-7 0-5,5 4 0,-8 16 5,10 2 2,-2 8 14,4 5 0,0 3 2,0 6-3,0-3 6,0 3 10,4-4-14,-4-3-4,0-3-4,0-3 3,0-6-5,0-4-3,0-4-3,0 0 2,0-7-3,-2-1 0,2-3 3,-2 1-3,0-2-20,-5 0-91,4-1-107,3-3-372</inkml:trace>
  <inkml:trace contextRef="#ctx0" brushRef="#br1" timeOffset="167111.8522">14192 11488 500,'0'0'132,"0"0"-50,0 0-44,0 0-21,0 0-13,0 0 0,0 0 2,-22-3-6,15 3 5,3 0-4,-7 0 5,-2 0-4,-1 0 4,-4 0 4,-10 0-2,8 0 2,-1 3-5,5-1-2,5 2-2,7-4 3,2 3-3,2-3-1,0 0-6,0 0-130</inkml:trace>
  <inkml:trace contextRef="#ctx0" brushRef="#br1" timeOffset="179958.3108">7327 12272 622,'0'0'79,"0"0"-23,0 0-13,0 0-6,0 0 17,0 0-2,0 0-3,0 0-17,0 0-17,0 0-11,0 0-4,0 0 0,2 0-9,-2 14 8,4 5 1,-2 4 6,-2 5 3,2-1 0,3 0 1,-5-1-4,4 0-1,-1-1-1,-3-6 1,2 1-3,-2-3 0,0-1 3,0-4-3,0-2 2,0-4 0,0-2-1,0-4 1,0 0-3,0 0 11,0 0 8,0 0 31,0 0-7,0-10-26,5-9-17,-2-5 0,2-1 0,2-3-1,0-4 0,4 1 0,-2 4 0,-1-2-1,4 5 1,-1 2 0,-5 2 0,4 4 0,-6 4 0,3 4 0,-4 4 0,2 0 0,-5 2-2,6 2 2,-2-2 0,-2 2-1,0 0-2,7 0-1,-3 0 0,4 0 1,1 15-2,-3 4 4,6 3-4,-3 0 5,0 2 3,1-4-3,-4-2 0,1-1-2,-4-5 2,-3 1 0,3-1-1,-5-1-2,1 0 3,-1-3 1,0-1-1,0-5 1,0-2-1,3 0 0,-1 0 5,-2 0 0,2 0 3,-2 0 0,0 0 2,2-2-4,3-13-3,-1-3-2,-1-2-1,8 0 0,-3-4-1,1 1 2,7-1-2,-5-1 2,1 4-1,-1 1 0,-3 5 0,4 4 0,-3 4 0,-5 2 0,0 0 0,-4 3-1,4 2-2,0 0 1,0 0-1,-2 0 1,7 0-2,-3 10 0,6 10 3,-8 4 0,5 2-1,-5 0 2,2 0 0,0 0 0,-4-3 0,0-3 2,5-1-2,-7-3 0,0-4 1,0 2 0,0-1-1,0-5 0,0 2 0,0-5-4,0-2-43,0-3-119,0 0-29,0-7-329</inkml:trace>
  <inkml:trace contextRef="#ctx0" brushRef="#br1" timeOffset="180588.4042">8037 12325 332,'0'0'163,"0"0"-65,0 0-35,0 0 15,0 0-3,0 0-27,23-52 2,-23 46 4,0 5 2,0-1-19,0 2 0,0 0-8,0 0-11,0 0-11,0 0-7,0 0-5,-9 0 5,-5 9 0,8 4 3,-5 3-1,-1 4 2,8-2 0,0 2 4,-4 0-2,7 2-3,-1-2 2,2 1 2,0-4-2,0-2-1,0-3-1,0-5 1,2 0 1,2-2 1,9-3 4,1 1-3,5-3 0,2 0 3,-1 0-7,2 0 2,-4 0-2,-2-10-1,-3-1 1,0 0 0,-3-4-1,-4-1 2,-1-2-2,-3-2 1,-2-2-1,0 0 1,0 2-2,0 6-1,-2 7 0,-9 2 0,-3 5-5,-1 0-1,-8 0 1,5 0 4,3 0-4,1 2-18,3 8-113,11-3-99,0-2-179</inkml:trace>
  <inkml:trace contextRef="#ctx0" brushRef="#br1" timeOffset="181376.3712">8407 12272 701,'0'0'121,"0"0"-52,0 0-45,0 0 3,0 0-7,0 0 1,0-5 4,0 5-8,0 0-8,0 0-3,2 0-5,8 12 8,3 5 7,1 5 0,-1 2 4,-5 0-8,4 0-1,1 2-2,-3-1 0,-4-2 6,3 0 1,-3-4 1,-4 0-5,6-3-8,-4-5 4,-4-2-4,2-6 2,3 2-1,-3-5 2,0 0 0,-2 0 13,4 0 5,1 0 4,4 0-10,-1-8-8,-1-5-3,6 0 0,-3-4-2,-4 0-5,5-5 1,-1-2 0,-4-1-2,3 1 0,-5 3 1,4 2-1,-6 7 0,-2 0 0,2 0 4,0 2-3,0-5 0,0 3-1,7-9 1,1 1-2,-3 3 1,3 3 0,-6 5 0,-4 5 0,0 4-2,0 0-4,0 0-32,0 0-45,0 10-119,0 2-91</inkml:trace>
  <inkml:trace contextRef="#ctx0" brushRef="#br1" timeOffset="184376.4209">9603 12279 239,'0'0'84,"0"0"0,0 0-35,0 0 8,0 0-9,0 0 0,0 0 33,0-21-22,0 15 12,0 1-22,0-4 4,0 6 4,0-4-3,0 3-26,0 2-6,0 1 0,2 1-2,-2 0-6,0 0-5,0 0-6,0 0-3,0 0-9,0 21 9,0 7 1,0 7 18,0 2 3,0-1-2,0-2 0,2 0-9,-1-5-5,2-3-2,-1-2-1,5-8-3,-7-2 2,2-7 0,-2 0-2,0-7-14,0 0-66,0-3-24,0-20-159</inkml:trace>
  <inkml:trace contextRef="#ctx0" brushRef="#br1" timeOffset="184750.3171">9540 12267 662,'0'0'106,"0"0"-9,0 0-59,0 0-13,0 0 13,0 0 0,8-32 4,-5 29-6,-3 1-9,2 2-1,12-2-6,1-2-9,14 2-6,7-4-1,7 2 1,5 0 1,-1 0-1,2 0-3,-14 0-2,-8 2 0,-6-1 1,-13 3-1,0 0-2,-6 0-24,0 0-55,0 0-69,-2 0-81,0 0-307</inkml:trace>
  <inkml:trace contextRef="#ctx0" brushRef="#br1" timeOffset="185022.518">10017 12172 429,'0'0'264,"0"0"-178,0 0-28,0 0-21,0 0-1,0 0-25,22 10 0,-20 17 43,-2 8 4,0 3-27,0-4-13,0 1-12,0-8-3,0-3 0,0-4-3,0-1 1,0-7-2,0-5-15,0-7-94,12 0-180</inkml:trace>
  <inkml:trace contextRef="#ctx0" brushRef="#br1" timeOffset="185423.9756">10139 12322 508,'0'0'207,"0"0"-143,0 0-46,0 0-3,0 0-6,0 0 0,126-24-4,-113 14 4,-9-2 0,3-2 1,-6-4-3,-1-2 0,0-3 8,0 2 0,0 1-4,-1 3 6,-6 3 16,5 7 1,0 2-7,0 5 9,-3 0-14,5 0-8,0 0-14,0 0 0,-2 5-10,2 19 10,-2 6 8,2 6 11,0 6 1,0 2 19,0 0-5,2-1-16,5-6 3,-3-2-13,-2-7-7,0-2-1,4-4 4,-6 0-4,0-4-6,0-4-53,-1-8-169,-19-6-334</inkml:trace>
  <inkml:trace contextRef="#ctx0" brushRef="#br1" timeOffset="186713.7539">10585 12228 576,'0'0'84,"0"0"-7,0 0-26,0 0-20,0 0-15,0 0 14,21-28 21,-17 26 17,-2 2-15,-2-2 4,0 2-15,0 0-17,0 0-25,0 2-6,0 21 2,2 3 4,-2 6 5,5-3-3,-5 3 5,0 0-3,0-4 4,0 2 2,0-2 2,0-1 1,0-6-3,0-1-5,0-3-1,0-5-1,0-5-3,0 0 2,0-5 0,0 0-1,0 0-1,0-2-5,4 0-60,14 0-151</inkml:trace>
  <inkml:trace contextRef="#ctx0" brushRef="#br1" timeOffset="187691.3469">11150 12366 321,'0'0'489,"0"0"-330,0 0-73,0 0-43,0 0-18,0 0-6,21-2-8,-8 2-4,3 10 5,0 11-4,3 2 4,-11 3 0,1 2-5,-9-1-5,0-4 5,0 0-7,-8-2 2,-7-3 1,-2 1-3,-3-5-3,7-9-89,3-5-150,10 0-321</inkml:trace>
  <inkml:trace contextRef="#ctx0" brushRef="#br1" timeOffset="188402.1512">11522 12250 567,'0'0'81,"0"0"10,0 0-81,0 0-3,0 0 4,0 0 13,-23-3-1,23 3 6,0 0 12,0 0 24,0 0 0,0 0-10,16 0-3,15-3-22,11 1-19,10-2-3,2 1-1,-6-2 0,6-1-3,-5 3 2,-5-4 5,-4 2-4,-9 2 0,-6 1 4,-7-1-3,-7 2-7,1 1-1,-10 0 1,-2 0-1,0 0-7,0 0 1,0 0-17,0 8-23,0 0-65,-2 2-46,-14-4-131</inkml:trace>
  <inkml:trace contextRef="#ctx0" brushRef="#br1" timeOffset="189011.0538">11484 12450 174,'0'0'81,"0"0"-19,0 0-13,0 0-2,0 0-2,0 0-21,-31 21 8,31-21-2,0 0-12,0 0 23,0 0 52,0 0-9,4 0-38,9 0-10,10 0-17,1 0 18,10 0-2,-1-4-2,-4-1-7,2 3-5,3-1 2,-1 1-4,0-3 0,8 1-1,-10 1 0,3-1 0,-5-1-5,-1 1-3,2-2 4,-1 3-4,2-2-2,2-1-3,11 5-4,4-2 1,-9 3-4,-12-2 2,-14 2 0,-11 0 2,-2 0-2,0 0-37,-19 0-92,-10 0 8,-9 0-157</inkml:trace>
  <inkml:trace contextRef="#ctx0" brushRef="#br1" timeOffset="189827.4972">11671 12150 136,'0'0'179,"0"0"19,0 0-130,0 0-8,0 0 10,0 0-19,0-45 12,0 41-17,0 3 24,0 1 2,0 0-19,0 0-18,0 0-22,2 0-13,7 14-3,-5 10 3,8 10 16,-8 3 1,5 6 5,-7 1-6,-2 2-7,0-3 7,0-2-4,0-3-1,0-1-6,0-8-1,0 0-2,0-9 0,0-3 0,0-4 0,0-5 2,0-4-2,2 0 1,-1-4-1,8 0-2,-5 0 0,-2 0-34,3-4-139,-3-12-267</inkml:trace>
  <inkml:trace contextRef="#ctx0" brushRef="#br1" timeOffset="190428.372">11950 12119 368,'0'0'206,"0"0"-103,0 0-58,0 0-6,0 0-2,0 0-4,0 0 0,0 0 1,0 0 3,0 0-1,0 0-14,0 0-12,2 0-9,2 3 0,-3 11 4,8 1 7,-5 6 1,0 3 0,3 2 6,-3 6-5,-4 2 3,0 3-3,0 1 6,0-3-1,0 1 3,0-6-4,-2-2-4,-2-4-7,-3-5 0,5-4 0,-1-4-4,3-3-1,0-2-1,0-2 0,0 0-1,0-3 0,0 2-13,0-3-123,0 0-274</inkml:trace>
  <inkml:trace contextRef="#ctx0" brushRef="#br1" timeOffset="195797.4409">12603 12242 548,'0'0'42,"0"0"57,0 0-51,0 0 18,0 0-14,0 0 13,0 0-12,20-21-1,-20 21-18,0 0-5,0 0-20,0 0-9,-11 0-4,-3 3 4,-3 8 3,-5 1-2,8 1 0,-2 0 3,3 2-1,-1-1 3,10 0 1,0 4-5,-3-1 6,7 3-1,0-5-3,0-1 0,0 0 3,0 1-3,2-5 4,8-3-2,7 0 4,-4-2 0,5-3-4,5-2 0,-6 0 2,6 0-6,-8 0-1,-6 0 2,4-2 2,-4-6-2,1-3-1,-4-2 3,-2-3-3,3 1 0,-3-6 0,-2 3-1,4-1-1,-4 2 2,-2 2-2,0 6 0,0 1-1,0 0 1,-12 4-3,-3 0 0,1-1-2,-3 2 4,5 1 0,1 0-6,7 2-3,-3 0-30,5 0-49,2 0-70,0 0-13,0 0-139</inkml:trace>
  <inkml:trace contextRef="#ctx0" brushRef="#br1" timeOffset="196510.3739">12953 12250 554,'0'0'106,"0"0"17,0 0-88,0 0-7,0 0 12,0 0 5,20-36 17,-20 34-17,0 2-4,0 0-2,0 0-8,0 0-20,0 0-11,0 6-10,-2 14 10,-10 2 6,8 4 6,-7 0 2,8 1-4,-6-2 0,7-1-3,0-2-3,0 0 2,0-4-3,-3-1-1,5-4 0,-2-3-1,2-3-1,-2-3 1,2-2 0,0-2 0,0 0 2,0 0 4,0 0 0,0 0 2,0 0-2,0 0-1,-4-11-3,-3-5-1,3 0-1,1-5 2,1 0-3,2 0 1,0-2 0,0 0-1,0 4 0,0-1 0,0 4 0,0 0 1,0 2-1,4-2 0,10 1 0,1-2 0,1 0-1,9 3 1,-6 0 0,6 7-1,-9 3 1,-4 0-2,-5 4 2,1 0 0,-4 0-7,3 0 4,-1 2 3,-2 8-5,4 2-9,-4 0-17,3 2-66,-5-1-39,-2-2-64,0-1-234</inkml:trace>
  <inkml:trace contextRef="#ctx0" brushRef="#br1" timeOffset="196818.5979">12911 12366 706,'0'0'150,"0"0"-75,0 0-73,0 0 8,0 0 17,0 0 8,129 0-9,-111 0-4,-5 0-10,-7 0-8,4 0-4,-8 0 0,7 0-5,-3 0-28,6 0-109,5 0-317</inkml:trace>
  <inkml:trace contextRef="#ctx0" brushRef="#br1" timeOffset="197298.3337">13285 12235 472,'0'0'183,"0"0"-58,0 0-76,0 0-7,0 0 0,0 0-13,0-5-12,0 5-9,0 5-3,0 16 28,2 5 20,2 4-11,-4 0-8,0 0 1,0 0-12,0-3-6,0-6-10,0-4 2,0-4-7,-2-3 0,2-3-2,-2-3 0,2-4 3,0 0-3,0 2-2,0-2-22,0 0-49,0 0-71,0 0-122</inkml:trace>
  <inkml:trace contextRef="#ctx0" brushRef="#br1" timeOffset="197844.6427">13141 12270 416,'0'0'104,"0"0"-2,0 0-46,0 0-3,0 0 7,0 0-34,26-70-1,-15 64 11,7 1-2,-2 3 17,1 2 2,-1 0-19,7 0-5,-4 0-5,6 0-4,-5 0-8,7 7-1,-4 3-4,-2 4 0,-3 0-4,2 1-2,-11 2 1,0-1-1,-5 4 1,1-2 2,-5 6-1,0 0 1,-7 0-3,-7 0 1,0 1 1,2-4 0,1-1-2,-7-1 0,2-3 1,-1-2 1,0-2 0,-7-3 2,-3 2 0,-2-3-1,-1-2-1,10 0-3,4-3 1,5-3-1,4 0-3,7 0-28,0 0-50,0 0-93,24-5-173</inkml:trace>
  <inkml:trace contextRef="#ctx0" brushRef="#br1" timeOffset="198378.6114">13785 12222 448,'0'0'225,"0"0"-101,0 0-49,0 0 6,0 0-4,0 0-18,0-4-34,0 4-20,0 17-4,0 8 19,2 5 15,0 0-2,-2 1-9,0-2-13,0 0-6,0-6-3,-2 2 3,-8-7-3,6-4-2,0-2 0,-3-2-2,7-5-26,0 1-96,0-6-134,0 0-250</inkml:trace>
  <inkml:trace contextRef="#ctx0" brushRef="#br1" timeOffset="198880.4686">13820 12414 618,'0'0'217,"0"0"-147,0 0-30,0 0-8,0 0 4,115-24-12,-92 20-6,-6 1-3,-1-2-6,7-1-7,-7-2-2,-3 0 0,-2 0-1,-4 0-1,-3-2-19,3-2-2,-5-1-7,-2 1-26,0-2 15,0 1 25,0 3 11,-2 1 3,-7 2 2,1 2 4,2 0 1,2 1 10,4 2 10,0 2 10,0 0-2,0 0-15,0 0-4,0 0-7,0 6-1,-4 14 17,-3 3 5,5 9 3,-2 0 11,-4-1-16,6 1-2,2 0-8,-3-2-11,3-5 4,-1-1-5,1-5 2,0-4-6,0-3 1,0-3 1,0-2 0,0-4-2,0 2 1,0-3-1,0-1-27,0 2-117,0-1-143</inkml:trace>
  <inkml:trace contextRef="#ctx0" brushRef="#br1" timeOffset="201506.2126">10178 12390 293,'0'0'316,"0"0"-225,0 0-24,0 0-49,0 0-10,0 0-1,0 0-1,0 0 7,-39 0 13,26 0 7,-3 0-2,-1 0-3,-8 0-14,5 0-2,0 5-2,9-2-9,2-1-1,7 2 0,2-4-1,0 0-15,16 0-71,12 0-271</inkml:trace>
  <inkml:trace contextRef="#ctx0" brushRef="#br1" timeOffset="203301.4363">15806 10720 549,'0'0'195,"0"0"-86,0 0-33,0 0-27,0 0-3,0 0-12,0-19 5,0 18-6,0 1-13,0 0 20,0 0-16,0 0-14,0 0-10,0 6-5,0 12 5,0 0 1,0 1 1,0 0 0,0-3 0,0-2-1,0-2 1,0-2-2,-9-3 2,1-4-2,-9-1-17,-4-2-97,9 0-195</inkml:trace>
  <inkml:trace contextRef="#ctx0" brushRef="#br1" timeOffset="203597.6533">15831 10569 627,'0'-4'190,"0"0"-86,0 3-38,0 1-56,1 0-10,2 0 0,6 0-1,0 0-2,6 1-18,4 7-129,-2 5-596</inkml:trace>
  <inkml:trace contextRef="#ctx0" brushRef="#br1" timeOffset="204442.2706">15681 11534 623,'0'0'257,"0"0"-141,0 0-79,0 0-37,0 0-3,0 0 1,0 9 2,0 8 1,0-2 0,0 0 9,0-1-9,0-4 8,0 0-8,-4-1 6,-7-2-4,-4 0 4,3-2-5,-2-3-2,6-2-31,-3 0-217</inkml:trace>
  <inkml:trace contextRef="#ctx0" brushRef="#br1" timeOffset="204741.4749">15715 11272 784,'0'0'100,"0"0"40,0 0-107,0 0-33,0 0-1,0 0-27,11-12-18,-2 37-204</inkml:trace>
  <inkml:trace contextRef="#ctx0" brushRef="#br1" timeOffset="205347.5894">15496 12453 725,'0'0'190,"0"0"-76,0 0-75,0 0-32,0 0-7,0 0 1,23 23 1,-21-14 1,-2-2 0,0 0 3,0 0 5,0 0-3,0 1 0,-2-3 0,-14 2 0,-7 1 1,2-2-3,-4-3-6,0-3-4,6 0-58,9 0-130,8-5-277</inkml:trace>
  <inkml:trace contextRef="#ctx0" brushRef="#br1" timeOffset="205671.7273">15546 12258 346,'0'0'520,"0"0"-396,0 0-86,0 0-37,0 0-1,0 0-2,55-11-31,-48 11-188</inkml:trace>
  <inkml:trace contextRef="#ctx0" brushRef="#br1" timeOffset="224195.3113">6997 8159 254,'0'0'6,"0"0"-6</inkml:trace>
  <inkml:trace contextRef="#ctx0" brushRef="#br1" timeOffset="226150.6097">588 9106 642,'0'0'103,"0"0"15,0 0-1,0 0-77,0 0-5,0 0-23,0 0-12,5-7 0,3 34 0,-4 7 15,-4 6 20,0 2 0,0-2-7,0 0-8,-3-4-10,-6-4-4,2-1-1,-3-8-2,4-2 2,1-5-5,3-8-25,2-7-112,0-1-121,0-1-341</inkml:trace>
  <inkml:trace contextRef="#ctx0" brushRef="#br1" timeOffset="226488.8493">380 9210 473,'0'0'267,"0"0"-159,0 0-36,0 0-56,136-46 2,-71 38 3,2 0-2,-2 0-1,-7 1 1,-14 5-8,-16-1 0,-11 3-9,-11 0-2,-6 0 0,0 0-8,0 5 7,0 10-25,0-3-128,0-3-279</inkml:trace>
  <inkml:trace contextRef="#ctx0" brushRef="#br1" timeOffset="226996.2419">914 9126 693,'0'0'68,"0"0"46,0 0-62,0 0-52,0 0-8,0 0 8,8 74 16,-6-42-4,-2 0-2,0-3-8,0-3 1,0-1-2,-6-4 2,-8-8 1,1-3-2,1-8-2,6-2-46,-1 0-15,7-18 7,0-1 37,0-2 16,0 5 1,9 2-1,9 5 1,7 0 4,6 6-3,2-2 0,3 1 1,-7 0-1,-4 0-1,-13-4 2,-3-4 4,-7-2 27,-2-8-4,0-4-16,0-4 2,0 2-5,0 1 5,0 8 34,0 2 8,0 9 6,0 5 1,0 3-7,0 0-39,0 0-18,0 19-18,0 13 18,0 7 0,6 7 1,0 0 9,3 3-8,-5-2-2,-4-3 4,0-2-4,0-6 0,-17-5-21,-6-11-182,5-10-397</inkml:trace>
  <inkml:trace contextRef="#ctx0" brushRef="#br1" timeOffset="228541.5074">1288 9254 566,'0'0'69,"0"0"41,0 0-47,0 0-25,0 0-1,0 0 8,37-42 4,-37 40-12,0 2 6,0 0-3,0 0-17,0 0-14,0 0-5,0 0-4,0 0 0,0 0 0,0 0-1,0 4 1,-4 6 0,-1 6 5,-1 2 1,1 0-3,-5 2 4,7 3 1,-1 0-7,-1 2 0,3-4 3,0 2-4,2-3 0,0-5 1,0-1 4,0-3-5,4-3 5,8-2 4,5-5-4,1 2 3,2-3 1,-2 0-1,2 0-4,-2 0 0,-5-4 0,1-7 1,-1-1-4,1-4 1,-1-4 0,0-6 7,-3-2-3,4-2-2,-2 2-3,-3 2 0,-4 6-1,-2 4 2,-3 2-2,0 4 2,0 4 1,0 2-3,-8 1-2,-8 3-2,-6 0 0,-5 0 3,-3 0 0,2 0-3,3 5-7,5 3-65,9 2-116,5-1-221</inkml:trace>
  <inkml:trace contextRef="#ctx0" brushRef="#br1" timeOffset="229343.8703">1849 9319 448,'0'0'172,"0"0"-74,0 0-12,0 0-34,0 0-11,0 0 7,-19-9 1,21 6 12,20 3-2,6 0-42,15 0-11,7 0 0,-2 0-2,-2 0-2,-6 0-1,-8 0 0,-14 5 1,-8-1-1,-6-1 2,-4-3 4,0 0-5,-7 0-2,-18 0-44,2 0 11,2-7 13,1 2 1,9 5 11,6 0 7,5 0 1,0-2 0,0 2 2,2 0 1,14 0-3,4 0-5,4 0 2,-6 2 0,3 10 1,-6 3-1,-3-1 2,-2 1 1,-7-4 1,-3-3 2,0 2-2,0-2 4,-11 3 3,-7-1 2,-5 0-5,8-1-5,3-1-43,10-6-238</inkml:trace>
  <inkml:trace contextRef="#ctx0" brushRef="#br1" timeOffset="230228.2219">2636 9208 188,'0'0'398,"0"0"-329,0 0 34,0 0-35,0 0-13,0 0 4,0-19-27,0 19-6,0-3 3,0 3-3,0 0-5,0 0-6,0 0-8,-2 0-7,-7 0 1,-2 3-1,0 4 2,-2 5 0,3 0 0,-1 3 2,-2-1 2,4-2-3,0 5-2,3 1 4,-1 0-1,3-2-2,-4 2-2,8 1 3,0-5-3,0 2 3,0-2 2,0-2 0,14-3 1,-1-1-2,1-2 0,1-2 4,6 1 0,-2-5 5,6 0-2,-3 0 0,3-2-5,0-11 1,-4-2-1,2-1 1,-5-3-1,-5-1-1,-4 1 6,-9 0 2,0 3-2,0 2-5,0 0-1,-11 2-1,-4 0-3,-1 0 0,0 2-2,-2 3 1,0 0 0,3 3-1,-1 4-2,5 0-11,0 0-29,4 0-81,7 11-69,0 3-319</inkml:trace>
  <inkml:trace contextRef="#ctx0" brushRef="#br1" timeOffset="231031.2196">3042 9228 554,'0'0'90,"0"0"28,0 0-52,0 0-13,0 0 14,0 0-22,0-25-16,0 25-1,0 0-11,-2 0-5,-3 0-8,-2 0-4,-1 0 2,-1 0-1,-3 0-1,2 12 8,-1 1-4,-1 1 2,3 5 5,3-2-5,2 1-5,-2 5 8,2-3-6,2-1 3,2 1 0,0-1-4,0-3 2,0-3 2,6-3 0,10-2 0,-3-2 4,8-3-4,-3-1 0,1-2 0,0 0-6,-2 0 7,-1 0-4,-1 0 1,1-5 1,-3-6 2,1-5 8,-1-3-1,-1-3-1,-4-2 5,-1-2-8,-3 4-1,-4 2 0,0 4-1,0 3-5,-6 1 1,-9 3-4,-4 4-1,3 0 0,1 5 1,-1 0-2,-1 0 1,1 0-6,3 0-7,-1 10-29,7-1-119,7 0-101,0-6-558</inkml:trace>
  <inkml:trace contextRef="#ctx0" brushRef="#br1" timeOffset="231429.5026">3477 9164 706,'0'0'90,"0"0"47,0 0-66,0 0-45,0 0-13,0 0-13,0 16 1,0 12 8,0 2 43,0 2 4,0 0-19,0-4-27,2 0-5,-2-4-4,0-2 4,0-1-5,0-7-9,0-7-148,0-5-321</inkml:trace>
  <inkml:trace contextRef="#ctx0" brushRef="#br1" timeOffset="231812.7749">3483 9372 646,'0'0'46,"0"0"19,0 0-49,0 0-10,137-42-1,-116 31-1,-5-6 10,5-3 6,-4-1 13,-1-5-15,-2-3-3,1 0 9,-4 4 1,-5 4 4,-1 9 8,-5 4 10,0 7-10,0 1-3,0 0-9,0 0-22,0 1-3,0 19 0,-9 6 4,5 6 23,4 7 9,0-1-12,0 3-10,0-2-7,0-3-3,0 0-3,0-6 1,-11-2-2,-5-1-17,-5-10-151,-2-5-272</inkml:trace>
  <inkml:trace contextRef="#ctx0" brushRef="#br1" timeOffset="234280.1849">2146 9252 376,'0'0'143,"0"0"-63,0 0-8,0 0 6,0 0-9,0 0 2,13 0-11,-13 0-22,0 0-17,0 0-10,0 0-6,0 0-3,0 0 0,0 0 0,0 0 1,0 0 4,0 0 3,0 0 2,0 0 5,0 0-2,0 0 0,0 0-12,3 0-3,3 2-9,3 8 9,5 2 1,-1 2-1,1-2-1,-6 0 1,5 0 0,-3-2 2,-4-2-2,5 1 0,-2-2 0,-4 0-2,-1-4 4,-4 1-1,5-4 0,-5 0 1,0 0 0,0 0 1,0 0 2,0 0-4,0 0 9,-5 0-8,-4 0-1,-4 4 0,0 0-1,-1-1 0,5 0 0,1-1 1,2 0-1,2 0 0,-2 1-1,1 2 0,3-1-2,2 3-61,0-7-216</inkml:trace>
  <inkml:trace contextRef="#ctx0" brushRef="#br1" timeOffset="243504.3881">2650 9636 688,'0'0'6,"0"0"10,0 0 0,0 0-10,0 0-5,0 0 5,0 0 5,0 9-9,0 14-1,0 14 21,0 5 1,0 2-2,0-2-6,0-3 3,0-11-6,0-2-2,0-4-6,0-5-2,0 3 2,0-8 1,0 2-2,0-5 1,0-3-4,0-6-121,0 0-509</inkml:trace>
  <inkml:trace contextRef="#ctx0" brushRef="#br1" timeOffset="244110.9112">2941 9617 534,'0'0'24,"0"0"0,0 0-24,0 0-2,0 0-1,0 0 3,0-2 4,0 2 0,0 7 14,0 16 45,0 5-6,0 6-18,0 8 1,-4 5-9,-1-3 6,1-3-8,2-8-13,2-6-4,0-3 3,0-4 4,0-8-6,0-5-2,0 0-5,0-7-2,0 0-3,0 0 4,0 0-1,0 0-4,0 5-11,0 1-73,-15-4-224</inkml:trace>
  <inkml:trace contextRef="#ctx0" brushRef="#br1" timeOffset="244732.9041">2442 10050 600,'0'0'81,"0"0"-6,0 0-9,0 0-57,0 0-9,125-22 4,-65 10 9,7-2-5,3 0 4,-6 0-10,-9 0 0,-10 4-1,-9 1 3,-11 7-3,-15-3 1,0 5 0,-10 0 5,0 0 1,0 0-5,0 0-3,0 2-4,0 18-3,-10 9 7,-3 2 1,-5 1-1,-9 2 0,8-1 2,-6-4-1,3 0 0,4-9-1,7-5 2,2-4-2,4-6 0,5-5 1,0 0 0,0 0 1,-4 0 5,4 0 5,0 0 8,0-3 36,0-10-31,0-2-20,-2-3-4,-3-1 11,1-2-2,-3 1 6,3-1-8,-3 7 6,5 3-10,-4 4 1,0 1-4,2 5 0,-9 1-1,-5 0-30,-5 0-76,6 0-192</inkml:trace>
  <inkml:trace contextRef="#ctx0" brushRef="#br1" timeOffset="245744.611">2489 10510 394,'0'0'327,"0"0"-311,0 0 84,0 0-77,0 0-18,0 0-2,-5-11 6,5 9 22,0 2 18,0-4 10,0-1-8,0-4-32,10-3-16,-6 6 4,3 0 0,-3 4-1,-4 2 2,0 0-4,0 0-3,0 0-2,0 0 2,0 0-1,0 0 0,0 0 3,0 0-3,0 0 0,0 0-3,0 0-2,0 16-6,0 12 9,0 4 2,0 4 2,0-2-2,0-2 5,0-3 1,0-5-3,1-5 3,7 0-2,-1-6-4,-5-1 2,5 1 2,-5 1-3,0 2-1,-2-1 2,0-2-2,0-3 3,0-4-2,0-1 1,0-5 0,0 0 1,0 0 9,0 0 8,0-7 35,0-18-17,0-2-35,0-6 0,0 6-2,0-1-1,0 0 3,4 0-2,8-2 0,3-1 0,6-2-1,-1 1 3,8-2-3,-1 5-1,-2 5 1,2 4 0,-3 6-3,-1 2 2,-4 7 1,-3 0-1,-1 5-10,-1 0-19,-1 2-57,-3 12-52,3 0-68,-9 0-325</inkml:trace>
  <inkml:trace contextRef="#ctx0" brushRef="#br1" timeOffset="246078.8473">2625 10676 690,'0'0'67,"0"0"-7,0 0-8,0 0-30,0 0 7,0 0-7,110-21 3,-66 9-14,-2 0-6,1 7-5,-8-2 0,-6 6-5,-5-2-71,-10-1-205</inkml:trace>
  <inkml:trace contextRef="#ctx0" brushRef="#br1" timeOffset="246494.1409">3007 10453 644,'0'0'59,"0"0"43,0 0-69,0 0-29,0 0-4,0 0-6,2 26 6,0 2 14,-2 4 11,0 0 17,0-2-8,0-2-6,0-2-2,0-4-7,0-1-5,0-5-6,0-2 0,0-2-4,0-5-2,0-2 0,0-3 3,0-2-3,0 0 11,0 0 11,0 0 40,0 0-4,0-14-27,0-4-29,0-6-3,0 0 2,0-2-3,1-4 0,11-3 2,-1-2-2,5-4 0,2-1 1,-3 4-1,6 6 0,-4 8 0,-3 4 0,1 4-1,3 3 1,-3 4 0,10-1-2,4 4-2,4 2-1,8-1-12,-5 3-45,-7 0-81,-13 7-42,-13 9-116</inkml:trace>
  <inkml:trace contextRef="#ctx0" brushRef="#br1" timeOffset="246834.382">3022 10640 769,'0'0'78,"0"0"-45,0 0 39,0 0-56,0 0 1,114-18-4,-79 10-2,-1 2-6,-6 2-4,-3 1-1,-7 3-1,-9 0-32,-2 0-127,-7 0-240</inkml:trace>
  <inkml:trace contextRef="#ctx0" brushRef="#br1" timeOffset="247561.5463">3047 10674 144,'0'0'345,"0"0"-333,0 0 11,0 0-18,0 0 2,0 0 26,-23 2 54,23-2-3,2 0-40,14 0-24,13 0-4,7-2-6,-1-4-3,5-2 2,-4 0-2,-4 1 11,-6 4-5,-10-1-5,-10 2-6,-4 2-2,-2 0-2,0 0-2,0 0-5,-2 0 9,-11 4-17,-5-2-156,3-2-465</inkml:trace>
  <inkml:trace contextRef="#ctx0" brushRef="#br1" timeOffset="281514.2034">7429 13122 666,'0'0'41,"0"0"54,0 0-57,0 0-35,0 0-2,0 0-1,0 0-2,0 18 2,0 6 2,0 5 6,0 4 8,0 6 8,-10-4 5,7 2-5,-7-5-5,8-4-3,0-4-7,2-6-3,0-2 0,0-9-1,0 0-3,0-3 0,0-4 3,0 0-2,0 0 5,0 0 5,0 0 3,0 0 9,0-11-5,2-6-17,-2-1-1,0 0-2,0-4 2,0 0-2,0-4 0,0-2 2,2 1-2,6-1 2,-3 1-1,7 6-1,-6 4 0,4 5 0,-8 4 2,5 1-1,-4 2-1,2 0 0,5 3 1,3 0-1,0 2-1,3 0 1,0 0 0,1 9-2,-3 12-2,-1 6 1,-2 3 2,-6-1 1,3 0 2,-3-3-2,-3-4 2,5-5 1,-3 0 0,-1-7 1,-1 0-1,3-3 0,-3-7 2,-2 3-1,2-3 0,-2 0 3,0 0 8,2 0 9,0 0 22,-2-8-24,4-7-19,1 2-2,-3-3 2,0-2-3,6-5 1,-2-3 0,3 1-1,-1-4 1,6 2-1,-1 4 0,-1 3 0,-1 6 0,-5 2 0,6 0 0,-3 4 0,-3 4-2,4 0 2,-4 4 0,3 0-2,2 0 0,0 14-2,2 12 2,1 6 2,-7 7 0,-3 1 1,-4-1-1,0-2 3,0-7-1,0-2-1,0-2 0,0-6 1,0-2-2,0-4 1,0-2-1,0-4 2,0-2-2,3-6-11,10 0-163,-2 0-66,0-8-369</inkml:trace>
  <inkml:trace contextRef="#ctx0" brushRef="#br1" timeOffset="282092.0444">8138 13154 500,'0'0'101,"0"0"2,0 0-35,0 0-20,0 0-20,0 0 12,4-46 4,-4 44-10,0 2-10,0 0 1,0 0-12,0 0-7,0 0-3,-7 10-2,-6 10 1,5 3 11,-4 2 2,1 1-3,2 4-5,5 1 1,-1 0 0,3 0-4,2-6 1,0-2-1,0-5 1,0-4 0,0 0-1,2-6 2,7-2 3,4-2 0,6-4 3,-1 0 2,1 0-5,4-8 0,-6-11-3,-1 0 1,-3-8-1,-3-4 2,-4-3-2,-4-2-1,-2-1-3,0 8 2,0 4-2,0 9 1,-14 6-3,-5 8 0,-8 2-1,-4 0-2,-2 7 2,1 6 1,10 4-4,6 1-17,7-3-141,9-3-121</inkml:trace>
  <inkml:trace contextRef="#ctx0" brushRef="#br1" timeOffset="282706.4797">8523 13133 553,'0'0'158,"0"0"-78,0 0-24,0 0-34,0 0 6,0 0 7,45-29 0,-39 29-6,-3 0-5,-1 0-18,7 6-3,-3 14-3,4 6 12,-4 4 3,3 1 9,-4 1 0,2-2-1,-4-2-10,0-1-2,-1-1-2,5-2-4,-7 1-3,2-4 1,0-1 4,-2-1 0,8-5-5,-6-4 4,2-6-2,-2-2 6,0-2 5,7 0 4,-5 0 9,8-2 4,-1-14-18,-5-6-5,8-7-2,-5-2-2,-5-8-1,6-2 4,-4-7-3,3-1-4,-5 3 3,5 3-2,-4 8 0,4 7-2,-5 8 1,-2 8-1,-2 8 0,0 4-3,0 0 3,0 0 0,0 0-3,2 0-6,8 2-8,5 12-34,12 4-162,11 1-210</inkml:trace>
  <inkml:trace contextRef="#ctx0" brushRef="#br1" timeOffset="283495.5766">9803 12980 645,'0'0'115,"0"0"11,0 0-39,0 0-23,0 0-12,0 0-30,-7-9-21,7 38 0,0 11 2,0 4 25,7 2 20,-2-2-21,-5 0-10,0-4-8,0-3-2,0-1-4,-14-7-3,-1-2 3,-3-3-1,-5-8-2,6-8-14,1-8-170,3 0-192</inkml:trace>
  <inkml:trace contextRef="#ctx0" brushRef="#br1" timeOffset="283869.873">9632 13060 697,'0'0'131,"0"0"-19,0 0-75,114-43-30,-62 42-5,6-3 1,-2 0 0,-6 0-2,-15-3 0,-12 2 0,-10 1-1,-7 4 1,-6 0-1,0 0 0,0 0-30,0 0-271</inkml:trace>
  <inkml:trace contextRef="#ctx0" brushRef="#br1" timeOffset="284255.6711">10057 13026 760,'0'0'99,"0"0"-39,0 0-59,0 0 0,0 0 0,40 107 8,-38-72 12,-2 0-10,0-1-3,0-6-5,0-5-2,0-2 3,0-5-3,-2-7 0,-5-4-1,1-5-97,4 0-205</inkml:trace>
  <inkml:trace contextRef="#ctx0" brushRef="#br1" timeOffset="284644.9549">10090 13225 339,'0'0'172,"0"0"-19,0 0-79,0 0-37,0 0-12,132-59-13,-112 47 1,1-6-1,-8 0-1,-5-4 6,4-6 6,-10 0-2,0-6-5,-2 4 1,0 2 10,0 7-2,0 10 7,0 4-5,-2 7 4,2 0-4,-2 0-8,0 4-18,-2 22 1,3 13 4,1 3 8,0 4 16,0 2-7,0-3-7,9-6-10,-2 0-4,-5-8 0,-2-4-1,0-3-1,0-2 0,-9-6-6,-5-6-194,8-5-358</inkml:trace>
  <inkml:trace contextRef="#ctx0" brushRef="#br1" timeOffset="286224.1885">10583 13133 592,'0'0'79,"0"0"11,0 0-66,0 0-15,0 0-3,0 0 3,0-5 13,0 5 6,-6 0 3,-1 0 0,-2 8 9,-2 3-7,0 4-8,-3 3-5,1 2 3,1 2 1,3 0-6,1 0-4,6 0-6,0-1-1,0-4-2,2 3 3,0-3-2,0 1-4,0-2 1,0 0 2,6 1-3,2-6-2,1-2 5,10-4 3,1-3-1,4-2 2,3 0 0,-3 0-8,1-7 3,-2-10 0,-4 2-2,-3-4-1,-1-3 2,-5 0 0,-4-2 2,-6 0-2,0 0 1,0 6 1,-4 2-4,-19 4-1,1 5 0,-5 2 0,-2 2 1,5 3-1,2 0 1,-1 0-5,6 0 5,3 3-2,5 4-13,9 1-240</inkml:trace>
  <inkml:trace contextRef="#ctx0" brushRef="#br1" timeOffset="286891.4119">11192 13276 161,'0'0'579,"0"0"-457,0 0-53,0 0-23,0 0-15,0 0-8,-5-18-6,12 18 3,-1 0-8,6 17 5,-3 3 4,-3 1 1,6 6 5,-10-3-2,0-2-10,-2 0-2,0-6-6,-8 2-1,-17-6-3,-11 0 2,0-5-2,-4 0-3,13-7-12,19 0-365</inkml:trace>
  <inkml:trace contextRef="#ctx0" brushRef="#br1" timeOffset="287580.6456">11669 13156 19,'0'0'502,"0"0"-398,0 0-6,0 0-44,0 0-5,0 0 0,-14-11 21,14 8 15,23-1-28,12 2-44,8-1 13,1-2 5,10 3 3,-7-2-9,4 0-2,-8 2-6,-8 0-3,-7 2-1,-2-1-5,-11 1-5,-11 0-1,3 0-2,-5 0 0,1 0-3,-3 0 2,0 13-1,-3-1-15,-12 4-121,-10-4-80,6 1-122</inkml:trace>
  <inkml:trace contextRef="#ctx0" brushRef="#br1" timeOffset="287955.9137">11606 13343 468,'0'0'87,"0"0"-10,0 0 2,0 0-14,0 0 4,0 0 10,49 20-19,-18-20-28,12 0-1,1 0-9,6 0 2,-1-3-1,-4-2-3,-5-4-4,-2 6 0,-17-1-9,-5 2-2,-5 2-4,-9 0 0,3 0-1,-5 0-2,0 0-11,0 0-86,0 0-169,-9-3-441</inkml:trace>
  <inkml:trace contextRef="#ctx0" brushRef="#br1" timeOffset="288586.3023">11781 13016 615,'0'0'81,"0"0"1,0 0-44,0 0-15,0 0 1,0 0 2,4-32 1,-2 30-5,0 0 13,3 0 17,-5 0-3,0 2 10,0 0-28,0 0-24,0 0-7,0 12-5,0 12 5,0 7 1,0 4-1,0 1 4,0 0-2,0 0 2,0-1 1,0 0 3,-9 0 4,-5-1 0,1-1 0,-1 0-7,1-1 2,-2 0-3,8-4-2,-4-3-2,2-8 2,4-5 0,3-3 0,2-6 0,0-1-2,0-2 3,0 0-2,0 0-1,0 0 0,4 0-98,16-5-282</inkml:trace>
  <inkml:trace contextRef="#ctx0" brushRef="#br1" timeOffset="289284.0406">12021 13014 357,'0'0'157,"0"0"-46,0 0-29,0 0-33,0 0-19,0 0 9,0-8-4,0 8 12,0-4-9,0-1-17,0 2 3,0 1 11,0 2 2,0 0 1,0 0-13,0 0-16,0 0-9,0 2-4,0 18 4,-5 2-1,1 6 2,-1 4 0,-1 0-1,2 6 2,-8 1 4,6 0 7,-7 4 8,1-5 1,-1-3-7,-1-3-1,4 3-7,5-5-4,0-2 1,-1-2-1,6-6-1,-3-5 0,3-2-1,-2-6 3,2-2-2,-2-3-1,2 0 1,0-2-1,-5 3 0,3-3-1,0 0 0,0 0-4,-2 0-181,4 0-385</inkml:trace>
  <inkml:trace contextRef="#ctx0" brushRef="#br1" timeOffset="293978.0186">12695 13128 463,'0'0'147,"0"0"-58,0 0-23,0 0-44,0 0 12,0 0 2,0 0 6,0-10-5,0 10-2,0 0-3,0 0-3,0 0-8,-6 0-3,2 0-6,-9 0-6,-3 6-1,-1 8 6,1 0 0,-2 2 1,2 0-3,3 3-3,7-4 0,-6 1-2,8 1 1,-3-2 0,5 2-2,0-2 0,2 1 0,0 1-1,0-2 2,9-3 1,6-1-3,5-5 4,5-4-1,-3 0-1,2-2 0,1 0 0,-5 0-2,3 0-2,-6-10 1,-1-1 0,-1-1 0,1-3 1,-3-4-1,-1 0 2,-3 1-1,-7-1 1,-2 3 0,0 1 1,0 2 0,-2 4 2,-12-1-3,-1-1-3,-8 3 0,4-2 0,-4 5 0,7-4 1,2 7-1,9 2 0,-3 0-4,6 0-13,2 2-92,0 10-61,0 2-78</inkml:trace>
  <inkml:trace contextRef="#ctx0" brushRef="#br1" timeOffset="294810.3922">13111 13122 528,'0'0'96,"0"0"14,0 0-73,0 0 18,0 0-13,0 0 22,0-28-18,0 28-19,0 0-11,0 0-5,-7 0-9,1 0-1,-5 10 2,-1 4 4,4 1 10,-3 4 19,-1 1-4,6 2-5,-7 1-11,3-3-7,-1 1-3,8 1-2,3-2-3,0-1 2,0-4-2,0 2 1,0-5 2,14-3 1,2 0-1,-3-7-1,1-2 6,1 0-1,8 0-4,-3-11 2,-3-4-4,8-1 1,-10 0 0,3-4-3,-5-2 3,-1-3-1,-8-3 3,-4 3 0,0-4 2,0 9-1,-4 6-3,-14 5-2,-7 6-1,-4 3-1,1 0 1,-1 0 0,9 3-2,-3 11 2,17-5-1,1 6-22,5-6-190,5-3-106</inkml:trace>
  <inkml:trace contextRef="#ctx0" brushRef="#br1" timeOffset="295305.7478">13517 13101 414,'0'0'257,"0"0"-145,0 0-48,0 0-29,0 0-4,0 0-3,-6-7 1,6 7-6,-6 0-14,4 7-6,0 16-1,0 3 31,0 6 29,2 3 12,0-3-38,0-1-13,0-2-13,0-4-3,0-1-7,0-3 2,0-3-1,0-4-1,0-7 0,0 0-2,0-7-192,4 0-142</inkml:trace>
  <inkml:trace contextRef="#ctx0" brushRef="#br1" timeOffset="295808.7772">13590 13251 627,'0'0'213,"0"0"-140,0 0-47,0 0-17,0 0 2,121-14 4,-103 9 4,-5-1-8,-9 1 0,6-2-9,-6 0 3,-4-4-2,0-1-2,0-1-1,0-2-1,0-3 1,0 4 0,0-2 0,0 0 0,0 4 0,-4 0 0,2 2 1,2 4 1,0 4 3,0 0 7,0 2-1,0 0 0,0 0-5,0 0-4,0 0-2,0 12 0,2 8 10,6 6 18,1 4 8,0 5-4,-4 1-3,-3-1-9,-2-1-9,0 1-5,0-7-1,0-2-4,0-4 0,0-5-1,0-3 2,0-2-3,0-1 2,0-5-2,0-3-102,0-3-325</inkml:trace>
  <inkml:trace contextRef="#ctx0" brushRef="#br1" timeOffset="308984.3656">7730 14057 406,'0'0'123,"0"0"-83,0 0-27,0 0-8,0 0 0,0 0 14,0 0 28,0 0 10,6-5-10,-6 3 7,4 2-18,-4 0-5,0-2 4,0 2-10,0 0-8,0 0-4,0 0-4,0 0-4,0 0-1,0 0-1,0 0-1,0 0-2,0 0 0,-8 0-1,-7 0 2,-3 0-2,-5 0 2,-3 4-2,8 5 3,-7 1-2,10-2 1,-3 2-2,2-3 2,3 4-2,2-3 1,-3 2 0,3-1 0,7 2 0,-3-2-1,2-4 1,5 1-1,0-3 1,0 2 0,0-1 0,0-1 1,0 2 0,0 1 0,12 0 6,3-3-3,1 4 1,-3-2-1,8 4 2,-4-4-5,1 4 1,5-3 1,-2-2 1,2 0-1,-1 0 1,1 1-2,-4 2 0,-5-2 1,-1 4 0,3-1-2,-5 2 0,-2 0-1,-4-1 0,-1-2 0,-4 3 0,0-1 0,0-1 1,-4 1 1,-10 1 0,-1-3 4,-3 0-3,-3 0-1,4-2 0,-8 1 2,5-3 1,-4 1 4,6-4 1,-5 0 2,6 0-2,-3 0 1,-2 0 0,8 0-6,5 0-1,2 0-2,3 0 1,4 0-3,0 0-1,0 0-37,0-4-178,2-5-520</inkml:trace>
  <inkml:trace contextRef="#ctx0" brushRef="#br1" timeOffset="309837.9697">7923 14154 558,'0'0'98,"0"0"30,0 0-82,0 0 8,0 0-16,0 0 1,0-17 1,0 17-11,0 0-15,0 0-6,0 0-8,0 10-1,6 11 1,2 8 6,3 0 4,-1 0 4,-4 0-5,3-4 0,-7-1-3,0 0 0,-2-4-1,0-2-3,0-1 0,0-7 0,0-2-2,0-4 1,0-4 2,0 0 0,0 0 4,0 0 8,0 0 7,0 0 4,-2 0 2,-2-9-16,-3-7-10,5-2 3,0-4 0,0 0-5,2-2 5,0-2-4,0-1 1,0 2 1,2-3-3,4 8 1,5-4-2,-1 2 1,-5 2 0,7 4 0,0 2 0,-6 4-1,3 3-1,-3 2 1,4 5-2,-6-3 0,7 3 3,0 0-2,-2 0-3,4 0 4,1 0-1,-1 3-8,-4 11-11,-5-2-25,6 0-40,-8 2-10,-2 2-27,0-2-43,0 0-126</inkml:trace>
  <inkml:trace contextRef="#ctx0" brushRef="#br1" timeOffset="310288.2886">7987 14284 413,'0'0'136,"0"0"-57,0 0-21,0 0-10,0 0 22,0 0-20,26 0-6,-7 0-18,0 0-15,3 0-10,-3 0 6,7 0-4,-2 0-3,-2 0 0,-1 0 0,-11 0-10,0 0-34,-8 0-79,-2 3-120,0 6-271</inkml:trace>
  <inkml:trace contextRef="#ctx0" brushRef="#br1" timeOffset="310777.6376">7987 14485 554,'0'0'103,"0"0"-26,0 0-24,0 0-20,0 0-3,113 3-8,-78-3-1,2-3-9,-4-8-10,-2 1 2,-6 0-4,1-3-6,-6 2-65,6-6-348</inkml:trace>
  <inkml:trace contextRef="#ctx0" brushRef="#br1" timeOffset="310806.6596">8521 14185 311,'0'0'317,"0"0"-201,0 0-23,0 0-38,0 0 0,0 0-16,0-8-18,0 8-19,0 14-1,0 7 13,0 0 10,2 4 7,-2 1-6,2-1-6,3 1-8,-5-4-3,0-3-4,3-4-2,-2-5-2,-1 1 5,0-5-4,0-2-1,0-1-31,0-3-76,0 0-185</inkml:trace>
  <inkml:trace contextRef="#ctx0" brushRef="#br1" timeOffset="311318.7135">8353 14175 286,'0'0'337,"0"0"-193,0 0-66,0 0-35,0 0-35,0 0-1,62-14 12,-39 7 4,6 2 5,6-2 1,-4-1-3,0 5-10,-1-3 0,-5 0 0,-7 4 6,-2-2-9,-5 1-5,-7 3-5,1 0-3,-4 0 0,2 0-1,-3 0-3,2 0-9,-2 0-45,0 0-82,0 3-163</inkml:trace>
  <inkml:trace contextRef="#ctx0" brushRef="#br1" timeOffset="312045.4985">8974 14122 704,'0'0'120,"0"0"22,0 0-84,0 0-36,0 0-14,0 0-7,18 3 0,-14 19 12,5 6 7,-7 6 3,-2 2 7,0-2 1,0-2-14,0-4-3,0-3-9,0-1-1,0-8-3,0-2 0,-4-5 1,-1-2 0,3-4-2,2-1-50,0-2-106,0 0-64,0-7-425</inkml:trace>
  <inkml:trace contextRef="#ctx0" brushRef="#br1" timeOffset="312756.5133">8949 14177 529,'0'0'72,"0"0"73,0 0-75,0 0-22,0 0 7,0 0-2,20-98-13,1 90-15,-2-2-4,10 1-6,0 4-2,0 3-12,5 2 3,-10 0 1,1 0-1,-10 7-4,-3 14-2,-8 5-2,-4 4 4,0 2 2,-8-4 0,-15-2 0,-4-3 0,-2-3 2,2-8-4,-2 2 0,10-7 1,1-1-1,7-2 0,3-1 2,6-3-2,2 0 4,0 0 0,0 0 7,0 0-5,12 0-4,3-7-4,3 1 2,2 4-2,-2-3 2,2 2 0,4 3-1,3-2 1,-2 2-1,3 0 1,-3 0-2,1 2 2,0 13-1,-13 0-3,-9 2 4,-4-2-2,0 6 2,0-3 0,-13 4 2,-5-4 2,-9-1-4,0-2 3,4-1-2,-9-4 1,3-3 0,-2 0 2,2-5-3,-2-2 4,4 0 1,7 0 5,-1 0-9,6 0 4,7-11-2,-4 2-4,5-6-29,5 4-197</inkml:trace>
  <inkml:trace contextRef="#ctx0" brushRef="#br1" timeOffset="314428.5593">10122 14041 613,'0'0'99,"0"0"33,0 0-77,0 0-8,0 0-9,0 0 9,0 0 10,4-30-5,-4 30 4,0 0-32,0 4-20,0 18-2,0 10 13,0 4 11,0 1-8,0 1-9,0-1-5,2-5 0,-2-4-4,5-4 1,-5-4 0,0-4 0,0-6-1,0-3-1,0-6-29,0-1-82,0 0-107,0-5-366</inkml:trace>
  <inkml:trace contextRef="#ctx0" brushRef="#br1" timeOffset="314910.5669">9881 14030 508,'0'0'136,"0"0"-8,0 0-80,0 0-39,0 0 0,0 0 9,73-17 17,-44 15 1,5-3 1,-1 3-7,1 0 3,4 1-4,-3-3-4,5-1-4,-1 3-4,-10-1-6,-10 0-2,-5 1-3,-5 2-1,-6-2-2,-3 2-2,0 0-1,0 0-3,0 0-25,0 0-49,0 0-32,0 0-154</inkml:trace>
  <inkml:trace contextRef="#ctx0" brushRef="#br1" timeOffset="315890.4661">10454 14034 576,'0'0'93,"0"0"14,0 0-61,0 0-18,0 0 6,0 0 7,2-19-10,-2 19-15,0 0-15,0 19 4,0 9 32,0 6-2,0-1-2,0 1-10,0 0-6,-5-6-1,-5-2-6,7-2-6,-6-2-3,5 0 1,0-2-1,2-4 0,-3-4-1,5-3 0,0-6 0,0 0 2,0-3-2,-3 0 6,3 0 2,0 0 6,0 0-3,0 0-1,0-5-5,0-5-3,0-2-2,0 0 0,0-3 0,0-4 0,0-1 1,0-2-1,0-4 0,0-3 0,0-3 0,10-1 2,-2-1-2,4 0 0,10 2-2,-6 1 1,1 4 2,-1 5 1,-3 3-2,3 7-5,-3 5 5,1 2-1,1 3-5,-1 2-1,1 0 4,-2 0 2,3 12-3,-7 7 2,-5 3-2,-4 4 2,0 2 2,0 0 0,-12-2 0,-7-1-1,-7-2 3,-3-3-2,0-5 3,0-4-3,2 1 1,11-6-1,3-1 0,0-2 0,10 1 0,-1-2-2,4 1 1,-5 0 1,5-1 0,0 4-3,0-3-3,0 6 6,0 1 0,19 0 1,2 2 3,8 2-3,14 4 3,-1-1-4,0 2 4,-1-3-3,-10-3-1,-6-3 0,-12-2 1,-7-2-2,-6-1 1,0 3-34,0-5-129,0-2-277</inkml:trace>
  <inkml:trace contextRef="#ctx0" brushRef="#br1" timeOffset="316550.3732">10832 14022 347,'0'0'193,"0"0"-70,0 0-67,0 0-18,0 0-1,0 0-5,10-18 11,-3 15 10,-3-1 0,-2 1 2,-2 1 6,0 0-6,0 2-18,0 0-23,0 0-14,0 0 0,0 2-3,0 12 3,7 6 4,0 9 9,-3 3 4,5 1-4,-8 4 5,2-3-10,2-2 0,-5-6-3,0-2-2,0-4 1,0-2-4,0-6 0,0 0 3,0-5-3,0-2 0,0 2 0,0-6-37,0-1-187,-5 0-498</inkml:trace>
  <inkml:trace contextRef="#ctx0" brushRef="#br1" timeOffset="351461.2149">22348 6578 193,'0'0'78,"0"0"6,0 0-4,0 0-12,-28 119-27,24-99 1,-2-4-17,3-6 1,2-4 11,1-1-8,0-3-16,0-2 0,0 0-5,-2 3-4,2 2-1,-2 1 1,2-1 5,-2 2-5,2-1-3,0-3 2,0-1 0,0 1-2,0 1 2,0-2 0,0-1-1,0 1-1,0 3 1,0-5-2,0 2-1,0-2-1,0 0-4,0 2-3,0-2 1,0 0 4,0 0 4,0 0 0,0 0 2,0 0-1,0 0 1,0 0 0,0 0-2,0 0 5,0 0-5,0 0 0,0 0-2,0 0-200</inkml:trace>
  <inkml:trace contextRef="#ctx0" brushRef="#br1" timeOffset="356178.6614">21029 7253 289,'0'0'41,"0"0"-8,0 0 51,0 0-40,0 0-20,0 0-3,0 0 9,2 0 5,-2 0-9,0 0 3,0 0 0,0 0-8,0 0-4,0 0-1,0 0-5,0 0 2,0 0-5,0 0-8,0 0 0,-4 0 0,-7 0 0,7 0 2,-8 0-2,3 0 2,1 0-2,-6 0-2,-4 0 2,7 0 0,-2 0 2,1 0-2,9 0 0,-3 0 1,6 0 0,0 0-1,0 0 0,0 0 0,0 0 0,0 0 0,0 0 0,-2 0 0,2 0 0,0 0 0,0 0 0,0 0 0,0 0 1,0 0 4,0 0 1,0 0 1,0 0-1,0 0-5,0 0-1,0 0 0,0 0-35,0 0-344</inkml:trace>
  <inkml:trace contextRef="#ctx0" brushRef="#br1" timeOffset="373044.4146">19589 6156 279,'0'0'287,"0"0"-204,0 0 0,0 0-40,0 0-20,0 0-7,0 0-4,0-4-2,0 4-2,0 0 0,0 0-3,0 0 1,0 0-6,0-2 1,-2 2-1,0 0-16,-2 0-166,-8-8-409</inkml:trace>
  <inkml:trace contextRef="#ctx0" brushRef="#br1" timeOffset="403148.9388">7464 14855 670,'0'0'86,"0"0"-6,0 0-48,0 0-28,0 0 8,0 0-3,0 0-2,10-39 34,-6 34 7,-2-1-19,3 3-3,-3 1 20,-2 0-10,0 2-8,0 0-14,0 0-14,0 0-1,0 4-12,0 13 12,0 5 1,-7 0 0,3 2 0,-2 2 0,0-3 0,4-4 1,-2 1 3,4-2 0,-2 0-2,-3-4 2,3 4-2,2-7-1,-2-2-1,2-6 2,0 0-1,0-3 0,0 0 7,0 0 2,0 0 4,0 0 0,0 0-3,0-12-3,0 1-7,0-4 0,-2-1-1,0 0 0,2-1 0,0-3 0,0-5 1,0 1-2,2-2 1,11 6 0,-1 2 1,-2 2-1,1 4 0,3 3-1,-1 2 0,-1 2 0,1 2-2,-6 1 2,6 0-2,-4 2-1,-3 0 1,1 0 1,0 12-5,4 4 7,-5 2-2,6 1 1,-10 2 1,5 1-2,-5 0 0,0-2 2,-2-1 2,2-2-2,-2-5 0,0-4 0,0-4 0,0-2 0,0-2 1,4 0 0,-4 0 2,0 0 4,0 0-4,0 0 1,5 0 2,-1 0-3,4-2-2,-2-4 0,1-6 0,1 0-1,4-4 0,1-2 2,3-3-2,1 0-1,-2-1 0,7 2 1,-7 6 0,-4 6 1,-4 4 0,-7 4-1,0 0 0,0 0-3,2 0-4,-2 0-7,0 12 12,7 5 2,-1 4 0,-4 1 0,7 0 0,-4 0 0,2 0-2,-3-1 1,-2 2 1,-2-1 3,0-4-3,0 0 1,0-1 0,0-3 3,0-1-4,-2-2 0,0-6-77,2-5-246</inkml:trace>
  <inkml:trace contextRef="#ctx0" brushRef="#br1" timeOffset="403853.6142">8132 14891 491,'0'0'152,"0"0"-49,0 0-27,0 0-35,0 0-4,0 0 14,0-34-5,0 34-12,0 0-13,-1 0-13,-8 0-7,-4 0 0,-4 6 10,5 3 5,-2 2 7,6 1-8,-1-3-4,-3 5-3,7-2-3,2 3-2,-2-1 1,3 2-1,2-3 2,0 7-4,0-8 1,0 5 0,0-5 0,0 0 2,0-2-3,13 1 5,3-4 0,-1-1 0,6-1 1,-4-4-4,-1-1 0,-1 0 1,1 0-2,-1-1 5,4-10-4,-3 1-1,-3-3 0,3-2 1,-3-2-1,-5 0-2,4 3 1,-8-2-1,1 2 2,-5 3 2,0-4-4,0 4 0,-7-4 0,-7 3 0,-4 4-1,-1 2 0,-3 3 1,2 3-3,-3 0 1,-2 0-1,5 0 0,3 7-14,3 1-47,5 0-126,9-7-320</inkml:trace>
  <inkml:trace contextRef="#ctx0" brushRef="#br1" timeOffset="405022.5996">8477 14861 589,'0'0'135,"0"0"-19,0 0-54,0 0-27,0 0-14,0 0 0,-3-6 7,3 4 8,0 0 3,0 2-6,0-2-6,0 2 16,0 0-16,0 0-15,0 0-11,3 0-1,-1 12 0,7 4 0,-5 6 1,-3-3 1,8 6-1,-5-1 0,-2-3 1,7-1-1,-7 1 3,2-4-3,-4-6 3,2-2-1,-2-4-1,5-3 1,-2-2-2,-3 0 4,1 0-2,-1 0 1,0 0 0,3 0 1,4 0 6,1 0 2,4 0-8,-2-7 6,-3-5-8,2-1-1,-5 1 2,6-2-3,-4-2 0,5 0 1,-6-2-1,6 0 0,0-2-1,-6 4 1,8 0 0,-2-4-2,-1 3 1,-3 2 0,5 1 0,-8 1 1,4 6-1,-6 3 0,2-1 1,-4 3-2,5 2 1,-5 0 0,2 0-3,-2 0 2,0 0-6,0 0-17,0 0-87,0 0-105,0 7-277</inkml:trace>
  <inkml:trace contextRef="#ctx0" brushRef="#br1" timeOffset="406552.3276">9221 14766 673,'0'0'111,"0"0"3,0 0-94,0 0-20,0 0-10,0 0 9,0 0 1,-33 53 2,21-26 18,-1 2 1,-2 0 8,-10 3 4,5-6-12,-2-1 3,4-1 3,3-6-9,5-4-6,6-3-6,2-8 3,2-1-9,0-2 6,0 0 8,0 0 17,0 0 11,0-18-10,8-3-28,11-4-2,-3-3-1,3-2-1,6-3 1,-5-2-1,2 9 1,-2 4 0,-7 8-1,-1 2 0,-6 4 0,3 1 0,1 3 0,-4 3-1,-2 1 0,5 0-5,1 1 0,-3 20 3,7 1-2,2 4 5,-3 1 1,1 0-1,-3-1 1,-5-1 0,3-8-1,-6 3 0,-3-6 0,2 0 5,3-4-5,-3-2 0,-2 0-5,0-2-31,0 1-109,0-6-60,0-1-222</inkml:trace>
  <inkml:trace contextRef="#ctx0" brushRef="#br1" timeOffset="406987.6382">9130 14955 660,'0'0'136,"0"0"-72,0 0-43,0 0-13,0 0-8,0 0 2,95-12 3,-66 12-5,-2 0 1,-2 0-1,-7 0-23,-1 0-326</inkml:trace>
  <inkml:trace contextRef="#ctx0" brushRef="#br1" timeOffset="407844.1608">9698 15005 529,'0'0'192,"0"0"-68,0 0-95,0 0-28,0 0-1,0 0 0,0 20 0,0 1 17,-2-6 16,-4 2-18,-4-2-3,-3-3-4,-1 5-5,-5-3 1,-2-5-4,11 1-148</inkml:trace>
  <inkml:trace contextRef="#ctx0" brushRef="#br1" timeOffset="408863.7445">10325 14793 311,'0'0'191,"0"0"-87,0 0-35,0 0-17,0 0-14,0 0 3,0-5-9,0 5 11,0 0-4,0 0-7,0 0-13,0 0-4,0 0-3,0 0-2,0 0-2,0 0 1,0 0-4,0 0 5,0 0 0,0 0 7,0 0-5,0 0-1,0 0-4,0 0-2,0 0 0,0 0-3,0 0 0,0 0-1,0 0-1,0 0 1,0 0 1,0 0-1,0 0-1,0 0 2,0 0-2,0 0 1,0 0-1,0 0 1,0 0 0,0 0-1,0 0 1,0 0-1,0 0 0,0 0-1,0 0 0,0 0-6,0 0-178</inkml:trace>
  <inkml:trace contextRef="#ctx0" brushRef="#br1" timeOffset="409364.6395">9937 14819 124,'0'0'461,"0"0"-327,0 0-69,0 0-37,0 0-21,0 0 4,71-3-3,-40 2 10,-1 1 1,7-3 6,-6 0 7,-2 1-4,-2 2-1,-2-2-2,-1 2-7,3-3-2,-6 3-9,-1 0-3,-5 0-1,-6 0-1,-3 0-2,3 0 0,-2 0 0,6 0-2,0 0-8,-1 0-43,-8 0-126,-4 0-124</inkml:trace>
  <inkml:trace contextRef="#ctx0" brushRef="#br1" timeOffset="409810.9833">9881 14962 292,'0'0'239,"0"0"-139,0 0-59,0 0-11,0 0-5,0 0 8,0 5 1,15-5 8,6 4 10,1 0-11,7-4-12,0 0-5,7 0-2,-1 0 1,5 0-3,-1 0 9,-4 0-11,1 0-7,-7 0 3,-7 0-2,-1 0-1,-4 0-6,-11-2-5,4 2 1,-6 0-1,3 0-8,-3 0-49,-2 0-135,5 0-237</inkml:trace>
  <inkml:trace contextRef="#ctx0" brushRef="#br1" timeOffset="411104.6702">10069 14684 23,'0'0'440,"0"0"-323,0 0-28,0 0-9,0 0-26,0 0-15,0 0 1,0-16 13,0 14-14,0 2-12,0 0-7,0 0-6,0 0-8,0 0-6,0 6-6,0 16 6,0 6 10,0 4 1,0 1-3,0 1-3,0-2-1,0 2 2,-3-3-2,-8 4 7,4-5-2,-2 0 5,3-2 0,-1-3 1,5-4-8,0-4 5,2-4-6,0-6-5,0 1 7,0-7-8,0 2 3,0-3-3,0 0 1,0 0 0,0 0-1,0 0-21,0 0-103,0 0-129</inkml:trace>
  <inkml:trace contextRef="#ctx0" brushRef="#br1" timeOffset="411764.3479">10310 14718 368,'0'0'108,"0"0"-28,0 0-61,0 0-4,0 0 18,0 0 32,-1-4 20,1 4-21,0 0-20,0 0-13,0 0-15,0 0-2,0 0-3,0 0-1,0 0-4,0 0-6,-2 0 2,-7 16 5,5 5 6,-6 3 1,4 3 2,-1 0-4,5 5 2,-2-2 6,2-3-4,-6 2-2,6-1 1,-9-2 4,5-2-2,-6 2 2,-2-4-4,3-4-3,7-4-6,-1-2 1,1-5-5,4-7 0,0 3-1,0-3 1,0 0 1,0 0-3,0 0-11,9 0-173,6-8-576</inkml:trace>
  <inkml:trace contextRef="#ctx0" brushRef="#br1" timeOffset="414893.4328">10755 14776 110,'0'0'439,"0"0"-365,0 0-17,0 0-25,0 0-20,0 0 12,13-24 34,-13 23 9,0 1-15,0-2-18,0 2-14,0 0-12,0 0-1,-2 0-3,-9 0 1,7 0 6,-6 0-7,-3 0 5,7 5-2,-6 3 0,3 5 3,3-1-5,-7 1 0,10 6 2,-6-1-1,5 2-2,2 0 4,0 0-6,2 1 7,0 0-4,0-1-3,0 0 6,6-4-6,7-3 4,1-4 0,-1-1-2,5-4 5,-3-2-4,6 0-1,0-2 0,-3 0 1,5 0-1,-5 0 1,-5-8-1,3-4-1,-4-2 5,2-2-4,-4 0 0,-4 2-2,-6-2-1,2 2 0,-2 0 1,0-3 0,0 2 0,0-4 2,-6 6-1,-6-3 0,-2 6-3,2 3 0,-4 2-2,-2 3 0,-4 2-1,-2 0-9,1 0-20,6 0-50,3 7-88,14 2-162</inkml:trace>
  <inkml:trace contextRef="#ctx0" brushRef="#br1" timeOffset="415633.9655">11306 14826 163,'0'0'437,"0"0"-300,0 0-66,0 0-27,0 0-17,0 0 4,2-38-2,-2 38-16,0 0 6,0 0-5,0-1 2,0 1-8,-7 0-1,-2 0 2,-4 0 0,-1 0-2,1 6 8,2 3-3,-1 1 2,6 1-5,-3-1-1,5 2-1,0 1-7,-4 1 5,8 1 0,0 2-3,0-3 3,0 5 0,0-3-2,0-2-1,0 4-1,0-4 1,0 0 2,10-4-4,-2-2 3,3-5 0,3 3 6,3-6-3,4 0-1,-3 0 2,-3 0-4,1 0-2,-1-15 6,1 1-1,-3-4-3,-2-2 0,-1-3 1,-6 3 1,-4-1-5,0-1 2,0 2 1,0 2-1,-14 3 0,1 7-1,-5 3-1,1-1 0,-6 6-2,3 0 1,-2 0 0,4 0 1,3 1-4,1 9-16,5 5-61,7-5-173,2-4-589</inkml:trace>
  <inkml:trace contextRef="#ctx0" brushRef="#br1" timeOffset="416361.5835">11713 14729 573,'0'0'77,"0"0"101,0 0-137,0 0 6,0 0-13,0 0-1,0-18-4,0 18-12,0 0-9,0 0-4,0 15-3,0 13 22,0 6 34,0 4-10,0 1-20,0-3-15,0-4 2,0-3-5,0 0-9,0-5 3,0-2 1,0-4-4,0-4 0,0-4-39,0-7-156,0-3-222</inkml:trace>
  <inkml:trace contextRef="#ctx0" brushRef="#br1" timeOffset="417056.7059">11826 14897 565,'0'0'100,"0"0"-5,0 0-66,0 0-18,0 0-7,119-25-4,-108 22 2,-10-1 3,2 0-2,-3-2 4,0-3 19,0 2-17,-3-6-9,-2-1 0,-4 0-1,3-1 1,-4 0 0,0-1 0,7 3 0,-1-1 1,1 1 0,-1 5 3,4 4 3,0 0 21,0 4 5,0 0-2,0 0-7,0-2-1,0 2-6,0-3-4,0 3-9,0 0 3,7 0 1,-3 0-2,5 0 0,-5 0-4,6 5-2,-4 10 5,3 4 0,-5 3-4,0 9 7,2-2 5,-6 4 13,1-1-2,-1-2-6,0-1 1,0-3-10,0-1 1,0-4-10,0 0 1,0-3 3,0-2-4,0-4 0,0-1 3,0-4-3,0 1-1,3-4-76,-1 3-128,5-6-217</inkml:trace>
  <inkml:trace contextRef="#ctx0" brushRef="#br1" timeOffset="428970.5106">17197 3439 321,'0'0'109,"0"0"-10,0 0-47,0 0-25,0 0 0,0 0 17,0 0-13,0 0-17,-2-34-6,2 34 4,2-2-2,7 2-4,-3-3 2,8 1 1,7 0-5,-1 2 0,12 0-1,7 0-2,1 0 1,4 0 0,1 0 0,7 0-1,-6 0 0,-3 0 3,-2 0 0,-5 0-4,2-4 6,-5-1-6,6 0 3,-6 2-1,3-2-1,-3 3-1,7-1 0,1 1 1,3 2 0,3 0-1,-1 0 1,2 0-2,-11 0 2,1 4-1,-7-3 0,1 4 0,6-1 0,-9-3 0,4 4 2,5-3-2,2-2 2,-3 0-2,2 0 1,-6 0-1,-4 0 3,-4 0-2,-1 0 1,-8-2 1,-1-3-2,-1 5 1,-2 0-2,7 0 0,6 0 1,2 0-1,6 0 1,7 0 2,-5 0-2,1 2 1,-10 5 0,-7-3 2,-6-1-2,-9-1 1,-2 1 4,-2-1 5,0 0 7,0 0-2,0-1 0,0 2-7,0-3-2,0 0 0,0 0 6,0 0 1,0 0-4,0 0-2,0 0-6,0 0-3,0 0-2,-19 4-7,-17-4-107,-4 0-195</inkml:trace>
  <inkml:trace contextRef="#ctx0" brushRef="#br1" timeOffset="435807.0446">7686 15552 287,'0'0'241,"0"0"-188,0 0 25,0 0-30,0 0 3,0 0-13,0 0-4,0 0-3,6-9-1,-6 4 4,0 5 2,0-1-10,0-2 2,0 2-10,0 1 13,0-4 0,0 4-12,-2-3-8,-2 1-11,-4-2 1,0 4-1,1 0 0,-7 0 0,8 0 1,-3 0-1,3 0 1,-4 0 2,-1 0-3,3 0 2,-4 0-2,1 4 4,0 2-3,2 2-1,-2 1 1,2-1 2,-5 3-2,6 2 0,-3 3-1,-1-3 1,1 2-1,7-1 0,0-2 1,2-2-3,-4 0 2,6-2 0,0 2 1,0-2 0,8 2 5,0-3 2,5 2-3,1-1 5,-1-2-5,3-3-1,-3 3 1,8-3-1,-2-3 2,1 2 3,3-2-7,-6 0-1,-1 0 0,-5 0 0,1 0-1,-8 0 0,4 2-14,-1-2-78,5 0-150,-1 0-560</inkml:trace>
  <inkml:trace contextRef="#ctx0" brushRef="#br1" timeOffset="436790.4107">7900 15526 532,'0'0'107,"0"0"27,0 0-93,0 0-4,0 0-8,0 0 17,13-22-24,-11 20 5,-2 2 3,0 0-10,2 0-7,-2 0-13,0 0-3,0 0-4,4 9 0,4 6 7,-4 4 6,0-3-4,3 6 1,-3-2 8,-2-4-8,-2 6 4,0-4-1,0 3 1,0-1-1,0-3 1,0 1-3,0-4 1,0-5 5,0 0-4,0-6 3,8 0-6,-6-1 4,2-2 5,3 0 5,1 0 7,4 0-4,1 0-6,5 0-2,-3 0-3,6 0-7,-6 0 1,-1 0-3,-6 0 1,6 0 0,-3 0 0,-7-2-2,4 2 1,-5-3 0,-3 3 0,0 0-6,3 0-77,1 0-125,1 0-214</inkml:trace>
  <inkml:trace contextRef="#ctx0" brushRef="#br1" timeOffset="437906.5955">8359 15516 421,'0'0'209,"0"0"-84,0 0-67,0 0-43,0 0 1,0 0-3,-6-5-2,6 5-1,0 0-5,0 0 3,0 0 1,0 13 20,-1 1 12,-1 9-10,-3-1-7,-2-2-8,5 2 0,-1-2-4,2-2 2,1-4-8,0 4 4,0-6-6,0-2 4,0 0-5,0-4 2,0-4-4,0 4 7,0-2-8,0-4 3,0 0 1,0 0 1,0 0 6,0 0 3,0 0 3,0 0-8,0 0-1,0 0 3,0 0-1,0 0 1,0 0-8,0-10-1,0 0-1,0-3 1,0-6-1,0 1-1,0 0 1,0 3-1,0 6 0,-2 1 0,2 2 0,0 2 0,0-3 0,0 2 1,0-3-1,0-3 0,3-3 0,14-1 0,5-6 1,2-1-1,3 0-1,2 2 1,-2 4 0,-10 3-1,6 4 0,-8-1 1,-3 8-1,-6-2 0,1 4 0,-4 0-1,1 0-3,-2 0-6,4 6 7,-1 13 0,-5 1 2,0-1-2,0 8 2,-5-5 2,-12-1 0,-7-2 0,-5-4-1,-1-3 1,2 0 2,-1-1 0,4 1-2,-2-2 1,12-2 0,1-3-1,8-2 0,1-3 0,5 0 2,0 0 5,0 0 0,7 0 0,11 0-7,4 0-2,2 0 2,3 0 0,0 0 0,2 0-2,0 2 0,7 10 2,-3-3-1,-4 2 2,-9 1-2,0-3 1,-6 2-2,-8-1-1,1-2-1,-6-2 2,4 0 2,-5-1-3,10 0-14,-2-3-106,3-2-122</inkml:trace>
  <inkml:trace contextRef="#ctx0" brushRef="#br1" timeOffset="440824.4309">9241 15441 600,'0'0'126,"0"0"22,0 0-74,0 0-38,0 0-14,0 0-15,0 0-3,-2-9-1,2 9-1,0 0 0,0 14 0,0 6 28,0 8 28,0-2-14,0 9-9,0-3-13,0 0-6,0-2-5,-4-2-1,0-5-4,-4 0-2,8-5-2,0-3 0,-2-4-1,2-3-1,0 0 3,0-7-3,0 2 0,0-3 1,0 0 2,0 0 0,0 0 1,0 0-3,-2 0-1,2 0-1,-3 0-8,3 0 4,-6-3-10,4-11-10,-2-3 5,-4-1-9,8-2 8,0 3 10,0-4 4,0 7 6,0-4 1,0 0 0,0-1 0,0-1 1,0 2 0,0-2 1,0 3-1,0-1 2,10 2-1,0-3 0,5 3 3,-5 5 0,9-1-3,-4 1 3,-2 3 3,3 1-6,-1-2 7,1 3-6,-1 4-1,-1-1 0,-3 3 2,-4 0-4,0 0 0,-1 0-5,-4 0 3,7 3-3,-5 14 1,-1-2 4,4 3 0,-7 0 0,0 0 0,0 0 1,0-1-1,-14 1 3,-1-3-1,-3 2-2,-2-3 2,2-1 0,2-2 0,-1-3 0,-4-4 2,4 2 0,-1-3-2,3 0 4,0-1-6,5-2 2,-4 0 0,3 0-2,6 0-30,-1 0-139,6 0-233</inkml:trace>
  <inkml:trace contextRef="#ctx0" brushRef="#br1" timeOffset="441491.9049">9598 15422 417,'0'0'130,"0"0"-38,0 0-21,0 0-13,0 0-12,0 0 9,-4-24 8,4 24-14,0 0-21,0 0-16,0 0-5,0 0-7,0 2 0,0 16 13,0 5 32,0 0-5,2 5 0,0 0-11,3 2-8,-5-1-3,2-3 0,0 0-10,-2-3 3,1 0-2,-1-5-7,0-1 2,0-6 0,3-1 0,-3-2-2,0-2-2,0-4 2,0 2-2,0 1 1,0-2-2,0 1 1,0-2-48,0 1-146,0-3-148</inkml:trace>
  <inkml:trace contextRef="#ctx0" brushRef="#br1" timeOffset="442037.2926">9875 15625 919,'0'0'183,"0"0"-29,0 0-121,0 0-10,0 0-12,0 0-8,-6-8 1,6 8-4,0 0 0,0 0-9,0-2-87,16-2-439</inkml:trace>
  <inkml:trace contextRef="#ctx0" brushRef="#br1" timeOffset="443960.7088">10041 15537 498,'0'0'126,"0"0"-3,0 0-78,0 0-21,0 0-5,0 0 10,-6-22 20,6 14 1,0 0-17,0 1 1,0-1 8,0 3-10,0-4 1,4 3-3,5-1-11,0-2-7,9 2-6,-7 0-4,2 3 1,-2 3-2,3-2 2,-10 3-1,7 0 3,0 0-5,1 0 0,-3 0 0,2 10 0,2 0 0,-3 5 0,-6-1-3,-3 1 2,-1-1 0,0 1 1,0-4-1,0 4 1,-11-1 1,-4 2 0,-1 0-1,-3 0 3,-2 0-3,3-2 0,5 3-2,0-6 2,9-1 4,-1-2-4,-2-2 0,7 0 0,-2-3 0,2-1-1,0 3 1,0-1 0,0-1 1,0 0-1,0-1 0,0 2 0,0-4 0,0 2 1,0-2 3,3 0 0,10 0-2,0 0 0,-2 0 1,3 0-2,-6 0 1,11 0 0,-9 0-1,9 0 1,-5 0-2,3-6 3,-2 6-1,3-5-1,-3 2 1,10 1 0,-7-2 0,2 1 1,-2 1 3,-5 2 0,-6-3-6,2 3 6,-5 0-3,3 0 1,-3 0-4,-2 0 1,1 0-1,2 0-1,-5 0 1,0 0-2,0 0-1,0 0-12,0 0-68,0 0-196</inkml:trace>
  <inkml:trace contextRef="#ctx0" brushRef="#br1" timeOffset="460593.2216">16956 6882 365,'0'0'110,"0"0"-64,0 0-19,0 0 1,0 0-18,0 0-3,0 0 14,0 0-6,0-10 1,0 10 9,0 0-9,0 0-5,0 0-4,0 0-5,0 0 0,0 0-2,0 0 2,0 0-2,0 0 0,0 0 0,0 0 1,0 0-1,0 0 1,0 0 5,-2 0 3,-5 0 2,-4 0 8,-2 0-3,-4 2-3,7 2-1,-5 0-2,-1-3-6,1 2 3,1-1-1,1-2-2,-5 2 1,3 0-4,-6 1 1,5-3 1,-1 3 2,3-1-3,-2 0-1,1 0 1,2 1 0,-1 2 0,1-3-2,0-2 2,-1 2-1,1-2 2,-5 0 1,1 0 1,-4 0 6,3 0 0,5 0 5,-1 0-8,6 0-5,-3 0 0,1 0 0,8 0-2,-2 0-1,4 0 3,-7 0 0,3 0-1,-5 0 0,-7-2-1,-4 0-1,-16-3 1,-1 4-1,-3-3 2,3 2 1,16 0 6,-3-1-4,9 3-2,4 0-2,5 0 0,6 0-1,-2 0 1,0 0 0,-6 0 0,4 0-1,-9 0 0,-3 0-2,-7 0 2,6 0 0,-3 0 0,2 0 1,0 0-1,5 0 0,-1 0 3,1 0-3,-3 0 0,1-5 5,-1 3-5,5 0 1,-2-1 0,-5 3-1,0 0 0,-6 0 0,4 0 0,-1 0 1,6 0-1,9 0 0,-4 0-1,8 0 2,0 0-1,-5 3 0,1-1-2,-6 2 2,-1-1 1,-3 2-1,-2-3 0,-4 2-1,0-1 2,-3 2-2,-1-3 2,4 2-1,-3-4 1,-2 0 0,-2 0-1,10 0 0,0 0 2,6 0-1,1 0-1,-9 0 1,5 0 0,-13 0-1,-4 0 0,-5 0 0,-1 0 0,6 0 1,14-2-1,-2 0 1,3 0 1,-6 2 0,4 0 1,2-2-2,0-3 1,11 5 3,-4-1-4,7 1 5,1 0-4,-3 0-2,3 0 0,3-2 0,0 2 3,0 0 2,0-2 0,0 2 5,0-2 1,0 2-1,0-2 5,-4-1 2,-5 3-2,3-5-15,-13 1 0,0 1-1,-8 2 0,-4 1-1,0-2 0,6 0 4,7-1 0,7 3-2,2-1-1,2-1 0,5 2 1,0 0 0,-3 0 0,1 0 0,0 0 0,-4 0-3,5 0 1,0 0 2,-2 0 0,3 0-1,2 0 1,-2 0-1,2 0 1,0 0-5,0 0-4,14 0-11,10 0-117,5 0-140</inkml:trace>
  <inkml:trace contextRef="#ctx0" brushRef="#br1" timeOffset="478702.5522">15567 6941 98,'0'0'181,"0"0"-116,0 0 30,0 0-27,0 0-33,0 0-8,0 0 5,12-7-3,-12 7 12,0 0-16,0-2-10,0 2-2,2 0-5,-2 0-6,0 0 8,0 0-5,0 0 2,0 0-3,0 0-2,0 0 1,0 0-3,0 0-8,0-5-61,-4-8-334</inkml:trace>
  <inkml:trace contextRef="#ctx0" brushRef="#br1" timeOffset="479203.9025">15619 6900 51,'0'0'35,"0"0"-34,0 0-1,0 0-57</inkml:trace>
  <inkml:trace contextRef="#ctx0" brushRef="#br1" timeOffset="479768.3335">15619 6900 466</inkml:trace>
  <inkml:trace contextRef="#ctx0" brushRef="#br1" timeOffset="479802.3372">15619 6900 466,'-16'4'45,"16"-8"2,0 2-16,0 2-31,3 0-12,8 0-214</inkml:trace>
  <inkml:trace contextRef="#ctx0" brushRef="#br1" timeOffset="479834.3646">15675 6882 293,'0'0'27,"0"0"-27,0 0-235</inkml:trace>
  <inkml:trace contextRef="#ctx0" brushRef="#br1" timeOffset="482917.7845">7748 16323 268,'0'0'447,"0"0"-432,0 0-3,0 0-5,0 0-6,0 0 1,0 0 19,27-18 16,-27 15 0,0 1 5,0 2 7,0-2-5,0 2-8,0 0-8,0 0-8,0 0-5,0 0-8,0 0-5,0 0 1,-10 0-3,-5 0-4,-3 0 4,3 0-1,-3 7 0,-1 3-1,4-2 2,-1 3-2,3-2 2,0-1 0,6 2-1,-2-2-2,9-4 2,0 0-1,-2-3-1,2 2 2,0-3-1,0 0 1,0 4 1,0-2-1,2 6 1,12-2 3,5 0 0,1 0-2,-2 0 0,7 2 3,-7-2-4,7 4 0,-8-4-1,6 4 1,-5-2 0,-3 2 0,-4-4 0,-4 0 0,0 4 1,-5-1-1,-2 0 0,0-1 1,0 8 0,-5-2-1,-13-3 4,5 2 4,-6-5-1,7-2-1,-4-1 7,1-4 2,-3-1 10,-3 0 4,4 0-7,-1 0-12,3 0-2,1 0-5,5 0-2,7 0 0,2 0-1,0 0 0,0 0-18,0 0-97,0-1-151,11-10-243</inkml:trace>
  <inkml:trace contextRef="#ctx0" brushRef="#br1" timeOffset="483578.2541">8047 16383 602,'0'0'128,"0"0"-4,0 0-87,0 0 17,0 0-13,0 0-9,0-25-9,0 25-14,0 0-9,0 0-5,0 11-5,0 7 10,0 4 5,0 5 7,0-1 8,-6 1 4,-3-1-1,-1-1-8,6-4-7,-1-3 1,0-2 1,5-1-7,-2-8 2,0-2-4,2-3-1,0-2 4,0 0 3,0 0 2,0 0 7,-2 0 16,0 0 13,-6-2-26,3-15-16,-5-1 2,4 0-3,-1-4-1,5-2-1,2-2 1,0 0 1,0-4-2,2 2 0,11 0-1,2 4 1,-1 2 0,0 6-1,-2 2 1,3 3-2,2 1 1,6 6-3,-1-1 1,4 0 2,3 1 2,-2 4-4,-4 0 3,-5 0-33,-7 0-122,-9 4-178</inkml:trace>
  <inkml:trace contextRef="#ctx0" brushRef="#br1" timeOffset="486744.3096">8029 16485 372,'0'0'194,"0"0"-163,0 0 43,0 0-50,0 0 14,0 0-15,0 0 10,87-18-9,-74 16 3,0-1 5,-3 3-4,4-3 2,0 1-10,-3 2-1,1 0-10,-6 0-6,7 0-2,1 0 0,-3 0-1,1 0 0,-8 0-3,-2 0-26,-2 5-91,0 0-198</inkml:trace>
  <inkml:trace contextRef="#ctx0" brushRef="#br1" timeOffset="487249.5555">8016 16617 420,'0'0'91,"0"0"-30,0 0-18,0 0-8,0 0-3,0 0 35,13 10 44,18-10-31,9 0-25,2-12-21,3 0-9,0 0-10,-4 0-6,0 4-7,-8 1-1,-8 2-1,-5 3 0,-5 2-15,-1 0-101,-3 0-195</inkml:trace>
  <inkml:trace contextRef="#ctx0" brushRef="#br1" timeOffset="487898.0016">8525 16274 478,'0'0'89,"0"0"-41,0 0-12,0 0 0,0 0 23,0 0-5,12-48 5,-12 47 18,0 1-36,0 0-3,0 0-25,0 0-6,0 0-7,0 0 2,0 0-1,0 0-1,0 0 1,0 0-1,0 0-1,0 10-6,0 13 7,0 5 0,0 6 7,-4 2 7,1-2-6,3-1 5,0-7-4,0-1-2,0-4-1,0-5 4,4-2 0,-1-2-4,4-4-1,-5-6-3,-2 3 1,0-5-1,0 0-1,0 0 4,0 0 2,0 0 3,0 0 3,0 0-13,0-5-48,0-9-223</inkml:trace>
  <inkml:trace contextRef="#ctx0" brushRef="#br1" timeOffset="488444.4378">8376 16307 105,'0'0'319,"0"0"-228,0 0-26,0 0-36,0 0 17,0 0 1,-24-10 11,24 10-2,0 0-24,0-2-8,0 0 0,20-3 9,4 1-22,16-1 8,1-4 4,3 0-4,3 0-4,2-3-4,-4 2 2,-13 3 1,-2 0 2,-15-1-3,-5 8-2,-8-2 2,-2 2-9,0 0-4,0 0-4,0 0-5,0 0 2,-4 6 5,-6 7-30,6-3-82,2-3-244</inkml:trace>
  <inkml:trace contextRef="#ctx0" brushRef="#br1" timeOffset="490418.4383">8909 16238 682,'0'0'111,"0"0"-35,0 0-44,0 0-1,0 0 3,0 0-4,0-3-4,0 3-14,0 0-9,0 9-2,0 12 0,0 2 13,0 4 9,0 1-2,0-2-7,0 2-4,0-6 1,0 0-4,0-4 3,0 0-4,0-6 0,0 2-4,0-4 2,0-3-3,0-4 0,0-3-1,0 0 2,0 0 0,0 0 13,0 0-1,0 0-3,0 0-4,0 0-2,0 0-4,0-6-1,0-3 0,0 2 0,0-5 0,-2 2 0,0-4 0,0-2 2,-3-2-1,5-4 0,0 3-1,0-2 0,0 3 0,0-1-1,0 2 1,0 0 0,0 2 2,9-2-2,2 3 0,1-1 0,3 1-4,3-1 4,-1 1-1,8 2 1,-5 2-2,3 3-1,-8 2 3,-4 3-1,-4 2-4,0 0-1,-1 0-3,-4 14 4,-2 12 1,0-1 4,0 1 0,0-5 1,-2-3-2,-11 1-1,1-3 2,4-5 0,-3 1 0,-1-3-1,6-3 1,-3-4 1,7 0 0,0 0-1,-2-2 2,4 0-1,0 0 0,0 0 7,0 0-6,0 0 3,0 0 0,0 0 2,0 0-2,0 0-3,10 0-2,10-4 0,0-3-2,-2 2 1,4 0 0,-4 5-2,-7 0 2,1 0-2,-6 0-1,1 0-5,0 0 8,2 12-4,-3 3 5,1-1-1,-3 3 1,0 2 0,-4-1 0,6 0 0,-6-3 0,0 5 0,0-6 1,-10 1 0,-6-1 0,-6-4 3,4 0 0,1-1-3,-1-6 2,0-1-2,9-2 5,-4 0 6,0 0 5,1 0-5,-1-2-2,1-1-10,4-2 0,-3 3 0,-3 0 0,3 2-16,3 0-75,0-3-144,8-4-394</inkml:trace>
  <inkml:trace contextRef="#ctx0" brushRef="#br1" timeOffset="491430.1219">9899 16142 346,'0'0'272,"0"0"-127,0 0-58,0 0-28,0 0 7,0 0-2,0-34-4,0 34-13,0 0-3,0 0-30,0 0-14,0 12-10,0 13 10,5 2 4,0 7 6,3-2 2,-2-1 5,-4-2-4,1 0-8,-3-1 6,0-5-4,0 0-1,0-5-3,-3-1-2,-1-4 1,-5 0-1,5-1 0,2-5-1,-5-3-14,4-4-74,3 0-99,-4 0-105</inkml:trace>
  <inkml:trace contextRef="#ctx0" brushRef="#br1" timeOffset="491989.5216">9708 16203 507,'0'0'85,"0"0"78,0 0-115,0 0-6,0 0-13,0 0 14,55-33 1,-24 28 9,2-2-17,8-1-5,0 3-15,2-4 6,-2 6-3,-8-4-7,-4 1 1,-15 5 5,-1-5-6,-9 6-1,0 0-5,-4 0-5,0 0-1,0 0 0,0 0-6,0 0-2,0 13-1,0-1-64,-4 0-68,4 3-117</inkml:trace>
  <inkml:trace contextRef="#ctx0" brushRef="#br1" timeOffset="492816.0476">10250 16168 516,'0'0'253,"0"0"-153,0 0-48,0 0-42,0 0-10,0 0-9,-3 9 9,-2 14 5,5 5 15,-2 2 6,2 0 5,0 5-9,-4-7-6,2-2-3,-6-4-7,4-5 4,0-2-6,-4-5 0,8-6-2,-1 0-1,1 0 0,0-4 0,0 0 3,0 0 6,0 0 4,0 0 7,0 0 30,0 0-16,0-4-26,0-4-8,0-6-1,-2 3 0,2-1 1,-2-5-1,2-1 1,0 4-1,0-2 0,0-4 0,0-1 0,0-3 1,2-1 0,11-1 0,3-3-1,-2 1 0,5 0 0,2-2 0,-1 2 0,6 6 0,-4 2 0,2 11-1,-1 0-4,-3 6 2,5 3 0,-6 0 0,3 5-3,-3 14 4,-8 4 2,-7 3-2,-4 4 2,0-2-3,0 1 3,-6-6-1,-17 2 1,-4-6 0,-2-1 1,0-4-1,3-2 0,4 0 0,-1-1 0,6-6 0,4-1 1,3 1 1,8-3-2,0-2 0,2 0 0,0 0 2,0 2-1,0-2-1,0 0 0,0 8-7,4-2-2,19 2 9,3 6 2,3-4-1,4 2 3,7 0-4,0 4 2,-6 0-2,-3-2 2,-8 0-2,-11-6 0,-6 2 0,-2-2-8,-4 2-132,0-6-133</inkml:trace>
  <inkml:trace contextRef="#ctx0" brushRef="#br1" timeOffset="494708.9641">10855 16288 110,'0'0'471,"0"0"-349,0 0-22,0 0-38,0 0-9,0 0-23,0 0-12,-42-14 11,28 14-7,1 0-7,-3 0-1,1 0-4,1 12 1,-1 0 3,1 1-6,8 3 5,-1-2-9,5 0 4,2 0-5,0 0 2,0 0 1,0-2 0,0 6 3,0-4-2,4 0-1,5-2 0,1-2 0,-4-2-2,7 1 6,1-6-4,1 1 6,8-4 7,-1 0 1,2 0-13,-4 0 2,5 0-4,-7-2-3,-3-8 4,3 2-2,-2-6 1,-2 2-2,-6-2-2,3 0-1,-10 0 2,8 0-1,-7 2 1,-2 2-2,0-2 0,0-2 0,-14 4 1,-3-4 2,-6 2-3,3 2 0,-3 2-1,6 4 1,1-1-3,1 5 2,1 0-1,-1 0 1,-4 0 1,4 5-8,1 4-34,8 0-161,4-4-333</inkml:trace>
  <inkml:trace contextRef="#ctx0" brushRef="#br1" timeOffset="550974.8307">916 11543 378,'0'0'309,"0"0"-265,0 0 69,0 0-51,0 0 0,0 0 2,0 0-26,17-71 1,-17 71 5,0 0-15,0 0-14,0 0-13,0 10-2,0 16-16,0 6 16,0 6 5,0-2 1,0 0 3,0-2-3,0-6-5,0-1 3,0-8-3,1-2 1,4-5-2,-1-1 2,2-2 1,-2-2 1,3-2-4,-5-1-27,2-4-122,-4 0-55,0-2-323</inkml:trace>
  <inkml:trace contextRef="#ctx0" brushRef="#br1" timeOffset="551522.4194">681 11532 306,'0'0'333,"0"0"-265,0 0-8,0 0-13,0 0-19,0 0-6,-2-18 4,2 18 2,0 0 20,0-3-9,9 0-24,18-5-7,4 2 2,9 0-3,7-2 3,4 0-4,-1-2-1,-2 2-2,-6 2-1,-1-3-2,-11 2 4,5-2-4,-14 4 4,-5 1-4,-9 2 0,-6 2-8,-1 0-26,0 2-122,0 10-136</inkml:trace>
  <inkml:trace contextRef="#ctx0" brushRef="#br1" timeOffset="552094.8269">1390 11437 738,'0'0'75,"0"0"-16,0 0-45,0 0-14,0 0-12,0 0 2,5 27 9,-5 1 1,0 2 9,0 3 3,0 2 7,0 1-3,0-2 2,0-4-7,0-2 2,0-3-4,0-5-4,0-4-3,0-6 2,0-5-2,0-1 0,0-4 4,0 3-5,0-3 4,0 0 11,0 0 2,0 0 11,0 0 39,0 0 7,0-12-36,0-4-25,0-6-6,0-7-5,-5-3 3,1-6-5,-1 0 0,3-7 5,2 2-3,0-1-3,0 1 0,7 9 0,2 8 0,6 8 0,4 3-2,-2 4 2,3 1-2,0 6-4,2 4 4,-1 0 0,1 0 1,-5 0-4,8 11 2,-1 7-2,-2 1-10,-1 0-28,-5 3-60,-10-2-52,-6-2-59,0 2-254</inkml:trace>
  <inkml:trace contextRef="#ctx0" brushRef="#br1" timeOffset="552642.9719">1433 11717 682,'0'0'166,"0"0"-93,0 0-26,0 0-35,0 0-3,0 0 4,135-35-6,-107 29-2,-4 1-3,-8 2-2,-1 3-2,-6 0-41,-7 0-235</inkml:trace>
  <inkml:trace contextRef="#ctx0" brushRef="#br1" timeOffset="555925.4222">1880 11644 559,'0'0'30,"0"0"58,0 0-50,0 0 4,0 0-12,0 0 4,2-54 8,-2 50 4,0 4 4,0 0-8,0 0-21,0 0-2,0 0-3,0 0-5,0 0-3,0 0-2,0 0 2,0 0-3,0 0-5,-6 0 2,-5 0 1,-3 8 2,3-1-1,-2 5 3,-3-1-2,3 3 0,-3 0 1,3 1 2,1-2 3,4 0-6,-1-3 1,5-1-2,0 1-1,1-2-2,3 2 0,0 1 0,0 1 0,0-2 0,0 2-1,0-3 0,0 4 0,0-1 1,0 0-1,5 0 2,1-2 2,3 0-4,-1-4 2,2 2-2,0-4 3,4 0 2,0 0-3,-3 0 0,0-2 2,2-2 0,-2 0 0,1 0-1,-1 0-1,-3 0 1,8 0 3,-5 0-3,3-6-1,-5 0 0,-1-2 0,4 0 0,-1-2 1,-2 0-3,2-3 1,0 2 1,-2-3-2,0-1 1,2 4-2,-4 1 1,-3 4 0,-1 0 0,-3 1 0,0 2 2,0 1 0,0-1 0,0-2 4,0-1-5,0-2 3,0-3-3,0 1 3,0 2-2,0 2-2,0 1 3,0 0 0,0 1-3,0 0 2,0 1-1,0 1-1,0-2 0,-5-1 2,-2 2-1,5 0-1,0 1 1,-1 0-1,3 0 2,-6 0-2,4-2 1,-2 4 1,1-2-1,-2 2 3,3 0-2,0 0 2,-2-2-1,2 2-2,2 0 2,-5 0-1,5 0 1,0 0-3,0 0-1,0 0 0,-2 0-3,-4-2-51,-6 0-237</inkml:trace>
  <inkml:trace contextRef="#ctx0" brushRef="#br1" timeOffset="569470.7492">7670 16990 514,'0'0'103,"0"0"-18,0 0-33,0 0-17,0 0-8,0 0-9,0 0 0,0 0-8,-5 0-2,5 0 0,0 0 3,0 0 5,0 0 10,0 0 3,13 0-10,16 0 0,14 0-2,-3 0-11,0-3-1,-6-4-5,-12 3 2,-7 2 1,-8 1-2,-7 1 5,0 0-1,0 0-1,0 0-4,0 0-3,-4 0-1,-9 0 4,1 0 1,6 0-1,-3 0-2,2 1 0,0 1-5,3-2 3,2 0 3,-1 0 1,3 0 0,-4 0 3,4 0 1,0 0-3,0 0 4,0 0 3,0 0 3,0 0-3,0 0 1,0 0 3,0 0-4,0 0-4,0 2-1,0 0-3,0-2-2,0 7-11,0 3-1,0 4 11,0 6 3,0-1 1,0 1 2,0-1-1,0-2 2,0 1-3,9-2 2,-5-2 0,3 5-2,-3-3 0,1-2 0,0 0 0,-1 0 3,-2-6-4,-2 4 4,0-5-3,0 0 0,0-2-1,0-5 2,0 3-2,0-1 1,0-2-1,0 4 4,0 0 2,0-2-6,-4 3 3,-8-4 2,-3 1 0,-3 2 1,-4 1 0,6 0-2,-1-5 0,5 0 0,2 0-1,7 0 2,1 0 2,-4 0 0,2 0-7,2-10-10,2 3-92,0-8-216</inkml:trace>
  <inkml:trace contextRef="#ctx0" brushRef="#br1" timeOffset="570242.2508">8172 16992 541,'0'0'116,"0"0"8,0 0-60,0 0-41,0 0 29,0 0-16,4-22-10,-4 22-13,0 0-13,0 0 0,0 0-1,0 17 1,0 2 33,0 6-4,-2 1 3,-8 8-4,6-2 3,-4-3-7,7 0-8,1-5-7,0-2-5,0-5 1,0-5-1,0-5-2,0-3 1,0-1 5,0-3-4,0 0-4,0 0-4,7 0-21,-3 0-67,-2 0-59,-2 0-97,0-9-392</inkml:trace>
  <inkml:trace contextRef="#ctx0" brushRef="#br1" timeOffset="570807.6486">8164 17052 175,'0'0'369,"0"0"-331,0 0 88,0 0-66,0 0-12,0 0 2,0 0-5,0-32 5,8 32-14,-6 0-2,0 0-7,0 0-21,5 0-6,0 4-2,8 10 2,0 5 10,1-2-3,7 2 1,-4-6 4,8 0 4,-4-1-4,-1-6-3,-7 6-2,-1-7-3,-3 6-3,-7-1-1,3 1 1,-3-2-1,-4-1 1,2 1-1,4-4-7,-6 1-69,4-6-121,0 0-371</inkml:trace>
  <inkml:trace contextRef="#ctx0" brushRef="#br1" timeOffset="571353.353">8457 16954 467,'0'0'134,"0"0"-68,0 0 19,0 0-44,0 0 6,0 0 12,0-10 3,0 10 1,0 0-30,0 0 1,0 0-14,0 0-15,0 0-5,0 6-14,0 14 14,0 4 11,0 6 10,0-2 6,0-1-10,0 5 12,-5-8-6,5-5-13,-2 4 0,0-5-5,0-1-3,2 0 0,0-7 1,0 4-2,0-6-1,0 1-35,6-9-142,3 0-259</inkml:trace>
  <inkml:trace contextRef="#ctx0" brushRef="#br1" timeOffset="572621.2189">8733 17024 150,'0'0'523,"0"0"-435,0 0-13,0 0-36,0 0 11,0 0-8,-2-12 5,2 12-11,0 0-8,0 0-5,0 0-9,0 0-14,-2 7-6,-3 10 6,5 4 22,0 4 13,0-1-16,0 1-11,0-2 3,0 4 2,0-1-8,-2-2 1,0-2-3,0 0 0,-6-4-1,6-2 1,-2-6 0,4 0-2,-2-6-1,2-4-48,0 0-121,0 0-123</inkml:trace>
  <inkml:trace contextRef="#ctx0" brushRef="#br1" timeOffset="573400.8319">8708 17079 681,'0'0'72,"0"0"25,0 0-66,0 0 18,0 0-7,0 0 2,0-106-13,0 95 15,0 2-9,7-3-13,2 1-3,6-3-12,8 2 3,-5 0 4,7 3-13,-10 7-3,-1-1-1,1 3-3,-2 0 0,0 0-4,1 5 3,0 10 1,-6 2 2,3-2 1,-9 3 0,4-4-1,-6 2 1,0-2 0,0 0 0,-15 0 2,-4 4 2,3-1-2,3-6 0,-3-3 0,5-3-1,5 0 0,5-5 1,1 3 0,0-3 7,0 0 7,0 0 1,0 0 3,0 0 0,1 0-7,12-5-12,-2 0 1,5 1 0,1-3 0,1 2-1,7 1 0,2 2 1,-8-1-1,6 3 1,-11 0-1,-3 0-4,-7 5-3,0 11 3,-4 4 4,0 4 0,0-1 0,0 0 3,-13 0-1,3-2-1,0 1 0,-3-4-1,-4 2 3,3-2-3,-7-6 0,3 5 3,3-8-1,1-4 0,1-2 4,0-3-2,-3 0 1,3 0 1,-3 0-2,1-3-2,3-6-2,-1 1-6,9 2-14,-8-2-63,12 2-118,0-6-170</inkml:trace>
  <inkml:trace contextRef="#ctx0" brushRef="#br1" timeOffset="575004.0664">9551 16978 519,'0'0'68,"0"0"90,0 0-87,0 0-28,0 0 24,0 0-6,0 0-5,-3-32 3,3 30 5,0 2-8,0 0-32,0 0-17,-1 0-7,-4 12-19,3 12 19,0 12 7,2 0 5,-2 1-3,0-3-3,-1-3-1,-4-4 1,5 1-4,-7-8 0,7-2-2,-1-4 1,2-2 1,1-6-1,0 0 2,0-4-3,0-2-15,-2 0-21,-6 0-68,2 0-50,-5-12-212</inkml:trace>
  <inkml:trace contextRef="#ctx0" brushRef="#br1" timeOffset="575604.1252">9389 16985 400,'0'0'169,"0"0"-39,0 0-51,0 0-21,0 0-2,0 0 8,0-5-10,0 5-6,0 0 0,0-2-4,0 2-10,0-4-6,15 0-15,5-4-5,9 4-6,2-4 6,5 2-3,-3 1 0,10-2-5,-5 4 5,-5-4-1,-4 3-2,-6 4 4,-15 0-4,-1 0-1,-7 0-1,0 0 0,0 0-5,0 0-2,0 0 1,0 4 5,0 6-18,0-1-88,0 0-90,0-3-169</inkml:trace>
  <inkml:trace contextRef="#ctx0" brushRef="#br1" timeOffset="576723.0284">9809 16985 551,'0'0'116,"0"0"-29,0 0-47,0 0-30,0 0-5,0 0 6,-1-5 9,1 5 2,0 0 18,-3 0 1,1 0-15,-5 0-16,0 12 3,1 4 19,-3 2 10,2 3-21,1 2-4,-1 1 7,2 1-5,2 1-1,-5-2-2,6 2-7,-2-4 0,-5 5 3,-1-4-7,5 0 3,4-6-4,-1-5-1,2-2-3,0-6 2,0-4-1,0 0 2,0 0 1,0 0 3,0 0 3,0 0-1,0 0-1,0 0 0,0 0 0,0-4-8,0-9 4,0-6-4,3 1 2,2 0-1,5-4-1,-8-5 0,5 4 0,-3-1 0,-2-1 0,6 2 2,-5 0-1,2 2-1,4 3 0,-5-1 0,6 3-1,-4 4 1,5-2-1,0 0 1,3 0 0,1 2-1,-1-1 1,-1 4-3,-6 6 3,0-4 0,-3 7-1,-4 0-1,2 0-2,0 0-2,7 0-2,-5 0 8,6 0-3,-4 10-3,1 2-6,-5 2-16,0 4-52,-2 3-33,0 1-36,0 2-60,-11-6-353</inkml:trace>
  <inkml:trace contextRef="#ctx0" brushRef="#br1" timeOffset="577306.5124">9738 17186 575,'0'0'174,"0"0"-84,0 0-41,0 0 6,0 0-12,0 0-12,0 0 4,25 0 33,6 0-13,7 0-8,-1-5-12,3 1-10,-3-2-7,-14 1-6,-7 4-9,-4-1-2,-12 2-1,0 0-2,0 0-8,0 0-2,0 8-45,0 2-133,0-5-75</inkml:trace>
  <inkml:trace contextRef="#ctx0" brushRef="#br1" timeOffset="577918.2684">10133 17140 247,'0'0'392,"0"0"-286,0 0-47,0 0-33,0 0-8,0 0 0,-7-3-4,3 3 12,0 0 3,-4 0 8,-3 0 0,7 3-17,-7 6-5,7 1 13,-7 2-6,8 3-13,-1-6-5,-1 8 7,3-5-4,2 3-1,0-1 2,0 0-5,0-2 1,0 2 4,0-2 1,0-1-1,9-8-2,-5 6 2,8-8 0,-6 1 4,7-2 4,1 0-3,-1 0-4,0 0-4,3 0 0,-3-3-2,1-6 1,-3 1-1,-7-1 1,6-2 0,-7-1 0,-3 0-1,3-4-1,2 0-1,-5 2 2,0 0-3,0 2 0,0-2 0,-8 6 1,-5 0 1,-2 2-2,-3 1-1,-4 3 1,4 2-2,-7 0 1,6 0-3,1 0-15,-3 7-48,15 5-135,4-6-309</inkml:trace>
  <inkml:trace contextRef="#ctx0" brushRef="#br1" timeOffset="592783.8158">10635 17181 515,'0'0'140,"0"0"-57,0 0-16,0 0-48,0 0 4,0 0-4,0 0 15,0-10 1,0 10 10,0-2-3,0 2-5,0 0 11,0 0-1,0 0-16,0 0-16,0 0-15,0 0 2,4 4-1,5 4 1,-3 6 1,2-4 3,-4 0-5,-4-1-1,0 2 1,0 5 2,-14 0-2,-10 4-1,4-5-81,2-1-176,9-11-478</inkml:trace>
  <inkml:trace contextRef="#ctx0" brushRef="#br1" timeOffset="593608.9867">11092 16941 274,'0'0'471,"0"0"-397,0 0 38,0 0-69,0 0 4,0 0-23,15-46 5,-8 41-6,2 3 3,-5 2 15,-4 0 1,0 0-15,0 0-13,7 7-7,-5 10 7,0 7 3,0-2-6,-2 7-2,0-5-7,3-2 4,-3 0-5,0-3 0,0 0 1,0-1 0,0-2-2,0-3-2,7-2-11,-5-3-21,4-4-93,5-4-97,1 0-143</inkml:trace>
  <inkml:trace contextRef="#ctx0" brushRef="#br1" timeOffset="594222.4285">11216 16999 655,'0'0'195,"0"0"-60,0 0-50,0 0-48,0 0-22,0 0-8,49-12-3,-27 10 0,5-3-2,0 1-1,0 1 1,-12-2 0,1-1-1,-7 2 0,-7 2-1,0-1 0,-2-2-2,0-2-22,0 2-21,-2-2 0,-9-4 16,0 1 11,4 2 9,-4-2 8,5 3 1,-1-2 0,2-1 5,3 4 7,2 0 6,0 3 2,0 2 0,0 1 17,0 0-10,0 0-17,0 0-10,0 0-1,0 12 1,2 9 15,5-2 10,2 11 0,-5-2 5,3 2-5,-5 2-7,0-4-2,-2 1 0,0-5-11,0-2 1,0-5-4,0 2-1,2-7 3,1-2-4,4-5-2,3-5-3,7 0-39,2 0-127,5-9-129</inkml:trace>
  <inkml:trace contextRef="#ctx0" brushRef="#br1" timeOffset="595349.2226">11615 16864 342,'0'0'35,"0"0"18,0 0-35,0 0 46,0 0 24,0 0 14,0-4-15,0 4-31,0 0-8,0 0-5,0 0-6,0 0-4,0 0-9,0 0-2,0 0-1,0 0 5,0 0-3,0 0 5,0 0 5,0 0-6,0 0-8,0 0-5,0 0 0,0 0-9,0 0 0,0 0-1,0 0-1,0 0-3,0 0 3,0 0-2,0 0-1,0 0-4,0 4 4,0 6 0,2 2 4,3-3-4,-3 6 0,-2-3 3,0 7-3,0-2 1,0 1 0,0-2 2,0 0-2,0-4 3,0 2-3,0-1 2,0-3 0,0 2 0,0-4-3,0-3 3,1 2 0,-1-3-1,4-1-2,-4-3 1,0 5 0,0-5-1,0 0 0,0 0 1,0 4-1,0-3 1,0 4-1,0-5 1,0 2 0,0-2 0,0 0 2,0 0-1,0 0 0,0 0 1,0 0 0,0 0 0,0 0-2,0 0 1,0 0-1,0 0-1,0 0 1,0 0-1,0-5 0,0 2 0,0-6 1,0 6-1,0-6 0,0 2 0,0-1 0,0-4-1,0 2 1,0-1 0,0 1 0,0 0 0,0-4-2,0 4 2,0-2 0,0-2 0,0 1 0,0-4-1,0-1 1,9 4-1,-3-2 1,5-3 0,5 6 0,-7-1-2,0 4 2,2 1 0,-5 6 1,1-3-2,6 0 1,-1 0 0,0 2 0,-4-3 0,3 7 0,-7-1 0,6 1 0,-6 0-1,5 0-2,-5 0-1,6 0 4,-6 0-2,-1 0 2,5 4 0,-7 0-1,4 0-2,5 2-19,-8 0-82,0 0-95,-2-3-72,0 8-391</inkml:trace>
  <inkml:trace contextRef="#ctx0" brushRef="#br1" timeOffset="595942.6509">11669 17011 534,'0'0'215,"0"0"-103,0 0-54,0 0-35,0 0 6,0 0 1,15-3 6,-1-3 7,-6 6 8,1-3 3,5 1-29,-3-1-11,1 3-10,1-2 0,3 2-4,-1-2 1,-1 2-1,-1 0 0,-5 0-1,2 0 1,-8 0-15,0 0-55,-2 0-47,0 0-54,0 7-133</inkml:trace>
  <inkml:trace contextRef="#ctx0" brushRef="#br1" timeOffset="596512.0505">11678 17137 712,'0'0'112,"0"0"-68,0 0-12,0 0-6,0 0 19,0 0 14,18 3 11,-1-3-14,6 0-20,-1 0-17,3-3-8,-6-1-4,4-2-4,-5 2-3,-3 0 2,8 4-2,-3 0-8,2 0-36,0-4-118,3-3-219</inkml:trace>
  <inkml:trace contextRef="#ctx0" brushRef="#br1" timeOffset="597462.8246">12117 16898 761,'0'0'95,"0"0"27,0 0-93,0 0-19,0 0-7,0 0-3,0-3-1,0 12 1,0 5 20,0 7 8,0-2-7,0 1-2,0 1 0,0 0 1,-2-3-3,-1 5-2,-2-5-6,1-4-4,0-2-2,2-4-1,-7-2-2,7-2 2,2-3-2,0 2 5,0-3-5,0 0 5,0 0 2,0 0 8,0 0-4,0-8-5,0-6-3,0-7-3,0-2 0,0 0 0,4 0 0,3-4 1,-3-3-1,7 4 0,-1-2 2,5-2 0,3-2 0,2 6-1,3 0-1,7 6 1,-3 3-1,2 6 0,-9 2-1,3 6 1,-8 3-1,-4 0-1,-5 0-4,-3 14-2,-3 12 3,0 0 3,0 1 2,-11 4-1,-11-2-1,-5-8 0,-2 2 0,2-9 2,7-2-2,2-3 2,7-1 4,0-4-4,9-2 0,2-2 0,0 0 0,0 0 5,0 0 2,0 0 3,0 0-5,0 2 6,4 0-9,11 3 6,6 0-6,-1 4 1,-6-2-3,3 6 1,6-3 0,-6-1-1,-1 5 1,4-5-1,-9 3-1,2-6-15,-1-1-61,-1-2-145,-7-3-98</inkml:trace>
  <inkml:trace contextRef="#ctx0" brushRef="#br1" timeOffset="598460.7093">12598 16856 595,'0'0'100,"0"0"10,0 0-76,0 0 1,0 0 20,0 0-13,0-22 14,0 20-5,0 2 16,0 0-8,0 0-34,0 0-19,0 0-6,0 0-15,0 10 15,0 6 6,0 0-1,0 2-1,0 2-2,0-2 0,0 2 2,-2 0-2,-5 0 4,5-2-6,-2 0 3,2-1-2,-3-5 0,3-2 0,0-2 1,2-4-2,0-2 1,0 1-1,0-1 3,0-2-2,0 0 0,0 0 4,0 0-2,0 0 6,0 0-3,0 0 0,0-7-5,0-9-1,0-7 1,0 1 0,0-4-1,9-2 0,-5 7 0,-2-2 0,5 0 1,-5 6-2,2-1 2,-4-2-1,5 0 0,2 2 0,-1 0 0,6-1 0,1 10 0,0-5 0,3 3 0,-1-1 0,-2 5 0,1-1 0,2 3 1,-3 4-1,1-2-1,-1 3-1,1 0 0,-8 0-3,7 3 1,-1 8-14,-3 1-10,-7 3-68,-2 1-23,0 2-17,0 0-60,-9 2-277</inkml:trace>
  <inkml:trace contextRef="#ctx0" brushRef="#br1" timeOffset="599032.1148">12643 16962 670,'0'0'147,"0"0"-74,0 0-26,0 0-11,0 0-19,0 0 12,54 0 5,-39 0 9,1-4-3,-1 2-9,1-1-11,5-2-12,-1 1-5,-3 1 1,-2 1-4,-3 2 0,-8 0-2,1 0 1,-5 0-21,0 0-43,0 2-4,-9 11-45,-7-5-76,1 4-507</inkml:trace>
  <inkml:trace contextRef="#ctx0" brushRef="#br1" timeOffset="599636.5494">12618 17115 441,'0'0'205,"0"0"-70,0 0-78,0 0-7,0 0 21,0 0-12,27 4-18,-2-4 12,-8 0 2,10 0-18,-1 0-19,-6 0-8,8-8-7,-3 2 0,-8 2-1,1-3-1,0 6-1,-7-3-1,-2 4-2,-5 0-23,1 0-47,-5 0-79,0 0-81,0 0-306</inkml:trace>
  <inkml:trace contextRef="#ctx0" brushRef="#br1" timeOffset="601678.5152">5084 17181 672,'0'0'74,"0"0"31,0 0-58,0 0-20,0 0-5,0 0 21,0-22-18,4 17 12,-4 5 1,5 0 10,-5 0-20,2 0-28,0 17 3,5 10 1,-1 6 17,-1 3 1,2-1-7,-1 4-13,-4-6 2,6 4-3,-4-4 4,0-8-5,3-2-5,-1-7-58,4-9-144,-6-7-285</inkml:trace>
  <inkml:trace contextRef="#ctx0" brushRef="#br1" timeOffset="602282.9511">5201 17328 802,'0'0'55,"0"0"7,0 0-46,0 0-4,0 0 12,0 0-11,88-14-6,-73 9-3,6 3-1,-6-3 1,-4-4-2,-2 3 1,4-2-3,-5-1 0,-4 0-1,-2-1-7,-2-2-1,0 0-2,0-3 3,0 1 6,0 7 1,-2-3 1,2 4 2,-4 2 0,4 2 6,0-1 8,-5 3-3,5 0-3,0 0-7,0 0 2,0 0-5,0 0 0,0 0-5,0 7 4,0 11 1,7 6 35,-5 5 12,0 6 8,-2 2-16,0 2-23,2-3-6,-2-4 0,0-3-9,0-5 4,0-6-3,5 0-2,-3-6 4,2-7-4,-3 0-32,10-5-125,-9 0-95</inkml:trace>
  <inkml:trace contextRef="#ctx0" brushRef="#br1" timeOffset="602910.391">5570 17217 749,'0'0'49,"0"0"45,0 0-65,0 0-25,0 0-4,0 0-9,2 10 9,0 12 10,-2 4 17,0 1 7,2-1-11,4-1 4,-3-1-4,0 3-1,-1-8 3,3 3-4,-3-5-4,0-8-2,-2 1-10,2-5 0,-1-5 5,-1 0-4,0 0 7,0 0 12,0 0 11,8 0-6,-6-15-20,0 1-7,-2-2 0,0-3 0,0-4-1,0-4-1,0-2 0,0-5 0,2 0-1,1-2 0,4 9 1,-1 1-1,-1 9 0,-1 2 0,0 6 0,-4 1 0,8 4 0,-2-2 0,1-2 0,1 4-1,4-3 0,-3 5 1,-2 2-2,-4 0-3,9 0-2,-3 0-11,-3 7-9,4 7-78,-6-1-59,-4 6-33,0-1-277</inkml:trace>
  <inkml:trace contextRef="#ctx0" brushRef="#br1" timeOffset="603553.8577">5619 17355 445,'0'0'106,"0"0"-41,0 0 4,0 0 1,0 0-13,0 0-13,-3 0-11,3 0 0,0 0-5,0 0 3,0 0 16,3 0 8,17 0-20,2-4-16,7-6-9,0 0-6,-2 2-3,-2 1 0,-8 2 0,-8 3-2,-4 2 1,-5 0-9,1 0-16,-1 0-11,0 7-8,0 8-35,0-3-93,-3 0-369</inkml:trace>
  <inkml:trace contextRef="#ctx0" brushRef="#br1" timeOffset="604933.3884">5713 17512 129,'0'0'478,"0"0"-436,0 0 48,0 0-67,0 0 2,0 0-4,0-6 2,0 3 1,0 2 15,6 1 0,1-4-14,7 0-5,-1 4-1,5 0-4,-1-2-6,4 0 3,1-2-2,0 1-3,-2 1-3,-2-3-1,2 5-1,-4-5 0,-10 5-1,3 0-1,-8 0 0,2 0-25,-1 0-152,6 0-445</inkml:trace>
  <inkml:trace contextRef="#ctx0" brushRef="#br1" timeOffset="606007.678">6033 17177 635,'0'0'73,"0"0"48,0 0-86,0 0-1,0 0-19,0 0-6,-2-14-6,2 14 1,0 0-4,0 0-1,0 3 1,0 12 12,0 7 18,0-1-5,0 6-3,0-3-4,0 3-6,0-1-4,0-5-3,2-1 0,3-3-3,-3-4 0,1-1-1,-2-5 0,2-2 0,-3-1 1,2-4-2,-2 3 4,0-3-2,5 0 7,-5 0 5,0 0 8,0 0-1,0-3 15,0-13-21,0-5-15,0-6 3,0-3-3,0-1 0,0-1 0,0-3 0,0-2 3,6 8-2,5-3 0,1 8 1,3 4-2,-1 1 0,3 6-1,1 4 1,3 0-1,-5 4 0,3 1 0,-8 4-4,-5 0-1,4 2-13,-6 19 2,-4 4 13,0 4-2,0-3 6,-2 2-1,-14-4 1,1-6 0,-2-2-1,5-4 1,0-3 0,1-4 2,9 2-2,-2-5 0,0 1-1,-1 1 0,5-2 1,0-2-2,0 0-3,0 3 5,0 0-3,0 3 3,13 2 6,10-2 3,4 3-4,1 3 4,6-3-5,-5 5-2,0 2-2,0 3 0,-5-1-11,3-4-62,-7-5-150,-3 0-383</inkml:trace>
  <inkml:trace contextRef="#ctx0" brushRef="#br1" timeOffset="606740.6719">6448 17163 607,'0'0'114,"0"0"-49,0 0-23,0 0-14,0 0-9,0 0-8,0-4-8,0 4-3,0 0-10,0 16 10,0 4 5,0 2 12,0 5-8,0-1 10,0 1-3,0-5 0,0 4-10,0-8-1,0-4 0,0 0-1,0-6-2,0-3 0,0-3 2,0-2 0,0 0 5,0 0 5,0 0 9,0 0 32,0 0 12,0-11-41,0-1-13,5-6-4,-5-2-1,0-6-1,0 0-3,0 0-4,2-2 4,2-2-2,-2 2-1,6 6 0,-2 0 1,1 4-1,1 0 3,2 8-2,-4-2-2,7 6 0,1-2 0,1 0-2,6 3 0,-4 1 2,-3-1-3,-8 5 2,4 0-6,0 0 1,-3 5-5,0 8-13,-3 3-31,-4 3-32,0 0-57,0-1-58,0-2-381</inkml:trace>
  <inkml:trace contextRef="#ctx0" brushRef="#br1" timeOffset="607335.5156">6492 17293 410,'0'0'218,"0"0"-101,0 0-62,0 0 9,0 0 10,0 0 7,0 0-20,0 0-15,0 0-11,0 0-14,0 0-5,0 0-1,6 0 0,11 0-8,8-3 0,-1-8-5,3 5 0,2 0-2,-1 0 1,-7 3-1,-5 3 0,-8 0 0,1 0-3,-7 0-4,6 0-20,-8 12-40,0 3-38,0-3-79,0 0-274</inkml:trace>
  <inkml:trace contextRef="#ctx0" brushRef="#br1" timeOffset="607971.9615">6516 17476 627,'0'0'142,"0"0"-54,0 0-63,0 0-14,0 0-1,0 0 6,3-5 3,-1 5 1,2 0-5,0 0-4,-2 0-3,0 0-4,9 0 3,0 0 4,5-2 4,4-1 1,2-6-4,0 6 3,5-6 2,-2 4-1,0-3 10,-4 1-4,0 4-5,-3-1-9,-13 4-3,3-5-4,-8 5-1,0 0-1,0 0-13,0 0-33,0 5-44,0 0-250</inkml:trace>
  <inkml:trace contextRef="#ctx0" brushRef="#br1" timeOffset="609493.9228">7050 17074 680,'0'0'193,"0"0"-57,0 0-43,0 0-15,0 0-27,0 0-24,0-5-14,0 5 1,0 0-10,0 0 0,0 0-3,0 0-1,0 0 0,0 0-8,0 0-39,0 10-72,0 4-207</inkml:trace>
  <inkml:trace contextRef="#ctx0" brushRef="#br1" timeOffset="610166.4004">7134 17297 544,'0'0'380,"0"0"-294,0 0-23,0 0-47,0 0 4,0 0-8,23 0-5,-19 0-3,-2 0-2,-2 0-4,3 0 1,-3 0-57,5 0-301</inkml:trace>
  <inkml:trace contextRef="#ctx0" brushRef="#br1" timeOffset="616861.1456">15897 10437 333,'0'0'110,"0"0"-5,0 0-54,0 0-9,0 0-3,0 0 25,0 0-29,0 0-19,0-28 16,0 28-14,0 0-10,0 0 5,0 0-6,0 0-7,0 0 0,0 0-8,-6 9 7,-3 10 1,2 5 0,-4 8 0,0 4 5,4 8 9,-2 5 2,4 3 2,4 4-2,1 4 3,0 1-5,0 0 1,0 2-5,0-1 6,0-2-4,0-2-2,0 1 2,0 0-6,0 0 0,-7 1 3,3-2-1,4-6 0,0-2 2,0-1 0,0-3 3,0 1 5,15-1 2,-1-1-5,1 1-6,-4-5-6,-6 0 3,-3-1 0,3 0-5,-5 2 2,0-4-1,2 3-1,0-4 1,-1-1-1,4 1 3,-5-1-2,0-3 0,0 2-1,0 0 2,0-1 0,0 1 3,0 1-6,0 2 2,0 3 1,0-1-2,-2 0 0,-2 1 3,4 5-4,0-1 2,0 5 6,0 0 3,0 3-10,1 1 7,11 0 0,-7 1-5,6-4 1,-7-5 1,3-4 0,-7-2-5,0 1 2,0-2 0,0 2 0,0-1 0,0 0 0,0 1 0,0-3 3,0 3-5,0-4 3,0 2-2,0 4-1,0-2 5,0 3-2,0-3 2,0 2-3,0 3-1,0 0 3,0 1-2,0-1-1,-9 2-1,5 3 1,-3 2 2,2 0-1,5 3 1,0 4-1,0 1-1,0 3 2,0 4 1,12 0-2,5 2 0,-1-4 0,2-6 0,0-5 2,-12-3-3,6 0-1,-10 0 1,0 8-1,0 2 1,-2 3 0,0-1-1,0-4 0,-6-4-1,-19-2 1,7-4 2,1 1-2,-2-5 1,11-2 1,-4 0 0,8-4 0,-3 0-2,3 0 1,4 0 0,-4 2-1,-1-3 0,5-2 1,-2 2-1,2-1 1,0 6-1,0 2 0,0 2 1,0-4-1,0-5 0,0-6 0,0-6 2,0 7-2,0-7 0,0 2 0,0-3 0,0-4 1,-5 0-1,-2 2 0,3 3 0,-2-1 0,1 7 0,3 4 1,0 0-1,2 4 0,0-7 0,0-3 0,0-8 1,0-2-1,0-2 0,2-1 1,5 0-1,-5-1 0,-2 3 2,0 1-2,0-1-1,0-2 1,0 0 2,0-2-2,0 2 0,0-1 0,0 1 1,0 0-1,0-1 0,4 4 0,0-5 0,3 2-2,-4 0 4,-3-1-3,2 4 2,-2-1-1,0 4 0,0 0-1,0-2 1,0 9 0,0-8 0,0 9 1,9 3 2,4-1-3,-4 2 0,0-4 0,2-4 0,-7-3-3,-4 4 3,0-5 2,0-2-2,0-2 0,0-4 0,0 3 0,5-2 1,4 3 0,6 1 0,-1 1-1,-1 0 0,1 0 0,-3-3 0,-7 4-1,0-2 2,-4 4-2,0-5 1,0 0 0,0-4 0,0-2 0,-2 2 0,2-6 0,0-1 0,0 4 0,0-3 1,0 6 1,0 3-2,-2-4 0,2 2 0,-2-3 2,-5-1 0,3 4-1,-6-8 1,4 5-1,-3-6 0,5 5-1,4-7 2,-5 6 0,1-9-2,1 0 0,3-3-1,-2 0 1,-2 0-15,-9-15-50,-3-20-204</inkml:trace>
  <inkml:trace contextRef="#ctx0" brushRef="#br1" timeOffset="658823.492">7979 17811 524,'0'0'79,"0"0"-58,0 0 32,0 0-29,0 0-7,0 0 4,0 0-2,0 0 4,0 0 4,0 0-6,0-27 2,0 24 13,0-4 14,0 3-6,0 0-12,0 4-11,0-1-5,0-2-6,0-1-4,0-2-4,0 6 2,-4 0-4,-5 0 3,7 0 3,0 0 3,-2 0-2,-4 0-4,-1 0-3,-1 0 0,-6 0-1,1 9 1,-4 0 0,2 4 1,3 4-1,-1-2 0,-1 2 0,5 2 0,-3-5 0,8 2 1,-3-7-2,3 3 1,-2 2 0,6-3 0,-4 7 0,0 2 0,5-2 0,-1 2 0,0 0 0,0-3 1,-2-5-1,4 1 1,0 1-1,0 0 0,0-2 1,0 5 0,0-6 5,0 1 0,10 1 0,-1-3 10,5-1 0,1-1 1,3-2 3,-1-2-8,6 0-4,-5-1-1,-1-3 0,3 0-5,-4 0 3,4 0-4,3 0-1,-2 0 2,6 0-4,2 0-27,-2 0-102,0 0-119,-11-4-533</inkml:trace>
  <inkml:trace contextRef="#ctx0" brushRef="#br1" timeOffset="660216.2508">8325 17735 577,'0'0'93,"0"0"9,0 0-21,0 0-32,0 0 3,0 0-9,-2-19-9,2 19-18,0 0-15,-2 0-1,0 0-3,-1 2-3,-4 15 6,5 4 1,-2 7 0,-3 7 1,4 7-1,0 6 0,-2 0 1,0-4 2,5-4-1,-2-6 0,2-4-1,0-4-1,0-1 1,0-4 1,0-3 1,0-6-3,0 3 0,0-6 2,0-2-3,0-1 1,0-2-1,0-4 3,0 5-3,0-5 1,0 0-1,0 0 2,0 0 5,0 0 5,0 0 0,0 0 19,0-5 24,0-10-31,0-6-21,2-6-1,3 0-2,0-4 1,-2 2-1,0-5 1,6-5-1,-7-1 3,5-4-2,0 0-1,-3 2 0,3 6 0,-3 10 0,-2 7 1,3 7 0,-3 2 1,3 7-1,-3-6 1,-1-1 0,7 3 2,-4-8-3,7 7 2,-6-3-2,6-1 0,-7 3 0,7 3-1,-1-2 1,-2 2-1,5-2 0,6-4-1,-3 6 1,-3-2 0,-6 4 0,4 4 0,-9 0 0,0 0-2,-2 0-2,0 0 0,0 0-3,0 0 0,9 0 0,-3 9 7,5 3 2,-1 2-2,-4-5 0,3 5 1,-4 0-1,-3-2 0,5 2-1,-6 1 2,4-3-1,-5 0 0,0-3 0,0 1 0,0-2 1,0 6-1,0 5 1,-2 1-1,-11-1 1,-1 0 0,-3 3 0,-2 0 0,-2 0-1,7-5 0,-2 2 1,5-9 0,3-2-1,-4 6 0,1-7 0,-1 2 1,4-1 0,-1-2-1,-5 5 0,8-8 1,-1 6-1,3-4-1,2-1 0,-4-1-42,6-3-127,0 0-112</inkml:trace>
  <inkml:trace contextRef="#ctx0" brushRef="#br1" timeOffset="661387.1902">8807 17645 569,'0'0'88,"0"0"38,0 0-89,0 0-21,0 0 4,0 0 14,0-23-2,0 23-6,0 0-7,0 0-11,0 0-8,0 0-5,0 0 3,0 0 1,0 9 1,0 8 3,0 1 4,0 7 0,-5 4-2,-2 3 4,1 4 0,-3 5-3,2-1-1,-2 4 2,3-4-2,-1-4 3,7-5-3,-4-4 2,2 1-4,2-5 0,-8-2 0,8 1 3,0 0-3,0 0-1,-3-3 3,0-1-1,-4 0-1,5-5 2,0-4-3,0 3 4,2-9-1,0-1-2,0-2-1,0 0 2,0 0 1,0 0 3,0 0 6,0 0 4,0 0 2,0 0 1,0 0-3,15 0-6,3 0 2,9-2-6,0-5-3,1-3-2,3-2-1,-2 4-1,-4-1 0,-5 0-1,-7 4 0,1 2 1,-10 1-1,1 2 0,-5 0-1,0 0 0,0 0-5,0 0-36,0 0-81,0 0-38,0 0-137</inkml:trace>
  <inkml:trace contextRef="#ctx0" brushRef="#br1" timeOffset="664365.7698">9553 17668 644,'0'0'81,"0"0"-12,0 0-60,0 0-9,0 0 0,0 0 6,-2-3 28,2 3 26,0 0-10,0 0-18,0 0-23,-4 0-9,-5 19 0,-3 5 10,4 12 1,-2 6 1,-3 4-4,0 5 3,5 1 4,-6-2-2,1-2-4,1-12-3,1-4 1,9-9 2,-3-14-8,5-2 4,0-6-2,0-1-1,0 0 8,0 0 17,0 0 24,0-14 0,7-15-28,6-10-23,3-9 2,-3-1-2,5-9 3,1 5-2,0-5-1,-3 9 0,6 8 0,-6 6 0,-1 12 0,1 6 1,-10 8-1,6-2 0,-5 7 0,-3 2 0,-2 2-1,-2 0-1,7 0 1,-1 0-8,8 4 6,1 12 3,8 4 0,-1 6 0,2 9 2,-5 2-1,7 6-1,-11-2 0,1 0 2,-4-5-1,-8-6-1,3-2 3,-1-8-3,-4-5 0,5-6 0,-5-6-6,-2-3-57,0 0-116,0-7-35</inkml:trace>
  <inkml:trace contextRef="#ctx0" brushRef="#br1" timeOffset="664974.2108">9596 17897 599,'0'0'145,"0"0"-52,0 0-41,0 0-21,0 0 0,0 0 12,-5 0-6,5 0 12,14-7-10,8 0-14,12-7-12,1 0-6,1 1-5,-1 3-1,-6 7-1,0 3-1,-5 0-48,-5 0-149,-8 13-469</inkml:trace>
  <inkml:trace contextRef="#ctx0" brushRef="#br1" timeOffset="668511.3131">7992 18560 595,'0'0'46,"0"0"43,0 0-51,0 0-31,0 0-4,0 0 5,0-5 11,0 5 18,0 0 9,0 0-4,0 0-5,0 0-18,0-4-2,0 4-12,-5 0-4,-9 0-2,-1 0 1,-6 6-1,5 6 1,-1 1-1,1-1 2,1 2-2,-1-3 2,3 5-2,1-2 1,1 0 0,0 0 1,7 0-1,-3-2 0,-1-3 1,7 9-1,1-9 0,0 8 0,0-3 0,0 1 0,0-3 5,4 0 0,10-2 6,1-4 10,6-4 12,-1 2 1,7-4-7,3 0-13,0 0-2,6 0-8,-10 0-2,-4 0-2,-5 0-1,-3 0 0,0 0-6,1 0-30,4 0-96,-4 0-171</inkml:trace>
  <inkml:trace contextRef="#ctx0" brushRef="#br1" timeOffset="669314.9726">8419 18497 53,'0'0'621,"0"0"-558,0 0 2,0 0-61,0 0-4,0 0 0,-31 23 4,19 0 10,3 3 1,5 2 2,-6 2 5,9-2 1,-4 2 2,1 2-4,-3-5 0,4 5 3,2-6-10,-1-3-7,2-3 0,0-5-3,0-8-2,0-2-2,0-4 0,0-1 0,0 0 1,0 0 2,0 0 0,0 0 1,0 0 3,0 0 5,0 0 33,0 0 21,0-18-48,-5-3-14,3-8-2,2-6-2,0 0 0,0 3 0,0-2 2,2 2-4,11 1 3,8-1-1,-4 6 0,0-2 0,7 6-2,-5 4-1,4 0 3,-3 10-2,-6 2-3,3 2 5,-4 4-7,-2 0 1,-1 0 4,-2 10-7,2 4 5,-4 3 3,0-4 1,-1 5-2,-5 9 0,0-1 1,-2 2 1,-23 2 0,6-2 1,-6-6 1,7-4-1,2-4 0,7-11-1,5-3 1,2 0-1,2 0 1,-2 5-1,2-5-1,0 7-22,0-1-115,0-6-104,8 0-494</inkml:trace>
  <inkml:trace contextRef="#ctx0" brushRef="#br1" timeOffset="671098.1747">8780 18534 241,'0'0'232,"0"0"-178,0 0 2,0 0 4,0 0 36,0 0-24,0-23-20,0 14 10,0 9-8,0-4-21,0 4 3,0 0-18,0 0-6,0 0-12,0 0 0,0 0-10,0 14-2,0 5 12,0 5 0,0 0 2,0 5-1,0-2 2,0 1 0,0-2 0,0-3 0,-2 4 1,-1-5 1,3 0-4,0-3-1,0-2 1,0-5 0,0-2 1,0 0 1,0-6-3,0 1 1,0-5 4,0 0-1,0 0 5,0 0-3,0 0 7,3 0 0,1 0 4,7 0 2,5 0 3,-1 0-7,10 0-7,-7-9 0,6-1-6,-4 3 3,-1 0-5,-4-1 1,-7 4-1,4 4 1,-3-4-1,-3 4-8,6 0-41,-6 0-105,7 0-227</inkml:trace>
  <inkml:trace contextRef="#ctx0" brushRef="#br1" timeOffset="672255.0579">9482 18434 520,'0'0'196,"0"0"-93,0 0-51,0 0-4,0 0-24,0 0-9,-8-22-3,8 22 2,0 0-6,0 3-8,0 16 2,0 5 2,0 12 18,2 3 6,0-3 2,2 3-9,-2-7-2,3 5-2,-3-5-5,0-2-7,0-4 4,-2-4-4,0-4-1,0-8-1,0-6-3,0-4 1,0 0 3,0 0 0,0 4 3,0-4-1,0 0 1,0 0-2,0 0 3,0 0 9,0 0 8,0-16-17,0-4-6,0-6-2,0 0 0,-4-11 0,4 2 0,0-9 1,0 4-1,0-3 0,0 9 2,0 2 0,0 6-2,0 0 0,4 6 2,6 0-2,-4 0 0,3-1 1,2 4 1,-4 3-2,3 5-2,-3 0 1,5 5 0,-3 4 1,-3 0-3,8 0-2,-3 10 4,2 7 0,1 6-1,-8-1 0,1 3 1,-6-2 1,-1 3 0,0-2 0,0 2 0,-14-4 0,-9 0 1,6-8-1,-1 5 1,2-11-1,3 6 0,2-2 0,1 2 1,4-4-1,-1-2 0,5 4-4,2-7-12,0 7-111,0-5-79,9-7-298</inkml:trace>
  <inkml:trace contextRef="#ctx0" brushRef="#br1" timeOffset="673221.9517">9883 18334 502,'0'0'198,"0"0"-97,0 0-27,0 0-31,0 0-20,0 0-15,0-14-8,0 14-2,0 3-4,0 11 6,0 5 10,11 3 8,-1 8 8,-5 1 9,3 3-3,-2 1 2,-4 4-12,6-4-6,-4 2 4,-2-1-6,-2-2-5,0-2 1,2-4-1,3-4 1,-5-6-4,0-4-2,2-4 0,-1-6-4,4 4 4,-3-4-3,10-1-1,-3-3-65,4 0-108,-4 0-128</inkml:trace>
  <inkml:trace contextRef="#ctx0" brushRef="#br1" timeOffset="673852.4113">10226 18655 857,'0'0'82,"0"0"85,0 0-104,0 0 2,0 0-32,0 0-20,0-42-11,0 42-1,0 0-2,0 0-9,0 0-136,0-8-462</inkml:trace>
  <inkml:trace contextRef="#ctx0" brushRef="#br1" timeOffset="674579.4719">10510 18434 446,'0'0'115,"0"0"2,0 0-30,0 0-25,0 0-17,0 0-1,-12-40 2,10 32-3,2 0-17,0-1 18,0-6-5,0-2-6,0 0 2,0 3-8,0 5-6,0-4-7,0 6-4,12 0-3,-6-1-6,5 2-1,3-2-3,-2 4 2,0 4 1,-3 0 0,2 0-2,3 0-1,-3 18 2,-5 8-3,3 6 0,-7 0 4,-2 2 0,0-2 0,0 3 0,0-3 0,-6-1 0,-1 0 0,-6-5 0,5-2 0,0 2 0,-5-9 0,6 2 0,-5-3 0,2 0-1,-6-4 1,3 2 1,1-1-1,3-8 1,3-1-2,4 1 1,2-5 0,0 0 0,0 0 0,0 0 2,0 0-1,0 0-1,0 0 1,0 0-3,0 0 3,0 0-1,13 0 3,5 0-1,3 0-1,-2-5 1,-3-1-2,5 0 2,0 0 2,4 2-4,0-1 3,-5 5-3,4-2 0,-6 2 0,-5 0 0,-9 0 0,-3 0-2,6 0-14,-7 0-8,0 2-58,0 10-50,-23-5-203</inkml:trace>
  <inkml:trace contextRef="#ctx0" brushRef="#br1" timeOffset="698476.8932">15904 10166 142,'0'0'150,"0"0"-92,0 0-2,0 0-9,0 0-11,0 0-10,0 0-1,0 0 7,0 0 0,-26 74 2,16-56 0,4 1-5,2 3 2,-5 0 12,6 0-7,-4 0-8,3-1-8,4 2-1,-3 0 6,3 0-6,0-2-1,-1 2-6,1-3-1,-5 0 1,5-4 0,0-2 5,0-1-7,0-5 0,0-4-6,0-2 2,0-2 0,0 1-2,0-1 2,0 0-2,0 0 1,0 0 1,0 0-2,0 0 5,0 0 7,0 0 8,0 0-9,5-10-8,-4-2-1,2-2-2,-3-1-3,4-6-1,3 3 1,-4-4-1,-3 1-1,4-2 1,-4 3-1,5 2 1,-5 0-1,0 2-2,0 4 3,0 0 0,0 2 0,0 0 0,0 1 0,0 2-1,0-1 0,2 1 1,-2 2 0,2 3 0,-2 0 0,0 2 0,0 0 0,0 0 0,0 0-2,0 0 2,0 0 0,0 0-3,0 0-5,0 0-6,0 0 11,0 6 3,0 8-1,0 0 1,0 4-1,0 2 1,0 2 0,0-2 0,0-1 0,0-2 0,0-1 1,0-2-2,0-3 1,0-2 0,0-5 1,0-3-1,0 2 2,2-3-1,-2 0 0,0 0 1,0 0-1,0 0 0,0 0-1,0 0-3,4 0-89,8 0-449</inkml:trace>
  <inkml:trace contextRef="#ctx0" brushRef="#br1" timeOffset="703865.013">16878 10178 549,'0'0'138,"0"0"-25,0 0-54,0 0-6,0 0 7,0 0-13,0 0-11,0 0-5,0-3-4,0 3-8,0 0-12,0 0-4,0 0-3,0 0-5,0 10-4,0 10 9,0 4 1,3 3 3,-1 4 0,5 1-2,-3 2 6,5-1-6,-6 2 14,10-1-8,-7-6 7,3-1-3,-7-6-3,3-2 2,-3-5-9,-2-5 1,0-2 2,0-5-3,0-1 0,4-1 4,-4 0-4,0 0 10,0 0 5,3-1 12,-1-13-23,0-1-2,0-1-4,-2 3 1,0-4-1,0 0 0,0 3 2,0-5-2,-2 3 0,-2-4 0,-5 0 0,6-2 0,1 0 0,2-2 3,0 0-3,0 4 0,0-1 0,0 6-2,0 2 2,0 4 0,0 0 2,0 2-2,0 0-2,0 2 2,0-2 0,0 1 0,0 2-1,0 0 1,5 4 0,1-1-3,-3 1 2,3 0-4,3 0 1,-5 0 2,6 5 2,1 5-1,-3 2 1,4 2 0,1 3-1,-3 0 1,3 2 0,-5-1 0,4-2 0,1 1 0,-2 0 0,-2 0 0,2 0 0,-2 1 0,-4 0 1,-1-4 0,3 0-1,-5-6 0,0-2 0,0-2 1,-2-2-1,0-2 1,0 0 3,5 0 3,-5 0 1,4 0 6,-4-2 4,5-10-12,4 0-3,-7 0-2,-1-4 0,7 0 0,-4-3-2,1 0 2,4-1-1,-5-4 0,6 2 0,3-2 1,-5 1-2,3 4 0,1 3 1,1 0 0,-7 3 0,6 3 0,-1 3 0,-5-2-1,3 3 1,1 2 0,-6 2-1,0 0 0,3 2 0,-2 0-2,-5 0 3,4 0-1,2 0-2,-3 0 0,3 0 1,1 13-1,-4 6 2,1 6-1,3 1 2,-5 2 0,-2-2 0,4 2-1,5-3 1,-4 0 1,5-4-1,0 0 0,-4-5 0,6-2 1,-6-2-1,3-3 0,-5 0 1,6-3-1,-8-1 0,0-2-1,-2 1 1,2-4 0,3 0-9,-1 0-65,3 0-97,4-10-361</inkml:trace>
  <inkml:trace contextRef="#ctx0" brushRef="#br1" timeOffset="704930.9651">17725 10171 289,'0'0'135,"0"0"-45,0 0-24,0 0-9,0 0-35,0 0 22,0-29 2,0 25 1,0 1-13,0-4 16,0 3-1,0 0-5,0 1 4,0-1-15,0-1 2,0 1-3,0-2 0,0 2-8,0 2-4,0-1-7,-2 0 1,0 3-9,-9-2-2,1 2-3,4 0 2,-7 0-2,2 0 2,-1 2-1,6 6-1,-6 4 0,6 2-1,-3 2 1,5 7 1,-3-1 0,5 4 0,0-2 2,2 1 2,0 0 0,-2-4-2,2 0 3,0-4-4,0-4 0,0-1 1,0-5-3,0 4 4,0-3-2,0-2 2,0 2-2,4-2 0,7-2 0,0-1-1,-2 2 4,6-1-2,-1-1-2,-1-3 3,1 0-1,-3 0-3,2 0 0,-1 0 2,1 0-1,-3 0 2,4 0-3,-1 0 2,-1-5-1,1-2 0,-1 0-1,-6-3 3,3-2 3,-6 0-4,0 0 1,-3 0 4,0-2-1,0-2-1,0-2-2,0-2-1,0 2-2,0 0 2,-6 4-2,-5 1-1,-3 3 1,-1 1-1,-3 0-1,-5 1 0,4 3 0,5 2 2,1 1 0,2 1 1,6 1-1,5-2 0,0 2-1,-2 0 0,2 0 1,-3 0-4,-3 0 0,2 0 1,-8 12 2,8-1-12,-1 1-51,3-1-135,2-6-140</inkml:trace>
  <inkml:trace contextRef="#ctx0" brushRef="#br1" timeOffset="705635.2786">17689 10205 372,'0'0'170,"0"0"-95,0 0-42,0 0-23,0 0 10,0 0 24,-10 21-8,8-3 20,2 3-27,0-1-1,0 2 0,0-4 4,0 0-6,0-1-1,-7-3-3,2-2 1,3-1-14,-3-5-2,3-2-4,2 0 0,0-4-3,2 0-6,21 0-120,6-4-718</inkml:trace>
  <inkml:trace contextRef="#ctx0" brushRef="#br1" timeOffset="706790.4224">18009 10117 476,'0'0'139,"0"0"-33,0 0-13,0 0-26,0 0-8,0 0-3,0-48-13,0 45 11,0 1-9,0 0-5,0 2-9,0 0-13,0 0-7,0 0-10,6 0 0,5 14 0,3 2 0,-1 5 3,1 2 2,-8 3 0,2 2-3,2 3 0,-5-3 2,-1 2-3,5-4 5,-5 0-7,3-4 3,-2-3 1,-1-2 0,3-5-1,-5-6-1,-2 0 1,2-4-1,-1-2 0,2 3 0,-3-3-2,5 0 2,-3 0 3,-2 0 4,2 0 12,1 0 3,6-3-12,-3-9-6,3-2-2,3-3 1,-6-2-3,3-6-1,-3-1 1,6-3-1,-3 0 1,-3 2-3,6 0 2,-10 8 1,7-2-2,-5 6 0,2 0 0,2 3 0,-2 0 0,1 2 0,-5 0 0,0 3 0,1 7 0,-3-3-1,0 3 1,7 0-3,-7 0 1,0 0-10,0 0-20,0 0-39,6 0-128,7 0-146</inkml:trace>
  <inkml:trace contextRef="#ctx0" brushRef="#br1" timeOffset="708156.7868">19018 10018 548,'0'0'117,"0"0"-27,0 0-34,0 0-12,0 0 8,0 0-9,6-26 13,-6 22-18,0 1 13,0 0-14,0 1 1,0 0-14,0 2-7,0 0-6,-6 0-9,-12 0-2,1 0-2,-8 4-1,5 8 3,-3 2-2,6 0 2,2 0 0,1 0 0,3-2 0,7-2 0,-6 0 0,8-2 0,0 0 0,2-2 0,0 0-1,0 1 1,0-2 0,0 1 0,4 2 1,16-2 6,-1-1-1,5 0-3,-7-1-3,1 0 1,-4 2-1,-1 1 0,1 1 0,-1-3 1,3 3-1,-4 1 0,5 0 1,-6 0-1,-3 1 0,4-1 0,-1 2 1,-5-1-2,2-3 0,-8 4 1,0-5 0,0 2 0,0-2 0,0 2 0,0-1 1,-14 2 0,-1-1 2,-12 1 1,-4 0 2,-5-1-3,4 0-2,1-1 1,3-2 0,5-1 1,3-4-3,4 0 4,1 0-1,2 0 2,-1 0-3,5 0 0,5 0 0,2 0-2,2-2-2,0-5-54,0-2-181,4 1-528</inkml:trace>
  <inkml:trace contextRef="#ctx0" brushRef="#br1" timeOffset="709409.1069">19282 10060 309,'0'0'183,"0"0"-87,0 0-5,0 0 3,0 0-21,0 0 0,0-46-2,0 43-16,0 3-3,0 0 2,0 0-11,0 0-18,0 0-8,0 0-12,0 0-5,0 0-6,0 11 2,0 7 4,0 4 1,0 2 0,0 3 2,0-4 1,0 3 1,0-2 0,-2-3-4,-6-2 1,4 2-2,1-5 2,-3-4-2,3 0 1,2-6-1,-1 0 1,2-3-1,0 0 2,0-3-2,0 0 2,0 0-1,0 0 2,0 0 3,0 0 4,0 0-2,0-8 1,0-8-5,0-4-2,0-5-1,0 4-1,2-5 2,-1 1-2,4 1 3,2 2-3,-1 0 1,4-2-1,3 2 0,-7 0 0,6 2 0,-1 4 1,3 2-1,-1 1 0,3 1-1,-1 5 1,3 0-2,2 0 0,-4 7 0,-1 0 1,-1 0-1,-1 0 1,-5 7-2,1 5 0,-4 9 2,-5 1 0,0 4 1,0-3 0,-16 3 0,-3-5 0,-8-1 0,2-2 1,5-2-1,0-6 0,14-2 0,-4-4 0,10-2 0,0-2 0,0 0 0,0 0 1,0 0-1,0 3 1,2-1-1,17 0 1,-4 1-1,-1 0 1,-1 1-1,-4 4 0,0-1-1,4 5 0,-10 2-1,10 0 1,-7 0 1,1 5 0,-1-5 0,-6 0 0,0-1 0,0-1-1,0 1 2,0-3-1,-8 1 1,-12-6 2,0-1-2,-5-1 2,0-3 0,4 0-1,-8 0-1,5 0 4,3 0-2,-6 0-3,0-3-1,5 3 1,2 0-1,6 0-8,12 0-42,2 0-159,0 0-153</inkml:trace>
  <inkml:trace contextRef="#ctx0" brushRef="#br1" timeOffset="710450.4416">19671 9997 499,'0'0'117,"0"0"6,0 0-59,0 0-5,0 0-9,0 0 2,14-32-11,-12 31-4,0-1-1,-2 0-11,0 2-2,0 0 0,0 0-23,0 0-2,0 0-9,0 16 10,0 5 1,0 2 4,0 0 8,0 3-8,0-1 3,0-1-3,0 2 1,0-2 0,0-2-1,0-2-1,0-1 1,0-5-4,0-4 2,5-2 2,-2-1-2,5-2 2,1 1 1,6-4 10,3-2-5,-3 0-7,6 0 3,-9 0-2,-6 0 4,5-4 2,-7-5-1,8-5 5,-6-1-9,5-5-2,-1-3 1,-2-2-4,-1-6 3,4-1-3,-4-2 3,3 0-1,2 2-2,-7 4 1,-1 4-1,-4 7 1,0 4-1,0 6 0,0 4-1,0 1 0,0 2-4,0 0-5,0 0 4,-7 0-22,-4 2-43,7 8-104,4 0-173</inkml:trace>
  <inkml:trace contextRef="#ctx0" brushRef="#br1" timeOffset="711200.9758">20126 9930 545,'0'0'135,"0"0"-12,0 0-65,0 0 0,0 0-11,0 0-6,5-11-16,-5 11-25,0 3-6,0 16 4,0 10 2,0-2 9,0 7 12,0-5 0,-2 0-2,-1-1-2,3-1-5,-2 0 2,-3-4-2,3 0-1,2-4-5,-2-4-5,0-5-1,2-3 4,0-2-3,0-3 2,0-2-3,-2 0 3,2 0 0,0 0 8,0 0 5,0 0 6,0 0 23,0-14-18,0-8-26,0-2 0,0-2 0,4-3 0,5 1 2,-4 0-3,1-2-2,1 2 2,-1 2 0,1 0 0,-2 2 0,6 4 0,-5 2 0,3 4 0,3 2 0,-6 6 0,3-2-2,-2 4 1,0-1 1,-1 3 0,0 2-2,-1 0-1,0 0 1,4 0-2,4 0 1,-7 11 3,6 4-3,-3 4-5,-5-1-7,-2 2-35,0 1-66,-2 0-63,0-1-153</inkml:trace>
  <inkml:trace contextRef="#ctx0" brushRef="#br1" timeOffset="711868.4637">20196 10156 231,'0'0'188,"0"0"-54,0 0-25,0 0 7,0 0-49,0 0 8,17 6-13,-1-6-20,-3 0-14,5 0 3,5 0-12,-7 0-1,10 0-7,-8 0-7,-5 0-3,-2 0-1,-6 0 0,-5 4-35,0 3-166,0-2-238</inkml:trace>
  <inkml:trace contextRef="#ctx0" brushRef="#br1" timeOffset="712633.9946">20256 10120 49,'0'0'260,"0"0"-135,0 0-51,0 0-15,0 0 2,0 0 7,-2 2 0,2-2-18,0 0-4,0 0 6,0 0 9,0 0-8,0 0-8,4 2-16,9 1-9,1-2-2,0 2-10,7-2 3,-1 2-7,0-3-1,3 1 0,-10-1-2,-2 2 1,-4 0-1,-5 0 2,0-2-3,-2 2-1,0 1-20,0-1-60,0 1-65,0-3-12,-4 2-427</inkml:trace>
  <inkml:trace contextRef="#ctx0" brushRef="#br1" timeOffset="734973.2136">20813 10190 609,'0'0'118,"0"0"-18,0 0-41,0 0-27,0 0-11,0 0-15,0 0-4,6 34 7,-6-14 17,0 3 4,0-5-2,0 2 0,-4-4-11,-7 0-3,-3 0-6,-4-4 1,3 0-7,0-4-2,1-4-155,7-4-400</inkml:trace>
  <inkml:trace contextRef="#ctx0" brushRef="#br1" timeOffset="735870.9906">21259 9895 498,'0'0'155,"0"0"-71,0 0-57,0 0-20,0 0 26,0 0 24,0 41-8,-12-21-3,6 2-13,-5-1 7,-6 6-11,7-3 0,-3-2 0,1-2-13,4-4-5,-1-4-4,6-1 1,3-7-2,0-3-1,0-1 1,0 0 13,0 0 3,0 0 14,0-12-24,7-6-11,4-4 0,0-2 0,3-2-1,-2-4 0,5-2 0,-4-1 2,3-2-2,-2-4 0,12 2-2,-6-2 1,5 10 1,-10 9 1,-1 9-1,-8 5 0,1 6-1,-5 0-1,0 0 1,0 0-3,0 8-5,3 14 9,-3 4 0,-2 2 2,3 2 5,-1 2 3,0 1-5,4-5 2,1-2-4,2-2 4,5-2-3,-1-2-3,-6-6 4,3-4-4,0-4 2,-6-2-1,3-3-2,-2 4 0,-3-1-4,-2 2-21,0 0-50,0 0-88,0-1-26,-2-4-115</inkml:trace>
  <inkml:trace contextRef="#ctx0" brushRef="#br1" timeOffset="736593.5326">21230 9997 204,'0'0'219,"0"0"-97,0 0-44,0 0 0,0 0-3,0 0-17,0-5 4,0 5-2,3-2-23,13 2-13,5-2-9,-1-1 11,4 3-3,-5-3-5,5 3 1,-8 0-5,-3 0-3,0 0-7,-4 0-3,0 0-1,0 0-1,-5 0-4,-1 0-49,-1 0-135,-2 0-248</inkml:trace>
  <inkml:trace contextRef="#ctx0" brushRef="#br1" timeOffset="737356.0472">21332 9842 76,'0'0'410,"0"0"-275,0 0-47,0 0-44,0 0-11,0 0-9,0-2-4,0 2-8,0 0-1,-2 0-7,-7 7 18,1 7 15,-4 3-3,-1-2-6,-3 6-13,3-1-1,-1 4-3,-1 0-2,3 0 1,-1 2-2,0-2 5,6-2 7,-5-2-8,9-1-1,-6-5 1,6-5-5,1 0 5,-1-2-5,3-1-1,-4 0-2,4-1-2,-2-2-1,2-1-1,0 1 4,0-2-4,0-1-5,0 0-44,0 0-103,11 0-139</inkml:trace>
  <inkml:trace contextRef="#ctx0" brushRef="#br1" timeOffset="738113.5864">21273 10084 275,'0'0'93,"0"0"-37,0 0-24,0 0 10,0 0 2,0 0 7,-3-4 13,3 4-22,0 0-2,-5 0-3,5 0-5,0 0-3,0 0 4,0 0 5,0 0-1,0 0-4,5-2 3,11 0 1,-1-2-17,5 1-5,1 3-3,-6 0-4,1-3 1,-1 1-7,1 0 1,-3 0-1,3-1-2,-3 2 0,2 0 0,-2-2-1,-1 1-8,2 0-60,-8 0-118,2-1-223</inkml:trace>
  <inkml:trace contextRef="#ctx0" brushRef="#br1" timeOffset="738840.1074">21477 9960 257,'0'0'81,"0"0"-17,0 0-47,0 0-13,0 0-1,0 0 0,-12-4 0,12 4 8,0 0 21,0 0 14,0 0-6,0 0 7,0-3 1,0 3-16,0 0 3,0 0-2,0-2-1,0 2-11,0 0-4,0 0-5,0 0 2,0 0-9,0 0-5,0 0 0,0 2 0,0 9 13,0 3-2,8 0 1,-4 2 3,5 2 2,0-1-3,0 2 3,1-3 0,-3 0-4,1 0-2,-4 2-1,-2 1-3,0 0-1,-2 1 3,0 1-6,5-6 3,-3 3-5,-2-5 3,4-3 0,3-3 0,-4 0 0,-3-2 2,4 0 6,-4-3-4,2 0-2,-1 0-4,-1-2 6,6 0-1,-6 0 6,0 0-9,0 0-4,0-2-81,0-8-143</inkml:trace>
  <inkml:trace contextRef="#ctx0" brushRef="#br1" timeOffset="738906.1557">21444 10026 363,'0'0'132,"0"0"-24,0 0-31,0 0-8,0 0-5,0 0-21,-100 2-9,92 1-4,4-3 4,2 0-5,2 0-6,0 0-2,-2 0-6,-3 0-6,1 0-5,-1 1-4,-6 3-1,2-2 0,1 3-11,0-5-129,2 3-453</inkml:trace>
  <inkml:trace contextRef="#ctx0" brushRef="#br1" timeOffset="743079.7338">21261 10092 237,'0'0'213,"0"0"-109,0 0-37,0 0-11,0 0-16,0 0-4,0 0-4,0-3 7,0 3-15,0 0 0,0 0-7,-2 0-7,-8 0-9,4 0 2,-7 0 3,-1 0 3,1 0 0,-3 0-1,1 0-1,1 0 0,5 0-3,3 1 0,4-1-4,2 2 0,0 0-8,0 0-16,0-2-110</inkml:trace>
  <inkml:trace contextRef="#ctx0" brushRef="#br1" timeOffset="765818.3126">17141 10836 200,'0'0'423,"0"0"-340,0 0-27,0 0-40,0 0-3,0 0-2,0 0 5,0-4 13,0 2 17,0 2 4,0-2-7,0 0-13,0 0-3,0 0-2,0-1-8,0 0-6,-6-1-7,-5-1-1,1 3-1,3-1-1,-3 1 2,-2 2-3,6 0 2,-7 0-2,-3 0 0,3 0-2,-1 0 2,-2 5 0,3 8-2,-2-1 2,1 2 0,-4 2 0,3-2 5,-3 4-5,2 0 1,1 0 2,-2 2-2,5-1 1,-2-1 1,8 1-2,-3-2 3,7-3 1,2-2-5,0-2 4,0-3-4,11 2 11,7-4 5,6 0-1,3-1-1,-4-2-4,7-2-5,-1 1-2,-2-1-2,0 3 1,0-3-1,-8 0-1,3 0 3,-8 0-3,2 0-1,-3-4-64,1-4-81,-3 0-145</inkml:trace>
  <inkml:trace contextRef="#ctx0" brushRef="#br1" timeOffset="766571.3502">17318 10828 488,'0'0'85,"0"0"20,0 0-28,0 0-32,0 0 8,0 0 4,6-23-10,-6 23-9,0 0-8,0 0-18,0 0-10,0 0-2,0 11-1,-2 9 1,-2 2 6,-3 2 4,4 0-2,3 2 5,0-1 1,0-1-2,0-1 1,0-4 0,3-1-3,4-2 1,-3-6-1,0-1-1,6 0-2,-6-4 2,7 1-3,0-3 8,5-3 2,2 2 0,6-2-7,-4 0-2,3 0 0,-6 0-3,-3 0-2,-1 0 3,-7 0-5,4 0 3,-4-4-3,3-3-5,1 0-60,-4-3-99,5 1-97,3-4-353</inkml:trace>
  <inkml:trace contextRef="#ctx0" brushRef="#br1" timeOffset="767329.5836">17685 10890 544,'0'0'71,"0"0"69,0 0-79,0 0-9,0 0-4,0 0 3,25-30-6,-25 30-33,0 0-12,0 8-5,0 10 5,0 6 18,-4 1 3,-3 2-1,2 0 0,3-3 1,-1-2-6,-1 0-3,2-4-5,2-3 0,0-2-5,-2-3 0,2-4 1,0-3-2,0-3 1,0 0-1,0 0 3,0 0 4,0 0 3,-2 0 4,0 0 4,-8-9-7,6-8-9,-5-3-3,7 3 5,-2-5-5,-1 2 3,2-3-1,3 4-1,0-3 3,0-5-3,0 1 3,8-2-4,2 2 2,4 2-1,6 2-1,-2 4 1,7 0-1,-2 6 0,9 0-2,-3 7 2,-8 0-1,5 5-1,-12 0 1,1 0 0,-2 0-3,-8 8-1,2 8 0,-7 4 1,0 2 4,0 4 0,-14 0 0,-12-2-1,3-2 1,-6-4 0,7-2 0,-3-1-2,0-3 2,8-3 0,5-2 0,8-3 0,2 0-1,2-4 1,0 2 0,0 2 0,0 1 2,4 6-2,23 1 1,0 2 0,4 2 0,7 2-1,-2-3-1,4 2 1,-9-3 1,-2-2 0,-4-2-1,-12-3-2,-11 0-63,-2-7-132,0 0-203</inkml:trace>
  <inkml:trace contextRef="#ctx0" brushRef="#br1" timeOffset="769247.2018">18640 10772 575,'0'0'133,"0"0"-31,0 0-40,0 0-12,0 0-1,0 0-8,42-18-8,-36 18 10,1 0-1,-5 0-2,-2 0-17,0 0-16,0 13-5,0 6-2,0 7 6,0 4 5,0 2 5,0 4 0,0 0-4,0 3-3,0-3-3,0-5 0,-4 0-3,-3-4 1,4-8-4,2-1 2,-1-6-1,-5-3 0,5-2 1,2-2-2,0-5 0,0 0-4,-3 0-19,3-5-42,-2-15-133,-5-4-70</inkml:trace>
  <inkml:trace contextRef="#ctx0" brushRef="#br1" timeOffset="769956.7124">18510 10776 304,'0'0'165,"0"0"-61,0 0-42,0 0 4,0 0-12,0 0-17,-17-16 2,17 16 13,0-2 5,0 0-3,0 0-13,4 0-18,11 2-13,10-3-2,-3 1 1,7 2 0,5-3-2,-1 1 5,7 2-2,-7-4-3,8 1 1,-10-2 4,-4 1-1,-8 2-1,-7 0 6,-3 0 0,-7 2-5,-2 0-5,0 0-6,0 0 1,0 0-1,0 0-4,0 0-2,0 0 2,0 0-21,-2 8-85,-1-1-92,3 2-222</inkml:trace>
  <inkml:trace contextRef="#ctx0" brushRef="#br1" timeOffset="770971.0962">19015 10800 244,'0'0'374,"0"0"-298,0 0 9,0 0-45,0 0 7,0 0-1,8-16-6,-7 16-19,-1 0-13,3 6-7,-1 14 3,-2 4 4,0 6 7,0 0 2,0 4 1,0 0 4,-5 3-7,-1-4 4,0-1-5,4-3-7,-6-5 3,6-2-2,2-6-2,0-3-2,0-1-2,0-10 0,0 3 2,0-5-1,0 0-1,0 0 1,0 0 4,0 0 5,0 0 7,-2 0 4,0-7-7,2-5-13,-7-3-3,3-3 2,2 0-2,2 2 1,0-2-1,0 2 2,0-2-2,0-1 1,0-3-1,0 0 2,4-2-2,9-2 0,5 0 2,3 1-2,-2 0 0,6 1 1,0 2-1,-1 1 0,9 2-2,-1 1 2,-1 6 0,0 3-1,-6 0 0,-8 5 0,-5 4-2,-6 0 0,1 0-1,-7 8-5,0 14 6,0 6 1,-10 2 2,-9-1 0,2-3 0,-7 1 0,7-5 0,-7 0 1,6-5-1,-9-6 1,2 4-1,6-8 1,5 1 0,-1-1 0,7-4-1,4-3 1,2 2-1,2-2 0,0 0 0,0 0 0,0 2 0,0-2 0,0 0-1,0 5 0,0 0 0,2 4 1,14 3 0,6 1 1,-2 2 0,2-1-1,-4-2 0,0 2 0,-4-4 0,1 2 0,-2-2 1,0-2-1,3 0-1,0-4-59,-1 0-97,-2-2-131</inkml:trace>
  <inkml:trace contextRef="#ctx0" brushRef="#br1" timeOffset="775118.5324">19527 10968 516,'0'0'98,"0"0"-5,0 0-36,0 0-2,0 0-22,0 0 7,0 0-5,42-38-9,-42 38 5,0-2 2,0 2-5,0 0-7,0 0-5,0 0 0,0 0-11,0 0 1,-12 0-2,7 0-1,-5 0 3,1 0 2,3 0 1,-6 0-5,8 0 2,-5 2 2,4 3-4,-1 0-2,-1 1 0,5 1 2,-5 2-3,3 0 1,4-1-1,-2 2 0,2 0-1,0-1 3,0 4 2,0-2-5,0 0 3,0 1-3,0 0 1,0-1 2,0 0-2,0 1-1,0-3 1,0 0 0,0-1-1,0 0 1,0-1-1,0-1 1,0-1 1,2-1 1,2 2 1,5-1 1,-5-2-5,5 1 1,-2-4-1,2 5 5,3-5-5,-4 0 7,5 0-6,1 0 1,-1 0-1,1 0 3,-1 0-2,-1 0 1,1-3-1,-7-6 2,3 0-2,3 1-2,-8 0 1,7 0 4,-4-2-5,2 2 2,-5 1-4,5 0 5,-8 0-3,5-2 2,3-2-1,-9 4 0,2 2 0,0-4-1,-2 3 1,0 0 1,0 0-1,0-1-1,0 2 1,0-2 1,0 0-2,0 0 0,0 0 2,0-1-1,0 0 0,-4 2-1,-3-2-2,-1 1 2,0 2 2,2-2-2,-1 3 0,0 0-2,5 0 2,-8 3-1,9-2 0,-8 3 1,2-2-1,-2 2 0,1 0-1,-6 0 0,1 0 2,2 0 0,-3 0-3,5 0 2,3 2 0,2 2 0,-4-1 1,4 1 0,4-3 0,-2 1 0,-3 0 0,1 0 1,2 3-1,-2-2 0,-6 1 0,8 2 0,-7 1-20,7-1-153,2-2-319</inkml:trace>
  <inkml:trace contextRef="#ctx0" brushRef="#br1" timeOffset="783541.1786">17079 11705 299,'0'0'271,"0"0"-184,0 0-5,0 0-33,0 0-9,0 0 2,0 0 0,18-32-1,-18 30 3,2-1-13,-2 2-13,0-2 5,0 1 5,0 0-2,0 1-9,0 1-6,0-3-6,-4 3-5,-12 0-1,1 0-1,-3 0 2,-5 6 0,4 5 1,-6 9-1,-2 1 4,7 5 2,-6 1-2,10 3-1,-8 4-1,10 0 5,-2-1-2,5-1 3,5-3-2,-2-3-1,8-3-1,0-4 1,0 1-1,8-3 8,9-3-1,10 0-4,4-5 5,1-2-5,7-1-2,0-5-4,-8 1 1,-10-2-1,2 0 2,-9 0-3,-3 0-8,-5 0-34,5 0-107,1 0-151</inkml:trace>
  <inkml:trace contextRef="#ctx0" brushRef="#br1" timeOffset="784302.6956">17434 11794 548,'0'0'75,"0"0"41,0 0-78,0 0-11,0 0-10,0 0 1,2-55 9,0 51 15,0 2 12,-2 2-10,0 0-16,0 0-11,0 0-12,0 0-5,0 6 0,0 13 2,0 6 16,0 4 3,-2 2 5,2 1-4,-2 0 4,0 0-7,-3-2-5,3-2 1,-1-3-3,3-4-1,0 0-3,0-7-2,0-3 0,0-3 0,3-1 1,8-6 0,4 2-2,8-3 2,-5 0 1,1 0-8,2 0 3,-3 0-3,-5-4 0,3-3 0,-1 3-12,1-2-43,-1 1-121,6-2-56,-4 0-241</inkml:trace>
  <inkml:trace contextRef="#ctx0" brushRef="#br1" timeOffset="785161.4158">17822 11737 441,'0'0'214,"0"0"-108,0 0-45,0 0-33,0 0-6,0 0 2,6-16 2,-6 16-10,0 0-13,0 5-3,2 17 25,-2 5 24,0 5-10,0 0-4,0 1-11,-2 0-10,-2-1 2,-1-2-7,-4-4 2,9-2-4,-2-6-3,0-2 0,2-3 2,0-8 1,0-3-4,0 0 0,0-2 5,0 0 3,0 0 8,0 0 3,0 0-4,0-9-16,4-1 2,-4-5-2,4 1-2,1-1 3,-5-4-3,3-1 1,-3-7-3,2 1 4,2-1-1,5 1-1,-3-5 0,6 6 0,-1-4-3,3 2 3,1 0 0,3 4 1,4 0-2,-4 3 1,9 0 0,0 4 0,-6 6 0,6 2-2,-2 6 2,-7 2-3,-1 0 1,-5 0 1,-1 0-2,-9 17 0,-1 4 1,-1 8-1,0 0 3,-3 1-1,-14 3 1,-4-5-1,1 0 1,-5-7 0,-4 2 0,-2-5 1,0-1-1,-7 3 0,7-5 0,2 2-1,11-8 0,7-1 1,4-2 1,7-3-1,0 0-2,5 1 2,17 4 2,11 2 2,1 0-4,-1 4 0,5 0 3,-5 2-3,6 2 0,-5 1-2,3-3 2,-10-1 0,-7-2 0,-5-3 0,1-2-4,-7 0-69,-9-2-158,0-2-216</inkml:trace>
  <inkml:trace contextRef="#ctx0" brushRef="#br1" timeOffset="786944.7419">18827 11610 556,'0'0'113,"0"0"-28,0 0-46,0 0-1,0 0 5,0 0 16,46-55-3,-46 55-25,0 0-18,0 0-7,0 7-6,0 17 8,-2 11 33,-2 4 7,-3 6-17,5 4 0,0 2-10,2-1-4,0-1-6,0-9-4,0-5-4,0-4-3,0-12 4,0-5-4,0-2 0,0-6 1,0 1 0,0-6-1,0-1 0,0 0-6,0 0-30,0 0-132,0-18-124</inkml:trace>
  <inkml:trace contextRef="#ctx0" brushRef="#br1" timeOffset="787730.003">18666 11737 442,'0'0'97,"0"0"7,0 0-40,0 0-9,0 0-19,0 0-12,2-58 8,10 50 4,-6 1 21,7 2-11,1-2-20,1 3-2,8 0-2,-1 2 1,5 0-7,2 0-4,6 0-2,-3 1-2,-4-1 1,-5-3-3,-3 1 5,-6 2-2,-10 1-2,-2 1-1,-2 0-6,0 0 0,0 0-11,0 0-15,-2 7-3,-4 5-67,1 2-120,5-1-468</inkml:trace>
  <inkml:trace contextRef="#ctx0" brushRef="#br1" timeOffset="788481.6174">19128 11705 488,'0'0'102,"0"0"-5,0 0-16,0 0-30,0 0-2,0 0-14,0-38 15,0 35 0,0 3-3,0 0-4,0 0-25,0 0-13,0 0-5,0 9-3,0 12 3,0 7 13,0 4 5,0 5-4,0-2 2,0 4-6,0-3-1,-2-2 1,-6-2-3,4-6 0,2-6 2,-2-6-3,-1-4-2,3-4 0,0-3-3,2-3 0,0 0 2,0 0 3,0 0 1,0 0 3,0 0 6,0 0 2,0-15-14,0 1 0,0-4-2,0 0-1,0 2 0,0 1 0,0-5 0,0 3-1,0-3 0,0-1 0,0-2 0,0-5 0,0 4 0,2-6 0,9 2-1,-5 1 1,4 4 1,1 2-1,-5 7 0,3 2-2,2 3 1,-2-2 0,5 3 0,6 0-1,-2 0 0,-5 4 1,3-1 0,-3 2 0,1 1-1,-8 2 2,3 0-4,-3 0 4,4 0-1,-4 12-1,1 2-1,-3-2 1,-2 2-3,6-3-13,-6 1-34,-2 1-74,0 1-20,0 0-120,0 0-375</inkml:trace>
  <inkml:trace contextRef="#ctx0" brushRef="#br1" timeOffset="788537.6626">19126 11883 427,'0'0'248,"0"0"-121,0 0-63,0 0-22,0 0-13,0 0-5,48 0 8,-27 0-7,-4 0-5,1 0-8,7 0-7,-8 0-5,8 0 0,-6 0 0,5 0-1,-3 4-2,2 2-79,-3-4-277</inkml:trace>
  <inkml:trace contextRef="#ctx0" brushRef="#br1" timeOffset="789353.0289">19554 11907 298,'0'0'180,"0"0"-89,0 0-42,0 0-1,0 0-7,0 0 2,2-18 7,-2 16-16,0 0-2,0 0 18,0 2 11,0 0-17,0 0-19,0 0-14,0 0-10,-10 0 1,4 0-2,4 0 0,-7 2 6,5 8-5,-10 2-1,7 4 3,-1 4-2,-2 2 6,6 1-3,-3-3 3,3-3-2,2 4 2,2-6-2,0-1 1,0 0 0,0-3-1,0-1-1,11-3 4,6-2 0,1-4 6,7-1-1,-5 0-1,5 0 0,-8-4 0,4-7 1,-7-1-2,-4-4 0,0 2 0,0-1 1,-8 1-3,0 2-1,-2 0-1,0 2-2,0-4-4,-15 1-1,-4 2 0,-4 3 0,-2 2-1,5 2 0,-5 1-1,8 3-1,1 0-36,5 0-122,7 0-146</inkml:trace>
  <inkml:trace contextRef="#ctx0" brushRef="#br1" timeOffset="790569.8696">19585 11981 383,'0'0'97,"0"0"-4,0 0-18,0 0-20,0 0-9,0 0-12,0-5-12,0 5 3,0 0-5,0 0-4,-2 0 1,-8 0 3,6 0 1,-3 0 3,1 0-5,2 0 1,-6 7-2,6 1-9,-3 0 2,3 1-1,2 0-1,-7 3 0,8-2 2,-3-1 0,2 2-4,2-2 0,-5-2-1,5 1-4,0-4 1,0 2-1,0-3 3,0 1 3,0 0-1,0 0 7,0 0 0,5-2-7,-3-1 3,2 1 3,6 0-1,-8 2-6,2-1-1,3-3 3,-5 2-7,0-2 3,0 0 0,-2 0-3,0 0 0,0 0 2,0 0-3,2 0 0,-2 0 2,0 0 0,0 0-1,0 0 2,0 0-3,0 0-3,-13 0-14,3 0-51,-4 0-73,2 0-176</inkml:trace>
  <inkml:trace contextRef="#ctx0" brushRef="#br1" timeOffset="809386.2672">21192 10028 144,'0'0'127,"0"0"-97,0 0-8,0 0-11,0 0-6,0 0-2,0 0 1,0 0 6,7 0 10,-7 0 11,0 0-6,0 0-10,0 0 3,0 0-5,0 0 0,0 0-5,0 0-2,0 0-3,0 0-3,0 0 0,0 0 0,0 0 5,0 0-4,0 0 4,2 0 0,-2 0-4,0 0-1,0 0 1,2 0-1,7 0-1,2 0 1,9 0-9</inkml:trace>
  <inkml:trace contextRef="#ctx0" brushRef="#br1" timeOffset="833351.1632">17023 12693 617,'0'0'52,"0"0"27,0 0-63,0 0-16,0 0-3,0 0 2,0 0 2,0 0 2,-11-8 13,11 8 0,0 0 0,0 0-7,0 0-4,0 0 7,9 0 4,11 0-1,5 0-7,2-2-7,-8-1 3,6-2-2,-9 1 0,-3 1 0,-4 0 0,-5 1 0,-4 0 3,2 2 6,-2 0 0,0-2-4,0 2-3,0 0-3,0 0-1,0 0-3,0 6 1,0 9 2,0 5 3,0-1 1,3 1 5,4 2-1,-3 1 0,0-2 0,4 4 0,-3 0 1,3 1-6,-6-2 3,2 3-3,-2-1-2,5-4 6,-5-2-5,0-4 1,0-3-1,4 1 0,-5-2 0,-1-1-1,0 1 1,0-3-2,0 0 2,0-4-1,0 2 4,0-1-3,0-2 5,0 2 1,0 0 5,-11 2 7,-4-1 1,-1 0-5,-4 0-1,1-2-6,-1-1 4,-8-4 0,-1 0-5,-7 0 0,5 0-2,2 0-2,4-14 1,10-4-4,4 0-1,6-4 0,5 1-100,0-4-173</inkml:trace>
  <inkml:trace contextRef="#ctx0" brushRef="#br1" timeOffset="834116.6988">17552 12741 385,'0'0'288,"0"0"-175,0 0-37,0 0-54,0 0-6,0 0-10,-10-15-3,8 15 7,0 0 0,-2 12-4,-5 8 37,3 6-11,-5 6-2,8 2-8,-6 4 5,7-3-9,0 0-5,-6-5-2,4-9-7,4-1-1,-4-9 1,-1-1 1,1-5-2,4 0-1,0-3-2,-2-2-12,2 0-69,0-12-49,0-14-272</inkml:trace>
  <inkml:trace contextRef="#ctx0" brushRef="#br1" timeOffset="834889.9236">17465 12772 480,'0'0'62,"0"0"76,0 0-82,0 0-17,0 0-16,0 0 3,64-25-2,-45 25 6,-2 0-3,1 0-10,4 8-7,-4 9-3,-2 4 4,-3 4-1,-2 0 4,-2-1 1,2 0 2,0 1-4,1 0-3,-4-4-5,1-3 7,-2-4-2,0-6-4,-1-4 1,3-1 3,-5 0 0,6-3 3,-6 0 4,7 0 1,-2 0 5,-2-6 4,6-8-9,-9-4-2,6-5-3,-8-3 4,0-3-5,0-3 2,3-4-5,-5-1 0,0 4-2,2 1-4,-2 9 2,2 3-1,-1 5-3,-1 2 2,0 7-2,0-1-1,0 7 1,0-1-1,0 1-2,0 0-1,0 0-18,0 0-35,0 14-83,3 2-83,7-2-270</inkml:trace>
  <inkml:trace contextRef="#ctx0" brushRef="#br1" timeOffset="835962.7943">17900 12677 538,'0'0'87,"0"0"19,0 0-83,0 0-23,0 0-7,0 0 2,0-2 2,0 2 3,0 0 0,0 0 1,0 0 6,0 0 7,0 0 14,0 0-7,0 0-9,0 0-6,0 0-3,0 0-1,0 0 1,0 0-2,0 0-1,0 0-3,-1 0-15,-3 0-62,-1 0-387</inkml:trace>
  <inkml:trace contextRef="#ctx0" brushRef="#br1" timeOffset="836705.3296">18100 12671 541,'0'0'116,"0"0"-2,0 0-59,0 0-17,0 0-4,0 0-4,0-12-1,0 12-12,0 0-7,0 0-4,0 4-6,0 10 11,0 9 14,1 0 4,7 5-2,-2 5-9,-1-1 1,0-1-3,-5 1-1,0 1 1,0-6-8,0 0-1,0-9-1,0-2-4,0-4 0,0-7 0,0 2-1,0-2-1,0-5 2,0 3-2,0-3 3,0 0-2,0 0 2,0 0-3,0 0-19,0 0-93,-4 0-133</inkml:trace>
  <inkml:trace contextRef="#ctx0" brushRef="#br1" timeOffset="837611.7554">18080 12753 374,'0'0'126,"0"0"-46,0 0-19,0 0-21,0 0 16,0 0-5,-27-46-1,25 39-5,0 4 7,2-5-9,0-1-6,0 0-18,0-3-5,6 0 5,10-1-7,7 4-8,-4-1 1,6 2-3,0 0 3,-1 2-2,0 0-2,3 2 2,0 0-2,-7 4 1,3 0 0,-9 0-2,-7 0 0,3 0-2,-7 8 2,-3 6 0,0 2 1,0 1-1,0 0 0,-1 3 1,-13-2 1,-3-2 1,3 0-3,-1-2 0,-1-2 2,5 0 0,-3-4-2,10-2 0,-3 0 0,3-4 0,4 1 0,0-3 0,0 0 0,0 0 1,0 0 1,0 0 1,0 0 2,11 0-5,5 0 0,-1 0 1,-1 0-1,1 0 1,1 0-1,-1 0-1,-1 0 1,-1 0 0,1 0-1,-8 0 1,1 3 0,-1 6-2,1 2-1,-5 3 2,-2 2 2,0 2-2,0 5 2,0 0-1,0-1 0,0 1 0,0-3 0,-9-1 1,-4-2 3,-3-2-3,-1-3 0,-2-1 2,-3-3 3,3-4 14,-4-1 9,3-3-6,4 0-1,-5 0-3,5 0-5,0-7-6,0-1-4,1 0 0,-2 5-4,5-2-4,1 1 4,9-4-52,2-2-219</inkml:trace>
  <inkml:trace contextRef="#ctx0" brushRef="#br1" timeOffset="840468.8013">18942 12599 657,'0'0'141,"0"0"-60,0 0-39,0 0-7,0 0-18,0 0 1,0 0-2,16-28 6,-14 28-7,-2 0 6,4 0-2,-4-2-5,0 2 1,0 0-9,3 0-6,-3 2 1,2 18-1,0 4 3,-2 6 3,0 5 0,0 0 1,0 5 4,0-2 6,-4 1-6,1-6-1,-5-1 2,6-6-8,-5-3 0,7-5-3,0-11-1,0 0 1,0-5 2,0-2-2,0 0 3,0 0-1,0 0 0,0 0 2,0 0-1,0-6-4,0-6-28,0 0-108,-2-4-66,-3 2-231</inkml:trace>
  <inkml:trace contextRef="#ctx0" brushRef="#br1" timeOffset="841687.1136">18809 12575 420,'0'0'104,"0"0"-27,0 0-14,0 0-17,0 0-1,0 0 0,-2-6-12,19 3-7,3 1-1,14 0 4,-1-1-3,8-1-1,3-1-3,1 0-1,-3 1-3,-7-2-6,1 0 8,-7-1 2,-9 1-2,1 3-5,-15-2-4,-4 3-1,3 2-1,-5 0-8,0 0-1,0 0-5,-5 0 2,-3 7 0,-2 2-35,8 2-89,2-3-179</inkml:trace>
  <inkml:trace contextRef="#ctx0" brushRef="#br1" timeOffset="841767.6699">19388 12601 82,'0'0'405,"0"0"-332,0 0 1,0 0-34,0 0 1,0 0 15,-2-28-1,2 26 5,0 0 5,-2-1-14,2 1-18,0 2 8,0 0-10,0 0-6,0 0-12,0 0-13,0 0-7,0 11 2,0 10 5,0 5 2,0 6 2,2-3 1,0 5 3,5-2 1,-7 3-1,1-3-1,-1 2 1,0-6-4,0-2-1,0-3 0,0-6 0,0-3-2,0-6 3,0-3-4,-1-2 4,1-3-1,-5 0-3,3 0 0,2 0-2,-4-8-67,4-8-111,0-4-168</inkml:trace>
  <inkml:trace contextRef="#ctx0" brushRef="#br1" timeOffset="842625.3738">19299 12601 428,'0'0'92,"0"0"-30,0 0-12,0 0-10,0 0-3,0 0 4,-2-8 1,2 8-12,0 0 13,0-2 1,4 0-23,10 0-5,1-1 1,1 3 12,4-3-6,0 3-7,5-2-7,-3-1 1,1 2-2,3-1-5,-8 0 7,5-3 0,-8 5-1,-7-2 2,2 2-3,-9 0-3,-1 0-4,0 0-1,0 0-3,0 0 0,-1 9 0,-9 1-2,2 3-52,-1-4-112,3 3-223</inkml:trace>
  <inkml:trace contextRef="#ctx0" brushRef="#br1" timeOffset="843560.1706">19353 12976 450,'0'0'125,"0"0"-20,0 0-61,0 0-19,0 0-11,0 0 6,-2 0 7,2 0 3,0 0 0,0 0-2,0 0-5,0 0 10,0 0 10,8 0 6,13 0-8,-1 0-22,4 0-2,-6 0-3,0 0-3,-3 0-6,-4 0-5,0 0 4,3 0-4,-2-2-6,-6-1-91,3-2-210</inkml:trace>
  <inkml:trace contextRef="#ctx0" brushRef="#br1" timeOffset="847810.632">20144 12941 404,'0'0'62,"0"0"-10,0 0-39,0 0-5,0 0 13,0 0 19,0 0 11,-5 23-8,5-23 0,0 2-13,-4 0-9,4-2-1,0 3 3,0-3 3,0 0-5,0 0 1,0 0-9,0 0-1,0 0-1,0 0-5,0 0 2,0 0 4,0 3-5,0-3-4,0 6-1,0 2-2,0 1 7,7 6 2,-1-1-2,-1 0 2,-3 1-8,-2 0 4,0-1-1,0-2-1,0-2 3,-9 0 0,-6 0 1,-3 0-4,3 1-3,1-8-63,7-3-664</inkml:trace>
  <inkml:trace contextRef="#ctx0" brushRef="#br1" timeOffset="852506.9428">20697 12589 615,'0'0'65,"0"0"38,0 0-74,0 0-7,0 0-3,0 0 2,0 0-1,0-16 2,0 16-3,0 0-2,0 0-1,0 0-12,0 3-4,-9 14 1,-4 5 9,-3 2 2,1 2 0,-1 0 2,3 0-3,1-4-2,6 0-4,-3-6 3,7 0-4,0-5-1,-4-4 2,4-2-5,2-2 1,0-3-1,0 0 2,0 0-2,0 0 10,0 0 6,2-3 2,11-16-15,6-3 0,-8-4 1,-1-2 1,3 0-5,0 0 1,0 2 1,-4 2-2,2 0 0,-2 4 0,3 1 1,-8 4-1,0 4 1,5 1 0,-7 2 4,8 4 14,-6 1-10,7 1-4,-3 2-2,1 0-1,5 0-2,-2 0 0,-4 14-1,3 10 0,1 3 1,-1 5 1,-7-1-1,8-3 0,-8 0-1,0-4 4,3-5-3,-6 1 0,9-5 2,-5-3-2,-5-1 0,5-2 1,3-1 0,-2-2 0,0 1-1,0-3-52,-4-1-98,-2-3-116,0 0-381</inkml:trace>
  <inkml:trace contextRef="#ctx0" brushRef="#br1" timeOffset="853313.5426">20691 12738 657,'0'0'129,"0"0"-31,0 0-52,0 0-8,0 0-16,0 0-16,10-15-6,8 11 0,5 2 0,4 0 0,4 2-1,-2-1 0,6 1-1,1-2-79,-7-3-261</inkml:trace>
  <inkml:trace contextRef="#ctx0" brushRef="#br1" timeOffset="854157.1204">21259 12589 604,'0'0'82,"0"0"13,0 0-73,0 0 3,0 0 10,0 0-2,2-42-2,-4 38-1,-14 2-17,1 2 4,-8 0 3,1 0 1,-3 0-6,3 0 1,-1 6-7,1 6-3,4 4-1,3 0-4,0 2 0,4-2-1,8 0 1,3 0 0,0-2-1,0-2 1,0 0 2,14-2-2,3-3 0,6-4 5,-3-3-5,4 0 2,-4 0-2,5 0 1,-7-10-1,-1-2 3,-1-1-2,-3-4-2,-2 5 2,-1-2 0,-6 2 1,-2 0-2,0-2 2,3 2-1,-3 1-1,-1 1 1,2 5-2,-3 1 1,0 2 1,0-1 6,2 3 5,-2 0 1,0 0-6,0 0-4,0 0-3,0 0-1,6 0-6,-6 0-3,0 12 6,0 7 3,0 1 0,0-2 0,0-2 0,0-2 0,0-6 0,0 1 2,0-4-2,0 2 0,0 6 0,0 1 0,0 5 0,0 1 1,0 1 0,0 1 0,0 0 0,0 2-1,0 0 2,0 3-2,0 0 0,0 6 0,0-1 0,0 4 1,0-4-1,0-3 1,0-3 0,0-5-1,-8-5-1,5-6 1,3-2 0,-1-5 2,-1 0-1,-5-1-1,3-2 4,-10 0-2,-1 0 2,-2 0 0,-2-10-2,3-8 1,3-2-2,4-6-1,2 0 5,7-4-5,0 2 0,0-4 3,4 2-2,13-2 1,3 1-2,3 4 0,7 1 0,3 2 0,4 4 0,-6 3 0,-2 3 0,-10 7 0,3-1 0,-6 1-4,-2 2-1,-4 5-50,0-3-91,0 1-101,2 0-481</inkml:trace>
  <inkml:trace contextRef="#ctx0" brushRef="#br1" timeOffset="855223.1454">21307 12593 266,'0'0'39,"0"0"-25,0 0-14,0 0 0,0 0 1,0 0 44,0 0 56,0 0-25,0 0-25,0 0-2,0 0-19,0 0-14,0 0-3,0 0-6,0 0-3,0 0 0,0 0-2,-2 0 4,2 0 7,-2 0 5,0 0 5,2 0-3,0 0-6,0 6-10,0 0 4,-2 2 3,2 1-1,-5 3 1,3 1-3,2 3 2,-2 4-3,0 0 2,0 3 2,2 2-4,-2 3 2,2 2-1,0-4 3,0 1-4,0-6 6,-6-4-8,6-4 3,0-3 0,0-6-7,0-1 3,0-1-3,0-2 3,0 0-2,0 0 4,0 0 4,0 0-7,0-10-3,0-7-199</inkml:trace>
  <inkml:trace contextRef="#ctx0" brushRef="#br1" timeOffset="856183.2039">21691 12550 420,'0'0'101,"0"0"6,0 0-35,0 0-18,0 0-11,0 0-5,2-29 13,-2 24-6,0 4 5,-6 1-21,-8 0-20,-8 0 0,0 0 4,-3 0 3,-2 3 0,0 9-5,6 3-1,-2 1-1,12-2-1,2 2-5,0 2 3,5 2-3,4 2 2,0 0-4,0 0 0,0-3 2,0-2-1,6-2 0,7-6 0,3-1 3,5-4 1,8-4-2,0 0 5,-1 0-4,4 0-1,-6-12-1,1-5 0,-12-4 1,1-1 0,-2 0-1,-10 0 0,2 4-2,-3-2 0,-3 3 1,0 2 0,0 0 0,0 6 0,0 2 6,0 5 8,0 2-7,0 0-5,0 0 1,0 0-5,-7 0-1,3 0 1,0 11-1,-4 5 0,4 2 0,2 4 1,2 2 0,0-2 1,0 0-1,0-2 1,2 0-1,5-4 1,2-6-3,2 0 4,-4-4 1,8-4-2,-2 1 4,0-1-5,1-2-1,0 0-13,-3 0-104,3 0-91,-7 0-332</inkml:trace>
  <inkml:trace contextRef="#ctx0" brushRef="#br1" timeOffset="857854.7054">22019 12605 481,'0'0'79,"0"0"27,0 0-68,0 0 4,0 0-12,0 0 0,0-9 17,0 9 1,0 0 1,0 0-6,0 0-17,0 0-8,0 0-12,-2 11-5,2 9 14,0 4 17,-7 2-8,3-3-3,3-2-5,-1-3-3,0-2-8,0-1-1,-3-6-1,3-1 0,2-2-1,0-2-1,0 0-1,0-4-11,0 0-160,0 0-331</inkml:trace>
  <inkml:trace contextRef="#ctx0" brushRef="#br1" timeOffset="858711.3154">21976 12436 495,'0'0'314,"0"0"-165,0 0-85,0 0-44,0 0-14,0 0-4,14-14-2,-3 14-2,5 8 2,-3 10-1,3 1-26,-3-1-233</inkml:trace>
  <inkml:trace contextRef="#ctx0" brushRef="#br1" timeOffset="859540.9054">22260 12609 435,'0'0'245,"0"0"-133,0 0-51,0 0-40,0 0 10,0 0-7,4 4-20,5 8-4,-7 4 4,2 6-1,4-2 3,-8 2 2,1-1 2,-1-1-1,0-3 2,0-1-1,0-2 3,0-3-2,0-4-3,0-2 0,0-3-1,0-2 0,-1 1-1,1-1-1,0 0 5,-6 0 15,2 0 24,2-5-23,2-12-4,0-1-4,0-6-7,0-2-6,16-6-2,3 0-2,2 0 0,-1 2 1,3 3-2,-9 6 1,3 4 0,-6 5 1,4 7 0,-8 0 0,6 4-2,1-1 0,3 2-2,4 0 3,5 0-4,-4 8 3,1 14-3,-3 1 2,-7 4 1,-3-1-3,-4-3 3,-4 3 0,-2-5 2,0-1-1,0-3-1,0-2 0,0-1 2,-8 1-2,-1-1 1,4-1-1,-6-3 5,7-1-5,-4-2 0,6 0-1,0 0-9,0-2-141,-5-4-183</inkml:trace>
  <inkml:trace contextRef="#ctx0" brushRef="#br1" timeOffset="870515.4174">16087 12985 452,'0'0'107,"0"0"-31,0 0-42,0 0-30,0 0 0,0 0-2,0 0 0,0 0 10,0 27 4,0-22 7,0 7 17,0 2 6,-5 7-9,-4-1 11,-1 0-9,-4 0-12,1-2-13,-1-1 1,3 3 3,3-6-9,-4 0-1,-1-3-1,-1 0 3,3-1 4,5-2-3,-1-4-2,4-2 2,3-2-6,0 0 12,0 0 11,0 0 16,0-6-12,0-11-24,3-1-5,8-3-2,2-4 1,1 1-2,1 0 1,1 0 0,-1-2-1,6 1-1,-3-4 1,6-1 3,-4 4-3,3 5 0,-8 7 1,-8 7-1,2 0-2,-5 7 0,0 0 1,5 0-2,-9 0 1,10 4-11,-6 15 9,2 0 4,3 6 0,1 3-2,-3 0 4,5 0-1,2-4-1,-3 0 0,-5-4 1,4-3 0,-8-3 0,0-2 1,-2-4-2,0-3 2,0 2-2,0-4-15,0 1-84,0-4-80,-7 0-143</inkml:trace>
  <inkml:trace contextRef="#ctx0" brushRef="#br1" timeOffset="874736.9214">16018 13124 401,'0'0'93,"0"0"-43,0 0-36,0 0 0,0 0 2,0 0 13,0 0 5,0 6 5,0-6-18,0 0 0,0 3 3,0-3-7,0 0 2,0 0 0,8 0 15,15 0 14,-3 0-25,7 0-7,7 0-3,-1 0-1,-2 0-1,-1 0-1,-4 0-3,-9 0-3,-3 0 0,-7 0-4,-5 0 0,-2 0-1,0 0-35,0 0-174</inkml:trace>
  <inkml:trace contextRef="#ctx0" brushRef="#br1" timeOffset="876372.7194">16502 12959 226,'0'0'220,"0"0"-130,0 0-51,0 0-6,0 0 26,0 0-27,-23-11-15,12 11-16,3 0 3,-6 0-2,1 3 5,-1 8 3,3 1 7,-5 4-2,5 2 1,0 3-6,5-2 0,6-1-7,-3-2 3,3-4-5,0-2 2,0 0 0,0-6-1,3-1 2,3-3 3,5 0 8,0 0-2,3 0-6,-3-8 1,3-7-5,-6 4 0,5-6 0,-1-1-3,-8 0 2,3-4-2,-5 0 5,0 3-4,-2 6 3,0 5 1,0 4 4,0 4 11,0 0 7,0 0-18,0 0-9,0 0-7,0 2 0,0 16 6,0 6 2,0 3-1,-9 8 2,7-3-1,-1 2 0,2-4 1,1 1 1,0-5-3,0-1 1,0-2 1,0-4 0,-4-3-1,-4-6 0,4-1 0,-5-5 3,7-3-2,0-1 1,2 0 4,0 0 15,-2 0 3,0-7-14,-4-5 0,5-1-3,1 1 1,0-3 1,0 1-7,0-4 1,0-5-3,13-1-1,2-2 0,1 0 0,7 0-1,-6 0 1,0 2-2,5 7 1,-14 0 1,1 5 0,3 0-1,-6 4 1,5-1 0,-2 2 0,-6 1 0,1-1 0,-2 2 0,0 3 1,-2-1-1,0 3 3,0 0-3,0 0-2,0 0-4,0 0-3,0 0 3,-8 0 5,7 0 0,-6 3 1,3 1-1,0 2 1,-3-2-1,5-3 2,-2 4-1,-4-3 0,5 0 0,2 1 0,-1 4-1,0 0-5,-5 4 5,5-1 1,-2 1 0,-2 1-1,2-5 1,2 0 1,2-4-1,0-3 0,0 2 1,0-2 0,0 0 2,0 0-3,0 4 0,0-1-3,0 6 2,0-1 1,0-2 0,0 3 1,4-4-1,4-1 1,-4 1 2,5-5 0,-4 0 2,6 0 1,-5 0 3,5-11-1,-2-4-2,-6-2-3,3-1-1,1 0 3,-5-2-4,0 0 0,-2 2-1,2 4 1,-1 3-1,-1 6 1,0 1-1,0 1 0,0 3 1,0 0-1,0 0 0,0 0-6,0 5-14,0 14 20,0 1 0,0 3 5,0-1-1,0-4 2,-1 0 0,1-6-1,0-1-4,0-6 2,0-1-2,0 2 4,0-2-3,0-2-2,0 3-7,0-5-27,9 0-82,-4 0-73,-1 0-374</inkml:trace>
  <inkml:trace contextRef="#ctx0" brushRef="#br1" timeOffset="877175.2893">16713 12959 365,'0'0'123,"0"0"-37,0 0-19,0 0-5,0 0-27,0 0 12,52 9-14,-43 11-12,-5-2-3,0 0-5,-2-2-6,-2-1-5,0-4 1,0-2 4,-2 3-4,-6-7-3,-3-5-48,-3 0-390</inkml:trace>
  <inkml:trace contextRef="#ctx0" brushRef="#br1" timeOffset="877237.3283">16734 12779 656,'0'0'31,"0"0"62,0 0-80,0 0-13,0 0-22,0 0-163</inkml:trace>
  <inkml:trace contextRef="#ctx0" brushRef="#br1" timeOffset="878097.9414">16896 12893 529,'0'0'109,"0"0"-37,0 0-24,0 0-17,0 0-1,0 0-5,0-2-9,0 2-11,0 6-2,-4 19 6,-3 3 17,3 0 3,1-2-11,3-1-9,-2-11-6,0-2-1,2-5 3,-5-7-4,5 0 4,0 0 5,0 0 7,0 0 12,0-7 34,0-8-50,0-1-7,0-2-4,0 0-1,0 1 2,0-3-2,0 5 2,0 1 1,7 1-3,-2 5-1,4 4 5,-5 0 9,0 4-9,4 0-5,7 0-3,-2 19 3,0 3 0,-4 2 3,0-2-1,-5-5-1,-4 2 0,0-3-1,0-2 0,-3 0-1,-11-2-36,-2-6-94,1-4-174</inkml:trace>
  <inkml:trace contextRef="#ctx0" brushRef="#br1" timeOffset="878168.9956">16985 12832 271,'0'0'418,"0"0"-309,0 0-67,0 0-40,0 0-2,0 0-2,9-7-2,-5 12-13,4 2-237</inkml:trace>
  <inkml:trace contextRef="#ctx0" brushRef="#br1" timeOffset="878226.0336">17110 13000 643,'0'0'84,"0"0"-50,0 0-34,0 0-20,0 0-97</inkml:trace>
  <inkml:trace contextRef="#ctx0" brushRef="#br1" timeOffset="888397.2492">17478 13624 491,'0'0'56,"0"0"28,0 0-51,0 0-33,0 0 0,0 0 0,0 0 0,4-2 0,-4 2 18,0 0 21,0-3 0,0 3-8,0 0 3,0 0-7,0 0-6,0 0 11,0 0-12,0 0-10,0 0 1,0 0 6,0 0 5,0-2-1,0 0-2,0 1-7,0-1-6,0-5 4,0 3-4,-4 0 5,-5 0-6,3 3 2,-6-2-7,-3 3 4,-1 0-3,-6 0 1,4 0 2,0 0 2,-4 0 1,4 3 1,3 5-3,-8 1-1,5 4 1,-1 1 1,-2 0 0,5 2-1,3 0 0,7 2-2,-4 3-2,8-2 5,2 0-4,0 1-1,0-1 1,0-3 2,2 0-3,14-4 5,9-3 3,1-4 2,6-3 2,8-2-7,2 0-1,-5 0-1,2 0-2,-8-4-1,-2-2 0,-4-2 0,-10 2-1,-1 0-3,-1-2-38,-7 2-180,4-3-250</inkml:trace>
  <inkml:trace contextRef="#ctx0" brushRef="#br1" timeOffset="889708.2739">17754 13617 494,'0'0'68,"0"0"-10,0 0 3,0 0 0,0 0-10,0 0-4,-2-13-18,2 13 11,0 0-12,0 0-2,0 0-6,0 0-7,0 0 0,0 0-3,0 0-10,-3 0 0,2 0-10,-7 11 10,7 7 1,-1 3 3,0 2-2,-3 4 2,5-1-2,0 0 3,0-3-3,0-2 0,0-1 6,0-3-3,0-3 1,-3-5-4,1-1 1,2-4 3,0-2-6,0-2 5,0 0-1,0 0 2,0 0 9,0 0 5,0 0 11,0 0 18,0 0-9,0-6-28,0-4-10,0-2 3,0 0-1,0-4-4,0-2 2,0-3-1,0-2 0,0-1-1,0 0 2,0 2-2,0-1 0,10 1 0,-5-2 1,9 0-1,-2 0-1,3-2 0,3 0 1,2 2 0,-2 7 0,-2 3 0,-3 2-3,1 7 3,-1 3-5,-7 2 2,3 0 3,-2 0-5,2 4 2,2 16-1,-7 6 2,-3 3 2,-1 0-4,0 0 4,-10-2-3,-12-5-2,-2 0 5,2-3-1,-3-5 1,0-2 0,8-3 1,3-5-1,3 1 0,7-1 2,-4-4-1,6 0 0,0 0 2,2 0-3,0 0 1,0 0-1,0 3 2,0-3-2,0 0-1,0 3-1,0 3-6,12 2 8,5 4 0,12 2 6,10 1-3,-4-3-2,3 2 0,0-3-1,-5-2 0,-4 0 0,-9-1-29,-2-2-85,-13-3-113,-1 0-166</inkml:trace>
  <inkml:trace contextRef="#ctx0" brushRef="#br1" timeOffset="890724.6864">18225 13508 239,'0'0'185,"0"0"-93,0 0-68,0 0-20,0 0-4,0 0 1,0 0 7,0 0 11,0 0 8,0 0-3,0 0 18,0 0 9,0 0 5,0 0-16,0 0-10,0 0-13,0 0-6,0 0-7,0 0 0,0 0-2,0 0 6,0 0 7,0-3 6,0 3 2,0 0-4,0 0-2,0 0-6,0 0-2,0 0-4,0 0 0,0 0-3,0 0-1,0 0 1,0 0-2,0 0 1,0 0 0,0 0-1,0 0 0,0 0 0,0 0 0,0 0 0,0 0 0,0 0-1,0 0 0,0 0 1,0 0-2,0 0-4,0 0-19,-3 0-112,-3-2-220</inkml:trace>
  <inkml:trace contextRef="#ctx0" brushRef="#br1" timeOffset="891645.0252">17629 13499 301,'0'0'273,"0"0"-192,0 0-36,0 0-39,0 0-3,0 0 2,0-2 4,5 2-2,-5 0-1,2 4 8,-2 8 19,0 4-7,0 4-1,0 4-3,0 0-3,-2 1 6,-9-4-3,0 4-11,-2-4-1,8 2 1,-4-3-4,3 2 6,-4-2-4,4-1 2,-3 2 0,7-3 0,-2-2-5,-2-4-2,4-1 1,2-4 2,0-2-2,0 0 2,0-1-1,0 0 3,0 0-4,0 2-4,0-3 0,0 4 0,2-5 0,-2 1-1,6-2 1,-6-1 0,0 0-2,0 0 1,0 0 0,0 0 1,1 0 2,4 0-1,6 0 4,7 0 1,9 0-3,2 0-1,2 0-2,-5 0-1,-1 0-22,-11-4-511</inkml:trace>
  <inkml:trace contextRef="#ctx0" brushRef="#br1" timeOffset="893692.4518">18599 13491 587,'0'0'154,"0"0"-40,0 0-40,0 0-26,0 0-16,0 0-13,0-10-7,0 10-8,0 0-2,0 18-2,0 10 34,-2 6 20,2 1-14,-4 0-4,-6-3-15,7-1-7,-9-4-1,1-6-6,7-4-5,-7 0 0,8-5 0,1-2-2,0-3 0,2-4 0,0-3 0,0 0-15,0 0-21,0 0-75,0-17-150,4-2-247</inkml:trace>
  <inkml:trace contextRef="#ctx0" brushRef="#br1" timeOffset="894515.0368">18394 13471 204,'0'0'312,"0"0"-229,0 0-9,0 0-45,0 0 25,0 0-26,56-30 7,-34 26-11,5 0 6,2 4-2,2 0-4,-2 0-4,0 0-5,-4 0 0,-1 0-4,-8 0-2,-1 0-3,-1 0-6,-3 0 1,-5 2-1,6 4-1,1 3-15,1-4-157,-8 2-479</inkml:trace>
  <inkml:trace contextRef="#ctx0" brushRef="#br1" timeOffset="894584.0916">19024 13465 596,'0'0'119,"0"0"-9,0 0-73,0 0 7,0 0-21,0 0-2,3-12-3,-3 12-5,0 0-9,0 9 9,-13 12 19,-3 1 3,3 4-3,2 0 3,4 0-9,-2 0-3,5-2-7,2-2-8,-3-4-1,5-2-3,0-1-1,0-5-2,0-3 1,0 2 0,0-6 0,0 2-2,0-3-4,0-2-36,0 0-98,0 0-52,0-12-347</inkml:trace>
  <inkml:trace contextRef="#ctx0" brushRef="#br1" timeOffset="895388.2136">18802 13471 382,'0'0'245,"0"0"-139,0 0-56,0 0-25,0 0 4,0 0-3,87-21 8,-65 18-9,-4 1 0,5 2-9,-8-2 0,3 2-8,-3 0-4,-1 0-3,-4 0-1,5 2 1,-9 10-1,3 4-6,-7 2-15,-2-1-123,0 2-415</inkml:trace>
  <inkml:trace contextRef="#ctx0" brushRef="#br1" timeOffset="895460.2654">18836 13790 455,'0'0'142,"0"0"-16,0 0-73,0 0-31,131 6-8,-98-6-7,-2 0-4,-4 0 0,-2 0-1,-7 0-2,-4 0-22</inkml:trace>
  <inkml:trace contextRef="#ctx0" brushRef="#br1" timeOffset="896391.008">18954 13462 362,'0'0'194,"0"0"-109,0 0-41,0 0-22,0 0 1,0 0-3,-14 0 11,14 0 1,0 0-9,0 0 5,2 0 23,14 0 27,0 0-40,4 0-22,-2 0-13,-6 3 1,5-3-3,-4 2-1,-7 2 0,6 1-11,-3 2-48,-7 1-197,0-2-438</inkml:trace>
  <inkml:trace contextRef="#ctx0" brushRef="#br1" timeOffset="897188.003">18759 13840 503,'0'0'174,"0"0"-96,0 0-42,0 0-16,0 0 4,0 0 1,81 0-10,-61 0-7,0 0-2,-6 0-6,-8 0 0,3 0-1,-4 0-22,-1 0-293</inkml:trace>
  <inkml:trace contextRef="#ctx0" brushRef="#br1" timeOffset="905474.4263">17427 14391 381,'0'0'191,"0"0"-113,0 0-39,0 0-14,0 0 1,0 0 10,0 0 5,0 0-8,2-5 6,-2 2 4,0 3 4,0 0-16,0-1-9,0 1-8,0-3-7,-11 0-3,-9 1-3,2 0-2,-7-1 1,3 3 0,-3 0 0,3 0 0,2 0 2,2 0-1,-2 0 0,4 5 0,3 0 3,5 4-4,-4-4 0,8 3 1,-5-1-2,7-2 1,0 5-2,-3 1 0,5-1 2,0 4 0,0-2 0,0 1 0,9 4 0,4-3 0,-1-2 2,3-2 0,1 0-1,1-1 2,8 0 1,2-1-2,-5 0 1,5-1-1,-3 4-2,-6-1 1,5-2 0,-6 2-1,-1 0 0,-1-1 3,-1 0 0,-1-1 2,-6 1 3,0-4-4,-5 1-4,-2 1 6,0-2-5,0 4 0,-14-4 1,-5 4 20,-8-4 17,-2-1-6,2 0-9,0-4-11,2 0 3,5 0-9,-8 0 6,3 0-3,-4 0-7,2 0 2,3 0-5,-1 0 3,-4 0-3,3 0-2,8 0 2,3 7-7,5-7-44,10 0-178,0 0-488</inkml:trace>
  <inkml:trace contextRef="#ctx0" brushRef="#br1" timeOffset="906885.374">17749 14350 558,'0'0'136,"0"0"-24,0 0-61,0 0-8,0 0-19,0 0-3,-9 0-2,9-3 9,0 3 6,0 0-2,3-4 5,12 3-7,6-6-21,-3 4-4,-1-4-2,-3 3-2,-5-1 2,-3 0-1,-1 3-1,-5 0 10,0 2 11,3-2 1,-3 2-7,0 0-5,0 0-5,0 0-4,0 0-2,0 2-5,0 14-8,0 8 6,2 6 7,0 5 4,5 3 1,-3 2-3,7 2 4,-4-4-1,2 0 2,-3-1-3,1-8 0,-5 1-3,3-4 1,-3-5 0,3-4-2,-5-5 2,0-4 0,0-1-1,0-2 1,0 0-2,0-3 3,-7 2-3,-6-3 4,6-1-3,-16 0 5,4 0-2,-10 0-1,-3 0-2,-2 0 3,3 0-2,6 0-2,10 0 1,9 0-1,-1 0 0,7 0 2,0 0-1,0-10-1,13-8-29,14-1-184,1-4-125</inkml:trace>
  <inkml:trace contextRef="#ctx0" brushRef="#br1" timeOffset="908084.9819">18138 14404 311,'0'0'242,"0"0"-116,0 0-27,0 0-41,0 0-15,0 0 8,0-21-4,0 21-6,0 0-6,0 0-9,0 0-20,0 18-6,0 11-13,0 7 13,0-2 15,0 0 10,0-6-2,0-3-3,0-2-8,0-5-3,0-1-2,-2-3-2,-5-1 1,5-5-5,0-2 7,2-3-8,0-1 3,0-2 0,0 0-2,0 0 4,0 0 6,-4-5 5,-2-13 14,2-5-18,2-4-9,2-7-2,0 0 1,0 1-1,0 1 0,0 5-1,0 5 1,0-1 0,2 10 0,7-1-1,-4 4 0,-3 3 0,2 2-1,3 3 1,-5-1 0,2 1 0,5 2-1,1 0 1,-2 0-1,2 0 1,7 2 0,-2 15-2,-1 2 1,0 4-1,1 3 2,-4 0 0,3-1 0,-8 0 1,3-5 0,-5-2 1,4-4 1,-6-4 0,2-2-1,3-6 1,-6-2-1,-1 4-1,0-4 3,0 0-4,0 0 4,0 0-1,3 0 4,-3-6 4,4-6-1,1-8-8,-2-6-1,-1-2-1,0-2 2,7-3-1,-5 4-1,7 0 0,-4 3 0,2 8 0,-3 4 0,3 5 0,-4 2 0,4 3-1,-7 0 1,0 0-1,0 4 1,-2 0 0,0 0 0,5 0-1,-1 2-2,-1 18-5,6 8 4,-5 7 4,7-4-1,-7 10 1,8-5 2,-8-4 0,3-6 3,-5-4-2,-1-2-2,-1-3-1,0-4 2,0 0-2,0-4 0,0-1 1,3 1-1,-1 0 0,6 2-7,-4-6-18,7 0-80,-5-5-158,13 0-306</inkml:trace>
  <inkml:trace contextRef="#ctx0" brushRef="#br1" timeOffset="909211.9379">18241 14514 307,'0'0'200,"0"0"-91,0 0-37,0 0-14,0 0-26,0 0-4,0-10 1,0 10-10,0 0-3,0 0-5,0 0-8,0 0 3,0-4 0,0 1-1,0 1-1,0-1-1,0 1-1,0 2-1,0 0 1,0 0-2,0 0 0,0 0 0,0 0-1,0-5-15,3-2-84,9-3-589</inkml:trace>
  <inkml:trace contextRef="#ctx0" brushRef="#br1" timeOffset="910599.2292">18666 14321 25,'0'0'561,"0"0"-470,0 0-1,0 0-46,0 0-13,0 0-19,5-25-1,4 22 8,-7 3 7,-1-2-1,-1 2 3,0 0 4,0 0 0,0 0-14,0 0-18,3 5 0,-1 8 0,-2 3 1,5 1-1,-5 3 4,0 1 0,0 8 2,0-2 7,0 5 2,0 1 10,0-1 4,0-2-8,0-4-3,0 0-9,0-4-1,0-3 2,2 2-4,-2-7 2,0-4-3,2-2-2,-2-3 0,0-4-1,0-1 0,0 0 2,0 0-1,0 0 6,0 0-3,0 0 0,0 0 3,0 0 0,0-10-4,0-4-2,0 0-3,0-2 1,0 2 0,0-3 0,0 4-1,0 1 0,0-4-1,-2 4 1,0-4 0,-3 2 1,5-4 0,0-2-1,0 0 0,0-6 1,0 1 2,0-3-3,9 1 0,5-4-1,-2 5 1,5 2 0,-2 3-2,-1 2 2,-1 3 2,1 5-2,-1-2-1,-5 3 0,4 2 2,-3 1-2,-3 4 1,4 1 0,-6 0 0,7 2 0,-2 0-2,0 0 2,4 0-1,1 0 0,1 4-1,1 8 1,-3 2-1,-2 4 1,3 2 0,-12-2 0,2 2-1,-4-3 0,0 0 1,0 1-3,0-2 4,-4 5-2,-12-4 0,-1 1 2,-8 0 1,0-1-1,3-1 0,-4-5 0,-1-1 1,9-1-1,-3-4 0,11 0 1,1-3-1,-3-2 0,8 0-24,4 0-162,0 0-240</inkml:trace>
  <inkml:trace contextRef="#ctx0" brushRef="#br1" timeOffset="920617.2464">19830 14217 722,'0'0'57,"0"0"64,0 0-106,0 0-15,0 0 0,0 0-2,0 0 0,0 28 4,0-8-2,0-1 2,0 8 1,0 4 17,0-4 11,0 8-7,-2-3 4,2 0-4,-2-3-9,-7-2-1,8-5-7,-1-6 2,2-3-4,0-6-2,0-2 1,0-5-1,0 3 5,0-3 2,0 0 3,0 0 3,0-3-7,0-6-6,3-1 0,4-6 1,-5 5-3,0-6 1,0-1-2,2-5 1,3 2-1,-1-5-2,4-2 2,-4-3 4,1-1-4,-3 3 0,3 2 1,-2 1-1,6 1 2,-3-1-5,6-3 6,5 3-2,0 2-1,1 4-1,1 3-1,-2 10 4,3-3-4,-4 10 2,2-3-2,2 3 2,-4 0-1,4 0 0,-6 3 1,-2 17-2,-10 3-2,-4 6 0,0 3 1,-2-3 3,-23 2 0,-4-4 0,-4-4 0,-9 0 2,1-6 2,1 1-4,7-4 0,3-2 0,6-3 0,11-4 1,7-3-1,6-2 0,0 0 0,0 0 1,0 0 2,0 0 0,0 2 2,0 0-5,0 5 0,0 2 0,15 8 0,13-1 1,2 4 1,8 2 4,-3-2 3,6 1-1,-10-7-6,-2-2 0,-5-1 0,-8 1-2,0 0-3,-5-6-256</inkml:trace>
  <inkml:trace contextRef="#ctx0" brushRef="#br1" timeOffset="921885.2771">20256 14404 594,'0'0'166,"0"0"-63,0 0-68,0 0-28,0 0-4,0 0-1,-10-3 6,10 3 10,14 0 47,13 0 2,4 0-37,0-6-7,5-3-9,-7-1-5,0-4-5,-12-1 0,-3 1 1,-3-3-1,-9 0-1,-2 2 0,0 6-1,0 1 0,-4 4-2,-11 2-1,-8-1-2,5 3 3,-4 0 0,2 0-1,-7 9 1,2 8 2,4 3 5,-2 8 2,5 2 4,5 3-3,4 2-1,6-1-3,3-4 1,0-2-1,0-2 0,10-4 0,5-5 1,10-3 0,-3-2-4,9-5 1,5-7 0,6 0-1,1 0 0,-3 0 1,-5-4-3,6-12-1,-12-4-3,0-2-10,-3-7-14,-8-3-10,0 1 5,-5 2 15,-2 1 9,-6 9 8,0 3 0,-5 1 0,0 7 0,0 4 0,0 2 1,0 2 0,0 0 2,0 0-2,0 0-1,0 0-4,-10 17 4,-3 9 0,2 6 2,4 6 4,-1 1 4,5 0 0,3-3-3,-2-1 2,2-9-5,0-5 4,0-3-4,0-8 1,0-1-3,0-9 0,0 3 2,0-3-1,0 0 4,0 0 6,0 0 11,0-10-4,0-10-14,0-4-4,0-3-2,4-6 2,3-6-1,-3-2 0,8-5 2,-4 4-3,2 2 1,9 1 1,2 11-1,-4 2-1,6 8 3,-2 2-2,7 6-1,1 6-1,2 2 1,-2 2 0,-3 0-3,-3 14 3,-8 10-3,-6 8 2,-4 1-3,-5 0 4,0 2 0,-25-5-1,-6-6 2,-8 2-1,-2-6 4,-2-3-3,1-2-1,8-1 1,8-8-1,10 0-4,12-3-23,4-3-115,0 0-82,5 0-443</inkml:trace>
  <inkml:trace contextRef="#ctx0" brushRef="#br1" timeOffset="923788.9651">21165 14412 672,'0'0'139,"0"0"-73,0 0-54,0 0-10,0 0 3,0 0 2,78 6 2,-56-6 4,1 0 0,-8-6 6,-4-5 6,-4 1-5,0-2 6,-7-2-8,0 0-13,0-2-1,0 0-2,0 2-1,0-4-1,-11 6 0,-3 0 2,-3 4-2,-4 6 0,-1 2-1,-5 0 1,5 0 3,0 10 1,8 6-1,1 2 8,4 4 4,6 4 5,3 6 7,0 3-3,0-1-3,0 0-3,12-5-3,1-2-1,-1-8-5,-6-2-1,5-5-2,3-4-1,-2-4 1,11-2-4,2-2 1,4 0-2,2 0-1,2-8-113,-1-7-270</inkml:trace>
  <inkml:trace contextRef="#ctx0" brushRef="#br1" timeOffset="924692.3172">21745 14323 208,'0'0'422,"0"0"-271,0 0-82,0 0-26,0 0-18,0 0-16,-101-48-3,72 48 15,-7 2 7,3 14 6,1 5-7,8 2-4,5 2-1,2 1-9,7-1-2,3 1-5,7-1 1,0-4-3,0-2-2,7-6 4,10-4 1,8-3 3,3-6-4,4 0-2,1 0 2,1-6-6,-3-11 1,-10-2 2,3-3-2,-7-5 0,-3-1 0,-3 1 2,-4 3-3,0 5 1,-7 5-1,0 8 2,0 2 0,0 4 1,0 0-3,0 0-2,0 0-2,0 2-2,-12 14 6,8 6 4,-3 5 2,7 0-1,0 1 0,0-1-1,0-5 1,13-4-3,10-2 1,-1-6 1,7-6 2,7-4 1,-3 0-4,3 0-3,-5-16 2,-2-4-2,0-8 1,-4-2 1,-7-6-1,-3 0-1,-3-1 0,-8 1-1,-2 2 1,-2 2 0,0 4 0,0 6 0,0 4 1,0 4-1,0 5 0,0 6 1,0 3 0,0 0-1,0 0-1,0 0-4,0 15 1,-4 14 4,0 3 0,-6 8 2,8 4 2,-5 2 2,2 0-2,4-1 3,1-3-5,-2-4-1,-4-4 0,6-9-1,0-4 1,0-9 1,0-2-2,0-4 0,0-4-6,9-2-145,3 0-156</inkml:trace>
  <inkml:trace contextRef="#ctx0" brushRef="#br1" timeOffset="925515.903">21988 14316 755,'0'0'119,"0"0"19,0 0-112,0 0-13,0 0-11,0 0-2,149-17 1,-107 17 0,-2 0-1,-9 0-2,-6 2-30,-7 4-211</inkml:trace>
  <inkml:trace contextRef="#ctx0" brushRef="#br1" timeOffset="931605.5774">4702 16361 529,'0'0'102,"0"0"-36,0 0-1,0 0-48,0 0-4,0 0 7,0 0 2,-4-5-5,4 5-11,0 0-2,-4 7-3,-3 15-1,1 6 24,-2 0-10,3 2 3,2 0 3,-2-6-11,5 3-4,0-6-2,0-7 1,0-2 2,0-6-4,0-6 0,0 5 0,0-5 3,0 0-1,0 0 3,0 0 3,0 0 8,0 0 19,0 0 2,0 0 5,0 0-11,0 0-1,0-11-21,0-5-9,0-8-1,0-2 2,0-1-2,8-8-1,-3 3 0,7 0-1,-8 2 0,5 4 1,-5 4 0,6 4 4,-1 2-4,-1 5-3,4 1 2,1 2-2,2 0 2,3 2-2,-2 3 1,-3 3 0,1 0 1,-5 0-5,-3 9 1,3 16-1,-4-1 6,-5 3-1,0 4 1,-3-6-1,-16 6 1,-4-7 1,-2-2 0,8 0 0,1-5-2,3-3 2,1-9-1,8 3 0,-2-4 1,1-1-1,5-2 1,-2 1 0,0 2-1,2 3 0,-3-2 0,3 2 0,0 0-3,0-1 3,3-2 1,12 0 3,7 2 0,3-6 0,9 0 0,3 0-3,5 0-1,-1 0 0,-1 0-89,-9 2-119,-13 1-141</inkml:trace>
  <inkml:trace contextRef="#ctx0" brushRef="#br1" timeOffset="932468.1916">4980 16508 321,'0'0'385,"0"0"-334,0 0-27,0 0-17,0 0-6,0 0 10,-6-11 32,25 3-11,-3-4-8,5-3-10,-5 2-7,-2-3-6,1-1 5,-8 5-3,-7-2 4,0 7 6,0 2-7,-7 4 0,-9 1-5,1 0-1,-3 0 0,5 0 0,-1 6 0,3 1 1,-3 7 3,0 3-1,9 1 4,-5 2-1,4 2 4,4 3-1,2-6-6,0 3 1,2-3 1,16-4 1,5-3 3,0-2-1,2-3-3,2-4 3,0-3-5,-5 0 0,4 0-2,1 0-1,-2 0-57,-6-8-104,3-6-345</inkml:trace>
  <inkml:trace contextRef="#ctx0" brushRef="#br1" timeOffset="933304.7868">5254 16427 522,'0'0'224,"0"0"-169,0 0-29,0 0-26,0 0-3,0 0 0,-8 18 3,8 2 1,0 0 3,0 1 1,0-2 0,10 3 2,-6-3-4,1-6 2,-1-5-1,-2 3 0,2-8-2,-4-1-1,0 0 2,0-2 1,0 0 6,0 0 11,0 0 56,0 0-9,0-7-45,0-8-18,0-2 4,-2-4 13,-2-4 2,4-1-2,0-3-10,0 0-5,0-3-4,2-3 0,14 5-1,1 2-2,8 5 0,0 5-1,2 4-1,-7 7 0,6 7 2,-6 0-6,-1 13-3,-9 13 2,-1 5 5,-7 1 1,-2-2-2,0-4 2,-15-2 1,-10-2 1,-4-2 3,0-4 0,0 3-3,0-4 0,7-5 0,7-2 0,1-4-1,9-2-24,5-2-138,0 0-183</inkml:trace>
  <inkml:trace contextRef="#ctx0" brushRef="#br1" timeOffset="934538.42">5381 16305 499,'0'0'46,"0"0"-8,0 0-31,0 0-5,0 0 0,0 0 1,75-17 4,-65 17 6,-4 0 2,-2 0-8,-4 0-5,0 0-2,0 12 3,0 4-1,-2-3 2,-6 4 5,-6 0-4,1-3 1,1-4-6,1 2 4,0-4-1,7-6 2,-1 4-2,-2-2-2,1 2 1,-4 0-1,-3 2 2,0-2-2,-3 4-1,8 0 0,1-1 2,0 0-2,2-7-58</inkml:trace>
  <inkml:trace contextRef="#ctx0" brushRef="#br1" timeOffset="935389.9667">5597 16431 519,'0'0'91,"0"0"-66,0 0-24,0 0-1,0 0 0,0 0 5,-7 2 42,7-2 54,9 0-29,6 0-34,3-8-12,-2-4-20,4 0-1,-6-2 0,-6 8-3,-1-2-2,-5 0 7,-2-1-6,0 4 2,0-3-1,0 6-1,-9 0-1,-7 2 0,3 0-1,-3 0 1,3 0 0,-3 6 0,1 4 0,-1 0 1,5 3 5,-2 4-3,6 1-1,-2 2 7,3 0-2,4 4 1,2-2-3,0-1-4,4 2 5,12-5-1,1-1 2,8-8 3,-5 3-3,6-8 0,-3-2-2,4-2 0,-3 0-1,3 0-4,0 0-84,-5-7-263</inkml:trace>
  <inkml:trace contextRef="#ctx0" brushRef="#br1" timeOffset="936287.6313">5940 16373 126,'0'0'456,"0"0"-437,0 0 17,0 0-11,0 0 20,0 0-15,-52-22-20,39 22 10,0 0 2,4 12 11,-4 2-9,-4-1-2,5 10 3,-4 0-5,3-4-8,2 5 1,1 0-6,8-2-1,2 0-1,0-3-1,0-4-1,12-5 2,3-3 2,1-6 1,1-1 5,6 0 10,-3 0-5,0-16-8,-4 2-6,-3-3-1,-5-2-1,2-1 1,-6-4-3,1 2 1,-5-4 1,0 0-3,0 1 2,0 4-1,0 7 4,0 5-2,0 9 4,0 0 3,0 0-4,0 0-5,0 0-2,-5 0 1,3 19 1,0 3 0,2 0 1,0 5 3,0-1 4,4-3 5,9 0-9,3-2 1,-3 2-2,8-4 0,-3-3 3,-3-2-6,3-5-2,2-7-293</inkml:trace>
  <inkml:trace contextRef="#ctx0" brushRef="#br1" timeOffset="937197.2721">6124 16228 579,'0'0'110,"0"0"5,0 0-79,0 0-16,0 0-8,0 0-3,-8-10 4,8 10-2,0 0-1,0 0-5,0 8-1,0 13 12,0 2 39,0 5-11,0 3-7,2-2-4,0 3-6,-2 1-5,0-1-2,0-2-6,0 2-9,4-2 4,-1-4-7,1-4 3,4-4-2,-3-7 5,5 1-6,-2-7 0,6-2 5,9-2-3,-2-1-3,6 0 3,0 0-4,-4 0-2,-6 0-31,-3 0-97,-1 0-36,-6-8-76,-5-2-429</inkml:trace>
  <inkml:trace contextRef="#ctx0" brushRef="#br1" timeOffset="938070.895">5991 16513 282,'0'0'284,"0"0"-148,0 0-37,0 0-28,0 0-2,0 0-24,0 0-25,85-30 5,-47 21-8,-5 2-9,4-1 1,-9 2-6,-6-2-3,1 6 0,-10 2 0,-8 0-20,3 0-147,-7 0-297</inkml:trace>
  <inkml:trace contextRef="#ctx0" brushRef="#br1" timeOffset="939624.3033">6817 16305 842,'0'0'112,"0"0"49,0 0-99,0 0-34,0 0-16,0 0-5,0-19-6,0 19-1,3 0 0,9 0 0,-1 0-3,0 0-2,-2 14-68,4 6-261</inkml:trace>
  <inkml:trace contextRef="#ctx0" brushRef="#br1" timeOffset="940499.9244">6907 16557 610,'0'0'272,"0"0"-196,0 0-36,0 0-20,0 0-6,0 0 10,-2 0 5,9 0-27,-3 0-2,-3 0-1,-1 0-56,0 0-559</inkml:trace>
  <inkml:trace contextRef="#ctx0" brushRef="#br1" timeOffset="947426.7692">17743 14316 574,'0'0'72,"0"0"23,0 0-60,0 0-28,0 0-1,0 0 14,0 0 2,0-2 1,5-1 5,-5 3 9,1 0-11,-1 0-4,0 0-2,0 0-6,0 0-5,0 0-6,0 0-2,3 0-1,-3 0 1,6 0 1,2 0 0,5 0-2,-2 0 0,-2 0 0,2-2 1,3 2 0,-8 0-1,1-2 0,4 2 0,-6-2 1,4 1-1,-5-2 3,2 3-2,2 0-1,-4-2 0,5 2 0,-3-2 1,3 1-1,-2 1 0,2-3 0,-7 1 1,7 0 0,-7 0 1,5-1 1,0 3-2,-5 0 1,-2 0-2,0 0 1,0 0 0,0 0-2,0 0 1,0 0-1,0 0 1,0 0 0,0 0-3,0 0 3,0 0 0,0 0 0,0 0 0,0 0 1,0 0-1,0 0 0,0 0 0,0 0-5,0 0-27,-4-5-122,-8 1-487</inkml:trace>
  <inkml:trace contextRef="#ctx0" brushRef="#br1" timeOffset="974752.3539">8733 17802 30,'0'0'68,"0"0"-68,0 0-22,0 0-16</inkml:trace>
  <inkml:trace contextRef="#ctx0" brushRef="#br1" timeOffset="978315.2504">10955 15224 59,'0'0'0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07-14T07:10:39.88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17066 15351 434,'0'0'134,"0"0"-78,0 0-31,0 0-1,0 0 7,0 0 1,0 0 8,0 0-3,0-9-2,0 7 7,0-1-7,0 3-4,0-3-13,0 1 4,0 2-1,0 0-7,0 0-1,0 0-2,0 0-5,0 0-2,0 0-4,0 0-1,0 0-2,-2 10 3,-8 6 10,6 2 6,-7 4 0,7 2 6,-6 0-5,6 0 4,-3-2-6,3 1 3,0-1-3,-4-2-2,4-2-6,4 0 2,-2-4-6,2-4 5,0-2-7,0-5-1,0 2 4,0-5-1,0 0-2,0 0 4,0 0 0,0 0 0,0 0 3,0 0-8,0-2 2,0-10-1,0 4-1,0-7 2,2 3-2,0-2 0,6-1-1,-5-3 3,4 0-3,2-2 1,-6 1 0,8 5 1,-7-2-1,5 2 0,-5 0-1,6 1 2,-7 4-1,9-3 0,-6-2 0,6 0-1,-2 2 1,-3 1 0,3-1 0,1 3 0,-5 4-1,0-4 0,0 3 1,-2 1 0,3 2 0,-5-1 0,2 2 0,1-1-3,-1 0 2,1 1 1,4 2-1,-5 0-1,6 0 1,5 0 0,-4 0-2,3 0 2,-6 0 1,3 0 0,-1 0-1,-6 0 1,-2 2 0,0-2 0,0 0-1,3 0-1,-5 3 1,2 2-4,-2-1 0,0 4-13,0-2-9,0 4-12,0 1-51,0-4-31,-13 3-39,-1-2-167</inkml:trace>
  <inkml:trace contextRef="#ctx0" brushRef="#br0" timeOffset="373.265">17026 15494 339,'0'0'174,"0"0"-64,0 0-26,0 0-15,0 0-24,0 0 2,28 0-4,-16 0-3,1 0-10,1 0-4,0 0-11,3 0-4,0 0-3,6 0-5,-6 0 1,8 5-2,-9-2-2,1 2 1,-1 0-1,-5-1 0,3 0-6,-10 2-21,-4-2-62,0 0-52,0-1-127,0-2-174</inkml:trace>
  <inkml:trace contextRef="#ctx0" brushRef="#br0" timeOffset="664.4723">17026 15642 318,'0'0'117,"0"0"-5,0 0-56,0 0 14,0 0-4,0 0-5,-3 17-8,15-17-4,3 4-10,1-2-8,-1-1-14,10 2-5,-5-1-8,7 0-2,1 0 0,3 0-1,4-2 2,-6 0-3,-6 0-16,2 0-66,-2 0-91,-6 0-249</inkml:trace>
  <inkml:trace contextRef="#ctx0" brushRef="#br0" timeOffset="1123.7989">17523 15388 470,'0'0'137,"0"0"-6,0 0-53,0 0-41,0 0-4,0 0-11,0-5-10,0 5-3,0 12 11,-2 9 26,-11 4-10,10 0 9,-6 3 7,7-2-26,-5 2-7,4-3-2,1-5-10,2-5 0,0-4-4,0-2-1,0-3 0,0-3 1,0 1 0,0-4-3,0 0-43,0 0-84,0 0-46,-2-13-160</inkml:trace>
  <inkml:trace contextRef="#ctx0" brushRef="#br0" timeOffset="1422.0117">17451 15457 372,'0'0'162,"0"0"-37,0 0-34,0 0-38,0 0-36,0 0-11,33-7 11,-18 7 10,7 4 12,-5 6-15,-3 2-4,3 4 2,-1 0-5,-2 2 4,6 1-8,-10-3 2,9-2 12,-4-5-25,-6 2 3,2-3-2,0-4 2,-5 0-2,4-4-3,-1 0-20,-5 0-80,-2 0-66,-2 0-199</inkml:trace>
  <inkml:trace contextRef="#ctx0" brushRef="#br0" timeOffset="1791.275">17754 15370 274,'0'0'207,"0"0"-81,0 0-25,0 0-23,0 0-29,0 0-12,2-28-4,-2 28-11,0 0-10,0 0 3,0 0-3,0 0-10,0 9 13,-4 12 19,-8 2-5,9 4 12,-4 4-6,2-4-10,5 4-5,0-5-10,0-4-2,0-2-5,0-4-1,0-3 2,0-2-3,-2-5 2,2 0 1,-2-3-4,2 0-3,0-3-93,0 0-110,4 0-171</inkml:trace>
  <inkml:trace contextRef="#ctx0" brushRef="#br0" timeOffset="2233.5885">18120 15416 514,'0'0'142,"0"0"-15,0 0-65,0 0-15,0 0 2,0 0-9,0-10-14,0 10-19,0 2-5,0 12 4,0 10 26,0 0 16,0 3-11,0-4-15,0 2-7,0-9-8,0 2-1,-7-6-4,7-7 0,0 6 3,0-7 0,0 0-2,0-2-3,0-2-22,0 0-61,7 0-16,-2 0-93,-3-4-261</inkml:trace>
  <inkml:trace contextRef="#ctx0" brushRef="#br0" timeOffset="2848.0261">17986 15408 469,'0'0'147,"0"0"-21,0 0-60,0 0-31,0 0 6,0 0 7,11-54-13,1 48 0,1 0-18,-5 1 3,6 2-1,4 1-5,-2 2-10,2 0 1,-3 0-1,5 0-3,2 0 2,-6 0-1,0 0-2,-3 2 5,0 6-3,1 7-1,-1-2 0,3 7-1,1-1 1,4 2 3,-3-1 2,-7-2-6,-7-6 1,0 2-1,1-4 0,-5 2-3,0 1 3,0-4 2,-12 8 3,-2-3 1,-7-4 7,1 4 0,3-4 0,-6 0-8,5 0-2,-4-5 4,2 1-5,6 1 1,-1-6 2,2 2 1,-3-1 0,3 0 3,1 0-5,1 1-4,3-3 3,-4 0-3,-1 0 2,3 0 1,4 0-3,2 0 0,-1 0-23,5 0-82,0 0-76,0-5-300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FC6E9-81BB-4686-91B7-70FD6C93EA3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DD349-B68B-48E2-8AB5-4CFAAC096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3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DD349-B68B-48E2-8AB5-4CFAAC096F6A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66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7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29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011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68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51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296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51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41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9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8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2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                               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39011-ABDE-4947-97F4-BFB95C45D0E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C9DDECDA-AC01-47B8-B70B-458DA247878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219"/>
            <a:ext cx="2434302" cy="811434"/>
          </a:xfrm>
          <a:prstGeom prst="rect">
            <a:avLst/>
          </a:prstGeom>
        </p:spPr>
      </p:pic>
      <p:pic>
        <p:nvPicPr>
          <p:cNvPr id="8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347" y="332681"/>
            <a:ext cx="726409" cy="72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4204042" y="1938902"/>
            <a:ext cx="702416" cy="9177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5540361" y="2572804"/>
            <a:ext cx="207493" cy="699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6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5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28.emf"/><Relationship Id="rId4" Type="http://schemas.openxmlformats.org/officeDocument/2006/relationships/customXml" Target="../ink/ink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emf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customXml" Target="../ink/ink20.xml"/><Relationship Id="rId10" Type="http://schemas.openxmlformats.org/officeDocument/2006/relationships/image" Target="../media/image30.emf"/><Relationship Id="rId4" Type="http://schemas.openxmlformats.org/officeDocument/2006/relationships/image" Target="../media/image100.emf"/><Relationship Id="rId9" Type="http://schemas.openxmlformats.org/officeDocument/2006/relationships/customXml" Target="../ink/ink2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customXml" Target="../ink/ink23.xml"/><Relationship Id="rId10" Type="http://schemas.openxmlformats.org/officeDocument/2006/relationships/image" Target="../media/image26.emf"/><Relationship Id="rId4" Type="http://schemas.openxmlformats.org/officeDocument/2006/relationships/image" Target="../media/image23.png"/><Relationship Id="rId9" Type="http://schemas.openxmlformats.org/officeDocument/2006/relationships/customXml" Target="../ink/ink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emf"/><Relationship Id="rId7" Type="http://schemas.openxmlformats.org/officeDocument/2006/relationships/image" Target="../media/image270.emf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5" Type="http://schemas.openxmlformats.org/officeDocument/2006/relationships/image" Target="../media/image29.emf"/><Relationship Id="rId4" Type="http://schemas.openxmlformats.org/officeDocument/2006/relationships/customXml" Target="../ink/ink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sz="5400" dirty="0" smtClean="0">
                <a:latin typeface="+mn-lt"/>
                <a:ea typeface="Calibri" pitchFamily="34" charset="0"/>
              </a:rPr>
              <a:t>8051 Serial Communication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Compiled by</a:t>
            </a:r>
          </a:p>
          <a:p>
            <a:r>
              <a:rPr lang="en-IN" dirty="0" err="1" smtClean="0"/>
              <a:t>Savita</a:t>
            </a:r>
            <a:r>
              <a:rPr lang="en-IN" dirty="0" smtClean="0"/>
              <a:t> C. </a:t>
            </a:r>
            <a:r>
              <a:rPr lang="en-IN" dirty="0" err="1" smtClean="0"/>
              <a:t>Raut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SCR_KJSCE</a:t>
            </a:r>
            <a:endParaRPr lang="en-US" dirty="0"/>
          </a:p>
        </p:txBody>
      </p:sp>
      <p:sp>
        <p:nvSpPr>
          <p:cNvPr id="7680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F4FE78C-E83C-472E-A488-7ECE0618FF2A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1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3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ea typeface="Calibri" pitchFamily="34" charset="0"/>
              </a:rPr>
              <a:t>Basics of Serial Communication</a:t>
            </a:r>
          </a:p>
        </p:txBody>
      </p:sp>
      <p:sp>
        <p:nvSpPr>
          <p:cNvPr id="77827" name="Content Placeholder 5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714625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mtClean="0">
                <a:solidFill>
                  <a:schemeClr val="tx1"/>
                </a:solidFill>
                <a:ea typeface="Calibri" pitchFamily="34" charset="0"/>
              </a:rPr>
              <a:t>Computers transfer data in </a:t>
            </a:r>
            <a:r>
              <a:rPr lang="en-US" altLang="en-US" b="1" smtClean="0">
                <a:solidFill>
                  <a:schemeClr val="tx1"/>
                </a:solidFill>
                <a:ea typeface="Calibri" pitchFamily="34" charset="0"/>
              </a:rPr>
              <a:t>two</a:t>
            </a:r>
            <a:r>
              <a:rPr lang="en-US" altLang="en-US" smtClean="0">
                <a:solidFill>
                  <a:schemeClr val="tx1"/>
                </a:solidFill>
                <a:ea typeface="Calibri" pitchFamily="34" charset="0"/>
              </a:rPr>
              <a:t> ways:</a:t>
            </a:r>
          </a:p>
          <a:p>
            <a:pPr lvl="1" algn="just" eaLnBrk="1" hangingPunct="1"/>
            <a:r>
              <a:rPr lang="en-US" altLang="en-US" b="1" smtClean="0">
                <a:solidFill>
                  <a:schemeClr val="tx1"/>
                </a:solidFill>
                <a:ea typeface="Calibri" pitchFamily="34" charset="0"/>
              </a:rPr>
              <a:t>Parallel:</a:t>
            </a:r>
            <a:r>
              <a:rPr lang="en-US" altLang="en-US" smtClean="0">
                <a:solidFill>
                  <a:schemeClr val="tx1"/>
                </a:solidFill>
                <a:ea typeface="Calibri" pitchFamily="34" charset="0"/>
              </a:rPr>
              <a:t> Often 8 or more lines (wire conductors) are used to transfer data to a device that is only a few feet away.</a:t>
            </a:r>
          </a:p>
          <a:p>
            <a:pPr lvl="1" algn="just" eaLnBrk="1" hangingPunct="1"/>
            <a:endParaRPr lang="en-US" altLang="en-US" smtClean="0">
              <a:solidFill>
                <a:schemeClr val="tx1"/>
              </a:solidFill>
              <a:ea typeface="Calibri" pitchFamily="34" charset="0"/>
            </a:endParaRPr>
          </a:p>
          <a:p>
            <a:pPr lvl="1" algn="just" eaLnBrk="1" hangingPunct="1"/>
            <a:r>
              <a:rPr lang="en-US" altLang="en-US" b="1" smtClean="0">
                <a:solidFill>
                  <a:schemeClr val="tx1"/>
                </a:solidFill>
                <a:ea typeface="Calibri" pitchFamily="34" charset="0"/>
              </a:rPr>
              <a:t>Serial:</a:t>
            </a:r>
            <a:r>
              <a:rPr lang="en-US" altLang="en-US" smtClean="0">
                <a:solidFill>
                  <a:schemeClr val="tx1"/>
                </a:solidFill>
                <a:ea typeface="Calibri" pitchFamily="34" charset="0"/>
              </a:rPr>
              <a:t> To transfer to a device located many meters away, the serial method is used. The data is sent one bit at a time.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778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48E4E61-4874-4970-A4CC-E0117D1FB82E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2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4143375"/>
            <a:ext cx="618490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97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ea typeface="Calibri" pitchFamily="34" charset="0"/>
              </a:rPr>
              <a:t>Basics of Serial Communication</a:t>
            </a:r>
          </a:p>
        </p:txBody>
      </p:sp>
      <p:sp>
        <p:nvSpPr>
          <p:cNvPr id="78851" name="Content Placeholder 5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214937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Serial data communication uses </a:t>
            </a: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two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 methods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Synchronous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 method transfers a block of data at a time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Asynchronous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 method transfers a single byte at a time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endParaRPr lang="en-US" altLang="en-US" dirty="0" smtClean="0">
              <a:solidFill>
                <a:schemeClr val="tx1"/>
              </a:solidFill>
              <a:ea typeface="Calibri" pitchFamily="34" charset="0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There are </a:t>
            </a: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special IC’s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 made by many manufacturers for serial communications.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UART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 (universal asynchronous Receiver transmitter)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USART 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(universal synchronous-asynchronous Receiver-transmitter)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788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DCB89C-A78F-47C7-897F-8F7AE64915F5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3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0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7"/>
          <p:cNvSpPr>
            <a:spLocks noGrp="1"/>
          </p:cNvSpPr>
          <p:nvPr>
            <p:ph type="title"/>
          </p:nvPr>
        </p:nvSpPr>
        <p:spPr>
          <a:xfrm>
            <a:off x="1835696" y="0"/>
            <a:ext cx="7308304" cy="11430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Calibri" pitchFamily="34" charset="0"/>
              </a:rPr>
              <a:t>Asynchronous – Start &amp; Stop Bit</a:t>
            </a:r>
          </a:p>
        </p:txBody>
      </p:sp>
      <p:sp>
        <p:nvSpPr>
          <p:cNvPr id="79875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Asynchronous serial data communication is widely used for </a:t>
            </a: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character-oriented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 transmissions</a:t>
            </a:r>
          </a:p>
          <a:p>
            <a:pPr lvl="1" eaLnBrk="1" hangingPunct="1"/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Each character is placed in between </a:t>
            </a: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start and stop bits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, this is called </a:t>
            </a:r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framing.</a:t>
            </a:r>
          </a:p>
          <a:p>
            <a:pPr lvl="1" eaLnBrk="1" hangingPunct="1"/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Block-oriented</a:t>
            </a:r>
            <a:r>
              <a:rPr lang="en-US" altLang="en-US" dirty="0" smtClean="0">
                <a:solidFill>
                  <a:schemeClr val="tx1"/>
                </a:solidFill>
                <a:ea typeface="Calibri" pitchFamily="34" charset="0"/>
              </a:rPr>
              <a:t> data transfers use the synchronous method.</a:t>
            </a:r>
          </a:p>
          <a:p>
            <a:pPr lvl="1" eaLnBrk="1" hangingPunct="1">
              <a:buFontTx/>
              <a:buNone/>
            </a:pPr>
            <a:endParaRPr lang="en-US" altLang="en-US" dirty="0" smtClean="0">
              <a:solidFill>
                <a:schemeClr val="tx1"/>
              </a:solidFill>
              <a:ea typeface="Calibri" pitchFamily="34" charset="0"/>
            </a:endParaRPr>
          </a:p>
          <a:p>
            <a:pPr eaLnBrk="1" hangingPunct="1"/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The start bit is always one bit, but the stop bit can be one or two bits</a:t>
            </a:r>
          </a:p>
          <a:p>
            <a:pPr eaLnBrk="1" hangingPunct="1"/>
            <a:endParaRPr lang="en-US" altLang="en-US" dirty="0" smtClean="0">
              <a:solidFill>
                <a:schemeClr val="tx1"/>
              </a:solidFill>
              <a:ea typeface="Calibri" pitchFamily="34" charset="0"/>
            </a:endParaRPr>
          </a:p>
          <a:p>
            <a:pPr eaLnBrk="1" hangingPunct="1"/>
            <a:r>
              <a:rPr lang="en-US" altLang="en-US" b="1" dirty="0" smtClean="0">
                <a:solidFill>
                  <a:schemeClr val="tx1"/>
                </a:solidFill>
                <a:ea typeface="Calibri" pitchFamily="34" charset="0"/>
              </a:rPr>
              <a:t>The start bit is always a 0 (low) and the stop bit(s) is 1 (high)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7987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52E63BA-17DD-4D58-8E65-FAA278B07241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4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645840" y="1979640"/>
              <a:ext cx="7460280" cy="3868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640" y="1971360"/>
                <a:ext cx="7474680" cy="388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390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7"/>
          <p:cNvSpPr>
            <a:spLocks noGrp="1"/>
          </p:cNvSpPr>
          <p:nvPr>
            <p:ph type="title"/>
          </p:nvPr>
        </p:nvSpPr>
        <p:spPr>
          <a:xfrm>
            <a:off x="251520" y="0"/>
            <a:ext cx="864096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Asynchronous – Start &amp; Stop Bit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090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D5A2F1E-48F2-478E-8874-A372AC7F4425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5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1227138"/>
            <a:ext cx="7816850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29600" y="707400"/>
              <a:ext cx="5271480" cy="2295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680" y="699480"/>
                <a:ext cx="5287680" cy="231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63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ea typeface="Calibri" pitchFamily="34" charset="0"/>
              </a:rPr>
              <a:t>Data Transfer Rate</a:t>
            </a:r>
          </a:p>
        </p:txBody>
      </p:sp>
      <p:sp>
        <p:nvSpPr>
          <p:cNvPr id="81923" name="Content Placeholder 6"/>
          <p:cNvSpPr>
            <a:spLocks noGrp="1"/>
          </p:cNvSpPr>
          <p:nvPr>
            <p:ph idx="1"/>
          </p:nvPr>
        </p:nvSpPr>
        <p:spPr>
          <a:xfrm>
            <a:off x="173038" y="1071563"/>
            <a:ext cx="8786812" cy="531018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The rate of data transfer in serial data communication is stated in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bps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(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bits per second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).</a:t>
            </a:r>
          </a:p>
          <a:p>
            <a:pPr eaLnBrk="1" hangingPunct="1"/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Another widely used terminology for bps is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baud rate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.(Baud rate is a MODEM terminology .baud rate and bps are not necessarily equal)</a:t>
            </a:r>
          </a:p>
          <a:p>
            <a:pPr lvl="1" eaLnBrk="1" hangingPunct="1"/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It is defined as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time required to send one bit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on transmission line in other words it is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the number of signal changes per second.</a:t>
            </a:r>
          </a:p>
          <a:p>
            <a:pPr lvl="1" eaLnBrk="1" hangingPunct="1"/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In modems, there are occasions when a single change of signal transfers several bits of data</a:t>
            </a:r>
          </a:p>
          <a:p>
            <a:pPr eaLnBrk="1" hangingPunct="1"/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As far as the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conductor wire 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is concerned,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the baud rate and bps are the same.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192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376997B-ADCF-4FFE-968E-7319FD80ECB5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6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294920" y="2220480"/>
              <a:ext cx="6339240" cy="3641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0600" y="2214000"/>
                <a:ext cx="6354360" cy="365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796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Data Transfer Rate..</a:t>
            </a:r>
            <a:r>
              <a:rPr lang="en-US" altLang="en-US" dirty="0" err="1" smtClean="0">
                <a:ea typeface="Calibri" pitchFamily="34" charset="0"/>
              </a:rPr>
              <a:t>cntd</a:t>
            </a:r>
            <a:endParaRPr lang="en-US" altLang="en-US" dirty="0" smtClean="0">
              <a:ea typeface="Calibri" pitchFamily="34" charset="0"/>
            </a:endParaRPr>
          </a:p>
        </p:txBody>
      </p:sp>
      <p:sp>
        <p:nvSpPr>
          <p:cNvPr id="81923" name="Content Placeholder 6"/>
          <p:cNvSpPr>
            <a:spLocks noGrp="1"/>
          </p:cNvSpPr>
          <p:nvPr>
            <p:ph idx="1"/>
          </p:nvPr>
        </p:nvSpPr>
        <p:spPr>
          <a:xfrm>
            <a:off x="173038" y="1071563"/>
            <a:ext cx="8786812" cy="5310187"/>
          </a:xfrm>
        </p:spPr>
        <p:txBody>
          <a:bodyPr>
            <a:noAutofit/>
          </a:bodyPr>
          <a:lstStyle/>
          <a:p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The data transfer rate of  a given computer system depends on the communication ports incorporated into that system. For ex, the early IBM PC/XT used data transfer rate 100 to 9600 bps.</a:t>
            </a:r>
          </a:p>
          <a:p>
            <a:r>
              <a:rPr lang="en-US" altLang="en-US" sz="2400" dirty="0" smtClean="0">
                <a:ea typeface="Calibri" pitchFamily="34" charset="0"/>
              </a:rPr>
              <a:t>However Pentium based PCs transfers the data at high rates </a:t>
            </a:r>
            <a:r>
              <a:rPr lang="en-US" altLang="en-US" sz="2400" dirty="0" err="1" smtClean="0">
                <a:ea typeface="Calibri" pitchFamily="34" charset="0"/>
              </a:rPr>
              <a:t>upto</a:t>
            </a:r>
            <a:r>
              <a:rPr lang="en-US" altLang="en-US" sz="2400" dirty="0" smtClean="0">
                <a:ea typeface="Calibri" pitchFamily="34" charset="0"/>
              </a:rPr>
              <a:t> 56K bps</a:t>
            </a:r>
          </a:p>
          <a:p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In Asynchronous serial data communication , </a:t>
            </a:r>
            <a:r>
              <a:rPr lang="en-US" altLang="en-US" sz="2400" dirty="0" smtClean="0">
                <a:ea typeface="Calibri" pitchFamily="34" charset="0"/>
              </a:rPr>
              <a:t>the 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Baud rate is limited to 100,000 bps.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192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376997B-ADCF-4FFE-968E-7319FD80ECB5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7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352711"/>
            <a:ext cx="4355976" cy="326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07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8051 Serial Port</a:t>
            </a:r>
          </a:p>
        </p:txBody>
      </p:sp>
      <p:sp>
        <p:nvSpPr>
          <p:cNvPr id="82947" name="Content Placeholder 6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643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ea typeface="Calibri" pitchFamily="34" charset="0"/>
              </a:rPr>
              <a:t>Synchronous and Asynchronous methods</a:t>
            </a:r>
          </a:p>
          <a:p>
            <a:pPr eaLnBrk="1" hangingPunct="1"/>
            <a:r>
              <a:rPr lang="en-US" altLang="en-US" dirty="0" smtClean="0">
                <a:ea typeface="Calibri" pitchFamily="34" charset="0"/>
              </a:rPr>
              <a:t>SCON Register is used to Control</a:t>
            </a:r>
          </a:p>
          <a:p>
            <a:pPr eaLnBrk="1" hangingPunct="1"/>
            <a:r>
              <a:rPr lang="en-US" altLang="en-US" dirty="0" smtClean="0">
                <a:ea typeface="Calibri" pitchFamily="34" charset="0"/>
              </a:rPr>
              <a:t>Data Transfer through </a:t>
            </a:r>
            <a:r>
              <a:rPr lang="en-US" altLang="en-US" dirty="0" err="1" smtClean="0">
                <a:ea typeface="Calibri" pitchFamily="34" charset="0"/>
              </a:rPr>
              <a:t>TXd</a:t>
            </a:r>
            <a:r>
              <a:rPr lang="en-US" altLang="en-US" dirty="0" smtClean="0">
                <a:ea typeface="Calibri" pitchFamily="34" charset="0"/>
              </a:rPr>
              <a:t> (P3.1)&amp; </a:t>
            </a:r>
            <a:r>
              <a:rPr lang="en-US" altLang="en-US" dirty="0" err="1" smtClean="0">
                <a:ea typeface="Calibri" pitchFamily="34" charset="0"/>
              </a:rPr>
              <a:t>RXd</a:t>
            </a:r>
            <a:r>
              <a:rPr lang="en-US" altLang="en-US" dirty="0" smtClean="0">
                <a:ea typeface="Calibri" pitchFamily="34" charset="0"/>
              </a:rPr>
              <a:t> (P3.0)pins </a:t>
            </a:r>
          </a:p>
          <a:p>
            <a:pPr eaLnBrk="1" hangingPunct="1"/>
            <a:r>
              <a:rPr lang="en-US" altLang="en-US" dirty="0" smtClean="0">
                <a:ea typeface="Calibri" pitchFamily="34" charset="0"/>
              </a:rPr>
              <a:t>Some time - Clock through </a:t>
            </a:r>
            <a:r>
              <a:rPr lang="en-US" altLang="en-US" dirty="0" err="1" smtClean="0">
                <a:ea typeface="Calibri" pitchFamily="34" charset="0"/>
              </a:rPr>
              <a:t>TXd</a:t>
            </a:r>
            <a:r>
              <a:rPr lang="en-US" altLang="en-US" dirty="0" smtClean="0">
                <a:ea typeface="Calibri" pitchFamily="34" charset="0"/>
              </a:rPr>
              <a:t> Pin</a:t>
            </a:r>
          </a:p>
          <a:p>
            <a:pPr eaLnBrk="1" hangingPunct="1"/>
            <a:r>
              <a:rPr lang="en-US" altLang="en-US" dirty="0" smtClean="0">
                <a:ea typeface="Calibri" pitchFamily="34" charset="0"/>
              </a:rPr>
              <a:t>Four Modes of Operation:</a:t>
            </a:r>
          </a:p>
          <a:p>
            <a:pPr eaLnBrk="1" hangingPunct="1"/>
            <a:endParaRPr lang="en-US" altLang="en-US" dirty="0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29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9A48DD7-9B76-456B-A935-54C436F6CD63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8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96938" y="4076700"/>
            <a:ext cx="7389812" cy="2138363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en-US" sz="2800" b="1" dirty="0">
                <a:latin typeface="Calibri" pitchFamily="34" charset="0"/>
              </a:rPr>
              <a:t>Mode 0	:Synchronous Serial Communication</a:t>
            </a:r>
          </a:p>
          <a:p>
            <a:r>
              <a:rPr lang="en-US" altLang="en-US" sz="2800" b="1" dirty="0">
                <a:latin typeface="Calibri" pitchFamily="34" charset="0"/>
              </a:rPr>
              <a:t>Mode 1	:8-Bit UART with Timer Data Rate</a:t>
            </a:r>
          </a:p>
          <a:p>
            <a:r>
              <a:rPr lang="en-US" altLang="en-US" sz="2800" b="1" dirty="0">
                <a:latin typeface="Calibri" pitchFamily="34" charset="0"/>
              </a:rPr>
              <a:t>Mode 2	:9-Bit UART with Set Data Rate</a:t>
            </a:r>
          </a:p>
          <a:p>
            <a:r>
              <a:rPr lang="en-US" altLang="en-US" sz="2800" b="1" dirty="0">
                <a:latin typeface="Calibri" pitchFamily="34" charset="0"/>
              </a:rPr>
              <a:t>Mode 3	:9-Bit UART with Timer Data Rate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398600" y="2648520"/>
              <a:ext cx="7155360" cy="2474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5360" y="2640600"/>
                <a:ext cx="7164000" cy="249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096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7"/>
          <p:cNvSpPr>
            <a:spLocks noGrp="1"/>
          </p:cNvSpPr>
          <p:nvPr>
            <p:ph type="title"/>
          </p:nvPr>
        </p:nvSpPr>
        <p:spPr>
          <a:xfrm>
            <a:off x="1115616" y="142875"/>
            <a:ext cx="756084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b="1" dirty="0" smtClean="0">
                <a:ea typeface="Calibri" pitchFamily="34" charset="0"/>
              </a:rPr>
              <a:t>Registers related to Serial Communication</a:t>
            </a:r>
          </a:p>
        </p:txBody>
      </p:sp>
      <p:sp>
        <p:nvSpPr>
          <p:cNvPr id="83971" name="Content Placeholder 8"/>
          <p:cNvSpPr>
            <a:spLocks noGrp="1"/>
          </p:cNvSpPr>
          <p:nvPr>
            <p:ph idx="1"/>
          </p:nvPr>
        </p:nvSpPr>
        <p:spPr>
          <a:xfrm>
            <a:off x="2500313" y="2071688"/>
            <a:ext cx="4684712" cy="3929062"/>
          </a:xfrm>
        </p:spPr>
        <p:txBody>
          <a:bodyPr/>
          <a:lstStyle/>
          <a:p>
            <a:pPr marL="514350" indent="-514350" eaLnBrk="1" hangingPunct="1">
              <a:spcBef>
                <a:spcPct val="0"/>
              </a:spcBef>
              <a:spcAft>
                <a:spcPts val="4200"/>
              </a:spcAft>
              <a:buFontTx/>
              <a:buAutoNum type="arabicPeriod"/>
            </a:pPr>
            <a:r>
              <a:rPr lang="en-US" altLang="en-US" sz="4400" smtClean="0">
                <a:solidFill>
                  <a:schemeClr val="tx1"/>
                </a:solidFill>
                <a:ea typeface="Calibri" pitchFamily="34" charset="0"/>
              </a:rPr>
              <a:t>SBUF Register</a:t>
            </a:r>
          </a:p>
          <a:p>
            <a:pPr marL="514350" indent="-514350" eaLnBrk="1" hangingPunct="1">
              <a:spcBef>
                <a:spcPct val="0"/>
              </a:spcBef>
              <a:spcAft>
                <a:spcPts val="4200"/>
              </a:spcAft>
              <a:buFontTx/>
              <a:buAutoNum type="arabicPeriod"/>
            </a:pPr>
            <a:r>
              <a:rPr lang="en-US" altLang="en-US" sz="4400" smtClean="0">
                <a:solidFill>
                  <a:schemeClr val="tx1"/>
                </a:solidFill>
                <a:ea typeface="Calibri" pitchFamily="34" charset="0"/>
              </a:rPr>
              <a:t>SCON Register</a:t>
            </a:r>
          </a:p>
          <a:p>
            <a:pPr marL="514350" indent="-514350" eaLnBrk="1" hangingPunct="1">
              <a:spcBef>
                <a:spcPct val="0"/>
              </a:spcBef>
              <a:spcAft>
                <a:spcPts val="4200"/>
              </a:spcAft>
              <a:buFontTx/>
              <a:buAutoNum type="arabicPeriod"/>
            </a:pPr>
            <a:r>
              <a:rPr lang="en-US" altLang="en-US" sz="4400" smtClean="0">
                <a:solidFill>
                  <a:schemeClr val="tx1"/>
                </a:solidFill>
                <a:ea typeface="Calibri" pitchFamily="34" charset="0"/>
              </a:rPr>
              <a:t>PCON Register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397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FB28D33-DD86-4012-A1E6-6052508BA225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9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35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ea typeface="Calibri" pitchFamily="34" charset="0"/>
              </a:rPr>
              <a:t>SBUF Register</a:t>
            </a:r>
          </a:p>
        </p:txBody>
      </p:sp>
      <p:sp>
        <p:nvSpPr>
          <p:cNvPr id="84995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en-US" sz="2500" b="1" dirty="0" smtClean="0">
                <a:solidFill>
                  <a:schemeClr val="tx1"/>
                </a:solidFill>
                <a:ea typeface="Calibri" pitchFamily="34" charset="0"/>
              </a:rPr>
              <a:t>SBUF</a:t>
            </a: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 is an </a:t>
            </a:r>
            <a:r>
              <a:rPr lang="en-US" altLang="en-US" sz="2500" b="1" dirty="0" smtClean="0">
                <a:solidFill>
                  <a:schemeClr val="tx1"/>
                </a:solidFill>
                <a:ea typeface="Calibri" pitchFamily="34" charset="0"/>
              </a:rPr>
              <a:t>8-bit register </a:t>
            </a: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used solely for serial communication.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For a byte data to be transferred via the </a:t>
            </a:r>
            <a:r>
              <a:rPr lang="en-US" altLang="en-US" sz="2500" b="1" dirty="0" err="1" smtClean="0">
                <a:solidFill>
                  <a:schemeClr val="tx1"/>
                </a:solidFill>
                <a:ea typeface="Calibri" pitchFamily="34" charset="0"/>
              </a:rPr>
              <a:t>TxD</a:t>
            </a:r>
            <a:r>
              <a:rPr lang="en-US" altLang="en-US" sz="2500" b="1" dirty="0" smtClean="0">
                <a:solidFill>
                  <a:schemeClr val="tx1"/>
                </a:solidFill>
                <a:ea typeface="Calibri" pitchFamily="34" charset="0"/>
              </a:rPr>
              <a:t> line</a:t>
            </a: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, it must be placed in the </a:t>
            </a:r>
            <a:r>
              <a:rPr lang="en-US" altLang="en-US" sz="2500" b="1" dirty="0" smtClean="0">
                <a:solidFill>
                  <a:schemeClr val="tx1"/>
                </a:solidFill>
                <a:ea typeface="Calibri" pitchFamily="34" charset="0"/>
              </a:rPr>
              <a:t>SBUF register</a:t>
            </a: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The moment a byte is written into SBUF, it is framed with the start and stop bits and transferred serially via the </a:t>
            </a:r>
            <a:r>
              <a:rPr lang="en-US" altLang="en-US" sz="2500" dirty="0" err="1" smtClean="0">
                <a:solidFill>
                  <a:schemeClr val="tx1"/>
                </a:solidFill>
                <a:ea typeface="Calibri" pitchFamily="34" charset="0"/>
              </a:rPr>
              <a:t>TxD</a:t>
            </a: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 line.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SBUF holds the byte of data when it is received by 8051 </a:t>
            </a:r>
            <a:r>
              <a:rPr lang="en-US" altLang="en-US" sz="2500" b="1" dirty="0" err="1" smtClean="0">
                <a:solidFill>
                  <a:schemeClr val="tx1"/>
                </a:solidFill>
                <a:ea typeface="Calibri" pitchFamily="34" charset="0"/>
              </a:rPr>
              <a:t>RxD</a:t>
            </a: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 line.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When the bits are received serially via </a:t>
            </a:r>
            <a:r>
              <a:rPr lang="en-US" altLang="en-US" sz="2500" dirty="0" err="1" smtClean="0">
                <a:solidFill>
                  <a:schemeClr val="tx1"/>
                </a:solidFill>
                <a:ea typeface="Calibri" pitchFamily="34" charset="0"/>
              </a:rPr>
              <a:t>RxD</a:t>
            </a: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, the </a:t>
            </a:r>
            <a:r>
              <a:rPr lang="en-US" altLang="en-US" sz="2500" b="1" dirty="0" smtClean="0">
                <a:solidFill>
                  <a:schemeClr val="tx1"/>
                </a:solidFill>
                <a:ea typeface="Calibri" pitchFamily="34" charset="0"/>
              </a:rPr>
              <a:t>8051 </a:t>
            </a:r>
            <a:r>
              <a:rPr lang="en-US" altLang="en-US" sz="2500" b="1" dirty="0" err="1" smtClean="0">
                <a:solidFill>
                  <a:schemeClr val="tx1"/>
                </a:solidFill>
                <a:ea typeface="Calibri" pitchFamily="34" charset="0"/>
              </a:rPr>
              <a:t>deframes</a:t>
            </a:r>
            <a:r>
              <a:rPr lang="en-US" altLang="en-US" sz="2500" b="1" dirty="0" smtClean="0">
                <a:solidFill>
                  <a:schemeClr val="tx1"/>
                </a:solidFill>
                <a:ea typeface="Calibri" pitchFamily="34" charset="0"/>
              </a:rPr>
              <a:t> </a:t>
            </a:r>
            <a:r>
              <a:rPr lang="en-US" altLang="en-US" sz="2500" dirty="0" smtClean="0">
                <a:solidFill>
                  <a:schemeClr val="tx1"/>
                </a:solidFill>
                <a:ea typeface="Calibri" pitchFamily="34" charset="0"/>
              </a:rPr>
              <a:t>it by eliminating the stop and start bits, making a byte out of the data received, and then placing it in SBUF.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49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F39CF6A-6288-4A7E-A822-E8A0B0C33501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10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90680" y="488160"/>
              <a:ext cx="8429400" cy="5504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0" y="477360"/>
                <a:ext cx="8443440" cy="55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3431160" y="1601640"/>
              <a:ext cx="4852800" cy="4317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3600" y="1594800"/>
                <a:ext cx="4870440" cy="433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273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3634"/>
          </a:xfrm>
        </p:spPr>
        <p:txBody>
          <a:bodyPr/>
          <a:lstStyle/>
          <a:p>
            <a:pPr algn="ctr"/>
            <a:r>
              <a:rPr lang="en-US" altLang="en-US" b="1" dirty="0">
                <a:ea typeface="Calibri" pitchFamily="34" charset="0"/>
              </a:rPr>
              <a:t>SBUF Register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11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59" y="2636912"/>
            <a:ext cx="9148445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285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 smtClean="0"/>
              <a:t>SBUF Register …</a:t>
            </a:r>
            <a:r>
              <a:rPr lang="en-IN" sz="3600" dirty="0" err="1" smtClean="0"/>
              <a:t>cntd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12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8776944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687960" y="3640680"/>
              <a:ext cx="7717680" cy="20624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1840" y="3632040"/>
                <a:ext cx="7733160" cy="207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042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SBUF Register</a:t>
            </a:r>
          </a:p>
        </p:txBody>
      </p:sp>
      <p:sp>
        <p:nvSpPr>
          <p:cNvPr id="86019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714375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en-US" sz="2500" b="1" smtClean="0">
                <a:solidFill>
                  <a:srgbClr val="00B0F0"/>
                </a:solidFill>
                <a:ea typeface="Calibri" pitchFamily="34" charset="0"/>
              </a:rPr>
              <a:t>Sample Program:</a:t>
            </a:r>
            <a:endParaRPr lang="en-US" altLang="en-US" sz="2500" smtClean="0">
              <a:ea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60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C4C9F0F-7E10-47B3-8A33-97F81DDC0A05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13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2214563"/>
            <a:ext cx="895985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890640" y="2212200"/>
              <a:ext cx="8066160" cy="3393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560" y="2207520"/>
                <a:ext cx="8085240" cy="34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260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SCON Register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704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7724CB2-D069-440A-B606-27C2EAA5A416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14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860425" y="1484311"/>
            <a:ext cx="6337300" cy="1296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en-US" sz="2400" dirty="0"/>
              <a:t>SM0  </a:t>
            </a:r>
            <a:r>
              <a:rPr lang="en-US" altLang="en-US" sz="2400" dirty="0" smtClean="0"/>
              <a:t>      SM1   </a:t>
            </a:r>
            <a:r>
              <a:rPr lang="en-US" altLang="en-US" sz="2400" dirty="0"/>
              <a:t>SM2 </a:t>
            </a:r>
            <a:r>
              <a:rPr lang="en-US" altLang="en-US" sz="2400" dirty="0" smtClean="0"/>
              <a:t>     REN       TB8    </a:t>
            </a:r>
            <a:r>
              <a:rPr lang="en-US" altLang="en-US" sz="2400" dirty="0"/>
              <a:t>RB8    TI    RI</a:t>
            </a:r>
          </a:p>
        </p:txBody>
      </p:sp>
      <p:sp>
        <p:nvSpPr>
          <p:cNvPr id="87047" name="Line 6"/>
          <p:cNvSpPr>
            <a:spLocks noChangeShapeType="1"/>
          </p:cNvSpPr>
          <p:nvPr/>
        </p:nvSpPr>
        <p:spPr bwMode="auto">
          <a:xfrm>
            <a:off x="1868488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48" name="Line 7"/>
          <p:cNvSpPr>
            <a:spLocks noChangeShapeType="1"/>
          </p:cNvSpPr>
          <p:nvPr/>
        </p:nvSpPr>
        <p:spPr bwMode="auto">
          <a:xfrm>
            <a:off x="2732088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49" name="Line 8"/>
          <p:cNvSpPr>
            <a:spLocks noChangeShapeType="1"/>
          </p:cNvSpPr>
          <p:nvPr/>
        </p:nvSpPr>
        <p:spPr bwMode="auto">
          <a:xfrm>
            <a:off x="3597275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50" name="Line 9"/>
          <p:cNvSpPr>
            <a:spLocks noChangeShapeType="1"/>
          </p:cNvSpPr>
          <p:nvPr/>
        </p:nvSpPr>
        <p:spPr bwMode="auto">
          <a:xfrm>
            <a:off x="4532313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51" name="Line 10"/>
          <p:cNvSpPr>
            <a:spLocks noChangeShapeType="1"/>
          </p:cNvSpPr>
          <p:nvPr/>
        </p:nvSpPr>
        <p:spPr bwMode="auto">
          <a:xfrm>
            <a:off x="5324475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52" name="Line 11"/>
          <p:cNvSpPr>
            <a:spLocks noChangeShapeType="1"/>
          </p:cNvSpPr>
          <p:nvPr/>
        </p:nvSpPr>
        <p:spPr bwMode="auto">
          <a:xfrm>
            <a:off x="6189663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53" name="Line 12"/>
          <p:cNvSpPr>
            <a:spLocks noChangeShapeType="1"/>
          </p:cNvSpPr>
          <p:nvPr/>
        </p:nvSpPr>
        <p:spPr bwMode="auto">
          <a:xfrm>
            <a:off x="6765925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" name="Line 14"/>
          <p:cNvSpPr>
            <a:spLocks noChangeShapeType="1"/>
          </p:cNvSpPr>
          <p:nvPr/>
        </p:nvSpPr>
        <p:spPr bwMode="auto">
          <a:xfrm>
            <a:off x="1508125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1508125" y="3068638"/>
            <a:ext cx="792163" cy="0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 flipV="1">
            <a:off x="2300288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 flipH="1">
            <a:off x="1508125" y="3068638"/>
            <a:ext cx="360363" cy="288925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" name="Rectangle 18"/>
          <p:cNvSpPr>
            <a:spLocks noChangeArrowheads="1"/>
          </p:cNvSpPr>
          <p:nvPr/>
        </p:nvSpPr>
        <p:spPr bwMode="auto">
          <a:xfrm>
            <a:off x="501650" y="4870450"/>
            <a:ext cx="2951163" cy="863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Enable Multiprocessor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Communication Mode</a:t>
            </a:r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2949575" y="3500438"/>
            <a:ext cx="1728788" cy="12239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en-US" dirty="0">
                <a:solidFill>
                  <a:schemeClr val="tx1"/>
                </a:solidFill>
              </a:rPr>
              <a:t>Set to Enable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Serial Data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reception</a:t>
            </a:r>
          </a:p>
        </p:txBody>
      </p:sp>
      <p:sp>
        <p:nvSpPr>
          <p:cNvPr id="48" name="Line 21"/>
          <p:cNvSpPr>
            <a:spLocks noChangeShapeType="1"/>
          </p:cNvSpPr>
          <p:nvPr/>
        </p:nvSpPr>
        <p:spPr bwMode="auto">
          <a:xfrm flipH="1">
            <a:off x="2571750" y="2786063"/>
            <a:ext cx="500063" cy="2071687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" name="Line 22"/>
          <p:cNvSpPr>
            <a:spLocks noChangeShapeType="1"/>
          </p:cNvSpPr>
          <p:nvPr/>
        </p:nvSpPr>
        <p:spPr bwMode="auto">
          <a:xfrm>
            <a:off x="4029075" y="2781300"/>
            <a:ext cx="0" cy="7191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0" name="Rectangle 23"/>
          <p:cNvSpPr>
            <a:spLocks noChangeArrowheads="1"/>
          </p:cNvSpPr>
          <p:nvPr/>
        </p:nvSpPr>
        <p:spPr bwMode="auto">
          <a:xfrm>
            <a:off x="3524250" y="4868863"/>
            <a:ext cx="2160588" cy="8651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en-US">
                <a:solidFill>
                  <a:schemeClr val="tx1"/>
                </a:solidFill>
              </a:rPr>
              <a:t>9</a:t>
            </a:r>
            <a:r>
              <a:rPr lang="en-US" altLang="en-US" baseline="30000">
                <a:solidFill>
                  <a:schemeClr val="tx1"/>
                </a:solidFill>
              </a:rPr>
              <a:t>th</a:t>
            </a:r>
            <a:r>
              <a:rPr lang="en-US" altLang="en-US">
                <a:solidFill>
                  <a:schemeClr val="tx1"/>
                </a:solidFill>
              </a:rPr>
              <a:t> Data Bit </a:t>
            </a:r>
          </a:p>
          <a:p>
            <a:r>
              <a:rPr lang="en-US" altLang="en-US">
                <a:solidFill>
                  <a:schemeClr val="tx1"/>
                </a:solidFill>
              </a:rPr>
              <a:t>Sent in Mode 2,3 </a:t>
            </a:r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5756275" y="4868863"/>
            <a:ext cx="2673350" cy="8651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en-US">
                <a:solidFill>
                  <a:schemeClr val="tx1"/>
                </a:solidFill>
              </a:rPr>
              <a:t>9</a:t>
            </a:r>
            <a:r>
              <a:rPr lang="en-US" altLang="en-US" baseline="30000">
                <a:solidFill>
                  <a:schemeClr val="tx1"/>
                </a:solidFill>
              </a:rPr>
              <a:t>th</a:t>
            </a:r>
            <a:r>
              <a:rPr lang="en-US" altLang="en-US">
                <a:solidFill>
                  <a:schemeClr val="tx1"/>
                </a:solidFill>
              </a:rPr>
              <a:t> Data Bit </a:t>
            </a:r>
          </a:p>
          <a:p>
            <a:r>
              <a:rPr lang="en-US" altLang="en-US">
                <a:solidFill>
                  <a:schemeClr val="tx1"/>
                </a:solidFill>
              </a:rPr>
              <a:t>Received in Mode 2,3 </a:t>
            </a:r>
          </a:p>
        </p:txBody>
      </p:sp>
      <p:sp>
        <p:nvSpPr>
          <p:cNvPr id="52" name="Line 25"/>
          <p:cNvSpPr>
            <a:spLocks noChangeShapeType="1"/>
          </p:cNvSpPr>
          <p:nvPr/>
        </p:nvSpPr>
        <p:spPr bwMode="auto">
          <a:xfrm>
            <a:off x="4929188" y="2781300"/>
            <a:ext cx="0" cy="2087563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" name="Line 26"/>
          <p:cNvSpPr>
            <a:spLocks noChangeShapeType="1"/>
          </p:cNvSpPr>
          <p:nvPr/>
        </p:nvSpPr>
        <p:spPr bwMode="auto">
          <a:xfrm>
            <a:off x="5715000" y="2786063"/>
            <a:ext cx="185738" cy="2082800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" name="Rectangle 27"/>
          <p:cNvSpPr>
            <a:spLocks noChangeArrowheads="1"/>
          </p:cNvSpPr>
          <p:nvPr/>
        </p:nvSpPr>
        <p:spPr bwMode="auto">
          <a:xfrm>
            <a:off x="6019800" y="4149725"/>
            <a:ext cx="2771775" cy="6477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en-US">
                <a:solidFill>
                  <a:schemeClr val="tx1"/>
                </a:solidFill>
              </a:rPr>
              <a:t>Set when Stop bit Txed</a:t>
            </a:r>
          </a:p>
        </p:txBody>
      </p:sp>
      <p:sp>
        <p:nvSpPr>
          <p:cNvPr id="55" name="Rectangle 28"/>
          <p:cNvSpPr>
            <a:spLocks noChangeArrowheads="1"/>
          </p:cNvSpPr>
          <p:nvPr/>
        </p:nvSpPr>
        <p:spPr bwMode="auto">
          <a:xfrm>
            <a:off x="6654800" y="3068638"/>
            <a:ext cx="2124075" cy="936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en-US">
                <a:solidFill>
                  <a:schemeClr val="tx1"/>
                </a:solidFill>
              </a:rPr>
              <a:t>Set when a Cha-</a:t>
            </a:r>
          </a:p>
          <a:p>
            <a:r>
              <a:rPr lang="en-US" altLang="en-US">
                <a:solidFill>
                  <a:schemeClr val="tx1"/>
                </a:solidFill>
              </a:rPr>
              <a:t>ractor received</a:t>
            </a:r>
          </a:p>
        </p:txBody>
      </p:sp>
      <p:sp>
        <p:nvSpPr>
          <p:cNvPr id="56" name="Line 29"/>
          <p:cNvSpPr>
            <a:spLocks noChangeShapeType="1"/>
          </p:cNvSpPr>
          <p:nvPr/>
        </p:nvSpPr>
        <p:spPr bwMode="auto">
          <a:xfrm>
            <a:off x="6500813" y="2781300"/>
            <a:ext cx="0" cy="1368425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" name="Line 30"/>
          <p:cNvSpPr>
            <a:spLocks noChangeShapeType="1"/>
          </p:cNvSpPr>
          <p:nvPr/>
        </p:nvSpPr>
        <p:spPr bwMode="auto">
          <a:xfrm>
            <a:off x="7072313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58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3357563"/>
            <a:ext cx="2232025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052640" y="765360"/>
              <a:ext cx="6213960" cy="1598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080" y="758520"/>
                <a:ext cx="6231240" cy="161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836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8051 Serial Port – Mode 0</a:t>
            </a:r>
          </a:p>
        </p:txBody>
      </p:sp>
      <p:sp>
        <p:nvSpPr>
          <p:cNvPr id="88067" name="Content Placeholder 6"/>
          <p:cNvSpPr>
            <a:spLocks noGrp="1"/>
          </p:cNvSpPr>
          <p:nvPr>
            <p:ph idx="1"/>
          </p:nvPr>
        </p:nvSpPr>
        <p:spPr>
          <a:xfrm>
            <a:off x="428625" y="1214438"/>
            <a:ext cx="8256588" cy="51435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 smtClean="0">
                <a:solidFill>
                  <a:srgbClr val="808080"/>
                </a:solidFill>
                <a:ea typeface="Calibri" pitchFamily="34" charset="0"/>
              </a:rPr>
              <a:t>The Serial Port in Mode-0 has the following features:</a:t>
            </a:r>
          </a:p>
          <a:p>
            <a:pPr marL="0" indent="0" eaLnBrk="1" hangingPunct="1"/>
            <a:endParaRPr lang="en-US" altLang="en-US" dirty="0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altLang="en-US" sz="2400" dirty="0" smtClean="0">
                <a:ea typeface="Calibri" pitchFamily="34" charset="0"/>
              </a:rPr>
              <a:t> 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Serial data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enters and exits through RXD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TXD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outputs the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clock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8 bits are transmitted / received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The baud rate is fixed at (1/12) of the oscillator frequency</a:t>
            </a:r>
          </a:p>
          <a:p>
            <a:pPr marL="0" indent="0" eaLnBrk="1" hangingPunct="1"/>
            <a:endParaRPr lang="en-US" altLang="en-US" dirty="0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80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4CD4121-C563-4EDF-AA96-61752E4893CC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15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835920" y="2484000"/>
              <a:ext cx="5045760" cy="1483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080" y="2474640"/>
                <a:ext cx="5061960" cy="149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994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8051 Serial Port – Mode 1</a:t>
            </a:r>
          </a:p>
        </p:txBody>
      </p:sp>
      <p:sp>
        <p:nvSpPr>
          <p:cNvPr id="89091" name="Content Placeholder 6"/>
          <p:cNvSpPr>
            <a:spLocks noGrp="1"/>
          </p:cNvSpPr>
          <p:nvPr>
            <p:ph idx="1"/>
          </p:nvPr>
        </p:nvSpPr>
        <p:spPr>
          <a:xfrm>
            <a:off x="395288" y="981075"/>
            <a:ext cx="8256587" cy="5143500"/>
          </a:xfrm>
        </p:spPr>
        <p:txBody>
          <a:bodyPr>
            <a:normAutofit/>
          </a:bodyPr>
          <a:lstStyle/>
          <a:p>
            <a:pPr marL="0" indent="0" eaLnBrk="1" hangingPunct="1">
              <a:buFontTx/>
              <a:buNone/>
            </a:pPr>
            <a:r>
              <a:rPr lang="en-US" altLang="en-US" dirty="0" smtClean="0">
                <a:solidFill>
                  <a:srgbClr val="808080"/>
                </a:solidFill>
                <a:ea typeface="Calibri" pitchFamily="34" charset="0"/>
              </a:rPr>
              <a:t>The Serial Port in Mode-1 has the following features: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400" dirty="0" smtClean="0">
                <a:ea typeface="Calibri" pitchFamily="34" charset="0"/>
              </a:rPr>
              <a:t> 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Serial data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enters through RXD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Serial data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exits through TXD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On receive, the stop bit goes into RB8 in SCON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 10 bits 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are transmitted / received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000" i="1" dirty="0" smtClean="0">
                <a:solidFill>
                  <a:schemeClr val="tx1"/>
                </a:solidFill>
                <a:ea typeface="Calibri" pitchFamily="34" charset="0"/>
              </a:rPr>
              <a:t> Start bit (0)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000" i="1" dirty="0" smtClean="0">
                <a:solidFill>
                  <a:schemeClr val="tx1"/>
                </a:solidFill>
                <a:ea typeface="Calibri" pitchFamily="34" charset="0"/>
              </a:rPr>
              <a:t> Data bits (8)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000" i="1" dirty="0" smtClean="0">
                <a:solidFill>
                  <a:schemeClr val="tx1"/>
                </a:solidFill>
                <a:ea typeface="Calibri" pitchFamily="34" charset="0"/>
              </a:rPr>
              <a:t> Stop Bit (1)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Baud rate is determined by the Timer 1 over flow rate.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CNT =(</a:t>
            </a:r>
            <a:r>
              <a:rPr lang="en-IN" sz="2400" dirty="0" smtClean="0">
                <a:solidFill>
                  <a:schemeClr val="tx1"/>
                </a:solidFill>
                <a:ea typeface="Calibri" pitchFamily="34" charset="0"/>
              </a:rPr>
              <a:t>-(2</a:t>
            </a:r>
            <a:r>
              <a:rPr lang="en-IN" sz="2400" baseline="30000" dirty="0" smtClean="0">
                <a:solidFill>
                  <a:schemeClr val="tx1"/>
                </a:solidFill>
                <a:ea typeface="Calibri" pitchFamily="34" charset="0"/>
              </a:rPr>
              <a:t>SMOD</a:t>
            </a:r>
            <a:r>
              <a:rPr lang="en-IN" sz="2400" dirty="0" smtClean="0">
                <a:solidFill>
                  <a:schemeClr val="tx1"/>
                </a:solidFill>
                <a:ea typeface="Calibri" pitchFamily="34" charset="0"/>
              </a:rPr>
              <a:t> *F</a:t>
            </a:r>
            <a:r>
              <a:rPr lang="en-IN" sz="2400" baseline="-25000" dirty="0" smtClean="0">
                <a:solidFill>
                  <a:schemeClr val="tx1"/>
                </a:solidFill>
                <a:ea typeface="Calibri" pitchFamily="34" charset="0"/>
              </a:rPr>
              <a:t>CLK</a:t>
            </a:r>
            <a:r>
              <a:rPr lang="en-IN" sz="2400" dirty="0" smtClean="0">
                <a:solidFill>
                  <a:schemeClr val="tx1"/>
                </a:solidFill>
                <a:ea typeface="Calibri" pitchFamily="34" charset="0"/>
              </a:rPr>
              <a:t>)/(32*BR*12))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endParaRPr lang="en-US" altLang="en-US" sz="2400" dirty="0" smtClean="0">
              <a:solidFill>
                <a:schemeClr val="tx1"/>
              </a:solidFill>
              <a:ea typeface="Calibri" pitchFamily="34" charset="0"/>
            </a:endParaRPr>
          </a:p>
          <a:p>
            <a:pPr marL="0" indent="0" eaLnBrk="1" hangingPunct="1"/>
            <a:endParaRPr lang="en-US" altLang="en-US" dirty="0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890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1984A47-D44E-43D7-B4E5-B44F43F345EB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16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10400" y="2453040"/>
              <a:ext cx="8502120" cy="4363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600" y="2441880"/>
                <a:ext cx="8524080" cy="43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551160" y="1506600"/>
              <a:ext cx="8397360" cy="4826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7560" y="1495800"/>
                <a:ext cx="8411760" cy="484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329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8051 Serial Port – Mode 2</a:t>
            </a:r>
          </a:p>
        </p:txBody>
      </p:sp>
      <p:sp>
        <p:nvSpPr>
          <p:cNvPr id="90115" name="Content Placeholder 6"/>
          <p:cNvSpPr>
            <a:spLocks noGrp="1"/>
          </p:cNvSpPr>
          <p:nvPr>
            <p:ph idx="1"/>
          </p:nvPr>
        </p:nvSpPr>
        <p:spPr>
          <a:xfrm>
            <a:off x="642938" y="1214438"/>
            <a:ext cx="7858125" cy="5143500"/>
          </a:xfrm>
        </p:spPr>
        <p:txBody>
          <a:bodyPr>
            <a:normAutofit/>
          </a:bodyPr>
          <a:lstStyle/>
          <a:p>
            <a:pPr marL="0" indent="0" eaLnBrk="1" hangingPunct="1">
              <a:buFontTx/>
              <a:buNone/>
            </a:pPr>
            <a:r>
              <a:rPr lang="en-US" altLang="en-US" smtClean="0">
                <a:solidFill>
                  <a:srgbClr val="808080"/>
                </a:solidFill>
                <a:ea typeface="Calibri" pitchFamily="34" charset="0"/>
              </a:rPr>
              <a:t>The Serial Port in Mode-2 has the following features:</a:t>
            </a:r>
          </a:p>
          <a:p>
            <a:pPr marL="0" indent="0" eaLnBrk="1" hangingPunct="1"/>
            <a:endParaRPr lang="en-US" altLang="en-US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smtClean="0">
                <a:ea typeface="Calibri" pitchFamily="34" charset="0"/>
              </a:rPr>
              <a:t> </a:t>
            </a: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Serial data </a:t>
            </a:r>
            <a:r>
              <a:rPr lang="en-US" altLang="en-US" sz="2400" b="1" smtClean="0">
                <a:solidFill>
                  <a:schemeClr val="tx1"/>
                </a:solidFill>
                <a:ea typeface="Calibri" pitchFamily="34" charset="0"/>
              </a:rPr>
              <a:t>enters through RXD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 Serial data </a:t>
            </a:r>
            <a:r>
              <a:rPr lang="en-US" altLang="en-US" sz="2400" b="1" smtClean="0">
                <a:solidFill>
                  <a:schemeClr val="tx1"/>
                </a:solidFill>
                <a:ea typeface="Calibri" pitchFamily="34" charset="0"/>
              </a:rPr>
              <a:t>exits through TXD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 9th data bit (</a:t>
            </a:r>
            <a:r>
              <a:rPr lang="en-US" altLang="en-US" sz="2400" b="1" smtClean="0">
                <a:solidFill>
                  <a:schemeClr val="tx1"/>
                </a:solidFill>
                <a:ea typeface="Calibri" pitchFamily="34" charset="0"/>
              </a:rPr>
              <a:t>TB8</a:t>
            </a: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) can be assign value 0 or 1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 On receive, the 9th data  bit goes into </a:t>
            </a:r>
            <a:r>
              <a:rPr lang="en-US" altLang="en-US" sz="2400" b="1" smtClean="0">
                <a:solidFill>
                  <a:schemeClr val="tx1"/>
                </a:solidFill>
                <a:ea typeface="Calibri" pitchFamily="34" charset="0"/>
              </a:rPr>
              <a:t>RB8</a:t>
            </a: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 in SCON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 </a:t>
            </a:r>
            <a:r>
              <a:rPr lang="en-US" altLang="en-US" sz="2400" b="1" smtClean="0">
                <a:solidFill>
                  <a:schemeClr val="tx1"/>
                </a:solidFill>
                <a:ea typeface="Calibri" pitchFamily="34" charset="0"/>
              </a:rPr>
              <a:t>11 bits </a:t>
            </a: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are transmitted / received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000" smtClean="0">
                <a:solidFill>
                  <a:schemeClr val="tx1"/>
                </a:solidFill>
                <a:ea typeface="Calibri" pitchFamily="34" charset="0"/>
              </a:rPr>
              <a:t>Start bit (0)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000" smtClean="0">
                <a:solidFill>
                  <a:schemeClr val="tx1"/>
                </a:solidFill>
                <a:ea typeface="Calibri" pitchFamily="34" charset="0"/>
              </a:rPr>
              <a:t>Data bits (9)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000" smtClean="0">
                <a:solidFill>
                  <a:schemeClr val="tx1"/>
                </a:solidFill>
                <a:ea typeface="Calibri" pitchFamily="34" charset="0"/>
              </a:rPr>
              <a:t>Stop Bit (1)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 </a:t>
            </a:r>
            <a:r>
              <a:rPr lang="en-US" altLang="en-US" sz="2400" b="1" smtClean="0">
                <a:solidFill>
                  <a:schemeClr val="tx1"/>
                </a:solidFill>
                <a:ea typeface="Calibri" pitchFamily="34" charset="0"/>
              </a:rPr>
              <a:t>Baud rate </a:t>
            </a:r>
            <a:r>
              <a:rPr lang="en-US" altLang="en-US" sz="2400" smtClean="0">
                <a:solidFill>
                  <a:schemeClr val="tx1"/>
                </a:solidFill>
                <a:ea typeface="Calibri" pitchFamily="34" charset="0"/>
              </a:rPr>
              <a:t>is programmable</a:t>
            </a:r>
          </a:p>
          <a:p>
            <a:pPr marL="0" indent="0" eaLnBrk="1" hangingPunct="1"/>
            <a:endParaRPr lang="en-US" altLang="en-US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901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46F5CA2-BAAB-41F1-B242-A3BDA44295D9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17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11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8051 Serial Port – Mode 3</a:t>
            </a:r>
          </a:p>
        </p:txBody>
      </p:sp>
      <p:sp>
        <p:nvSpPr>
          <p:cNvPr id="91139" name="Content Placeholder 6"/>
          <p:cNvSpPr>
            <a:spLocks noGrp="1"/>
          </p:cNvSpPr>
          <p:nvPr>
            <p:ph idx="1"/>
          </p:nvPr>
        </p:nvSpPr>
        <p:spPr>
          <a:xfrm>
            <a:off x="642938" y="1214438"/>
            <a:ext cx="7858125" cy="5143500"/>
          </a:xfrm>
        </p:spPr>
        <p:txBody>
          <a:bodyPr>
            <a:normAutofit/>
          </a:bodyPr>
          <a:lstStyle/>
          <a:p>
            <a:pPr marL="0" indent="0" eaLnBrk="1" hangingPunct="1">
              <a:buFontTx/>
              <a:buNone/>
            </a:pPr>
            <a:r>
              <a:rPr lang="en-US" altLang="en-US" dirty="0" smtClean="0">
                <a:solidFill>
                  <a:srgbClr val="808080"/>
                </a:solidFill>
                <a:ea typeface="Calibri" pitchFamily="34" charset="0"/>
              </a:rPr>
              <a:t>The Serial Port in Mode-3 has the following features:</a:t>
            </a:r>
          </a:p>
          <a:p>
            <a:pPr marL="0" indent="0" eaLnBrk="1" hangingPunct="1"/>
            <a:endParaRPr lang="en-US" altLang="en-US" dirty="0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Serial data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enters through RXD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Serial data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exits through TXD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9th data bit (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TB8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) can be assign value 0 or 1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On receive, the 9th data  bit goes into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RB8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in SCON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11 bits 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are transmitted / received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000" dirty="0" smtClean="0">
                <a:solidFill>
                  <a:schemeClr val="tx1"/>
                </a:solidFill>
                <a:ea typeface="Calibri" pitchFamily="34" charset="0"/>
              </a:rPr>
              <a:t>Start bit (0)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000" dirty="0" smtClean="0">
                <a:solidFill>
                  <a:schemeClr val="tx1"/>
                </a:solidFill>
                <a:ea typeface="Calibri" pitchFamily="34" charset="0"/>
              </a:rPr>
              <a:t>Data bits (9)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000" dirty="0" smtClean="0">
                <a:solidFill>
                  <a:schemeClr val="tx1"/>
                </a:solidFill>
                <a:ea typeface="Calibri" pitchFamily="34" charset="0"/>
              </a:rPr>
              <a:t>Stop Bit (1)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 </a:t>
            </a:r>
            <a:r>
              <a:rPr lang="en-US" altLang="en-US" sz="2400" b="1" dirty="0" smtClean="0">
                <a:solidFill>
                  <a:schemeClr val="tx1"/>
                </a:solidFill>
                <a:ea typeface="Calibri" pitchFamily="34" charset="0"/>
              </a:rPr>
              <a:t>Baud rate </a:t>
            </a:r>
            <a:r>
              <a:rPr lang="en-US" altLang="en-US" sz="2400" dirty="0" smtClean="0">
                <a:solidFill>
                  <a:schemeClr val="tx1"/>
                </a:solidFill>
                <a:ea typeface="Calibri" pitchFamily="34" charset="0"/>
              </a:rPr>
              <a:t>is determined by Timer 1 overflow rate</a:t>
            </a:r>
            <a:r>
              <a:rPr lang="en-US" altLang="en-US" sz="2400" dirty="0" smtClean="0">
                <a:ea typeface="Calibri" pitchFamily="34" charset="0"/>
              </a:rPr>
              <a:t>.</a:t>
            </a:r>
          </a:p>
          <a:p>
            <a:pPr marL="0" indent="0" eaLnBrk="1" hangingPunct="1"/>
            <a:endParaRPr lang="en-US" altLang="en-US" dirty="0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911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8F7D038-51BE-45C9-B351-6F0FB38FD0BE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18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62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Serial mode 1 is widely used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291264" cy="5112568"/>
          </a:xfrm>
        </p:spPr>
        <p:txBody>
          <a:bodyPr/>
          <a:lstStyle/>
          <a:p>
            <a:r>
              <a:rPr lang="en-IN" dirty="0" smtClean="0"/>
              <a:t>Other 3 modes are rarely used today.</a:t>
            </a:r>
          </a:p>
          <a:p>
            <a:r>
              <a:rPr lang="en-IN" dirty="0" smtClean="0"/>
              <a:t>When serial mode1 is chosen , the data framing is 8-bits,1 stop bit and 1 start </a:t>
            </a:r>
            <a:r>
              <a:rPr lang="en-IN" dirty="0" err="1" smtClean="0"/>
              <a:t>bit,which</a:t>
            </a:r>
            <a:r>
              <a:rPr lang="en-IN" dirty="0" smtClean="0"/>
              <a:t> makes it compatible with the COM port of PCs.</a:t>
            </a:r>
          </a:p>
          <a:p>
            <a:r>
              <a:rPr lang="en-IN" dirty="0" smtClean="0"/>
              <a:t>More important, serial mode 1 allows the baud rate to be variable and it is set by Timer1 of 8051.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18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2800" b="1" dirty="0" smtClean="0">
                <a:ea typeface="Calibri" pitchFamily="34" charset="0"/>
              </a:rPr>
              <a:t>Programming Serial Data Transmission</a:t>
            </a:r>
          </a:p>
        </p:txBody>
      </p:sp>
      <p:sp>
        <p:nvSpPr>
          <p:cNvPr id="92163" name="Content Placeholder 6"/>
          <p:cNvSpPr>
            <a:spLocks noGrp="1"/>
          </p:cNvSpPr>
          <p:nvPr>
            <p:ph idx="1"/>
          </p:nvPr>
        </p:nvSpPr>
        <p:spPr>
          <a:xfrm>
            <a:off x="-142875" y="1000125"/>
            <a:ext cx="9072563" cy="5524500"/>
          </a:xfrm>
        </p:spPr>
        <p:txBody>
          <a:bodyPr/>
          <a:lstStyle/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dirty="0" smtClean="0">
                <a:ea typeface="Calibri" pitchFamily="34" charset="0"/>
              </a:rPr>
              <a:t>1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.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TMOD register 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is loaded with the value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20H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, indicating the use of timer 1 in mode 2 (8-bit auto-reload)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to set baud rate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2. The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TH1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 is loaded with one of the values to set baud rate for serial data transfer.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3. The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SCON register 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is loaded with the value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50H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, indicating serial mode 1, where an 8- bit data is framed with start and stop bits.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4.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TR1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 is set to 1 to start timer 1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5.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TI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 is cleared by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CLR TI 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instruction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6. The character byte to be transferred serially is written into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SBUF register.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7. The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TI flag bit 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is monitored with the use of instruction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JNB TI, xx </a:t>
            </a: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to see if the character has been transferred completely.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dirty="0" smtClean="0">
                <a:solidFill>
                  <a:schemeClr val="tx1"/>
                </a:solidFill>
                <a:ea typeface="Calibri" pitchFamily="34" charset="0"/>
              </a:rPr>
              <a:t>8. To transfer the next byte, </a:t>
            </a:r>
            <a:r>
              <a:rPr lang="en-US" altLang="en-US" sz="2200" b="1" dirty="0" smtClean="0">
                <a:solidFill>
                  <a:schemeClr val="tx1"/>
                </a:solidFill>
                <a:ea typeface="Calibri" pitchFamily="34" charset="0"/>
              </a:rPr>
              <a:t>go to step 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921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728A2B2-3F30-4233-9767-8875CD4756E4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20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64480" y="152280"/>
              <a:ext cx="8110440" cy="5213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560" y="140400"/>
                <a:ext cx="8127720" cy="523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61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922114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 smtClean="0">
                <a:ea typeface="Calibri" pitchFamily="34" charset="0"/>
              </a:rPr>
              <a:t>Steps involved in Serial </a:t>
            </a:r>
            <a:r>
              <a:rPr lang="en-US" altLang="en-US" sz="2800" b="1" dirty="0">
                <a:ea typeface="Calibri" pitchFamily="34" charset="0"/>
              </a:rPr>
              <a:t>Data Transmission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21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23" y="1340768"/>
            <a:ext cx="837403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037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22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" y="980727"/>
            <a:ext cx="9136316" cy="4680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083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5"/>
          <p:cNvSpPr>
            <a:spLocks noGrp="1"/>
          </p:cNvSpPr>
          <p:nvPr>
            <p:ph type="title"/>
          </p:nvPr>
        </p:nvSpPr>
        <p:spPr>
          <a:xfrm>
            <a:off x="395536" y="0"/>
            <a:ext cx="8748464" cy="11430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ea typeface="Calibri" pitchFamily="34" charset="0"/>
              </a:rPr>
              <a:t>Programming Serial Data Reception</a:t>
            </a:r>
          </a:p>
        </p:txBody>
      </p:sp>
      <p:sp>
        <p:nvSpPr>
          <p:cNvPr id="93187" name="Content Placeholder 6"/>
          <p:cNvSpPr>
            <a:spLocks noGrp="1"/>
          </p:cNvSpPr>
          <p:nvPr>
            <p:ph idx="1"/>
          </p:nvPr>
        </p:nvSpPr>
        <p:spPr>
          <a:xfrm>
            <a:off x="142875" y="1000125"/>
            <a:ext cx="8786813" cy="5357813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smtClean="0">
                <a:ea typeface="Calibri" pitchFamily="34" charset="0"/>
              </a:rPr>
              <a:t>1.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TMOD register 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is loaded with the value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20H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, indicating the use of timer 1 in mode 2 (8-bit auto-reload)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to set baud rate.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2.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TH1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 is loaded to set baud rate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3. The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SCON register 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is loaded with the value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50H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, indicating serial mode 1, where an 8- bit data is framed with start and stop bits.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4.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TR1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 is set to 1 to start timer 1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5.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RI 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is cleared by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CLR RI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 instruction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6. The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RI flag bit 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is monitored with the use of instruction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JNB RI, xx 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to see if an entire character has been received yet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7.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When RI is raised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,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SBUF</a:t>
            </a: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 has the byte, its contents are moved into a safe place.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200" smtClean="0">
                <a:solidFill>
                  <a:schemeClr val="tx1"/>
                </a:solidFill>
                <a:ea typeface="Calibri" pitchFamily="34" charset="0"/>
              </a:rPr>
              <a:t>8. To receive the next character, </a:t>
            </a:r>
            <a:r>
              <a:rPr lang="en-US" altLang="en-US" sz="2200" b="1" smtClean="0">
                <a:solidFill>
                  <a:schemeClr val="tx1"/>
                </a:solidFill>
                <a:ea typeface="Calibri" pitchFamily="34" charset="0"/>
              </a:rPr>
              <a:t>go to step 5.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9319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98721B3-46D8-4EB9-A923-20ED8061B0DF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23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47920" y="2403000"/>
              <a:ext cx="8269920" cy="2696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0000" y="2394720"/>
                <a:ext cx="8288280" cy="271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511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274638"/>
            <a:ext cx="7571184" cy="634082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 smtClean="0">
                <a:ea typeface="Calibri" pitchFamily="34" charset="0"/>
              </a:rPr>
              <a:t>Steps involved in Serial </a:t>
            </a:r>
            <a:r>
              <a:rPr lang="en-US" altLang="en-US" sz="3200" b="1" dirty="0">
                <a:ea typeface="Calibri" pitchFamily="34" charset="0"/>
              </a:rPr>
              <a:t>Data Reception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24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2" y="1052736"/>
            <a:ext cx="8971942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236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25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8216632" cy="575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361520" y="4273920"/>
              <a:ext cx="6617880" cy="13802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4680" y="4269600"/>
                <a:ext cx="6632640" cy="139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741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26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45" y="277028"/>
            <a:ext cx="8496944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365104"/>
            <a:ext cx="799288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7457400" y="4864680"/>
              <a:ext cx="1128600" cy="3744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49120" y="4856760"/>
                <a:ext cx="114552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/>
              <p14:cNvContentPartPr/>
              <p14:nvPr/>
            </p14:nvContentPartPr>
            <p14:xfrm>
              <a:off x="1122480" y="51840"/>
              <a:ext cx="7594920" cy="39315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6000" y="46080"/>
                <a:ext cx="7611120" cy="394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371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002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332656"/>
            <a:ext cx="8219256" cy="590465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27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16632"/>
            <a:ext cx="8791815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2393280" y="4861800"/>
              <a:ext cx="5874120" cy="3448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0760" y="4858920"/>
                <a:ext cx="5879880" cy="35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670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6672"/>
            <a:ext cx="7886700" cy="1214017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/>
              <a:t>TH1 register values for various Baud rate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28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73436"/>
            <a:ext cx="7632847" cy="3095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878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ea typeface="Calibri" pitchFamily="34" charset="0"/>
              </a:rPr>
              <a:t>Doubling Baud Rate</a:t>
            </a:r>
          </a:p>
        </p:txBody>
      </p:sp>
      <p:sp>
        <p:nvSpPr>
          <p:cNvPr id="94211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30003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mtClean="0">
                <a:solidFill>
                  <a:schemeClr val="tx1"/>
                </a:solidFill>
                <a:ea typeface="Calibri" pitchFamily="34" charset="0"/>
              </a:rPr>
              <a:t>There are two ways to increase the baud rate of data transfer</a:t>
            </a:r>
          </a:p>
          <a:p>
            <a:pPr marL="914400" lvl="1" indent="-514350" eaLnBrk="1" hangingPunct="1">
              <a:buFontTx/>
              <a:buAutoNum type="arabicPeriod"/>
            </a:pPr>
            <a:r>
              <a:rPr lang="en-US" altLang="en-US" sz="2800" b="1" smtClean="0">
                <a:solidFill>
                  <a:schemeClr val="tx1"/>
                </a:solidFill>
                <a:ea typeface="Calibri" pitchFamily="34" charset="0"/>
              </a:rPr>
              <a:t>By using a higher frequency crystal</a:t>
            </a:r>
          </a:p>
          <a:p>
            <a:pPr marL="914400" lvl="1" indent="-514350" eaLnBrk="1" hangingPunct="1">
              <a:buFontTx/>
              <a:buAutoNum type="arabicPeriod"/>
            </a:pPr>
            <a:r>
              <a:rPr lang="en-US" altLang="en-US" sz="2800" b="1" smtClean="0">
                <a:solidFill>
                  <a:schemeClr val="tx1"/>
                </a:solidFill>
                <a:ea typeface="Calibri" pitchFamily="34" charset="0"/>
              </a:rPr>
              <a:t>By changing a bit in the PCON register</a:t>
            </a:r>
          </a:p>
          <a:p>
            <a:pPr eaLnBrk="1" hangingPunct="1"/>
            <a:endParaRPr lang="en-US" altLang="en-US" smtClean="0">
              <a:solidFill>
                <a:schemeClr val="tx1"/>
              </a:solidFill>
              <a:ea typeface="Calibri" pitchFamily="34" charset="0"/>
            </a:endParaRPr>
          </a:p>
          <a:p>
            <a:pPr eaLnBrk="1" hangingPunct="1"/>
            <a:r>
              <a:rPr lang="en-US" altLang="en-US" b="1" smtClean="0">
                <a:solidFill>
                  <a:schemeClr val="tx1"/>
                </a:solidFill>
                <a:ea typeface="Calibri" pitchFamily="34" charset="0"/>
              </a:rPr>
              <a:t>PCON register </a:t>
            </a:r>
            <a:r>
              <a:rPr lang="en-US" altLang="en-US" smtClean="0">
                <a:solidFill>
                  <a:schemeClr val="tx1"/>
                </a:solidFill>
                <a:ea typeface="Calibri" pitchFamily="34" charset="0"/>
              </a:rPr>
              <a:t>is an 8-bit register.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942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3241953-A853-46E5-92B0-DE42F8C62322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29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4357688"/>
            <a:ext cx="7240588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57188" y="5199063"/>
            <a:ext cx="87153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>
              <a:buFont typeface="Arial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When 8051 is powered up, </a:t>
            </a:r>
            <a:r>
              <a:rPr lang="en-US" altLang="en-US" b="1">
                <a:solidFill>
                  <a:schemeClr val="tx1"/>
                </a:solidFill>
              </a:rPr>
              <a:t>SMOD</a:t>
            </a:r>
            <a:r>
              <a:rPr lang="en-US" altLang="en-US">
                <a:solidFill>
                  <a:schemeClr val="tx1"/>
                </a:solidFill>
              </a:rPr>
              <a:t> is zero</a:t>
            </a:r>
          </a:p>
          <a:p>
            <a:pPr lvl="1"/>
            <a:endParaRPr lang="en-US" altLang="en-US">
              <a:solidFill>
                <a:schemeClr val="tx1"/>
              </a:solidFill>
            </a:endParaRPr>
          </a:p>
          <a:p>
            <a:pPr lvl="1">
              <a:buFont typeface="Arial" charset="0"/>
              <a:buChar char="•"/>
            </a:pPr>
            <a:r>
              <a:rPr lang="en-US" altLang="en-US" b="1">
                <a:solidFill>
                  <a:schemeClr val="tx1"/>
                </a:solidFill>
              </a:rPr>
              <a:t>We can set it to high </a:t>
            </a:r>
            <a:r>
              <a:rPr lang="en-US" altLang="en-US">
                <a:solidFill>
                  <a:schemeClr val="tx1"/>
                </a:solidFill>
              </a:rPr>
              <a:t>by software and thereby </a:t>
            </a:r>
            <a:r>
              <a:rPr lang="en-US" altLang="en-US" b="1">
                <a:solidFill>
                  <a:schemeClr val="tx1"/>
                </a:solidFill>
              </a:rPr>
              <a:t>double</a:t>
            </a:r>
            <a:r>
              <a:rPr lang="en-US" altLang="en-US">
                <a:solidFill>
                  <a:schemeClr val="tx1"/>
                </a:solidFill>
              </a:rPr>
              <a:t> the baud rate.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5893560" y="643824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84200" y="642888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2464560" y="442908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5200" y="441972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941040" y="2034000"/>
              <a:ext cx="4847400" cy="4065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3840" y="2030760"/>
                <a:ext cx="4862520" cy="40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/>
              <p14:cNvContentPartPr/>
              <p14:nvPr/>
            </p14:nvContentPartPr>
            <p14:xfrm>
              <a:off x="1218600" y="3241080"/>
              <a:ext cx="2744280" cy="3139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11040" y="3231720"/>
                <a:ext cx="2763360" cy="3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59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>
                <a:ea typeface="Calibri" pitchFamily="34" charset="0"/>
              </a:rPr>
              <a:t>Doubling Baud Rate (</a:t>
            </a:r>
            <a:r>
              <a:rPr lang="en-US" altLang="en-US" dirty="0" err="1" smtClean="0">
                <a:ea typeface="Calibri" pitchFamily="34" charset="0"/>
              </a:rPr>
              <a:t>cont</a:t>
            </a:r>
            <a:r>
              <a:rPr lang="en-US" altLang="en-US" dirty="0" smtClean="0">
                <a:ea typeface="Calibri" pitchFamily="34" charset="0"/>
              </a:rPr>
              <a:t>…)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SCR_KJSCE</a:t>
            </a:r>
            <a:endParaRPr lang="en-US" dirty="0"/>
          </a:p>
        </p:txBody>
      </p:sp>
      <p:sp>
        <p:nvSpPr>
          <p:cNvPr id="9523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3D06EFA-26CD-4B68-BC0C-2E103DF948C4}" type="slidenum">
              <a:rPr lang="en-US" sz="1400">
                <a:solidFill>
                  <a:srgbClr val="DAEDEF"/>
                </a:solidFill>
                <a:latin typeface="Bradley Hand ITC" pitchFamily="66" charset="0"/>
              </a:rPr>
              <a:pPr eaLnBrk="1" hangingPunct="1"/>
              <a:t>30</a:t>
            </a:fld>
            <a:endParaRPr lang="en-US" sz="1400">
              <a:solidFill>
                <a:srgbClr val="DAEDEF"/>
              </a:solidFill>
              <a:latin typeface="Bradley Hand ITC" pitchFamily="66" charset="0"/>
            </a:endParaRP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143000"/>
            <a:ext cx="75009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04" y="2286000"/>
            <a:ext cx="75152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4138613"/>
            <a:ext cx="7500937" cy="26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6679440" y="284868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70080" y="283932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/>
              <p14:cNvContentPartPr/>
              <p14:nvPr/>
            </p14:nvContentPartPr>
            <p14:xfrm>
              <a:off x="524520" y="1196280"/>
              <a:ext cx="4480560" cy="4347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6240" y="1188000"/>
                <a:ext cx="4496040" cy="436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21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6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6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/>
              <a:t>Programming-Serial Communication</a:t>
            </a:r>
            <a:endParaRPr lang="en-IN" sz="28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31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052736"/>
            <a:ext cx="7920880" cy="5350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5148000" y="2968200"/>
              <a:ext cx="3728520" cy="29854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0440" y="2958840"/>
                <a:ext cx="3747600" cy="30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0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351755"/>
            <a:ext cx="8075240" cy="634082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/>
              <a:t>Programming-</a:t>
            </a:r>
            <a:r>
              <a:rPr lang="en-IN" sz="3200" dirty="0"/>
              <a:t> serial communication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16" y="985837"/>
            <a:ext cx="7586523" cy="5412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3692520" y="2990160"/>
              <a:ext cx="4912920" cy="28789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7840" y="2980800"/>
                <a:ext cx="4928760" cy="28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568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/>
              <a:t>Programming -serial </a:t>
            </a:r>
            <a:r>
              <a:rPr lang="en-IN" sz="3200" dirty="0"/>
              <a:t>communication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33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99113"/>
            <a:ext cx="8964488" cy="5266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4851360" y="1606680"/>
              <a:ext cx="4205880" cy="6624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6320" y="1595880"/>
                <a:ext cx="4221360" cy="68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607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 smtClean="0"/>
              <a:t>Program to transfer serially at the baud rate of 4800</a:t>
            </a:r>
            <a:endParaRPr lang="en-IN" sz="20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34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09" y="1268760"/>
            <a:ext cx="8107254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3328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000" b="1" dirty="0"/>
              <a:t>Program to </a:t>
            </a:r>
            <a:r>
              <a:rPr lang="en-IN" sz="2000" b="1" dirty="0" smtClean="0"/>
              <a:t>receive </a:t>
            </a:r>
            <a:r>
              <a:rPr lang="en-IN" sz="2000" b="1" dirty="0"/>
              <a:t>serially at the baud rate of 4800</a:t>
            </a:r>
            <a:endParaRPr lang="en-IN" sz="2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35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72" y="1971674"/>
            <a:ext cx="7365995" cy="3794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0371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IN" dirty="0" smtClean="0"/>
              <a:t>Programming- serial 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200520" y="941040"/>
              <a:ext cx="8820720" cy="21250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440" y="930240"/>
                <a:ext cx="8841960" cy="21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136800" y="945097"/>
              <a:ext cx="8008560" cy="558252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00" y="936817"/>
                <a:ext cx="8028720" cy="56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6117120" y="5498640"/>
              <a:ext cx="483480" cy="1454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05600" y="5487120"/>
                <a:ext cx="505440" cy="1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642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37</a:t>
            </a:fld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595683"/>
            <a:ext cx="4922729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91095"/>
            <a:ext cx="8480743" cy="438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15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DB-9 pin Connector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38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80762"/>
            <a:ext cx="8529675" cy="4811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801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/>
              <a:t>Data Communication Classification</a:t>
            </a:r>
            <a:endParaRPr lang="en-IN" sz="32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39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30752"/>
            <a:ext cx="8280920" cy="540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251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/>
              <a:t>Handshaking signals in RS232</a:t>
            </a:r>
            <a:endParaRPr lang="en-IN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84576"/>
          </a:xfrm>
        </p:spPr>
        <p:txBody>
          <a:bodyPr/>
          <a:lstStyle/>
          <a:p>
            <a:r>
              <a:rPr lang="en-IN" dirty="0" smtClean="0"/>
              <a:t>To ensure fast and reliable data transmission between two devices, the data transfer must be coordinated.</a:t>
            </a:r>
          </a:p>
          <a:p>
            <a:r>
              <a:rPr lang="en-IN" dirty="0" smtClean="0"/>
              <a:t>Just as in the case of </a:t>
            </a:r>
            <a:r>
              <a:rPr lang="en-IN" dirty="0" err="1" smtClean="0"/>
              <a:t>printer,since</a:t>
            </a:r>
            <a:r>
              <a:rPr lang="en-IN" dirty="0" smtClean="0"/>
              <a:t> the receiving device in serial communication may not have a room for the data ,there must be some way to inform the sender to stop sending the data.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41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0"/>
            <a:ext cx="8075240" cy="98072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Handshaking signals in </a:t>
            </a:r>
            <a:r>
              <a:rPr lang="en-IN" sz="3200" b="1" dirty="0" smtClean="0"/>
              <a:t>RS232..cntd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54461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41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1" y="980728"/>
            <a:ext cx="8884956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988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0"/>
            <a:ext cx="8003232" cy="98072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Handshaking signals in </a:t>
            </a:r>
            <a:r>
              <a:rPr lang="en-IN" sz="3200" b="1" dirty="0" smtClean="0"/>
              <a:t>RS232..cntd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54461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42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505654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595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/>
              <a:t>8051 connection to RS232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00600"/>
          </a:xfrm>
        </p:spPr>
        <p:txBody>
          <a:bodyPr>
            <a:normAutofit lnSpcReduction="10000"/>
          </a:bodyPr>
          <a:lstStyle/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RS232 standard is not TTL compatible; therefore, it requires a line driver such as the MAX232 chip to convert RS232 voltage levels to TTL levels, and vice versa. The interfacing of 8051 with RS232 connectors via the MAX232 chip </a:t>
            </a:r>
            <a:r>
              <a:rPr lang="en-IN" sz="2800" dirty="0" smtClean="0"/>
              <a:t>is done to connect RS 232 to 8051.</a:t>
            </a:r>
          </a:p>
          <a:p>
            <a:r>
              <a:rPr lang="en-IN" sz="2800" b="1" dirty="0" err="1"/>
              <a:t>RxD</a:t>
            </a:r>
            <a:r>
              <a:rPr lang="en-IN" sz="2800" b="1" dirty="0"/>
              <a:t> and </a:t>
            </a:r>
            <a:r>
              <a:rPr lang="en-IN" sz="2800" b="1" dirty="0" err="1"/>
              <a:t>TxD</a:t>
            </a:r>
            <a:r>
              <a:rPr lang="en-IN" sz="2800" b="1" dirty="0"/>
              <a:t> pins in the 8051</a:t>
            </a:r>
            <a:br>
              <a:rPr lang="en-IN" sz="2800" b="1" dirty="0"/>
            </a:br>
            <a:r>
              <a:rPr lang="en-IN" sz="2800" dirty="0" smtClean="0"/>
              <a:t>The </a:t>
            </a:r>
            <a:r>
              <a:rPr lang="en-IN" sz="2800" dirty="0"/>
              <a:t>8051 has two pins that are used specifically for transferring and receiving data serially. These two pins are called </a:t>
            </a:r>
            <a:r>
              <a:rPr lang="en-IN" sz="2800" dirty="0" err="1"/>
              <a:t>TxD</a:t>
            </a:r>
            <a:r>
              <a:rPr lang="en-IN" sz="2800" dirty="0"/>
              <a:t> and </a:t>
            </a:r>
            <a:r>
              <a:rPr lang="en-IN" sz="2800" dirty="0" err="1"/>
              <a:t>RxD</a:t>
            </a:r>
            <a:r>
              <a:rPr lang="en-IN" sz="2800" dirty="0"/>
              <a:t> and are part of the port 3 group (P3.0 and P3.1). Pin 11 of the 8051 (P3.1) is assigned to </a:t>
            </a:r>
            <a:r>
              <a:rPr lang="en-IN" sz="2800" dirty="0" err="1"/>
              <a:t>TxD</a:t>
            </a:r>
            <a:r>
              <a:rPr lang="en-IN" sz="2800" dirty="0"/>
              <a:t> and pin 10 (P3.0) is designated as </a:t>
            </a:r>
            <a:r>
              <a:rPr lang="en-IN" sz="2800" dirty="0" err="1"/>
              <a:t>RxD</a:t>
            </a:r>
            <a:r>
              <a:rPr lang="en-IN" sz="2800" dirty="0"/>
              <a:t>. These pins are TTL compatible; therefore, they require a line driver to make them RS232 compatible. One such line driver is the MAX232 chip.</a:t>
            </a:r>
          </a:p>
          <a:p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94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/>
              <a:t>8051 connection to RS232…</a:t>
            </a:r>
            <a:r>
              <a:rPr lang="en-IN" sz="3200" b="1" dirty="0" err="1" smtClean="0"/>
              <a:t>cntd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00600"/>
          </a:xfrm>
        </p:spPr>
        <p:txBody>
          <a:bodyPr>
            <a:normAutofit lnSpcReduction="10000"/>
          </a:bodyPr>
          <a:lstStyle/>
          <a:p>
            <a:r>
              <a:rPr lang="en-IN" sz="2800" b="1" dirty="0"/>
              <a:t>MAX232</a:t>
            </a:r>
            <a:br>
              <a:rPr lang="en-IN" sz="2800" b="1" dirty="0"/>
            </a:br>
            <a:r>
              <a:rPr lang="en-IN" sz="2800" dirty="0" smtClean="0"/>
              <a:t>Since </a:t>
            </a:r>
            <a:r>
              <a:rPr lang="en-IN" sz="2800" dirty="0"/>
              <a:t>the RS232 is not compatible with today’s microprocessors and microcontrollers, we need a line driver (voltage converter) to convert the RS232′s signals to TTL voltage levels that will be acceptable to the 8051 ‘s </a:t>
            </a:r>
            <a:r>
              <a:rPr lang="en-IN" sz="2800" dirty="0" err="1"/>
              <a:t>TxD</a:t>
            </a:r>
            <a:r>
              <a:rPr lang="en-IN" sz="2800" dirty="0"/>
              <a:t> and </a:t>
            </a:r>
            <a:r>
              <a:rPr lang="en-IN" sz="2800" dirty="0" err="1"/>
              <a:t>RxD</a:t>
            </a:r>
            <a:r>
              <a:rPr lang="en-IN" sz="2800" dirty="0"/>
              <a:t> pins. One example of such a converter is MAX232 from Maxim Corp. (www.maxim-ic.com). The MAX232 converts from RS232 voltage levels to TTL voltage levels, and vice versa. One advantage of the MAX232 chip is that it uses a +5 V power source which, is the same as the source voltage for the 8051. In other words, with a single +5 V power supply we can power both the 8051 and MAX232, with no need for the dual power supplies that are common in many older systems</a:t>
            </a:r>
            <a:r>
              <a:rPr lang="en-IN" sz="2800" dirty="0" smtClean="0"/>
              <a:t>.</a:t>
            </a:r>
            <a:endParaRPr lang="en-IN" sz="2800" dirty="0"/>
          </a:p>
          <a:p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65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7643192" cy="576064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/>
              <a:t>8051 connection to RS232…</a:t>
            </a:r>
            <a:r>
              <a:rPr lang="en-IN" sz="3200" dirty="0" err="1" smtClean="0"/>
              <a:t>cntd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00600"/>
          </a:xfrm>
        </p:spPr>
        <p:txBody>
          <a:bodyPr>
            <a:normAutofit fontScale="70000" lnSpcReduction="20000"/>
          </a:bodyPr>
          <a:lstStyle/>
          <a:p>
            <a:r>
              <a:rPr lang="en-IN" sz="2400" dirty="0"/>
              <a:t>The MAX232 has two sets of line drivers for transferring and receiving data, as shown in Figure </a:t>
            </a:r>
            <a:r>
              <a:rPr lang="en-IN" sz="2400" dirty="0" smtClean="0"/>
              <a:t>below:</a:t>
            </a:r>
          </a:p>
          <a:p>
            <a:r>
              <a:rPr lang="en-IN" sz="2400" dirty="0"/>
              <a:t>The </a:t>
            </a:r>
            <a:r>
              <a:rPr lang="en-IN" sz="2400" dirty="0" smtClean="0"/>
              <a:t>line drivers </a:t>
            </a:r>
            <a:r>
              <a:rPr lang="en-IN" sz="2400" dirty="0"/>
              <a:t>used for </a:t>
            </a:r>
            <a:r>
              <a:rPr lang="en-IN" sz="2400" dirty="0" err="1"/>
              <a:t>TxD</a:t>
            </a:r>
            <a:r>
              <a:rPr lang="en-IN" sz="2400" dirty="0"/>
              <a:t> are called </a:t>
            </a:r>
            <a:r>
              <a:rPr lang="en-IN" sz="2400" dirty="0" smtClean="0"/>
              <a:t>T1 </a:t>
            </a:r>
            <a:r>
              <a:rPr lang="en-IN" sz="2400" dirty="0"/>
              <a:t>and T2</a:t>
            </a:r>
            <a:r>
              <a:rPr lang="en-IN" sz="2400" dirty="0" smtClean="0"/>
              <a:t>,</a:t>
            </a:r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b="1" dirty="0" smtClean="0"/>
          </a:p>
          <a:p>
            <a:r>
              <a:rPr lang="en-IN" sz="2400" b="1" dirty="0" smtClean="0"/>
              <a:t>Figure :(</a:t>
            </a:r>
            <a:r>
              <a:rPr lang="en-IN" sz="2400" b="1" dirty="0"/>
              <a:t>a) Inside MAX232 and (b) its Connection to the 8051 (Null Modem)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45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72816"/>
            <a:ext cx="6840760" cy="364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876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/>
              <a:t>8051 connection to RS232…</a:t>
            </a:r>
            <a:r>
              <a:rPr lang="en-IN" sz="3200" dirty="0" err="1" smtClean="0"/>
              <a:t>cntd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04056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8000" dirty="0" smtClean="0">
                <a:latin typeface="Arial" pitchFamily="34" charset="0"/>
                <a:cs typeface="Arial" pitchFamily="34" charset="0"/>
              </a:rPr>
              <a:t>The line drivers 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used for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TxD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are called </a:t>
            </a:r>
            <a:r>
              <a:rPr lang="en-IN" sz="8000" dirty="0" smtClean="0">
                <a:latin typeface="Arial" pitchFamily="34" charset="0"/>
                <a:cs typeface="Arial" pitchFamily="34" charset="0"/>
              </a:rPr>
              <a:t>T1 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and T2</a:t>
            </a:r>
            <a:r>
              <a:rPr lang="en-IN" sz="800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while the line drivers for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RxD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are designated as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Rl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and R2. In many applications only one of each is used. For example,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Tl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Rl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are used together for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TxD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RxD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of the 8051, and the second set is left unused. Notice in MAX232 that the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Tl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line driver has a designation of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Tlin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Tlout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on pin numbers 11 and 14, respectively. The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Tlin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pin is the TTL side and is connected to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TxD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of the microcontroller, while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Tlout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is the RS232 side that is connected to the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RxD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pin of the RS232 DB connector. The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Rl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line driver has a designation of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Rlin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Rlout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on pin numbers 13 and 12, respectively. The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Rlin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(pin 13) is the RS232 side that is connected to the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TxD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pin of the RS232 DB connector, and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Rlout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(pin 12) is the TTL side that is connected to the </a:t>
            </a:r>
            <a:r>
              <a:rPr lang="en-IN" sz="8000" dirty="0" err="1">
                <a:latin typeface="Arial" pitchFamily="34" charset="0"/>
                <a:cs typeface="Arial" pitchFamily="34" charset="0"/>
              </a:rPr>
              <a:t>RxD</a:t>
            </a:r>
            <a:r>
              <a:rPr lang="en-IN" sz="8000" dirty="0">
                <a:latin typeface="Arial" pitchFamily="34" charset="0"/>
                <a:cs typeface="Arial" pitchFamily="34" charset="0"/>
              </a:rPr>
              <a:t> pin of the microcontroller.</a:t>
            </a:r>
            <a:endParaRPr lang="en-IN" sz="8000" dirty="0" smtClean="0">
              <a:latin typeface="Arial" pitchFamily="34" charset="0"/>
              <a:cs typeface="Arial" pitchFamily="34" charset="0"/>
            </a:endParaRPr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b="1" dirty="0" smtClean="0"/>
          </a:p>
          <a:p>
            <a:r>
              <a:rPr lang="en-IN" sz="2400" b="1" dirty="0" smtClean="0"/>
              <a:t>Figure :(</a:t>
            </a:r>
            <a:r>
              <a:rPr lang="en-IN" sz="2400" b="1" dirty="0"/>
              <a:t>a) Inside MAX232 and (b) its Connection to the 8051 (Null Modem)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96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0"/>
            <a:ext cx="7416824" cy="620688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/>
              <a:t>8051 connection to RS232..cntd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688632"/>
          </a:xfrm>
        </p:spPr>
        <p:txBody>
          <a:bodyPr>
            <a:normAutofit/>
          </a:bodyPr>
          <a:lstStyle/>
          <a:p>
            <a:r>
              <a:rPr lang="en-IN" sz="2400" dirty="0"/>
              <a:t>To save board space, some designers use the MAX233 chip from Maxim. The MAX233 performs the same job as the MAX232 but eliminates the need for capacitors. </a:t>
            </a:r>
            <a:endParaRPr lang="en-IN" sz="2400" dirty="0" smtClean="0"/>
          </a:p>
          <a:p>
            <a:r>
              <a:rPr lang="en-IN" sz="2400" dirty="0" smtClean="0"/>
              <a:t>However</a:t>
            </a:r>
            <a:r>
              <a:rPr lang="en-IN" sz="2400" dirty="0"/>
              <a:t>, the MAX233 chip is much more expensive than the MAX232. Notice that MAX233 and MAX232 are not pin compatible. You cannot take a MAX232 out of a board and replace it with a MAX233. See Figure 10-8 for MAX233 with no capacitor used.</a:t>
            </a:r>
          </a:p>
          <a:p>
            <a:endParaRPr lang="en-IN" sz="3300" dirty="0" smtClean="0"/>
          </a:p>
          <a:p>
            <a:endParaRPr lang="en-IN" sz="33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8051 Microcontroller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SCR_KJSCE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9011-ABDE-4947-97F4-BFB95C45D0ED}" type="slidenum">
              <a:rPr lang="en-IN" smtClean="0"/>
              <a:t>47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306" y="3717032"/>
            <a:ext cx="5472608" cy="2716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922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VU_KJSCE THEME TEMPLATE FOR PPT_WIDE SCREE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SVU_KJSCE THEME TEMPLATE FOR PPT_WIDE SCREEN</Template>
  <TotalTime>2249</TotalTime>
  <Words>2083</Words>
  <Application>Microsoft Office PowerPoint</Application>
  <PresentationFormat>On-screen Show (4:3)</PresentationFormat>
  <Paragraphs>356</Paragraphs>
  <Slides>47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SVU_KJSCE THEME TEMPLATE FOR PPT_WIDE SCREEN</vt:lpstr>
      <vt:lpstr>8051 Serial Communication</vt:lpstr>
      <vt:lpstr>Basics of Serial Communication</vt:lpstr>
      <vt:lpstr>Basics of Serial Communication</vt:lpstr>
      <vt:lpstr>Asynchronous – Start &amp; Stop Bit</vt:lpstr>
      <vt:lpstr>Asynchronous – Start &amp; Stop Bit</vt:lpstr>
      <vt:lpstr>Data Transfer Rate</vt:lpstr>
      <vt:lpstr>Data Transfer Rate..cntd</vt:lpstr>
      <vt:lpstr>8051 Serial Port</vt:lpstr>
      <vt:lpstr>Registers related to Serial Communication</vt:lpstr>
      <vt:lpstr>SBUF Register</vt:lpstr>
      <vt:lpstr>SBUF Register</vt:lpstr>
      <vt:lpstr>SBUF Register …cntd</vt:lpstr>
      <vt:lpstr>SBUF Register</vt:lpstr>
      <vt:lpstr>SCON Register</vt:lpstr>
      <vt:lpstr>8051 Serial Port – Mode 0</vt:lpstr>
      <vt:lpstr>8051 Serial Port – Mode 1</vt:lpstr>
      <vt:lpstr>8051 Serial Port – Mode 2</vt:lpstr>
      <vt:lpstr>8051 Serial Port – Mode 3</vt:lpstr>
      <vt:lpstr>Serial mode 1 is widely used  </vt:lpstr>
      <vt:lpstr>Programming Serial Data Transmission</vt:lpstr>
      <vt:lpstr>Steps involved in Serial Data Transmission</vt:lpstr>
      <vt:lpstr>PowerPoint Presentation</vt:lpstr>
      <vt:lpstr>Programming Serial Data Reception</vt:lpstr>
      <vt:lpstr>Steps involved in Serial Data Reception</vt:lpstr>
      <vt:lpstr>PowerPoint Presentation</vt:lpstr>
      <vt:lpstr>PowerPoint Presentation</vt:lpstr>
      <vt:lpstr>PowerPoint Presentation</vt:lpstr>
      <vt:lpstr>TH1 register values for various Baud rate</vt:lpstr>
      <vt:lpstr>Doubling Baud Rate</vt:lpstr>
      <vt:lpstr>Doubling Baud Rate (cont…)</vt:lpstr>
      <vt:lpstr>Programming-Serial Communication</vt:lpstr>
      <vt:lpstr>Programming- serial communication</vt:lpstr>
      <vt:lpstr>Programming -serial communication</vt:lpstr>
      <vt:lpstr>Program to transfer serially at the baud rate of 4800</vt:lpstr>
      <vt:lpstr>Program to receive serially at the baud rate of 4800</vt:lpstr>
      <vt:lpstr>Programming- serial communication</vt:lpstr>
      <vt:lpstr>PowerPoint Presentation</vt:lpstr>
      <vt:lpstr>DB-9 pin Connector</vt:lpstr>
      <vt:lpstr>Data Communication Classification</vt:lpstr>
      <vt:lpstr>Handshaking signals in RS232</vt:lpstr>
      <vt:lpstr>Handshaking signals in RS232..cntd</vt:lpstr>
      <vt:lpstr>Handshaking signals in RS232..cntd</vt:lpstr>
      <vt:lpstr>8051 connection to RS232</vt:lpstr>
      <vt:lpstr>8051 connection to RS232…cntd</vt:lpstr>
      <vt:lpstr>8051 connection to RS232…cntd</vt:lpstr>
      <vt:lpstr>8051 connection to RS232…cntd</vt:lpstr>
      <vt:lpstr>8051 connection to RS232..cntd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8051  Serial  Port</dc:title>
  <dc:creator>Admin</dc:creator>
  <cp:lastModifiedBy>Admin</cp:lastModifiedBy>
  <cp:revision>79</cp:revision>
  <dcterms:created xsi:type="dcterms:W3CDTF">2021-07-04T20:10:06Z</dcterms:created>
  <dcterms:modified xsi:type="dcterms:W3CDTF">2025-10-08T10:19:10Z</dcterms:modified>
</cp:coreProperties>
</file>