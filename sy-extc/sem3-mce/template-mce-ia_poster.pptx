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801600" cy="9601200" type="A3"/>
  <p:notesSz cx="6858000" cy="9144000"/>
  <p:defaultTextStyle>
    <a:defPPr>
      <a:defRPr lang="en-US"/>
    </a:defPPr>
    <a:lvl1pPr marL="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2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003" y="-163"/>
      </p:cViewPr>
      <p:guideLst>
        <p:guide orient="horz" pos="3024"/>
        <p:guide pos="40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B5401-FB5E-4027-9C67-BD971DDE06A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C7C11-B9CE-4EB9-BD73-BAAE86E750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572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8016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120" y="2982596"/>
            <a:ext cx="10881360" cy="2058035"/>
          </a:xfrm>
        </p:spPr>
        <p:txBody>
          <a:bodyPr/>
          <a:lstStyle>
            <a:lvl1pPr>
              <a:defRPr sz="6200"/>
            </a:lvl1pPr>
          </a:lstStyle>
          <a:p>
            <a:r>
              <a:rPr lang="en-US" sz="45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Title in Marcellus Font Size 32 in Red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5440680"/>
            <a:ext cx="8961120" cy="2453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0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8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2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6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480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20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12801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0080" y="1066800"/>
            <a:ext cx="11521440" cy="917893"/>
          </a:xfrm>
        </p:spPr>
        <p:txBody>
          <a:bodyPr/>
          <a:lstStyle>
            <a:lvl1pPr>
              <a:defRPr sz="6200">
                <a:solidFill>
                  <a:srgbClr val="FF0000"/>
                </a:solidFill>
              </a:defRPr>
            </a:lvl1pPr>
          </a:lstStyle>
          <a:p>
            <a:r>
              <a:rPr lang="en-US" sz="45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Title in Marcellus Font Size 32 in 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Dr. Rachana Desai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AM-I   Module 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1238" y="6169661"/>
            <a:ext cx="10881360" cy="1906905"/>
          </a:xfrm>
        </p:spPr>
        <p:txBody>
          <a:bodyPr anchor="t">
            <a:normAutofit/>
          </a:bodyPr>
          <a:lstStyle>
            <a:lvl1pPr algn="l">
              <a:defRPr sz="5600" b="1" cap="all"/>
            </a:lvl1pPr>
          </a:lstStyle>
          <a:p>
            <a:r>
              <a:rPr lang="en-US" sz="45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Title in Marcellus Font Size 32 in Red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4069399"/>
            <a:ext cx="10881360" cy="2100262"/>
          </a:xfrm>
        </p:spPr>
        <p:txBody>
          <a:bodyPr anchor="b"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64008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12801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6200"/>
            </a:lvl1pPr>
          </a:lstStyle>
          <a:p>
            <a:r>
              <a:rPr lang="en-US" sz="45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Title in Marcellus Font Size 32 in 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2240281"/>
            <a:ext cx="5654040" cy="6336348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2240281"/>
            <a:ext cx="5654040" cy="6336348"/>
          </a:xfrm>
        </p:spPr>
        <p:txBody>
          <a:bodyPr/>
          <a:lstStyle>
            <a:lvl1pPr>
              <a:defRPr sz="3900"/>
            </a:lvl1pPr>
            <a:lvl2pPr>
              <a:defRPr sz="3400"/>
            </a:lvl2pPr>
            <a:lvl3pPr>
              <a:defRPr sz="28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12801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6200"/>
            </a:lvl1pPr>
          </a:lstStyle>
          <a:p>
            <a:r>
              <a:rPr lang="en-US" sz="45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Title in Marcellus Font Size 32 in Red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149158"/>
            <a:ext cx="5656263" cy="895667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00" b="1"/>
            </a:lvl3pPr>
            <a:lvl4pPr marL="1920240" indent="0">
              <a:buNone/>
              <a:defRPr sz="2200" b="1"/>
            </a:lvl4pPr>
            <a:lvl5pPr marL="2560320" indent="0">
              <a:buNone/>
              <a:defRPr sz="2200" b="1"/>
            </a:lvl5pPr>
            <a:lvl6pPr marL="3200400" indent="0">
              <a:buNone/>
              <a:defRPr sz="2200" b="1"/>
            </a:lvl6pPr>
            <a:lvl7pPr marL="3840480" indent="0">
              <a:buNone/>
              <a:defRPr sz="2200" b="1"/>
            </a:lvl7pPr>
            <a:lvl8pPr marL="4480560" indent="0">
              <a:buNone/>
              <a:defRPr sz="2200" b="1"/>
            </a:lvl8pPr>
            <a:lvl9pPr marL="5120640" indent="0">
              <a:buNone/>
              <a:defRPr sz="2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3044825"/>
            <a:ext cx="5656263" cy="5531803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6" y="2149158"/>
            <a:ext cx="5658485" cy="895667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00" b="1"/>
            </a:lvl3pPr>
            <a:lvl4pPr marL="1920240" indent="0">
              <a:buNone/>
              <a:defRPr sz="2200" b="1"/>
            </a:lvl4pPr>
            <a:lvl5pPr marL="2560320" indent="0">
              <a:buNone/>
              <a:defRPr sz="2200" b="1"/>
            </a:lvl5pPr>
            <a:lvl6pPr marL="3200400" indent="0">
              <a:buNone/>
              <a:defRPr sz="2200" b="1"/>
            </a:lvl6pPr>
            <a:lvl7pPr marL="3840480" indent="0">
              <a:buNone/>
              <a:defRPr sz="2200" b="1"/>
            </a:lvl7pPr>
            <a:lvl8pPr marL="4480560" indent="0">
              <a:buNone/>
              <a:defRPr sz="2200" b="1"/>
            </a:lvl8pPr>
            <a:lvl9pPr marL="5120640" indent="0">
              <a:buNone/>
              <a:defRPr sz="2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6" y="3044825"/>
            <a:ext cx="5658485" cy="5531803"/>
          </a:xfrm>
        </p:spPr>
        <p:txBody>
          <a:bodyPr/>
          <a:lstStyle>
            <a:lvl1pPr>
              <a:defRPr sz="3400"/>
            </a:lvl1pPr>
            <a:lvl2pPr>
              <a:defRPr sz="28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12801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6200"/>
            </a:lvl1pPr>
          </a:lstStyle>
          <a:p>
            <a:r>
              <a:rPr lang="en-US" sz="45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Title in Marcellus Font Size 32 in Red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12801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12801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1" y="382270"/>
            <a:ext cx="4211638" cy="1626870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382271"/>
            <a:ext cx="7156450" cy="8194358"/>
          </a:xfrm>
        </p:spPr>
        <p:txBody>
          <a:bodyPr/>
          <a:lstStyle>
            <a:lvl1pPr>
              <a:defRPr sz="4500"/>
            </a:lvl1pPr>
            <a:lvl2pPr>
              <a:defRPr sz="3900"/>
            </a:lvl2pPr>
            <a:lvl3pPr>
              <a:defRPr sz="34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1" y="2009141"/>
            <a:ext cx="4211638" cy="6567488"/>
          </a:xfrm>
        </p:spPr>
        <p:txBody>
          <a:bodyPr/>
          <a:lstStyle>
            <a:lvl1pPr marL="0" indent="0">
              <a:buNone/>
              <a:defRPr sz="2000"/>
            </a:lvl1pPr>
            <a:lvl2pPr marL="640080" indent="0">
              <a:buNone/>
              <a:defRPr sz="1700"/>
            </a:lvl2pPr>
            <a:lvl3pPr marL="1280160" indent="0">
              <a:buNone/>
              <a:defRPr sz="1400"/>
            </a:lvl3pPr>
            <a:lvl4pPr marL="1920240" indent="0">
              <a:buNone/>
              <a:defRPr sz="1300"/>
            </a:lvl4pPr>
            <a:lvl5pPr marL="2560320" indent="0">
              <a:buNone/>
              <a:defRPr sz="1300"/>
            </a:lvl5pPr>
            <a:lvl6pPr marL="3200400" indent="0">
              <a:buNone/>
              <a:defRPr sz="1300"/>
            </a:lvl6pPr>
            <a:lvl7pPr marL="3840480" indent="0">
              <a:buNone/>
              <a:defRPr sz="1300"/>
            </a:lvl7pPr>
            <a:lvl8pPr marL="4480560" indent="0">
              <a:buNone/>
              <a:defRPr sz="1300"/>
            </a:lvl8pPr>
            <a:lvl9pPr marL="5120640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12801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6720840"/>
            <a:ext cx="7680960" cy="793433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857885"/>
            <a:ext cx="7680960" cy="5760720"/>
          </a:xfrm>
        </p:spPr>
        <p:txBody>
          <a:bodyPr/>
          <a:lstStyle>
            <a:lvl1pPr marL="0" indent="0">
              <a:buNone/>
              <a:defRPr sz="4500"/>
            </a:lvl1pPr>
            <a:lvl2pPr marL="640080" indent="0">
              <a:buNone/>
              <a:defRPr sz="3900"/>
            </a:lvl2pPr>
            <a:lvl3pPr marL="1280160" indent="0">
              <a:buNone/>
              <a:defRPr sz="340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7514273"/>
            <a:ext cx="7680960" cy="1126807"/>
          </a:xfrm>
        </p:spPr>
        <p:txBody>
          <a:bodyPr/>
          <a:lstStyle>
            <a:lvl1pPr marL="0" indent="0">
              <a:buNone/>
              <a:defRPr sz="2000"/>
            </a:lvl1pPr>
            <a:lvl2pPr marL="640080" indent="0">
              <a:buNone/>
              <a:defRPr sz="1700"/>
            </a:lvl2pPr>
            <a:lvl3pPr marL="1280160" indent="0">
              <a:buNone/>
              <a:defRPr sz="1400"/>
            </a:lvl3pPr>
            <a:lvl4pPr marL="1920240" indent="0">
              <a:buNone/>
              <a:defRPr sz="1300"/>
            </a:lvl4pPr>
            <a:lvl5pPr marL="2560320" indent="0">
              <a:buNone/>
              <a:defRPr sz="1300"/>
            </a:lvl5pPr>
            <a:lvl6pPr marL="3200400" indent="0">
              <a:buNone/>
              <a:defRPr sz="1300"/>
            </a:lvl6pPr>
            <a:lvl7pPr marL="3840480" indent="0">
              <a:buNone/>
              <a:defRPr sz="1300"/>
            </a:lvl7pPr>
            <a:lvl8pPr marL="4480560" indent="0">
              <a:buNone/>
              <a:defRPr sz="1300"/>
            </a:lvl8pPr>
            <a:lvl9pPr marL="5120640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12801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6200"/>
            </a:lvl1pPr>
          </a:lstStyle>
          <a:p>
            <a:r>
              <a:rPr lang="en-US" sz="45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Title in Marcellus Font Size 32 in Red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12801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9281160" y="384494"/>
            <a:ext cx="2880360" cy="8192135"/>
          </a:xfrm>
        </p:spPr>
        <p:txBody>
          <a:bodyPr vert="eaVert"/>
          <a:lstStyle>
            <a:lvl1pPr>
              <a:defRPr sz="6200"/>
            </a:lvl1pPr>
          </a:lstStyle>
          <a:p>
            <a:r>
              <a:rPr lang="en-US" sz="45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Title in Marcellus Font Size 32 in Red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384494"/>
            <a:ext cx="8427720" cy="819213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12801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smtClean="0"/>
              <a:t>Dr. Rachana Desai</a:t>
            </a:r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40281"/>
            <a:ext cx="11521440" cy="6336348"/>
          </a:xfrm>
          <a:prstGeom prst="rect">
            <a:avLst/>
          </a:prstGeom>
        </p:spPr>
        <p:txBody>
          <a:bodyPr vert="horz" lIns="128016" tIns="64008" rIns="128016" bIns="64008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8898891"/>
            <a:ext cx="2987040" cy="511175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Dr. Rachana Desai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8898891"/>
            <a:ext cx="4053840" cy="511175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AM-I   Module 3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8898891"/>
            <a:ext cx="2987040" cy="511175"/>
          </a:xfrm>
          <a:prstGeom prst="rect">
            <a:avLst/>
          </a:prstGeom>
        </p:spPr>
        <p:txBody>
          <a:bodyPr vert="horz" lIns="128016" tIns="64008" rIns="128016" bIns="64008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 rot="5400000">
            <a:off x="5877841" y="2706645"/>
            <a:ext cx="983382" cy="12864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 rot="5400000">
            <a:off x="7747585" y="3595990"/>
            <a:ext cx="290489" cy="98115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1010688"/>
            <a:ext cx="11521440" cy="974005"/>
          </a:xfrm>
          <a:prstGeom prst="rect">
            <a:avLst/>
          </a:prstGeom>
        </p:spPr>
        <p:txBody>
          <a:bodyPr vert="horz" lIns="128016" tIns="64008" rIns="128016" bIns="64008" rtlCol="0" anchor="ctr">
            <a:normAutofit/>
          </a:bodyPr>
          <a:lstStyle/>
          <a:p>
            <a:r>
              <a:rPr lang="en-US" sz="45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Title in Marcellus Font Size 32 in Red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1280160" rtl="0" eaLnBrk="1" latinLnBrk="0" hangingPunct="1">
        <a:spcBef>
          <a:spcPct val="0"/>
        </a:spcBef>
        <a:buNone/>
        <a:defRPr sz="62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480060" indent="-480060" algn="l" defTabSz="1280160" rtl="0" eaLnBrk="1" latinLnBrk="0" hangingPunct="1">
        <a:spcBef>
          <a:spcPct val="20000"/>
        </a:spcBef>
        <a:buFont typeface="Wingdings" pitchFamily="2" charset="2"/>
        <a:buChar char="v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1040130" indent="-400050" algn="l" defTabSz="1280160" rtl="0" eaLnBrk="1" latinLnBrk="0" hangingPunct="1">
        <a:spcBef>
          <a:spcPct val="20000"/>
        </a:spcBef>
        <a:buFont typeface="Wingdings" pitchFamily="2" charset="2"/>
        <a:buChar char="Ø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spcBef>
          <a:spcPct val="20000"/>
        </a:spcBef>
        <a:buFont typeface="Arial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480560"/>
            <a:ext cx="8961120" cy="341376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="" xmlns:a16="http://schemas.microsoft.com/office/drawing/2014/main" id="{FC0AE158-2DA7-42D2-AAC5-BE89365BA6FF}"/>
              </a:ext>
            </a:extLst>
          </p:cNvPr>
          <p:cNvSpPr txBox="1">
            <a:spLocks/>
          </p:cNvSpPr>
          <p:nvPr/>
        </p:nvSpPr>
        <p:spPr>
          <a:xfrm>
            <a:off x="2133600" y="91526"/>
            <a:ext cx="9494520" cy="1315570"/>
          </a:xfrm>
          <a:prstGeom prst="rect">
            <a:avLst/>
          </a:prstGeom>
        </p:spPr>
        <p:txBody>
          <a:bodyPr vert="horz" lIns="128016" tIns="64008" rIns="128016" bIns="64008" rtlCol="0" anchor="ctr">
            <a:noAutofit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80" b="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K. J. Somaiya College of Engineering, Mumbai – 400 077</a:t>
            </a:r>
            <a:endParaRPr lang="en-US" sz="17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</a:rPr>
              <a:t>(A Constituent College of Somaiya Vidyavihar University)</a:t>
            </a:r>
            <a:br>
              <a:rPr lang="en-US" sz="15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Dept. of  </a:t>
            </a:r>
            <a:r>
              <a:rPr 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ELECTRONICS AND TELECOMMUNICATION ENGINEERING</a:t>
            </a:r>
            <a:endParaRPr lang="en-US" sz="17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S.Y. B. Tech. </a:t>
            </a:r>
            <a:r>
              <a:rPr lang="en-US" sz="17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EXTC</a:t>
            </a:r>
            <a:r>
              <a:rPr lang="en-US" sz="17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sz="17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Semester–III </a:t>
            </a: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 sz="17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</a:t>
            </a:r>
            <a:r>
              <a:rPr lang="en-US" sz="17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MCE </a:t>
            </a:r>
            <a:r>
              <a:rPr lang="en-US" sz="17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sz="17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IA-II</a:t>
            </a:r>
            <a:endParaRPr lang="en-US" sz="1500" dirty="0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51A59722-B1D3-4ED5-A663-7B4608B50A18}"/>
              </a:ext>
            </a:extLst>
          </p:cNvPr>
          <p:cNvSpPr txBox="1"/>
          <p:nvPr/>
        </p:nvSpPr>
        <p:spPr>
          <a:xfrm>
            <a:off x="9067801" y="1261053"/>
            <a:ext cx="3733800" cy="872547"/>
          </a:xfrm>
          <a:prstGeom prst="rect">
            <a:avLst/>
          </a:prstGeom>
          <a:solidFill>
            <a:srgbClr val="F3F3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64008" rIns="128016" bIns="64008" rtlCol="0">
            <a:spAutoFit/>
          </a:bodyPr>
          <a:lstStyle/>
          <a:p>
            <a:r>
              <a:rPr lang="en-IN" sz="1600" b="1" dirty="0">
                <a:solidFill>
                  <a:schemeClr val="tx1"/>
                </a:solidFill>
              </a:rPr>
              <a:t>NAME :</a:t>
            </a:r>
          </a:p>
          <a:p>
            <a:r>
              <a:rPr lang="en-IN" sz="1600" b="1" dirty="0">
                <a:solidFill>
                  <a:schemeClr val="tx1"/>
                </a:solidFill>
              </a:rPr>
              <a:t>ROLL NO. :</a:t>
            </a:r>
          </a:p>
          <a:p>
            <a:r>
              <a:rPr lang="en-IN" sz="1600" b="1" dirty="0">
                <a:solidFill>
                  <a:schemeClr val="tx1"/>
                </a:solidFill>
              </a:rPr>
              <a:t>DIV:           BATCH: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DFE89506-103A-4D69-88ED-415AE23C3772}"/>
              </a:ext>
            </a:extLst>
          </p:cNvPr>
          <p:cNvSpPr txBox="1">
            <a:spLocks/>
          </p:cNvSpPr>
          <p:nvPr/>
        </p:nvSpPr>
        <p:spPr>
          <a:xfrm>
            <a:off x="-52544" y="1407095"/>
            <a:ext cx="9120345" cy="726505"/>
          </a:xfrm>
          <a:prstGeom prst="rect">
            <a:avLst/>
          </a:prstGeom>
          <a:solidFill>
            <a:schemeClr val="accent2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128016" tIns="64008" rIns="128016" bIns="6400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latin typeface="Arial Black" panose="020B0A04020102020204" pitchFamily="34" charset="0"/>
                <a:cs typeface="Aharoni" panose="020B0604020202020204" pitchFamily="2" charset="-79"/>
              </a:rPr>
              <a:t>Title of your poster</a:t>
            </a:r>
            <a:endParaRPr lang="en-US" sz="2800" b="1" dirty="0">
              <a:latin typeface="Arial Black" panose="020B0A04020102020204" pitchFamily="34" charset="0"/>
              <a:cs typeface="Aharoni" panose="020B0604020202020204" pitchFamily="2" charset="-79"/>
            </a:endParaRPr>
          </a:p>
        </p:txBody>
      </p:sp>
      <p:pic>
        <p:nvPicPr>
          <p:cNvPr id="18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8120" y="1"/>
            <a:ext cx="1173480" cy="874671"/>
          </a:xfrm>
          <a:prstGeom prst="rect">
            <a:avLst/>
          </a:prstGeom>
        </p:spPr>
      </p:pic>
      <p:pic>
        <p:nvPicPr>
          <p:cNvPr id="19" name="Picture 1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C9DDECDA-AC01-47B8-B70B-458DA24787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7338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83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3669</TotalTime>
  <Words>38</Words>
  <Application>Microsoft Office PowerPoint</Application>
  <PresentationFormat>A3 Paper (297x420 mm)</PresentationFormat>
  <Paragraphs>9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Mathematics-I</dc:title>
  <dc:creator>Lenovo</dc:creator>
  <cp:lastModifiedBy>Admin</cp:lastModifiedBy>
  <cp:revision>200</cp:revision>
  <dcterms:created xsi:type="dcterms:W3CDTF">2006-08-16T00:00:00Z</dcterms:created>
  <dcterms:modified xsi:type="dcterms:W3CDTF">2025-10-28T08:50:01Z</dcterms:modified>
</cp:coreProperties>
</file>