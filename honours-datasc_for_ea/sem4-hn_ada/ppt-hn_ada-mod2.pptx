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80"/>
  </p:notesMasterIdLst>
  <p:sldIdLst>
    <p:sldId id="262" r:id="rId2"/>
    <p:sldId id="334" r:id="rId3"/>
    <p:sldId id="263" r:id="rId4"/>
    <p:sldId id="270" r:id="rId5"/>
    <p:sldId id="271" r:id="rId6"/>
    <p:sldId id="272" r:id="rId7"/>
    <p:sldId id="273" r:id="rId8"/>
    <p:sldId id="274" r:id="rId9"/>
    <p:sldId id="265" r:id="rId10"/>
    <p:sldId id="275" r:id="rId11"/>
    <p:sldId id="276" r:id="rId12"/>
    <p:sldId id="288" r:id="rId13"/>
    <p:sldId id="279" r:id="rId14"/>
    <p:sldId id="277" r:id="rId15"/>
    <p:sldId id="280" r:id="rId16"/>
    <p:sldId id="278" r:id="rId17"/>
    <p:sldId id="281" r:id="rId18"/>
    <p:sldId id="311" r:id="rId19"/>
    <p:sldId id="282" r:id="rId20"/>
    <p:sldId id="283" r:id="rId21"/>
    <p:sldId id="284" r:id="rId22"/>
    <p:sldId id="285" r:id="rId23"/>
    <p:sldId id="289" r:id="rId24"/>
    <p:sldId id="290" r:id="rId25"/>
    <p:sldId id="292" r:id="rId26"/>
    <p:sldId id="291" r:id="rId27"/>
    <p:sldId id="333" r:id="rId28"/>
    <p:sldId id="331" r:id="rId29"/>
    <p:sldId id="293" r:id="rId30"/>
    <p:sldId id="294" r:id="rId31"/>
    <p:sldId id="307" r:id="rId32"/>
    <p:sldId id="308" r:id="rId33"/>
    <p:sldId id="309" r:id="rId34"/>
    <p:sldId id="313" r:id="rId35"/>
    <p:sldId id="312" r:id="rId36"/>
    <p:sldId id="314" r:id="rId37"/>
    <p:sldId id="320" r:id="rId38"/>
    <p:sldId id="315" r:id="rId39"/>
    <p:sldId id="316" r:id="rId40"/>
    <p:sldId id="317" r:id="rId41"/>
    <p:sldId id="318" r:id="rId42"/>
    <p:sldId id="319" r:id="rId43"/>
    <p:sldId id="321" r:id="rId44"/>
    <p:sldId id="322" r:id="rId45"/>
    <p:sldId id="326" r:id="rId46"/>
    <p:sldId id="323" r:id="rId47"/>
    <p:sldId id="324" r:id="rId48"/>
    <p:sldId id="325" r:id="rId49"/>
    <p:sldId id="328" r:id="rId50"/>
    <p:sldId id="329" r:id="rId51"/>
    <p:sldId id="330" r:id="rId52"/>
    <p:sldId id="335" r:id="rId53"/>
    <p:sldId id="336" r:id="rId54"/>
    <p:sldId id="337" r:id="rId55"/>
    <p:sldId id="338" r:id="rId56"/>
    <p:sldId id="339" r:id="rId57"/>
    <p:sldId id="266" r:id="rId58"/>
    <p:sldId id="295" r:id="rId59"/>
    <p:sldId id="296" r:id="rId60"/>
    <p:sldId id="297" r:id="rId61"/>
    <p:sldId id="298" r:id="rId62"/>
    <p:sldId id="299" r:id="rId63"/>
    <p:sldId id="267" r:id="rId64"/>
    <p:sldId id="300" r:id="rId65"/>
    <p:sldId id="301" r:id="rId66"/>
    <p:sldId id="302" r:id="rId67"/>
    <p:sldId id="303" r:id="rId68"/>
    <p:sldId id="268" r:id="rId69"/>
    <p:sldId id="304" r:id="rId70"/>
    <p:sldId id="305" r:id="rId71"/>
    <p:sldId id="306" r:id="rId72"/>
    <p:sldId id="269" r:id="rId73"/>
    <p:sldId id="264" r:id="rId74"/>
    <p:sldId id="256" r:id="rId75"/>
    <p:sldId id="257" r:id="rId76"/>
    <p:sldId id="258" r:id="rId77"/>
    <p:sldId id="259" r:id="rId78"/>
    <p:sldId id="260" r:id="rId79"/>
  </p:sldIdLst>
  <p:sldSz cx="12192000" cy="6858000"/>
  <p:notesSz cx="6858000" cy="9144000"/>
  <p:embeddedFontLst>
    <p:embeddedFont>
      <p:font typeface="Calibri" panose="020F0502020204030204" pitchFamily="34" charset="0"/>
      <p:regular r:id="rId81"/>
      <p:bold r:id="rId82"/>
      <p:italic r:id="rId83"/>
      <p:boldItalic r:id="rId84"/>
    </p:embeddedFont>
    <p:embeddedFont>
      <p:font typeface="Marcellus" panose="020B0604020202020204" charset="0"/>
      <p:regular r:id="rId85"/>
    </p:embeddedFont>
    <p:embeddedFont>
      <p:font typeface="Fira Sans" panose="020B0604020202020204" charset="0"/>
      <p:regular r:id="rId86"/>
      <p:bold r:id="rId87"/>
      <p:italic r:id="rId88"/>
      <p:boldItalic r:id="rId89"/>
    </p:embeddedFont>
    <p:embeddedFont>
      <p:font typeface="Cambria Math" panose="02040503050406030204" pitchFamily="18" charset="0"/>
      <p:regular r:id="rId9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xmlns="">
        <p15:guide id="1" orient="horz" pos="2160">
          <p15:clr>
            <a:srgbClr val="A4A3A4"/>
          </p15:clr>
        </p15:guide>
        <p15:guide id="2" pos="384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91" roundtripDataSignature="AMtx7mgbWDH9BgynZPotlxacZXWgy2wVo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71" d="100"/>
          <a:sy n="71" d="100"/>
        </p:scale>
        <p:origin x="-456" y="21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font" Target="fonts/font4.fntdata"/><Relationship Id="rId89" Type="http://schemas.openxmlformats.org/officeDocument/2006/relationships/font" Target="fonts/font9.fntdata"/><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font" Target="fonts/font7.fntdata"/><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font" Target="fonts/font2.fntdata"/><Relationship Id="rId90" Type="http://schemas.openxmlformats.org/officeDocument/2006/relationships/font" Target="fonts/font10.fntdata"/><Relationship Id="rId95"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notesMaster" Target="notesMasters/notesMaster1.xml"/><Relationship Id="rId85" Type="http://schemas.openxmlformats.org/officeDocument/2006/relationships/font" Target="fonts/font5.fntdata"/><Relationship Id="rId93"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font" Target="fonts/font3.fntdata"/><Relationship Id="rId88" Type="http://schemas.openxmlformats.org/officeDocument/2006/relationships/font" Target="fonts/font8.fntdata"/><Relationship Id="rId91"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font" Target="fonts/font1.fntdata"/><Relationship Id="rId86" Type="http://schemas.openxmlformats.org/officeDocument/2006/relationships/font" Target="fonts/font6.fntdata"/><Relationship Id="rId9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339594850"/>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statisticsbyjim.com/time-series/autocorrelation-partial-autocorrelation/" TargetMode="External"/><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
        <p:cNvGrpSpPr/>
        <p:nvPr/>
      </p:nvGrpSpPr>
      <p:grpSpPr>
        <a:xfrm>
          <a:off x="0" y="0"/>
          <a:ext cx="0" cy="0"/>
          <a:chOff x="0" y="0"/>
          <a:chExt cx="0" cy="0"/>
        </a:xfrm>
      </p:grpSpPr>
      <p:sp>
        <p:nvSpPr>
          <p:cNvPr id="17" name="Google Shape;17;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 name="Google Shape;18;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
        <p:cNvGrpSpPr/>
        <p:nvPr/>
      </p:nvGrpSpPr>
      <p:grpSpPr>
        <a:xfrm>
          <a:off x="0" y="0"/>
          <a:ext cx="0" cy="0"/>
          <a:chOff x="0" y="0"/>
          <a:chExt cx="0" cy="0"/>
        </a:xfrm>
      </p:grpSpPr>
      <p:sp>
        <p:nvSpPr>
          <p:cNvPr id="23" name="Google Shape;23;g25fdc80c2f9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 name="Google Shape;24;g25fdc80c2f9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
        <p:cNvGrpSpPr/>
        <p:nvPr/>
      </p:nvGrpSpPr>
      <p:grpSpPr>
        <a:xfrm>
          <a:off x="0" y="0"/>
          <a:ext cx="0" cy="0"/>
          <a:chOff x="0" y="0"/>
          <a:chExt cx="0" cy="0"/>
        </a:xfrm>
      </p:grpSpPr>
      <p:sp>
        <p:nvSpPr>
          <p:cNvPr id="23" name="Google Shape;23;g25fdc80c2f9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 name="Google Shape;24;g25fdc80c2f9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
        <p:cNvGrpSpPr/>
        <p:nvPr/>
      </p:nvGrpSpPr>
      <p:grpSpPr>
        <a:xfrm>
          <a:off x="0" y="0"/>
          <a:ext cx="0" cy="0"/>
          <a:chOff x="0" y="0"/>
          <a:chExt cx="0" cy="0"/>
        </a:xfrm>
      </p:grpSpPr>
      <p:sp>
        <p:nvSpPr>
          <p:cNvPr id="23" name="Google Shape;23;g25fdc80c2f9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 name="Google Shape;24;g25fdc80c2f9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smtClean="0">
                <a:hlinkClick r:id="rId3"/>
              </a:rPr>
              <a:t>Autocorrelation and Partial Autocorrelation in Time Series Data - Statistics By Jim</a:t>
            </a:r>
            <a:endParaRPr lang="en-IN" dirty="0"/>
          </a:p>
        </p:txBody>
      </p:sp>
    </p:spTree>
    <p:extLst>
      <p:ext uri="{BB962C8B-B14F-4D97-AF65-F5344CB8AC3E}">
        <p14:creationId xmlns:p14="http://schemas.microsoft.com/office/powerpoint/2010/main" val="340215781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
        <p:cNvGrpSpPr/>
        <p:nvPr/>
      </p:nvGrpSpPr>
      <p:grpSpPr>
        <a:xfrm>
          <a:off x="0" y="0"/>
          <a:ext cx="0" cy="0"/>
          <a:chOff x="0" y="0"/>
          <a:chExt cx="0" cy="0"/>
        </a:xfrm>
      </p:grpSpPr>
      <p:sp>
        <p:nvSpPr>
          <p:cNvPr id="23" name="Google Shape;23;g25fdc80c2f9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 name="Google Shape;24;g25fdc80c2f9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
        <p:cNvGrpSpPr/>
        <p:nvPr/>
      </p:nvGrpSpPr>
      <p:grpSpPr>
        <a:xfrm>
          <a:off x="0" y="0"/>
          <a:ext cx="0" cy="0"/>
          <a:chOff x="0" y="0"/>
          <a:chExt cx="0" cy="0"/>
        </a:xfrm>
      </p:grpSpPr>
      <p:sp>
        <p:nvSpPr>
          <p:cNvPr id="23" name="Google Shape;23;g25fdc80c2f9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 name="Google Shape;24;g25fdc80c2f9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
        <p:cNvGrpSpPr/>
        <p:nvPr/>
      </p:nvGrpSpPr>
      <p:grpSpPr>
        <a:xfrm>
          <a:off x="0" y="0"/>
          <a:ext cx="0" cy="0"/>
          <a:chOff x="0" y="0"/>
          <a:chExt cx="0" cy="0"/>
        </a:xfrm>
      </p:grpSpPr>
      <p:sp>
        <p:nvSpPr>
          <p:cNvPr id="23" name="Google Shape;23;g25fdc80c2f9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 name="Google Shape;24;g25fdc80c2f9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
        <p:cNvGrpSpPr/>
        <p:nvPr/>
      </p:nvGrpSpPr>
      <p:grpSpPr>
        <a:xfrm>
          <a:off x="0" y="0"/>
          <a:ext cx="0" cy="0"/>
          <a:chOff x="0" y="0"/>
          <a:chExt cx="0" cy="0"/>
        </a:xfrm>
      </p:grpSpPr>
      <p:sp>
        <p:nvSpPr>
          <p:cNvPr id="23" name="Google Shape;23;g25fdc80c2f9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 name="Google Shape;24;g25fdc80c2f9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
        <p:cNvGrpSpPr/>
        <p:nvPr/>
      </p:nvGrpSpPr>
      <p:grpSpPr>
        <a:xfrm>
          <a:off x="0" y="0"/>
          <a:ext cx="0" cy="0"/>
          <a:chOff x="0" y="0"/>
          <a:chExt cx="0" cy="0"/>
        </a:xfrm>
      </p:grpSpPr>
      <p:sp>
        <p:nvSpPr>
          <p:cNvPr id="23" name="Google Shape;23;g25fdc80c2f9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 name="Google Shape;24;g25fdc80c2f9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6" name="Google Shape;126;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32" name="Google Shape;132;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g214912aa8f3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9" name="Google Shape;139;g214912aa8f3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g25ff18e6c2c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4" name="Google Shape;144;g25ff18e6c2c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25ff18e6c2c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1" name="Google Shape;151;g25ff18e6c2c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1"/>
        <p:cNvGrpSpPr/>
        <p:nvPr/>
      </p:nvGrpSpPr>
      <p:grpSpPr>
        <a:xfrm>
          <a:off x="0" y="0"/>
          <a:ext cx="0" cy="0"/>
          <a:chOff x="0" y="0"/>
          <a:chExt cx="0" cy="0"/>
        </a:xfrm>
      </p:grpSpPr>
      <p:sp>
        <p:nvSpPr>
          <p:cNvPr id="15" name="Google Shape;15;p5"/>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rgbClr val="A42530"/>
              </a:buClr>
              <a:buSzPts val="6000"/>
              <a:buFont typeface="Marcellus"/>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 name="Google Shape;16;p5"/>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rgbClr val="4D4D4C"/>
              </a:buClr>
              <a:buSzPts val="2400"/>
              <a:buNone/>
              <a:defRPr sz="2400"/>
            </a:lvl1pPr>
            <a:lvl2pPr lvl="1" algn="ctr">
              <a:lnSpc>
                <a:spcPct val="90000"/>
              </a:lnSpc>
              <a:spcBef>
                <a:spcPts val="500"/>
              </a:spcBef>
              <a:spcAft>
                <a:spcPts val="0"/>
              </a:spcAft>
              <a:buClr>
                <a:srgbClr val="4D4D4C"/>
              </a:buClr>
              <a:buSzPts val="2000"/>
              <a:buNone/>
              <a:defRPr sz="2000"/>
            </a:lvl2pPr>
            <a:lvl3pPr lvl="2" algn="ctr">
              <a:lnSpc>
                <a:spcPct val="90000"/>
              </a:lnSpc>
              <a:spcBef>
                <a:spcPts val="500"/>
              </a:spcBef>
              <a:spcAft>
                <a:spcPts val="0"/>
              </a:spcAft>
              <a:buClr>
                <a:srgbClr val="4D4D4C"/>
              </a:buClr>
              <a:buSzPts val="1800"/>
              <a:buNone/>
              <a:defRPr sz="1800"/>
            </a:lvl3pPr>
            <a:lvl4pPr lvl="3" algn="ctr">
              <a:lnSpc>
                <a:spcPct val="90000"/>
              </a:lnSpc>
              <a:spcBef>
                <a:spcPts val="500"/>
              </a:spcBef>
              <a:spcAft>
                <a:spcPts val="0"/>
              </a:spcAft>
              <a:buClr>
                <a:srgbClr val="4D4D4C"/>
              </a:buClr>
              <a:buSzPts val="1600"/>
              <a:buNone/>
              <a:defRPr sz="1600"/>
            </a:lvl4pPr>
            <a:lvl5pPr lvl="4" algn="ctr">
              <a:lnSpc>
                <a:spcPct val="90000"/>
              </a:lnSpc>
              <a:spcBef>
                <a:spcPts val="500"/>
              </a:spcBef>
              <a:spcAft>
                <a:spcPts val="0"/>
              </a:spcAft>
              <a:buClr>
                <a:srgbClr val="4D4D4C"/>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 name="Google Shape;28;p6">
            <a:extLst>
              <a:ext uri="{FF2B5EF4-FFF2-40B4-BE49-F238E27FC236}">
                <a16:creationId xmlns:a16="http://schemas.microsoft.com/office/drawing/2014/main" xmlns="" id="{6F93FA11-668E-5D27-6486-F2A3F91F37DD}"/>
              </a:ext>
            </a:extLst>
          </p:cNvPr>
          <p:cNvSpPr txBox="1">
            <a:spLocks noGrp="1"/>
          </p:cNvSpPr>
          <p:nvPr>
            <p:ph type="dt" idx="10"/>
          </p:nvPr>
        </p:nvSpPr>
        <p:spPr>
          <a:xfrm>
            <a:off x="838200" y="5843197"/>
            <a:ext cx="2743200" cy="496491"/>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chemeClr val="tx1">
                    <a:lumMod val="75000"/>
                    <a:lumOff val="25000"/>
                  </a:schemeClr>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lang="en-US" dirty="0"/>
          </a:p>
        </p:txBody>
      </p:sp>
      <p:sp>
        <p:nvSpPr>
          <p:cNvPr id="4" name="Google Shape;29;p6">
            <a:extLst>
              <a:ext uri="{FF2B5EF4-FFF2-40B4-BE49-F238E27FC236}">
                <a16:creationId xmlns:a16="http://schemas.microsoft.com/office/drawing/2014/main" xmlns="" id="{A7B1C99D-C4D1-45FD-111D-769C26834B4B}"/>
              </a:ext>
            </a:extLst>
          </p:cNvPr>
          <p:cNvSpPr txBox="1">
            <a:spLocks noGrp="1"/>
          </p:cNvSpPr>
          <p:nvPr>
            <p:ph type="ftr" idx="11"/>
          </p:nvPr>
        </p:nvSpPr>
        <p:spPr>
          <a:xfrm>
            <a:off x="4038600" y="5843197"/>
            <a:ext cx="4114800" cy="5149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solidFill>
                  <a:schemeClr val="tx1">
                    <a:lumMod val="75000"/>
                    <a:lumOff val="25000"/>
                  </a:schemeClr>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lang="en-US"/>
          </a:p>
        </p:txBody>
      </p:sp>
      <p:sp>
        <p:nvSpPr>
          <p:cNvPr id="5" name="Google Shape;30;p6">
            <a:extLst>
              <a:ext uri="{FF2B5EF4-FFF2-40B4-BE49-F238E27FC236}">
                <a16:creationId xmlns:a16="http://schemas.microsoft.com/office/drawing/2014/main" xmlns="" id="{2994A560-18DD-F7FA-6DD2-C82499042282}"/>
              </a:ext>
            </a:extLst>
          </p:cNvPr>
          <p:cNvSpPr txBox="1">
            <a:spLocks noGrp="1"/>
          </p:cNvSpPr>
          <p:nvPr>
            <p:ph type="sldNum" idx="12"/>
          </p:nvPr>
        </p:nvSpPr>
        <p:spPr>
          <a:xfrm>
            <a:off x="10169610" y="5862996"/>
            <a:ext cx="2016210" cy="496491"/>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chemeClr val="tx1">
                    <a:lumMod val="75000"/>
                    <a:lumOff val="25000"/>
                  </a:schemeClr>
                </a:solidFill>
                <a:latin typeface="Fira Sans"/>
                <a:ea typeface="Fira Sans"/>
                <a:cs typeface="Fira Sans"/>
                <a:sym typeface="Fira Sans"/>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9pPr>
          </a:lstStyle>
          <a:p>
            <a:fld id="{00000000-1234-1234-1234-123412341234}"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2"/>
        <p:cNvGrpSpPr/>
        <p:nvPr/>
      </p:nvGrpSpPr>
      <p:grpSpPr>
        <a:xfrm>
          <a:off x="0" y="0"/>
          <a:ext cx="0" cy="0"/>
          <a:chOff x="0" y="0"/>
          <a:chExt cx="0" cy="0"/>
        </a:xfrm>
      </p:grpSpPr>
      <p:sp>
        <p:nvSpPr>
          <p:cNvPr id="23" name="Google Shape;23;p6"/>
          <p:cNvSpPr/>
          <p:nvPr/>
        </p:nvSpPr>
        <p:spPr>
          <a:xfrm>
            <a:off x="0" y="5680472"/>
            <a:ext cx="838200" cy="1190779"/>
          </a:xfrm>
          <a:prstGeom prst="rect">
            <a:avLst/>
          </a:prstGeom>
          <a:solidFill>
            <a:srgbClr val="A4253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5" name="Google Shape;25;p6"/>
          <p:cNvSpPr/>
          <p:nvPr/>
        </p:nvSpPr>
        <p:spPr>
          <a:xfrm>
            <a:off x="838199" y="6356350"/>
            <a:ext cx="9331411" cy="514901"/>
          </a:xfrm>
          <a:prstGeom prst="rect">
            <a:avLst/>
          </a:prstGeom>
          <a:solidFill>
            <a:srgbClr val="A4253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Fira Sans"/>
              <a:ea typeface="Fira Sans"/>
              <a:cs typeface="Fira Sans"/>
              <a:sym typeface="Fira Sans"/>
            </a:endParaRPr>
          </a:p>
        </p:txBody>
      </p:sp>
      <p:sp>
        <p:nvSpPr>
          <p:cNvPr id="26" name="Google Shape;26;p6"/>
          <p:cNvSpPr txBox="1">
            <a:spLocks noGrp="1"/>
          </p:cNvSpPr>
          <p:nvPr>
            <p:ph type="title"/>
          </p:nvPr>
        </p:nvSpPr>
        <p:spPr>
          <a:xfrm>
            <a:off x="838200" y="866274"/>
            <a:ext cx="10515600" cy="824414"/>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A42530"/>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rgbClr val="4D4D4C"/>
              </a:buClr>
              <a:buSzPts val="1800"/>
              <a:buChar char="•"/>
              <a:defRPr/>
            </a:lvl1pPr>
            <a:lvl2pPr marL="914400" lvl="1" indent="-342900" algn="l">
              <a:lnSpc>
                <a:spcPct val="90000"/>
              </a:lnSpc>
              <a:spcBef>
                <a:spcPts val="500"/>
              </a:spcBef>
              <a:spcAft>
                <a:spcPts val="0"/>
              </a:spcAft>
              <a:buClr>
                <a:srgbClr val="4D4D4C"/>
              </a:buClr>
              <a:buSzPts val="1800"/>
              <a:buChar char="•"/>
              <a:defRPr/>
            </a:lvl2pPr>
            <a:lvl3pPr marL="1371600" lvl="2" indent="-342900" algn="l">
              <a:lnSpc>
                <a:spcPct val="90000"/>
              </a:lnSpc>
              <a:spcBef>
                <a:spcPts val="500"/>
              </a:spcBef>
              <a:spcAft>
                <a:spcPts val="0"/>
              </a:spcAft>
              <a:buClr>
                <a:srgbClr val="4D4D4C"/>
              </a:buClr>
              <a:buSzPts val="1800"/>
              <a:buChar char="•"/>
              <a:defRPr/>
            </a:lvl3pPr>
            <a:lvl4pPr marL="1828800" lvl="3" indent="-342900" algn="l">
              <a:lnSpc>
                <a:spcPct val="90000"/>
              </a:lnSpc>
              <a:spcBef>
                <a:spcPts val="500"/>
              </a:spcBef>
              <a:spcAft>
                <a:spcPts val="0"/>
              </a:spcAft>
              <a:buClr>
                <a:srgbClr val="4D4D4C"/>
              </a:buClr>
              <a:buSzPts val="1800"/>
              <a:buChar char="•"/>
              <a:defRPr/>
            </a:lvl4pPr>
            <a:lvl5pPr marL="2286000" lvl="4" indent="-342900" algn="l">
              <a:lnSpc>
                <a:spcPct val="90000"/>
              </a:lnSpc>
              <a:spcBef>
                <a:spcPts val="500"/>
              </a:spcBef>
              <a:spcAft>
                <a:spcPts val="0"/>
              </a:spcAft>
              <a:buClr>
                <a:srgbClr val="4D4D4C"/>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sp>
        <p:nvSpPr>
          <p:cNvPr id="28" name="Google Shape;28;p6"/>
          <p:cNvSpPr txBox="1">
            <a:spLocks noGrp="1"/>
          </p:cNvSpPr>
          <p:nvPr>
            <p:ph type="dt" idx="10"/>
          </p:nvPr>
        </p:nvSpPr>
        <p:spPr>
          <a:xfrm>
            <a:off x="838200" y="5843197"/>
            <a:ext cx="2743200" cy="496491"/>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chemeClr val="tx1">
                    <a:lumMod val="75000"/>
                    <a:lumOff val="25000"/>
                  </a:schemeClr>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lang="en-US" dirty="0"/>
          </a:p>
        </p:txBody>
      </p:sp>
      <p:sp>
        <p:nvSpPr>
          <p:cNvPr id="29" name="Google Shape;29;p6"/>
          <p:cNvSpPr txBox="1">
            <a:spLocks noGrp="1"/>
          </p:cNvSpPr>
          <p:nvPr>
            <p:ph type="ftr" idx="11"/>
          </p:nvPr>
        </p:nvSpPr>
        <p:spPr>
          <a:xfrm>
            <a:off x="4038600" y="5843197"/>
            <a:ext cx="4114800" cy="5149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solidFill>
                  <a:schemeClr val="tx1">
                    <a:lumMod val="75000"/>
                    <a:lumOff val="25000"/>
                  </a:schemeClr>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lang="en-US"/>
          </a:p>
        </p:txBody>
      </p:sp>
      <p:sp>
        <p:nvSpPr>
          <p:cNvPr id="30" name="Google Shape;30;p6"/>
          <p:cNvSpPr txBox="1">
            <a:spLocks noGrp="1"/>
          </p:cNvSpPr>
          <p:nvPr>
            <p:ph type="sldNum" idx="12"/>
          </p:nvPr>
        </p:nvSpPr>
        <p:spPr>
          <a:xfrm>
            <a:off x="10169610" y="5862996"/>
            <a:ext cx="2016210" cy="496491"/>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chemeClr val="tx1">
                    <a:lumMod val="75000"/>
                    <a:lumOff val="25000"/>
                  </a:schemeClr>
                </a:solidFill>
                <a:latin typeface="Fira Sans"/>
                <a:ea typeface="Fira Sans"/>
                <a:cs typeface="Fira Sans"/>
                <a:sym typeface="Fira Sans"/>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9pPr>
          </a:lstStyle>
          <a:p>
            <a:fld id="{00000000-1234-1234-1234-123412341234}"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33"/>
        <p:cNvGrpSpPr/>
        <p:nvPr/>
      </p:nvGrpSpPr>
      <p:grpSpPr>
        <a:xfrm>
          <a:off x="0" y="0"/>
          <a:ext cx="0" cy="0"/>
          <a:chOff x="0" y="0"/>
          <a:chExt cx="0" cy="0"/>
        </a:xfrm>
      </p:grpSpPr>
      <p:sp>
        <p:nvSpPr>
          <p:cNvPr id="37" name="Google Shape;37;p12"/>
          <p:cNvSpPr txBox="1">
            <a:spLocks noGrp="1"/>
          </p:cNvSpPr>
          <p:nvPr>
            <p:ph type="title"/>
          </p:nvPr>
        </p:nvSpPr>
        <p:spPr>
          <a:xfrm>
            <a:off x="839788" y="987424"/>
            <a:ext cx="3932237" cy="1069975"/>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rgbClr val="A42530"/>
              </a:buClr>
              <a:buSzPts val="3200"/>
              <a:buFont typeface="Marcellus"/>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12"/>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rgbClr val="4D4D4C"/>
              </a:buClr>
              <a:buSzPts val="3200"/>
              <a:buChar char="•"/>
              <a:defRPr sz="3200"/>
            </a:lvl1pPr>
            <a:lvl2pPr marL="914400" lvl="1" indent="-406400" algn="l">
              <a:lnSpc>
                <a:spcPct val="90000"/>
              </a:lnSpc>
              <a:spcBef>
                <a:spcPts val="500"/>
              </a:spcBef>
              <a:spcAft>
                <a:spcPts val="0"/>
              </a:spcAft>
              <a:buClr>
                <a:srgbClr val="4D4D4C"/>
              </a:buClr>
              <a:buSzPts val="2800"/>
              <a:buChar char="•"/>
              <a:defRPr sz="2800"/>
            </a:lvl2pPr>
            <a:lvl3pPr marL="1371600" lvl="2" indent="-381000" algn="l">
              <a:lnSpc>
                <a:spcPct val="90000"/>
              </a:lnSpc>
              <a:spcBef>
                <a:spcPts val="500"/>
              </a:spcBef>
              <a:spcAft>
                <a:spcPts val="0"/>
              </a:spcAft>
              <a:buClr>
                <a:srgbClr val="4D4D4C"/>
              </a:buClr>
              <a:buSzPts val="2400"/>
              <a:buChar char="•"/>
              <a:defRPr sz="2400"/>
            </a:lvl3pPr>
            <a:lvl4pPr marL="1828800" lvl="3" indent="-355600" algn="l">
              <a:lnSpc>
                <a:spcPct val="90000"/>
              </a:lnSpc>
              <a:spcBef>
                <a:spcPts val="500"/>
              </a:spcBef>
              <a:spcAft>
                <a:spcPts val="0"/>
              </a:spcAft>
              <a:buClr>
                <a:srgbClr val="4D4D4C"/>
              </a:buClr>
              <a:buSzPts val="2000"/>
              <a:buChar char="•"/>
              <a:defRPr sz="2000"/>
            </a:lvl4pPr>
            <a:lvl5pPr marL="2286000" lvl="4" indent="-355600" algn="l">
              <a:lnSpc>
                <a:spcPct val="90000"/>
              </a:lnSpc>
              <a:spcBef>
                <a:spcPts val="500"/>
              </a:spcBef>
              <a:spcAft>
                <a:spcPts val="0"/>
              </a:spcAft>
              <a:buClr>
                <a:srgbClr val="4D4D4C"/>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39" name="Google Shape;39;p12"/>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4D4D4C"/>
              </a:buClr>
              <a:buSzPts val="1600"/>
              <a:buNone/>
              <a:defRPr sz="1600"/>
            </a:lvl1pPr>
            <a:lvl2pPr marL="914400" lvl="1" indent="-228600" algn="l">
              <a:lnSpc>
                <a:spcPct val="90000"/>
              </a:lnSpc>
              <a:spcBef>
                <a:spcPts val="500"/>
              </a:spcBef>
              <a:spcAft>
                <a:spcPts val="0"/>
              </a:spcAft>
              <a:buClr>
                <a:srgbClr val="4D4D4C"/>
              </a:buClr>
              <a:buSzPts val="1400"/>
              <a:buNone/>
              <a:defRPr sz="1400"/>
            </a:lvl2pPr>
            <a:lvl3pPr marL="1371600" lvl="2" indent="-228600" algn="l">
              <a:lnSpc>
                <a:spcPct val="90000"/>
              </a:lnSpc>
              <a:spcBef>
                <a:spcPts val="500"/>
              </a:spcBef>
              <a:spcAft>
                <a:spcPts val="0"/>
              </a:spcAft>
              <a:buClr>
                <a:srgbClr val="4D4D4C"/>
              </a:buClr>
              <a:buSzPts val="1200"/>
              <a:buNone/>
              <a:defRPr sz="1200"/>
            </a:lvl3pPr>
            <a:lvl4pPr marL="1828800" lvl="3" indent="-228600" algn="l">
              <a:lnSpc>
                <a:spcPct val="90000"/>
              </a:lnSpc>
              <a:spcBef>
                <a:spcPts val="500"/>
              </a:spcBef>
              <a:spcAft>
                <a:spcPts val="0"/>
              </a:spcAft>
              <a:buClr>
                <a:srgbClr val="4D4D4C"/>
              </a:buClr>
              <a:buSzPts val="1000"/>
              <a:buNone/>
              <a:defRPr sz="1000"/>
            </a:lvl4pPr>
            <a:lvl5pPr marL="2286000" lvl="4" indent="-228600" algn="l">
              <a:lnSpc>
                <a:spcPct val="90000"/>
              </a:lnSpc>
              <a:spcBef>
                <a:spcPts val="500"/>
              </a:spcBef>
              <a:spcAft>
                <a:spcPts val="0"/>
              </a:spcAft>
              <a:buClr>
                <a:srgbClr val="4D4D4C"/>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3" name="Google Shape;28;p6">
            <a:extLst>
              <a:ext uri="{FF2B5EF4-FFF2-40B4-BE49-F238E27FC236}">
                <a16:creationId xmlns:a16="http://schemas.microsoft.com/office/drawing/2014/main" xmlns="" id="{45C52928-2C50-1A5B-EE93-8F4D4C23D2A1}"/>
              </a:ext>
            </a:extLst>
          </p:cNvPr>
          <p:cNvSpPr txBox="1">
            <a:spLocks noGrp="1"/>
          </p:cNvSpPr>
          <p:nvPr>
            <p:ph type="dt" idx="10"/>
          </p:nvPr>
        </p:nvSpPr>
        <p:spPr>
          <a:xfrm>
            <a:off x="838200" y="5843197"/>
            <a:ext cx="2743200" cy="496491"/>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chemeClr val="tx1">
                    <a:lumMod val="75000"/>
                    <a:lumOff val="25000"/>
                  </a:schemeClr>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lang="en-US" dirty="0"/>
          </a:p>
        </p:txBody>
      </p:sp>
      <p:sp>
        <p:nvSpPr>
          <p:cNvPr id="4" name="Google Shape;29;p6">
            <a:extLst>
              <a:ext uri="{FF2B5EF4-FFF2-40B4-BE49-F238E27FC236}">
                <a16:creationId xmlns:a16="http://schemas.microsoft.com/office/drawing/2014/main" xmlns="" id="{26B1B699-1655-BFF4-3EEC-1A8B6C6CF2B7}"/>
              </a:ext>
            </a:extLst>
          </p:cNvPr>
          <p:cNvSpPr txBox="1">
            <a:spLocks noGrp="1"/>
          </p:cNvSpPr>
          <p:nvPr>
            <p:ph type="ftr" idx="11"/>
          </p:nvPr>
        </p:nvSpPr>
        <p:spPr>
          <a:xfrm>
            <a:off x="4038600" y="5843197"/>
            <a:ext cx="4114800" cy="5149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solidFill>
                  <a:schemeClr val="tx1">
                    <a:lumMod val="75000"/>
                    <a:lumOff val="25000"/>
                  </a:schemeClr>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lang="en-US"/>
          </a:p>
        </p:txBody>
      </p:sp>
      <p:sp>
        <p:nvSpPr>
          <p:cNvPr id="5" name="Google Shape;30;p6">
            <a:extLst>
              <a:ext uri="{FF2B5EF4-FFF2-40B4-BE49-F238E27FC236}">
                <a16:creationId xmlns:a16="http://schemas.microsoft.com/office/drawing/2014/main" xmlns="" id="{C1EA1705-04BF-7289-C7D1-4935077A8E34}"/>
              </a:ext>
            </a:extLst>
          </p:cNvPr>
          <p:cNvSpPr txBox="1">
            <a:spLocks noGrp="1"/>
          </p:cNvSpPr>
          <p:nvPr>
            <p:ph type="sldNum" idx="12"/>
          </p:nvPr>
        </p:nvSpPr>
        <p:spPr>
          <a:xfrm>
            <a:off x="10169610" y="5862996"/>
            <a:ext cx="2016210" cy="496491"/>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chemeClr val="tx1">
                    <a:lumMod val="75000"/>
                    <a:lumOff val="25000"/>
                  </a:schemeClr>
                </a:solidFill>
                <a:latin typeface="Fira Sans"/>
                <a:ea typeface="Fira Sans"/>
                <a:cs typeface="Fira Sans"/>
                <a:sym typeface="Fira Sans"/>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9pPr>
          </a:lstStyle>
          <a:p>
            <a:fld id="{00000000-1234-1234-1234-123412341234}"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45"/>
        <p:cNvGrpSpPr/>
        <p:nvPr/>
      </p:nvGrpSpPr>
      <p:grpSpPr>
        <a:xfrm>
          <a:off x="0" y="0"/>
          <a:ext cx="0" cy="0"/>
          <a:chOff x="0" y="0"/>
          <a:chExt cx="0" cy="0"/>
        </a:xfrm>
      </p:grpSpPr>
      <p:sp>
        <p:nvSpPr>
          <p:cNvPr id="49" name="Google Shape;49;p13"/>
          <p:cNvSpPr txBox="1">
            <a:spLocks noGrp="1"/>
          </p:cNvSpPr>
          <p:nvPr>
            <p:ph type="title"/>
          </p:nvPr>
        </p:nvSpPr>
        <p:spPr>
          <a:xfrm>
            <a:off x="839788" y="987424"/>
            <a:ext cx="3932237" cy="1069975"/>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rgbClr val="A42530"/>
              </a:buClr>
              <a:buSzPts val="3200"/>
              <a:buFont typeface="Marcellus"/>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13"/>
          <p:cNvSpPr>
            <a:spLocks noGrp="1"/>
          </p:cNvSpPr>
          <p:nvPr>
            <p:ph type="pic" idx="2"/>
          </p:nvPr>
        </p:nvSpPr>
        <p:spPr>
          <a:xfrm>
            <a:off x="5183188" y="987425"/>
            <a:ext cx="6172200" cy="4873625"/>
          </a:xfrm>
          <a:prstGeom prst="rect">
            <a:avLst/>
          </a:prstGeom>
          <a:noFill/>
          <a:ln>
            <a:noFill/>
          </a:ln>
        </p:spPr>
      </p:sp>
      <p:sp>
        <p:nvSpPr>
          <p:cNvPr id="51" name="Google Shape;51;p13"/>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4D4D4C"/>
              </a:buClr>
              <a:buSzPts val="1600"/>
              <a:buNone/>
              <a:defRPr sz="1600"/>
            </a:lvl1pPr>
            <a:lvl2pPr marL="914400" lvl="1" indent="-228600" algn="l">
              <a:lnSpc>
                <a:spcPct val="90000"/>
              </a:lnSpc>
              <a:spcBef>
                <a:spcPts val="500"/>
              </a:spcBef>
              <a:spcAft>
                <a:spcPts val="0"/>
              </a:spcAft>
              <a:buClr>
                <a:srgbClr val="4D4D4C"/>
              </a:buClr>
              <a:buSzPts val="1400"/>
              <a:buNone/>
              <a:defRPr sz="1400"/>
            </a:lvl2pPr>
            <a:lvl3pPr marL="1371600" lvl="2" indent="-228600" algn="l">
              <a:lnSpc>
                <a:spcPct val="90000"/>
              </a:lnSpc>
              <a:spcBef>
                <a:spcPts val="500"/>
              </a:spcBef>
              <a:spcAft>
                <a:spcPts val="0"/>
              </a:spcAft>
              <a:buClr>
                <a:srgbClr val="4D4D4C"/>
              </a:buClr>
              <a:buSzPts val="1200"/>
              <a:buNone/>
              <a:defRPr sz="1200"/>
            </a:lvl3pPr>
            <a:lvl4pPr marL="1828800" lvl="3" indent="-228600" algn="l">
              <a:lnSpc>
                <a:spcPct val="90000"/>
              </a:lnSpc>
              <a:spcBef>
                <a:spcPts val="500"/>
              </a:spcBef>
              <a:spcAft>
                <a:spcPts val="0"/>
              </a:spcAft>
              <a:buClr>
                <a:srgbClr val="4D4D4C"/>
              </a:buClr>
              <a:buSzPts val="1000"/>
              <a:buNone/>
              <a:defRPr sz="1000"/>
            </a:lvl4pPr>
            <a:lvl5pPr marL="2286000" lvl="4" indent="-228600" algn="l">
              <a:lnSpc>
                <a:spcPct val="90000"/>
              </a:lnSpc>
              <a:spcBef>
                <a:spcPts val="500"/>
              </a:spcBef>
              <a:spcAft>
                <a:spcPts val="0"/>
              </a:spcAft>
              <a:buClr>
                <a:srgbClr val="4D4D4C"/>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3" name="Google Shape;28;p6">
            <a:extLst>
              <a:ext uri="{FF2B5EF4-FFF2-40B4-BE49-F238E27FC236}">
                <a16:creationId xmlns:a16="http://schemas.microsoft.com/office/drawing/2014/main" xmlns="" id="{A5A530D4-7988-DD93-1F79-72D4E4A7AE5A}"/>
              </a:ext>
            </a:extLst>
          </p:cNvPr>
          <p:cNvSpPr txBox="1">
            <a:spLocks noGrp="1"/>
          </p:cNvSpPr>
          <p:nvPr>
            <p:ph type="dt" idx="10"/>
          </p:nvPr>
        </p:nvSpPr>
        <p:spPr>
          <a:xfrm>
            <a:off x="838200" y="5843197"/>
            <a:ext cx="2743200" cy="496491"/>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chemeClr val="tx1">
                    <a:lumMod val="75000"/>
                    <a:lumOff val="25000"/>
                  </a:schemeClr>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lang="en-US" dirty="0"/>
          </a:p>
        </p:txBody>
      </p:sp>
      <p:sp>
        <p:nvSpPr>
          <p:cNvPr id="4" name="Google Shape;29;p6">
            <a:extLst>
              <a:ext uri="{FF2B5EF4-FFF2-40B4-BE49-F238E27FC236}">
                <a16:creationId xmlns:a16="http://schemas.microsoft.com/office/drawing/2014/main" xmlns="" id="{40917687-04A8-9A80-5C70-899E54DC2398}"/>
              </a:ext>
            </a:extLst>
          </p:cNvPr>
          <p:cNvSpPr txBox="1">
            <a:spLocks noGrp="1"/>
          </p:cNvSpPr>
          <p:nvPr>
            <p:ph type="ftr" idx="11"/>
          </p:nvPr>
        </p:nvSpPr>
        <p:spPr>
          <a:xfrm>
            <a:off x="4038600" y="5843197"/>
            <a:ext cx="4114800" cy="5149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solidFill>
                  <a:schemeClr val="tx1">
                    <a:lumMod val="75000"/>
                    <a:lumOff val="25000"/>
                  </a:schemeClr>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lang="en-US"/>
          </a:p>
        </p:txBody>
      </p:sp>
      <p:sp>
        <p:nvSpPr>
          <p:cNvPr id="5" name="Google Shape;30;p6">
            <a:extLst>
              <a:ext uri="{FF2B5EF4-FFF2-40B4-BE49-F238E27FC236}">
                <a16:creationId xmlns:a16="http://schemas.microsoft.com/office/drawing/2014/main" xmlns="" id="{7567F952-39E5-337F-9349-50B557408F86}"/>
              </a:ext>
            </a:extLst>
          </p:cNvPr>
          <p:cNvSpPr txBox="1">
            <a:spLocks noGrp="1"/>
          </p:cNvSpPr>
          <p:nvPr>
            <p:ph type="sldNum" idx="12"/>
          </p:nvPr>
        </p:nvSpPr>
        <p:spPr>
          <a:xfrm>
            <a:off x="10169610" y="5862996"/>
            <a:ext cx="2016210" cy="496491"/>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chemeClr val="tx1">
                    <a:lumMod val="75000"/>
                    <a:lumOff val="25000"/>
                  </a:schemeClr>
                </a:solidFill>
                <a:latin typeface="Fira Sans"/>
                <a:ea typeface="Fira Sans"/>
                <a:cs typeface="Fira Sans"/>
                <a:sym typeface="Fira Sans"/>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9pPr>
          </a:lstStyle>
          <a:p>
            <a:fld id="{00000000-1234-1234-1234-123412341234}"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57"/>
        <p:cNvGrpSpPr/>
        <p:nvPr/>
      </p:nvGrpSpPr>
      <p:grpSpPr>
        <a:xfrm>
          <a:off x="0" y="0"/>
          <a:ext cx="0" cy="0"/>
          <a:chOff x="0" y="0"/>
          <a:chExt cx="0" cy="0"/>
        </a:xfrm>
      </p:grpSpPr>
      <p:sp>
        <p:nvSpPr>
          <p:cNvPr id="58" name="Google Shape;58;p7"/>
          <p:cNvSpPr txBox="1">
            <a:spLocks noGrp="1"/>
          </p:cNvSpPr>
          <p:nvPr>
            <p:ph type="title"/>
          </p:nvPr>
        </p:nvSpPr>
        <p:spPr>
          <a:xfrm>
            <a:off x="838200" y="866274"/>
            <a:ext cx="10515600" cy="824414"/>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A42530"/>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7"/>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rgbClr val="4D4D4C"/>
              </a:buClr>
              <a:buSzPts val="1800"/>
              <a:buChar char="•"/>
              <a:defRPr/>
            </a:lvl1pPr>
            <a:lvl2pPr marL="914400" lvl="1" indent="-342900" algn="l">
              <a:lnSpc>
                <a:spcPct val="90000"/>
              </a:lnSpc>
              <a:spcBef>
                <a:spcPts val="500"/>
              </a:spcBef>
              <a:spcAft>
                <a:spcPts val="0"/>
              </a:spcAft>
              <a:buClr>
                <a:srgbClr val="4D4D4C"/>
              </a:buClr>
              <a:buSzPts val="1800"/>
              <a:buChar char="•"/>
              <a:defRPr/>
            </a:lvl2pPr>
            <a:lvl3pPr marL="1371600" lvl="2" indent="-342900" algn="l">
              <a:lnSpc>
                <a:spcPct val="90000"/>
              </a:lnSpc>
              <a:spcBef>
                <a:spcPts val="500"/>
              </a:spcBef>
              <a:spcAft>
                <a:spcPts val="0"/>
              </a:spcAft>
              <a:buClr>
                <a:srgbClr val="4D4D4C"/>
              </a:buClr>
              <a:buSzPts val="1800"/>
              <a:buChar char="•"/>
              <a:defRPr/>
            </a:lvl3pPr>
            <a:lvl4pPr marL="1828800" lvl="3" indent="-342900" algn="l">
              <a:lnSpc>
                <a:spcPct val="90000"/>
              </a:lnSpc>
              <a:spcBef>
                <a:spcPts val="500"/>
              </a:spcBef>
              <a:spcAft>
                <a:spcPts val="0"/>
              </a:spcAft>
              <a:buClr>
                <a:srgbClr val="4D4D4C"/>
              </a:buClr>
              <a:buSzPts val="1800"/>
              <a:buChar char="•"/>
              <a:defRPr/>
            </a:lvl4pPr>
            <a:lvl5pPr marL="2286000" lvl="4" indent="-342900" algn="l">
              <a:lnSpc>
                <a:spcPct val="90000"/>
              </a:lnSpc>
              <a:spcBef>
                <a:spcPts val="500"/>
              </a:spcBef>
              <a:spcAft>
                <a:spcPts val="0"/>
              </a:spcAft>
              <a:buClr>
                <a:srgbClr val="4D4D4C"/>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0" name="Google Shape;60;p7"/>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rgbClr val="4D4D4C"/>
              </a:buClr>
              <a:buSzPts val="1800"/>
              <a:buChar char="•"/>
              <a:defRPr/>
            </a:lvl1pPr>
            <a:lvl2pPr marL="914400" lvl="1" indent="-342900" algn="l">
              <a:lnSpc>
                <a:spcPct val="90000"/>
              </a:lnSpc>
              <a:spcBef>
                <a:spcPts val="500"/>
              </a:spcBef>
              <a:spcAft>
                <a:spcPts val="0"/>
              </a:spcAft>
              <a:buClr>
                <a:srgbClr val="4D4D4C"/>
              </a:buClr>
              <a:buSzPts val="1800"/>
              <a:buChar char="•"/>
              <a:defRPr/>
            </a:lvl2pPr>
            <a:lvl3pPr marL="1371600" lvl="2" indent="-342900" algn="l">
              <a:lnSpc>
                <a:spcPct val="90000"/>
              </a:lnSpc>
              <a:spcBef>
                <a:spcPts val="500"/>
              </a:spcBef>
              <a:spcAft>
                <a:spcPts val="0"/>
              </a:spcAft>
              <a:buClr>
                <a:srgbClr val="4D4D4C"/>
              </a:buClr>
              <a:buSzPts val="1800"/>
              <a:buChar char="•"/>
              <a:defRPr/>
            </a:lvl3pPr>
            <a:lvl4pPr marL="1828800" lvl="3" indent="-342900" algn="l">
              <a:lnSpc>
                <a:spcPct val="90000"/>
              </a:lnSpc>
              <a:spcBef>
                <a:spcPts val="500"/>
              </a:spcBef>
              <a:spcAft>
                <a:spcPts val="0"/>
              </a:spcAft>
              <a:buClr>
                <a:srgbClr val="4D4D4C"/>
              </a:buClr>
              <a:buSzPts val="1800"/>
              <a:buChar char="•"/>
              <a:defRPr/>
            </a:lvl4pPr>
            <a:lvl5pPr marL="2286000" lvl="4" indent="-342900" algn="l">
              <a:lnSpc>
                <a:spcPct val="90000"/>
              </a:lnSpc>
              <a:spcBef>
                <a:spcPts val="500"/>
              </a:spcBef>
              <a:spcAft>
                <a:spcPts val="0"/>
              </a:spcAft>
              <a:buClr>
                <a:srgbClr val="4D4D4C"/>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 name="Google Shape;28;p6">
            <a:extLst>
              <a:ext uri="{FF2B5EF4-FFF2-40B4-BE49-F238E27FC236}">
                <a16:creationId xmlns:a16="http://schemas.microsoft.com/office/drawing/2014/main" xmlns="" id="{3BE4EE66-95F2-11F6-05EA-E5792929E648}"/>
              </a:ext>
            </a:extLst>
          </p:cNvPr>
          <p:cNvSpPr txBox="1">
            <a:spLocks noGrp="1"/>
          </p:cNvSpPr>
          <p:nvPr>
            <p:ph type="dt" idx="10"/>
          </p:nvPr>
        </p:nvSpPr>
        <p:spPr>
          <a:xfrm>
            <a:off x="838200" y="5843197"/>
            <a:ext cx="2743200" cy="496491"/>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chemeClr val="tx1">
                    <a:lumMod val="75000"/>
                    <a:lumOff val="25000"/>
                  </a:schemeClr>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lang="en-US" dirty="0"/>
          </a:p>
        </p:txBody>
      </p:sp>
      <p:sp>
        <p:nvSpPr>
          <p:cNvPr id="4" name="Google Shape;29;p6">
            <a:extLst>
              <a:ext uri="{FF2B5EF4-FFF2-40B4-BE49-F238E27FC236}">
                <a16:creationId xmlns:a16="http://schemas.microsoft.com/office/drawing/2014/main" xmlns="" id="{CD790172-54B1-1878-459A-282E99A7FB4D}"/>
              </a:ext>
            </a:extLst>
          </p:cNvPr>
          <p:cNvSpPr txBox="1">
            <a:spLocks noGrp="1"/>
          </p:cNvSpPr>
          <p:nvPr>
            <p:ph type="ftr" idx="11"/>
          </p:nvPr>
        </p:nvSpPr>
        <p:spPr>
          <a:xfrm>
            <a:off x="4038600" y="5843197"/>
            <a:ext cx="4114800" cy="5149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solidFill>
                  <a:schemeClr val="tx1">
                    <a:lumMod val="75000"/>
                    <a:lumOff val="25000"/>
                  </a:schemeClr>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lang="en-US"/>
          </a:p>
        </p:txBody>
      </p:sp>
      <p:sp>
        <p:nvSpPr>
          <p:cNvPr id="5" name="Google Shape;30;p6">
            <a:extLst>
              <a:ext uri="{FF2B5EF4-FFF2-40B4-BE49-F238E27FC236}">
                <a16:creationId xmlns:a16="http://schemas.microsoft.com/office/drawing/2014/main" xmlns="" id="{04871C75-B572-7CC7-1B53-358A4FEE2491}"/>
              </a:ext>
            </a:extLst>
          </p:cNvPr>
          <p:cNvSpPr txBox="1">
            <a:spLocks noGrp="1"/>
          </p:cNvSpPr>
          <p:nvPr>
            <p:ph type="sldNum" idx="12"/>
          </p:nvPr>
        </p:nvSpPr>
        <p:spPr>
          <a:xfrm>
            <a:off x="10169610" y="5862996"/>
            <a:ext cx="2016210" cy="496491"/>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chemeClr val="tx1">
                    <a:lumMod val="75000"/>
                    <a:lumOff val="25000"/>
                  </a:schemeClr>
                </a:solidFill>
                <a:latin typeface="Fira Sans"/>
                <a:ea typeface="Fira Sans"/>
                <a:cs typeface="Fira Sans"/>
                <a:sym typeface="Fira Sans"/>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9pPr>
          </a:lstStyle>
          <a:p>
            <a:fld id="{00000000-1234-1234-1234-123412341234}"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69"/>
        <p:cNvGrpSpPr/>
        <p:nvPr/>
      </p:nvGrpSpPr>
      <p:grpSpPr>
        <a:xfrm>
          <a:off x="0" y="0"/>
          <a:ext cx="0" cy="0"/>
          <a:chOff x="0" y="0"/>
          <a:chExt cx="0" cy="0"/>
        </a:xfrm>
      </p:grpSpPr>
      <p:sp>
        <p:nvSpPr>
          <p:cNvPr id="73" name="Google Shape;73;p8"/>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rgbClr val="A42530"/>
              </a:buClr>
              <a:buSzPts val="6000"/>
              <a:buFont typeface="Marcellus"/>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8"/>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 name="Google Shape;28;p6">
            <a:extLst>
              <a:ext uri="{FF2B5EF4-FFF2-40B4-BE49-F238E27FC236}">
                <a16:creationId xmlns:a16="http://schemas.microsoft.com/office/drawing/2014/main" xmlns="" id="{5D40BE01-A796-ADDE-1067-A85126FB9817}"/>
              </a:ext>
            </a:extLst>
          </p:cNvPr>
          <p:cNvSpPr txBox="1">
            <a:spLocks noGrp="1"/>
          </p:cNvSpPr>
          <p:nvPr>
            <p:ph type="dt" idx="10"/>
          </p:nvPr>
        </p:nvSpPr>
        <p:spPr>
          <a:xfrm>
            <a:off x="838200" y="5843197"/>
            <a:ext cx="2743200" cy="496491"/>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chemeClr val="tx1">
                    <a:lumMod val="75000"/>
                    <a:lumOff val="25000"/>
                  </a:schemeClr>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lang="en-US" dirty="0"/>
          </a:p>
        </p:txBody>
      </p:sp>
      <p:sp>
        <p:nvSpPr>
          <p:cNvPr id="4" name="Google Shape;29;p6">
            <a:extLst>
              <a:ext uri="{FF2B5EF4-FFF2-40B4-BE49-F238E27FC236}">
                <a16:creationId xmlns:a16="http://schemas.microsoft.com/office/drawing/2014/main" xmlns="" id="{C5F09E59-F1FA-4758-8DEB-A7EB3912E75F}"/>
              </a:ext>
            </a:extLst>
          </p:cNvPr>
          <p:cNvSpPr txBox="1">
            <a:spLocks noGrp="1"/>
          </p:cNvSpPr>
          <p:nvPr>
            <p:ph type="ftr" idx="11"/>
          </p:nvPr>
        </p:nvSpPr>
        <p:spPr>
          <a:xfrm>
            <a:off x="4038600" y="5843197"/>
            <a:ext cx="4114800" cy="5149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solidFill>
                  <a:schemeClr val="tx1">
                    <a:lumMod val="75000"/>
                    <a:lumOff val="25000"/>
                  </a:schemeClr>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lang="en-US"/>
          </a:p>
        </p:txBody>
      </p:sp>
      <p:sp>
        <p:nvSpPr>
          <p:cNvPr id="5" name="Google Shape;30;p6">
            <a:extLst>
              <a:ext uri="{FF2B5EF4-FFF2-40B4-BE49-F238E27FC236}">
                <a16:creationId xmlns:a16="http://schemas.microsoft.com/office/drawing/2014/main" xmlns="" id="{6FC11D24-EC12-A80C-ADB8-D5E74CECE372}"/>
              </a:ext>
            </a:extLst>
          </p:cNvPr>
          <p:cNvSpPr txBox="1">
            <a:spLocks noGrp="1"/>
          </p:cNvSpPr>
          <p:nvPr>
            <p:ph type="sldNum" idx="12"/>
          </p:nvPr>
        </p:nvSpPr>
        <p:spPr>
          <a:xfrm>
            <a:off x="10169610" y="5862996"/>
            <a:ext cx="2016210" cy="496491"/>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chemeClr val="tx1">
                    <a:lumMod val="75000"/>
                    <a:lumOff val="25000"/>
                  </a:schemeClr>
                </a:solidFill>
                <a:latin typeface="Fira Sans"/>
                <a:ea typeface="Fira Sans"/>
                <a:cs typeface="Fira Sans"/>
                <a:sym typeface="Fira Sans"/>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9pPr>
          </a:lstStyle>
          <a:p>
            <a:fld id="{00000000-1234-1234-1234-123412341234}" type="slidenum">
              <a:rPr lang="en-US" smtClean="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80"/>
        <p:cNvGrpSpPr/>
        <p:nvPr/>
      </p:nvGrpSpPr>
      <p:grpSpPr>
        <a:xfrm>
          <a:off x="0" y="0"/>
          <a:ext cx="0" cy="0"/>
          <a:chOff x="0" y="0"/>
          <a:chExt cx="0" cy="0"/>
        </a:xfrm>
      </p:grpSpPr>
      <p:sp>
        <p:nvSpPr>
          <p:cNvPr id="84" name="Google Shape;84;p9"/>
          <p:cNvSpPr txBox="1">
            <a:spLocks noGrp="1"/>
          </p:cNvSpPr>
          <p:nvPr>
            <p:ph type="title"/>
          </p:nvPr>
        </p:nvSpPr>
        <p:spPr>
          <a:xfrm>
            <a:off x="839788" y="866776"/>
            <a:ext cx="10515600" cy="82391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A42530"/>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9"/>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rgbClr val="4D4D4C"/>
              </a:buClr>
              <a:buSzPts val="2400"/>
              <a:buNone/>
              <a:defRPr sz="2400" b="1"/>
            </a:lvl1pPr>
            <a:lvl2pPr marL="914400" lvl="1" indent="-228600" algn="l">
              <a:lnSpc>
                <a:spcPct val="90000"/>
              </a:lnSpc>
              <a:spcBef>
                <a:spcPts val="500"/>
              </a:spcBef>
              <a:spcAft>
                <a:spcPts val="0"/>
              </a:spcAft>
              <a:buClr>
                <a:srgbClr val="4D4D4C"/>
              </a:buClr>
              <a:buSzPts val="2000"/>
              <a:buNone/>
              <a:defRPr sz="2000" b="1"/>
            </a:lvl2pPr>
            <a:lvl3pPr marL="1371600" lvl="2" indent="-228600" algn="l">
              <a:lnSpc>
                <a:spcPct val="90000"/>
              </a:lnSpc>
              <a:spcBef>
                <a:spcPts val="500"/>
              </a:spcBef>
              <a:spcAft>
                <a:spcPts val="0"/>
              </a:spcAft>
              <a:buClr>
                <a:srgbClr val="4D4D4C"/>
              </a:buClr>
              <a:buSzPts val="1800"/>
              <a:buNone/>
              <a:defRPr sz="1800" b="1"/>
            </a:lvl3pPr>
            <a:lvl4pPr marL="1828800" lvl="3" indent="-228600" algn="l">
              <a:lnSpc>
                <a:spcPct val="90000"/>
              </a:lnSpc>
              <a:spcBef>
                <a:spcPts val="500"/>
              </a:spcBef>
              <a:spcAft>
                <a:spcPts val="0"/>
              </a:spcAft>
              <a:buClr>
                <a:srgbClr val="4D4D4C"/>
              </a:buClr>
              <a:buSzPts val="1600"/>
              <a:buNone/>
              <a:defRPr sz="1600" b="1"/>
            </a:lvl4pPr>
            <a:lvl5pPr marL="2286000" lvl="4" indent="-228600" algn="l">
              <a:lnSpc>
                <a:spcPct val="90000"/>
              </a:lnSpc>
              <a:spcBef>
                <a:spcPts val="500"/>
              </a:spcBef>
              <a:spcAft>
                <a:spcPts val="0"/>
              </a:spcAft>
              <a:buClr>
                <a:srgbClr val="4D4D4C"/>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86" name="Google Shape;86;p9"/>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rgbClr val="4D4D4C"/>
              </a:buClr>
              <a:buSzPts val="1800"/>
              <a:buChar char="•"/>
              <a:defRPr/>
            </a:lvl1pPr>
            <a:lvl2pPr marL="914400" lvl="1" indent="-342900" algn="l">
              <a:lnSpc>
                <a:spcPct val="90000"/>
              </a:lnSpc>
              <a:spcBef>
                <a:spcPts val="500"/>
              </a:spcBef>
              <a:spcAft>
                <a:spcPts val="0"/>
              </a:spcAft>
              <a:buClr>
                <a:srgbClr val="4D4D4C"/>
              </a:buClr>
              <a:buSzPts val="1800"/>
              <a:buChar char="•"/>
              <a:defRPr/>
            </a:lvl2pPr>
            <a:lvl3pPr marL="1371600" lvl="2" indent="-342900" algn="l">
              <a:lnSpc>
                <a:spcPct val="90000"/>
              </a:lnSpc>
              <a:spcBef>
                <a:spcPts val="500"/>
              </a:spcBef>
              <a:spcAft>
                <a:spcPts val="0"/>
              </a:spcAft>
              <a:buClr>
                <a:srgbClr val="4D4D4C"/>
              </a:buClr>
              <a:buSzPts val="1800"/>
              <a:buChar char="•"/>
              <a:defRPr/>
            </a:lvl3pPr>
            <a:lvl4pPr marL="1828800" lvl="3" indent="-342900" algn="l">
              <a:lnSpc>
                <a:spcPct val="90000"/>
              </a:lnSpc>
              <a:spcBef>
                <a:spcPts val="500"/>
              </a:spcBef>
              <a:spcAft>
                <a:spcPts val="0"/>
              </a:spcAft>
              <a:buClr>
                <a:srgbClr val="4D4D4C"/>
              </a:buClr>
              <a:buSzPts val="1800"/>
              <a:buChar char="•"/>
              <a:defRPr/>
            </a:lvl4pPr>
            <a:lvl5pPr marL="2286000" lvl="4" indent="-342900" algn="l">
              <a:lnSpc>
                <a:spcPct val="90000"/>
              </a:lnSpc>
              <a:spcBef>
                <a:spcPts val="500"/>
              </a:spcBef>
              <a:spcAft>
                <a:spcPts val="0"/>
              </a:spcAft>
              <a:buClr>
                <a:srgbClr val="4D4D4C"/>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7" name="Google Shape;87;p9"/>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rgbClr val="4D4D4C"/>
              </a:buClr>
              <a:buSzPts val="2400"/>
              <a:buNone/>
              <a:defRPr sz="2400" b="1"/>
            </a:lvl1pPr>
            <a:lvl2pPr marL="914400" lvl="1" indent="-228600" algn="l">
              <a:lnSpc>
                <a:spcPct val="90000"/>
              </a:lnSpc>
              <a:spcBef>
                <a:spcPts val="500"/>
              </a:spcBef>
              <a:spcAft>
                <a:spcPts val="0"/>
              </a:spcAft>
              <a:buClr>
                <a:srgbClr val="4D4D4C"/>
              </a:buClr>
              <a:buSzPts val="2000"/>
              <a:buNone/>
              <a:defRPr sz="2000" b="1"/>
            </a:lvl2pPr>
            <a:lvl3pPr marL="1371600" lvl="2" indent="-228600" algn="l">
              <a:lnSpc>
                <a:spcPct val="90000"/>
              </a:lnSpc>
              <a:spcBef>
                <a:spcPts val="500"/>
              </a:spcBef>
              <a:spcAft>
                <a:spcPts val="0"/>
              </a:spcAft>
              <a:buClr>
                <a:srgbClr val="4D4D4C"/>
              </a:buClr>
              <a:buSzPts val="1800"/>
              <a:buNone/>
              <a:defRPr sz="1800" b="1"/>
            </a:lvl3pPr>
            <a:lvl4pPr marL="1828800" lvl="3" indent="-228600" algn="l">
              <a:lnSpc>
                <a:spcPct val="90000"/>
              </a:lnSpc>
              <a:spcBef>
                <a:spcPts val="500"/>
              </a:spcBef>
              <a:spcAft>
                <a:spcPts val="0"/>
              </a:spcAft>
              <a:buClr>
                <a:srgbClr val="4D4D4C"/>
              </a:buClr>
              <a:buSzPts val="1600"/>
              <a:buNone/>
              <a:defRPr sz="1600" b="1"/>
            </a:lvl4pPr>
            <a:lvl5pPr marL="2286000" lvl="4" indent="-228600" algn="l">
              <a:lnSpc>
                <a:spcPct val="90000"/>
              </a:lnSpc>
              <a:spcBef>
                <a:spcPts val="500"/>
              </a:spcBef>
              <a:spcAft>
                <a:spcPts val="0"/>
              </a:spcAft>
              <a:buClr>
                <a:srgbClr val="4D4D4C"/>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88" name="Google Shape;88;p9"/>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rgbClr val="4D4D4C"/>
              </a:buClr>
              <a:buSzPts val="1800"/>
              <a:buChar char="•"/>
              <a:defRPr/>
            </a:lvl1pPr>
            <a:lvl2pPr marL="914400" lvl="1" indent="-342900" algn="l">
              <a:lnSpc>
                <a:spcPct val="90000"/>
              </a:lnSpc>
              <a:spcBef>
                <a:spcPts val="500"/>
              </a:spcBef>
              <a:spcAft>
                <a:spcPts val="0"/>
              </a:spcAft>
              <a:buClr>
                <a:srgbClr val="4D4D4C"/>
              </a:buClr>
              <a:buSzPts val="1800"/>
              <a:buChar char="•"/>
              <a:defRPr/>
            </a:lvl2pPr>
            <a:lvl3pPr marL="1371600" lvl="2" indent="-342900" algn="l">
              <a:lnSpc>
                <a:spcPct val="90000"/>
              </a:lnSpc>
              <a:spcBef>
                <a:spcPts val="500"/>
              </a:spcBef>
              <a:spcAft>
                <a:spcPts val="0"/>
              </a:spcAft>
              <a:buClr>
                <a:srgbClr val="4D4D4C"/>
              </a:buClr>
              <a:buSzPts val="1800"/>
              <a:buChar char="•"/>
              <a:defRPr/>
            </a:lvl3pPr>
            <a:lvl4pPr marL="1828800" lvl="3" indent="-342900" algn="l">
              <a:lnSpc>
                <a:spcPct val="90000"/>
              </a:lnSpc>
              <a:spcBef>
                <a:spcPts val="500"/>
              </a:spcBef>
              <a:spcAft>
                <a:spcPts val="0"/>
              </a:spcAft>
              <a:buClr>
                <a:srgbClr val="4D4D4C"/>
              </a:buClr>
              <a:buSzPts val="1800"/>
              <a:buChar char="•"/>
              <a:defRPr/>
            </a:lvl4pPr>
            <a:lvl5pPr marL="2286000" lvl="4" indent="-342900" algn="l">
              <a:lnSpc>
                <a:spcPct val="90000"/>
              </a:lnSpc>
              <a:spcBef>
                <a:spcPts val="500"/>
              </a:spcBef>
              <a:spcAft>
                <a:spcPts val="0"/>
              </a:spcAft>
              <a:buClr>
                <a:srgbClr val="4D4D4C"/>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 name="Google Shape;28;p6">
            <a:extLst>
              <a:ext uri="{FF2B5EF4-FFF2-40B4-BE49-F238E27FC236}">
                <a16:creationId xmlns:a16="http://schemas.microsoft.com/office/drawing/2014/main" xmlns="" id="{213AF292-09D4-0240-9F52-B3CE283D1964}"/>
              </a:ext>
            </a:extLst>
          </p:cNvPr>
          <p:cNvSpPr txBox="1">
            <a:spLocks noGrp="1"/>
          </p:cNvSpPr>
          <p:nvPr>
            <p:ph type="dt" idx="10"/>
          </p:nvPr>
        </p:nvSpPr>
        <p:spPr>
          <a:xfrm>
            <a:off x="838200" y="5843197"/>
            <a:ext cx="2743200" cy="496491"/>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chemeClr val="tx1">
                    <a:lumMod val="75000"/>
                    <a:lumOff val="25000"/>
                  </a:schemeClr>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lang="en-US" dirty="0"/>
          </a:p>
        </p:txBody>
      </p:sp>
      <p:sp>
        <p:nvSpPr>
          <p:cNvPr id="4" name="Google Shape;29;p6">
            <a:extLst>
              <a:ext uri="{FF2B5EF4-FFF2-40B4-BE49-F238E27FC236}">
                <a16:creationId xmlns:a16="http://schemas.microsoft.com/office/drawing/2014/main" xmlns="" id="{20A4B550-7FFA-C52B-9952-E28A393DD04C}"/>
              </a:ext>
            </a:extLst>
          </p:cNvPr>
          <p:cNvSpPr txBox="1">
            <a:spLocks noGrp="1"/>
          </p:cNvSpPr>
          <p:nvPr>
            <p:ph type="ftr" idx="11"/>
          </p:nvPr>
        </p:nvSpPr>
        <p:spPr>
          <a:xfrm>
            <a:off x="4038600" y="5843197"/>
            <a:ext cx="4114800" cy="5149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solidFill>
                  <a:schemeClr val="tx1">
                    <a:lumMod val="75000"/>
                    <a:lumOff val="25000"/>
                  </a:schemeClr>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lang="en-US"/>
          </a:p>
        </p:txBody>
      </p:sp>
      <p:sp>
        <p:nvSpPr>
          <p:cNvPr id="5" name="Google Shape;30;p6">
            <a:extLst>
              <a:ext uri="{FF2B5EF4-FFF2-40B4-BE49-F238E27FC236}">
                <a16:creationId xmlns:a16="http://schemas.microsoft.com/office/drawing/2014/main" xmlns="" id="{2BC36ECE-C3D1-09DD-489B-CE38B065731B}"/>
              </a:ext>
            </a:extLst>
          </p:cNvPr>
          <p:cNvSpPr txBox="1">
            <a:spLocks noGrp="1"/>
          </p:cNvSpPr>
          <p:nvPr>
            <p:ph type="sldNum" idx="12"/>
          </p:nvPr>
        </p:nvSpPr>
        <p:spPr>
          <a:xfrm>
            <a:off x="10169610" y="5862996"/>
            <a:ext cx="2016210" cy="496491"/>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chemeClr val="tx1">
                    <a:lumMod val="75000"/>
                    <a:lumOff val="25000"/>
                  </a:schemeClr>
                </a:solidFill>
                <a:latin typeface="Fira Sans"/>
                <a:ea typeface="Fira Sans"/>
                <a:cs typeface="Fira Sans"/>
                <a:sym typeface="Fira Sans"/>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9pPr>
          </a:lstStyle>
          <a:p>
            <a:fld id="{00000000-1234-1234-1234-123412341234}"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94"/>
        <p:cNvGrpSpPr/>
        <p:nvPr/>
      </p:nvGrpSpPr>
      <p:grpSpPr>
        <a:xfrm>
          <a:off x="0" y="0"/>
          <a:ext cx="0" cy="0"/>
          <a:chOff x="0" y="0"/>
          <a:chExt cx="0" cy="0"/>
        </a:xfrm>
      </p:grpSpPr>
      <p:sp>
        <p:nvSpPr>
          <p:cNvPr id="98" name="Google Shape;98;p10"/>
          <p:cNvSpPr txBox="1">
            <a:spLocks noGrp="1"/>
          </p:cNvSpPr>
          <p:nvPr>
            <p:ph type="title"/>
          </p:nvPr>
        </p:nvSpPr>
        <p:spPr>
          <a:xfrm>
            <a:off x="838200" y="866274"/>
            <a:ext cx="10515600" cy="824414"/>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A42530"/>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 name="Google Shape;28;p6">
            <a:extLst>
              <a:ext uri="{FF2B5EF4-FFF2-40B4-BE49-F238E27FC236}">
                <a16:creationId xmlns:a16="http://schemas.microsoft.com/office/drawing/2014/main" xmlns="" id="{EABDB97A-1573-9AE9-7909-28C3E654614C}"/>
              </a:ext>
            </a:extLst>
          </p:cNvPr>
          <p:cNvSpPr txBox="1">
            <a:spLocks noGrp="1"/>
          </p:cNvSpPr>
          <p:nvPr>
            <p:ph type="dt" idx="10"/>
          </p:nvPr>
        </p:nvSpPr>
        <p:spPr>
          <a:xfrm>
            <a:off x="838200" y="5843197"/>
            <a:ext cx="2743200" cy="496491"/>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chemeClr val="tx1">
                    <a:lumMod val="75000"/>
                    <a:lumOff val="25000"/>
                  </a:schemeClr>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lang="en-US" dirty="0"/>
          </a:p>
        </p:txBody>
      </p:sp>
      <p:sp>
        <p:nvSpPr>
          <p:cNvPr id="4" name="Google Shape;29;p6">
            <a:extLst>
              <a:ext uri="{FF2B5EF4-FFF2-40B4-BE49-F238E27FC236}">
                <a16:creationId xmlns:a16="http://schemas.microsoft.com/office/drawing/2014/main" xmlns="" id="{184D9332-35CA-F8DE-8CC6-B575CA7CBF52}"/>
              </a:ext>
            </a:extLst>
          </p:cNvPr>
          <p:cNvSpPr txBox="1">
            <a:spLocks noGrp="1"/>
          </p:cNvSpPr>
          <p:nvPr>
            <p:ph type="ftr" idx="11"/>
          </p:nvPr>
        </p:nvSpPr>
        <p:spPr>
          <a:xfrm>
            <a:off x="4038600" y="5843197"/>
            <a:ext cx="4114800" cy="5149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solidFill>
                  <a:schemeClr val="tx1">
                    <a:lumMod val="75000"/>
                    <a:lumOff val="25000"/>
                  </a:schemeClr>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lang="en-US"/>
          </a:p>
        </p:txBody>
      </p:sp>
      <p:sp>
        <p:nvSpPr>
          <p:cNvPr id="5" name="Google Shape;30;p6">
            <a:extLst>
              <a:ext uri="{FF2B5EF4-FFF2-40B4-BE49-F238E27FC236}">
                <a16:creationId xmlns:a16="http://schemas.microsoft.com/office/drawing/2014/main" xmlns="" id="{0179A92C-6424-95BD-C452-01B2896127F2}"/>
              </a:ext>
            </a:extLst>
          </p:cNvPr>
          <p:cNvSpPr txBox="1">
            <a:spLocks noGrp="1"/>
          </p:cNvSpPr>
          <p:nvPr>
            <p:ph type="sldNum" idx="12"/>
          </p:nvPr>
        </p:nvSpPr>
        <p:spPr>
          <a:xfrm>
            <a:off x="10169610" y="5862996"/>
            <a:ext cx="2016210" cy="496491"/>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chemeClr val="tx1">
                    <a:lumMod val="75000"/>
                    <a:lumOff val="25000"/>
                  </a:schemeClr>
                </a:solidFill>
                <a:latin typeface="Fira Sans"/>
                <a:ea typeface="Fira Sans"/>
                <a:cs typeface="Fira Sans"/>
                <a:sym typeface="Fira Sans"/>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9pPr>
          </a:lstStyle>
          <a:p>
            <a:fld id="{00000000-1234-1234-1234-123412341234}"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04"/>
        <p:cNvGrpSpPr/>
        <p:nvPr/>
      </p:nvGrpSpPr>
      <p:grpSpPr>
        <a:xfrm>
          <a:off x="0" y="0"/>
          <a:ext cx="0" cy="0"/>
          <a:chOff x="0" y="0"/>
          <a:chExt cx="0" cy="0"/>
        </a:xfrm>
      </p:grpSpPr>
      <p:sp>
        <p:nvSpPr>
          <p:cNvPr id="3" name="Google Shape;28;p6">
            <a:extLst>
              <a:ext uri="{FF2B5EF4-FFF2-40B4-BE49-F238E27FC236}">
                <a16:creationId xmlns:a16="http://schemas.microsoft.com/office/drawing/2014/main" xmlns="" id="{1E9D295B-756D-94F6-FA62-BAFD6BC1D42C}"/>
              </a:ext>
            </a:extLst>
          </p:cNvPr>
          <p:cNvSpPr txBox="1">
            <a:spLocks noGrp="1"/>
          </p:cNvSpPr>
          <p:nvPr>
            <p:ph type="dt" idx="10"/>
          </p:nvPr>
        </p:nvSpPr>
        <p:spPr>
          <a:xfrm>
            <a:off x="838200" y="5843197"/>
            <a:ext cx="2743200" cy="496491"/>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chemeClr val="tx1">
                    <a:lumMod val="75000"/>
                    <a:lumOff val="25000"/>
                  </a:schemeClr>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lang="en-US" dirty="0"/>
          </a:p>
        </p:txBody>
      </p:sp>
      <p:sp>
        <p:nvSpPr>
          <p:cNvPr id="4" name="Google Shape;29;p6">
            <a:extLst>
              <a:ext uri="{FF2B5EF4-FFF2-40B4-BE49-F238E27FC236}">
                <a16:creationId xmlns:a16="http://schemas.microsoft.com/office/drawing/2014/main" xmlns="" id="{80AB6F56-86EA-513F-E160-6DD1EE9C47BE}"/>
              </a:ext>
            </a:extLst>
          </p:cNvPr>
          <p:cNvSpPr txBox="1">
            <a:spLocks noGrp="1"/>
          </p:cNvSpPr>
          <p:nvPr>
            <p:ph type="ftr" idx="11"/>
          </p:nvPr>
        </p:nvSpPr>
        <p:spPr>
          <a:xfrm>
            <a:off x="4038600" y="5843197"/>
            <a:ext cx="4114800" cy="5149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solidFill>
                  <a:schemeClr val="tx1">
                    <a:lumMod val="75000"/>
                    <a:lumOff val="25000"/>
                  </a:schemeClr>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lang="en-US"/>
          </a:p>
        </p:txBody>
      </p:sp>
      <p:sp>
        <p:nvSpPr>
          <p:cNvPr id="5" name="Google Shape;30;p6">
            <a:extLst>
              <a:ext uri="{FF2B5EF4-FFF2-40B4-BE49-F238E27FC236}">
                <a16:creationId xmlns:a16="http://schemas.microsoft.com/office/drawing/2014/main" xmlns="" id="{0A8BF585-0ABE-47EC-65FA-540F276B8A93}"/>
              </a:ext>
            </a:extLst>
          </p:cNvPr>
          <p:cNvSpPr txBox="1">
            <a:spLocks noGrp="1"/>
          </p:cNvSpPr>
          <p:nvPr>
            <p:ph type="sldNum" idx="12"/>
          </p:nvPr>
        </p:nvSpPr>
        <p:spPr>
          <a:xfrm>
            <a:off x="10169610" y="5862996"/>
            <a:ext cx="2016210" cy="496491"/>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chemeClr val="tx1">
                    <a:lumMod val="75000"/>
                    <a:lumOff val="25000"/>
                  </a:schemeClr>
                </a:solidFill>
                <a:latin typeface="Fira Sans"/>
                <a:ea typeface="Fira Sans"/>
                <a:cs typeface="Fira Sans"/>
                <a:sym typeface="Fira Sans"/>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9pPr>
          </a:lstStyle>
          <a:p>
            <a:fld id="{00000000-1234-1234-1234-123412341234}"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13"/>
        <p:cNvGrpSpPr/>
        <p:nvPr/>
      </p:nvGrpSpPr>
      <p:grpSpPr>
        <a:xfrm>
          <a:off x="0" y="0"/>
          <a:ext cx="0" cy="0"/>
          <a:chOff x="0" y="0"/>
          <a:chExt cx="0" cy="0"/>
        </a:xfrm>
      </p:grpSpPr>
      <p:sp>
        <p:nvSpPr>
          <p:cNvPr id="117" name="Google Shape;117;p14"/>
          <p:cNvSpPr txBox="1">
            <a:spLocks noGrp="1"/>
          </p:cNvSpPr>
          <p:nvPr>
            <p:ph type="title"/>
          </p:nvPr>
        </p:nvSpPr>
        <p:spPr>
          <a:xfrm>
            <a:off x="838200" y="866274"/>
            <a:ext cx="10515600" cy="824414"/>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A42530"/>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118" name="Google Shape;118;p14"/>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rgbClr val="4D4D4C"/>
              </a:buClr>
              <a:buSzPts val="1800"/>
              <a:buChar char="•"/>
              <a:defRPr/>
            </a:lvl1pPr>
            <a:lvl2pPr marL="914400" lvl="1" indent="-342900" algn="l">
              <a:lnSpc>
                <a:spcPct val="90000"/>
              </a:lnSpc>
              <a:spcBef>
                <a:spcPts val="500"/>
              </a:spcBef>
              <a:spcAft>
                <a:spcPts val="0"/>
              </a:spcAft>
              <a:buClr>
                <a:srgbClr val="4D4D4C"/>
              </a:buClr>
              <a:buSzPts val="1800"/>
              <a:buChar char="•"/>
              <a:defRPr/>
            </a:lvl2pPr>
            <a:lvl3pPr marL="1371600" lvl="2" indent="-342900" algn="l">
              <a:lnSpc>
                <a:spcPct val="90000"/>
              </a:lnSpc>
              <a:spcBef>
                <a:spcPts val="500"/>
              </a:spcBef>
              <a:spcAft>
                <a:spcPts val="0"/>
              </a:spcAft>
              <a:buClr>
                <a:srgbClr val="4D4D4C"/>
              </a:buClr>
              <a:buSzPts val="1800"/>
              <a:buChar char="•"/>
              <a:defRPr/>
            </a:lvl3pPr>
            <a:lvl4pPr marL="1828800" lvl="3" indent="-342900" algn="l">
              <a:lnSpc>
                <a:spcPct val="90000"/>
              </a:lnSpc>
              <a:spcBef>
                <a:spcPts val="500"/>
              </a:spcBef>
              <a:spcAft>
                <a:spcPts val="0"/>
              </a:spcAft>
              <a:buClr>
                <a:srgbClr val="4D4D4C"/>
              </a:buClr>
              <a:buSzPts val="1800"/>
              <a:buChar char="•"/>
              <a:defRPr/>
            </a:lvl4pPr>
            <a:lvl5pPr marL="2286000" lvl="4" indent="-342900" algn="l">
              <a:lnSpc>
                <a:spcPct val="90000"/>
              </a:lnSpc>
              <a:spcBef>
                <a:spcPts val="500"/>
              </a:spcBef>
              <a:spcAft>
                <a:spcPts val="0"/>
              </a:spcAft>
              <a:buClr>
                <a:srgbClr val="4D4D4C"/>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 name="Google Shape;28;p6">
            <a:extLst>
              <a:ext uri="{FF2B5EF4-FFF2-40B4-BE49-F238E27FC236}">
                <a16:creationId xmlns:a16="http://schemas.microsoft.com/office/drawing/2014/main" xmlns="" id="{92DB2441-62E7-3832-5EE5-42D43B0B9145}"/>
              </a:ext>
            </a:extLst>
          </p:cNvPr>
          <p:cNvSpPr txBox="1">
            <a:spLocks noGrp="1"/>
          </p:cNvSpPr>
          <p:nvPr>
            <p:ph type="dt" idx="10"/>
          </p:nvPr>
        </p:nvSpPr>
        <p:spPr>
          <a:xfrm>
            <a:off x="838200" y="5843197"/>
            <a:ext cx="2743200" cy="496491"/>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chemeClr val="tx1">
                    <a:lumMod val="75000"/>
                    <a:lumOff val="25000"/>
                  </a:schemeClr>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lang="en-US" dirty="0"/>
          </a:p>
        </p:txBody>
      </p:sp>
      <p:sp>
        <p:nvSpPr>
          <p:cNvPr id="4" name="Google Shape;29;p6">
            <a:extLst>
              <a:ext uri="{FF2B5EF4-FFF2-40B4-BE49-F238E27FC236}">
                <a16:creationId xmlns:a16="http://schemas.microsoft.com/office/drawing/2014/main" xmlns="" id="{D868530D-AFB3-4C01-7548-464E74FEE2D4}"/>
              </a:ext>
            </a:extLst>
          </p:cNvPr>
          <p:cNvSpPr txBox="1">
            <a:spLocks noGrp="1"/>
          </p:cNvSpPr>
          <p:nvPr>
            <p:ph type="ftr" idx="11"/>
          </p:nvPr>
        </p:nvSpPr>
        <p:spPr>
          <a:xfrm>
            <a:off x="4038600" y="5843197"/>
            <a:ext cx="4114800" cy="5149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solidFill>
                  <a:schemeClr val="tx1">
                    <a:lumMod val="75000"/>
                    <a:lumOff val="25000"/>
                  </a:schemeClr>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lang="en-US"/>
          </a:p>
        </p:txBody>
      </p:sp>
      <p:sp>
        <p:nvSpPr>
          <p:cNvPr id="5" name="Google Shape;30;p6">
            <a:extLst>
              <a:ext uri="{FF2B5EF4-FFF2-40B4-BE49-F238E27FC236}">
                <a16:creationId xmlns:a16="http://schemas.microsoft.com/office/drawing/2014/main" xmlns="" id="{A663D57F-09FB-1768-75C6-36B36B985693}"/>
              </a:ext>
            </a:extLst>
          </p:cNvPr>
          <p:cNvSpPr txBox="1">
            <a:spLocks noGrp="1"/>
          </p:cNvSpPr>
          <p:nvPr>
            <p:ph type="sldNum" idx="12"/>
          </p:nvPr>
        </p:nvSpPr>
        <p:spPr>
          <a:xfrm>
            <a:off x="10169610" y="5862996"/>
            <a:ext cx="2016210" cy="496491"/>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chemeClr val="tx1">
                    <a:lumMod val="75000"/>
                    <a:lumOff val="25000"/>
                  </a:schemeClr>
                </a:solidFill>
                <a:latin typeface="Fira Sans"/>
                <a:ea typeface="Fira Sans"/>
                <a:cs typeface="Fira Sans"/>
                <a:sym typeface="Fira Sans"/>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9pPr>
          </a:lstStyle>
          <a:p>
            <a:fld id="{00000000-1234-1234-1234-123412341234}"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2" name="Google Shape;12;p5">
            <a:extLst>
              <a:ext uri="{FF2B5EF4-FFF2-40B4-BE49-F238E27FC236}">
                <a16:creationId xmlns:a16="http://schemas.microsoft.com/office/drawing/2014/main" xmlns="" id="{44909106-E9FD-B340-07F3-E7E43E0C87E5}"/>
              </a:ext>
            </a:extLst>
          </p:cNvPr>
          <p:cNvSpPr/>
          <p:nvPr userDrawn="1"/>
        </p:nvSpPr>
        <p:spPr>
          <a:xfrm>
            <a:off x="0" y="6080760"/>
            <a:ext cx="838200" cy="790491"/>
          </a:xfrm>
          <a:prstGeom prst="rect">
            <a:avLst/>
          </a:prstGeom>
          <a:solidFill>
            <a:srgbClr val="A4253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 name="Google Shape;13;p5">
            <a:extLst>
              <a:ext uri="{FF2B5EF4-FFF2-40B4-BE49-F238E27FC236}">
                <a16:creationId xmlns:a16="http://schemas.microsoft.com/office/drawing/2014/main" xmlns="" id="{EAAF044C-1D0D-0CFE-1234-30E94B876495}"/>
              </a:ext>
            </a:extLst>
          </p:cNvPr>
          <p:cNvSpPr/>
          <p:nvPr userDrawn="1"/>
        </p:nvSpPr>
        <p:spPr>
          <a:xfrm>
            <a:off x="10169610" y="6356350"/>
            <a:ext cx="2022390" cy="514900"/>
          </a:xfrm>
          <a:prstGeom prst="rect">
            <a:avLst/>
          </a:prstGeom>
          <a:solidFill>
            <a:srgbClr val="D9222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chemeClr val="lt1"/>
              </a:solidFill>
              <a:latin typeface="Calibri"/>
              <a:ea typeface="Calibri"/>
              <a:cs typeface="Calibri"/>
              <a:sym typeface="Calibri"/>
            </a:endParaRPr>
          </a:p>
        </p:txBody>
      </p:sp>
      <p:sp>
        <p:nvSpPr>
          <p:cNvPr id="4" name="Google Shape;14;p5">
            <a:extLst>
              <a:ext uri="{FF2B5EF4-FFF2-40B4-BE49-F238E27FC236}">
                <a16:creationId xmlns:a16="http://schemas.microsoft.com/office/drawing/2014/main" xmlns="" id="{5526ECCB-9585-9619-412C-AF7D491C3AAD}"/>
              </a:ext>
            </a:extLst>
          </p:cNvPr>
          <p:cNvSpPr/>
          <p:nvPr userDrawn="1"/>
        </p:nvSpPr>
        <p:spPr>
          <a:xfrm>
            <a:off x="838199" y="6356350"/>
            <a:ext cx="9331411" cy="514901"/>
          </a:xfrm>
          <a:prstGeom prst="rect">
            <a:avLst/>
          </a:prstGeom>
          <a:solidFill>
            <a:srgbClr val="A4253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Fira Sans"/>
              <a:ea typeface="Fira Sans"/>
              <a:cs typeface="Fira Sans"/>
              <a:sym typeface="Fira Sans"/>
            </a:endParaRPr>
          </a:p>
        </p:txBody>
      </p:sp>
      <p:pic>
        <p:nvPicPr>
          <p:cNvPr id="5" name="Google Shape;21;p5" descr="Graphical user interface, text, application&#10;&#10;Description automatically generated">
            <a:extLst>
              <a:ext uri="{FF2B5EF4-FFF2-40B4-BE49-F238E27FC236}">
                <a16:creationId xmlns:a16="http://schemas.microsoft.com/office/drawing/2014/main" xmlns="" id="{93B2F81F-E84E-30FC-261A-95AAEEBA8CF0}"/>
              </a:ext>
            </a:extLst>
          </p:cNvPr>
          <p:cNvPicPr preferRelativeResize="0"/>
          <p:nvPr userDrawn="1"/>
        </p:nvPicPr>
        <p:blipFill rotWithShape="1">
          <a:blip r:embed="rId12">
            <a:alphaModFix/>
          </a:blip>
          <a:srcRect/>
          <a:stretch/>
        </p:blipFill>
        <p:spPr>
          <a:xfrm>
            <a:off x="11018520" y="387803"/>
            <a:ext cx="728472" cy="539609"/>
          </a:xfrm>
          <a:prstGeom prst="rect">
            <a:avLst/>
          </a:prstGeom>
          <a:noFill/>
          <a:ln>
            <a:noFill/>
          </a:ln>
        </p:spPr>
      </p:pic>
      <p:pic>
        <p:nvPicPr>
          <p:cNvPr id="12" name="Picture 11" descr="A close up of a sign&#10;&#10;Description automatically generated">
            <a:extLst>
              <a:ext uri="{FF2B5EF4-FFF2-40B4-BE49-F238E27FC236}">
                <a16:creationId xmlns:a16="http://schemas.microsoft.com/office/drawing/2014/main" xmlns="" id="{095B2663-9DE2-4B28-43FD-DEA79D4BD451}"/>
              </a:ext>
            </a:extLst>
          </p:cNvPr>
          <p:cNvPicPr>
            <a:picLocks noChangeAspect="1"/>
          </p:cNvPicPr>
          <p:nvPr userDrawn="1"/>
        </p:nvPicPr>
        <p:blipFill>
          <a:blip r:embed="rId13"/>
          <a:stretch>
            <a:fillRect/>
          </a:stretch>
        </p:blipFill>
        <p:spPr>
          <a:xfrm>
            <a:off x="353568" y="364390"/>
            <a:ext cx="2004844" cy="586435"/>
          </a:xfrm>
          <a:prstGeom prst="rect">
            <a:avLst/>
          </a:prstGeom>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3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3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9.xml"/></Relationships>
</file>

<file path=ppt/slides/_rels/slide5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9.xml"/><Relationship Id="rId4" Type="http://schemas.openxmlformats.org/officeDocument/2006/relationships/image" Target="../media/image39.png"/></Relationships>
</file>

<file path=ppt/slides/_rels/slide54.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9.xml"/></Relationships>
</file>

<file path=ppt/slides/_rels/slide55.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9.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9"/>
        <p:cNvGrpSpPr/>
        <p:nvPr/>
      </p:nvGrpSpPr>
      <p:grpSpPr>
        <a:xfrm>
          <a:off x="0" y="0"/>
          <a:ext cx="0" cy="0"/>
          <a:chOff x="0" y="0"/>
          <a:chExt cx="0" cy="0"/>
        </a:xfrm>
      </p:grpSpPr>
      <p:sp>
        <p:nvSpPr>
          <p:cNvPr id="20" name="Google Shape;20;p1"/>
          <p:cNvSpPr txBox="1">
            <a:spLocks noGrp="1"/>
          </p:cNvSpPr>
          <p:nvPr>
            <p:ph type="ctrTitle"/>
          </p:nvPr>
        </p:nvSpPr>
        <p:spPr>
          <a:xfrm>
            <a:off x="1703512" y="404664"/>
            <a:ext cx="9144000" cy="722461"/>
          </a:xfrm>
          <a:prstGeom prst="rect">
            <a:avLst/>
          </a:prstGeom>
          <a:noFill/>
          <a:ln>
            <a:noFill/>
          </a:ln>
        </p:spPr>
        <p:txBody>
          <a:bodyPr spcFirstLastPara="1" wrap="square" lIns="91425" tIns="45700" rIns="91425" bIns="45700" anchor="b" anchorCtr="0">
            <a:noAutofit/>
          </a:bodyPr>
          <a:lstStyle/>
          <a:p>
            <a:pPr lvl="0"/>
            <a:r>
              <a:rPr lang="en-IN" sz="3600" dirty="0"/>
              <a:t>Time Series Data Analysis</a:t>
            </a:r>
            <a:endParaRPr sz="3600" dirty="0"/>
          </a:p>
        </p:txBody>
      </p:sp>
      <p:sp>
        <p:nvSpPr>
          <p:cNvPr id="4" name="Google Shape;329;p2"/>
          <p:cNvSpPr txBox="1">
            <a:spLocks noGrp="1"/>
          </p:cNvSpPr>
          <p:nvPr>
            <p:ph type="subTitle" idx="1"/>
          </p:nvPr>
        </p:nvSpPr>
        <p:spPr>
          <a:xfrm>
            <a:off x="911424" y="1268761"/>
            <a:ext cx="11017224" cy="4897090"/>
          </a:xfrm>
          <a:prstGeom prst="rect">
            <a:avLst/>
          </a:prstGeom>
          <a:noFill/>
          <a:ln>
            <a:noFill/>
          </a:ln>
        </p:spPr>
        <p:txBody>
          <a:bodyPr spcFirstLastPara="1" wrap="square" lIns="91425" tIns="45700" rIns="91425" bIns="45700" anchor="t" anchorCtr="0">
            <a:noAutofit/>
          </a:bodyPr>
          <a:lstStyle/>
          <a:p>
            <a:pPr marL="457200" lvl="0" indent="-457200" algn="l">
              <a:lnSpc>
                <a:spcPct val="100000"/>
              </a:lnSpc>
              <a:spcBef>
                <a:spcPts val="0"/>
              </a:spcBef>
              <a:buClr>
                <a:schemeClr val="dk1"/>
              </a:buClr>
              <a:buSzPts val="1960"/>
              <a:buFont typeface="Times New Roman"/>
              <a:buChar char="●"/>
            </a:pPr>
            <a:r>
              <a:rPr lang="en-US" sz="2800" dirty="0"/>
              <a:t>Overview of time series </a:t>
            </a:r>
            <a:r>
              <a:rPr lang="en-US" sz="2800" dirty="0" smtClean="0"/>
              <a:t>data</a:t>
            </a:r>
          </a:p>
          <a:p>
            <a:pPr marL="457200" lvl="0" indent="-457200" algn="l">
              <a:lnSpc>
                <a:spcPct val="100000"/>
              </a:lnSpc>
              <a:spcBef>
                <a:spcPts val="0"/>
              </a:spcBef>
              <a:buClr>
                <a:schemeClr val="dk1"/>
              </a:buClr>
              <a:buSzPts val="1960"/>
              <a:buFont typeface="Times New Roman"/>
              <a:buChar char="●"/>
            </a:pPr>
            <a:r>
              <a:rPr lang="en-IN" sz="2800" dirty="0"/>
              <a:t>Decomposition of </a:t>
            </a:r>
            <a:r>
              <a:rPr lang="en-IN" sz="2800" dirty="0" smtClean="0"/>
              <a:t>time series</a:t>
            </a:r>
          </a:p>
          <a:p>
            <a:pPr marL="457200" lvl="1" indent="-457200" algn="l">
              <a:lnSpc>
                <a:spcPct val="100000"/>
              </a:lnSpc>
              <a:spcBef>
                <a:spcPts val="0"/>
              </a:spcBef>
              <a:buClr>
                <a:schemeClr val="dk1"/>
              </a:buClr>
              <a:buSzPts val="1960"/>
              <a:buFont typeface="Courier New" panose="02070309020205020404" pitchFamily="49" charset="0"/>
              <a:buChar char="o"/>
            </a:pPr>
            <a:r>
              <a:rPr lang="en-IN" dirty="0"/>
              <a:t>Trend, seasonality, and residuals</a:t>
            </a:r>
          </a:p>
          <a:p>
            <a:pPr marL="457200" lvl="1" indent="-457200" algn="l">
              <a:lnSpc>
                <a:spcPct val="100000"/>
              </a:lnSpc>
              <a:spcBef>
                <a:spcPts val="0"/>
              </a:spcBef>
              <a:buClr>
                <a:schemeClr val="dk1"/>
              </a:buClr>
              <a:buSzPts val="1960"/>
              <a:buFont typeface="Courier New" panose="02070309020205020404" pitchFamily="49" charset="0"/>
              <a:buChar char="o"/>
            </a:pPr>
            <a:r>
              <a:rPr lang="en-IN" dirty="0"/>
              <a:t>Additive and multiplicative models</a:t>
            </a:r>
          </a:p>
          <a:p>
            <a:pPr marL="457200" lvl="1" indent="-457200" algn="l">
              <a:lnSpc>
                <a:spcPct val="100000"/>
              </a:lnSpc>
              <a:spcBef>
                <a:spcPts val="0"/>
              </a:spcBef>
              <a:buClr>
                <a:schemeClr val="dk1"/>
              </a:buClr>
              <a:buSzPts val="1960"/>
              <a:buFont typeface="Courier New" panose="02070309020205020404" pitchFamily="49" charset="0"/>
              <a:buChar char="o"/>
            </a:pPr>
            <a:r>
              <a:rPr lang="en-IN" dirty="0"/>
              <a:t>Moving averages</a:t>
            </a:r>
          </a:p>
          <a:p>
            <a:pPr marL="457200" lvl="1" indent="-457200" algn="l">
              <a:lnSpc>
                <a:spcPct val="100000"/>
              </a:lnSpc>
              <a:spcBef>
                <a:spcPts val="0"/>
              </a:spcBef>
              <a:buClr>
                <a:schemeClr val="dk1"/>
              </a:buClr>
              <a:buSzPts val="1960"/>
              <a:buFont typeface="Courier New" panose="02070309020205020404" pitchFamily="49" charset="0"/>
              <a:buChar char="o"/>
            </a:pPr>
            <a:r>
              <a:rPr lang="en-IN" dirty="0"/>
              <a:t>Smoothing techniques </a:t>
            </a:r>
          </a:p>
          <a:p>
            <a:pPr marL="457200" lvl="0" indent="-457200" algn="l">
              <a:lnSpc>
                <a:spcPct val="100000"/>
              </a:lnSpc>
              <a:spcBef>
                <a:spcPts val="0"/>
              </a:spcBef>
              <a:buClr>
                <a:schemeClr val="dk1"/>
              </a:buClr>
              <a:buSzPts val="1960"/>
              <a:buFont typeface="Times New Roman"/>
              <a:buChar char="●"/>
            </a:pPr>
            <a:r>
              <a:rPr lang="en-IN" sz="2800" dirty="0" smtClean="0"/>
              <a:t>Autoregressive </a:t>
            </a:r>
            <a:r>
              <a:rPr lang="en-IN" sz="2800" dirty="0"/>
              <a:t>(AR) </a:t>
            </a:r>
            <a:r>
              <a:rPr lang="en-IN" sz="2800" dirty="0" smtClean="0"/>
              <a:t>models</a:t>
            </a:r>
          </a:p>
          <a:p>
            <a:pPr marL="457200" lvl="0" indent="-457200" algn="l">
              <a:lnSpc>
                <a:spcPct val="100000"/>
              </a:lnSpc>
              <a:spcBef>
                <a:spcPts val="0"/>
              </a:spcBef>
              <a:buClr>
                <a:schemeClr val="dk1"/>
              </a:buClr>
              <a:buSzPts val="1960"/>
              <a:buFont typeface="Times New Roman"/>
              <a:buChar char="●"/>
            </a:pPr>
            <a:r>
              <a:rPr lang="en-IN" sz="2800" dirty="0"/>
              <a:t>Moving Average (MA) </a:t>
            </a:r>
            <a:r>
              <a:rPr lang="en-IN" sz="2800" dirty="0" smtClean="0"/>
              <a:t>models</a:t>
            </a:r>
          </a:p>
          <a:p>
            <a:pPr marL="457200" lvl="0" indent="-457200" algn="l">
              <a:lnSpc>
                <a:spcPct val="100000"/>
              </a:lnSpc>
              <a:spcBef>
                <a:spcPts val="0"/>
              </a:spcBef>
              <a:buClr>
                <a:schemeClr val="dk1"/>
              </a:buClr>
              <a:buSzPts val="1960"/>
              <a:buFont typeface="Times New Roman"/>
              <a:buChar char="●"/>
            </a:pPr>
            <a:r>
              <a:rPr lang="en-IN" sz="2800" dirty="0"/>
              <a:t>Autoregressive Moving Average (ARMA) </a:t>
            </a:r>
            <a:r>
              <a:rPr lang="en-IN" sz="2800" dirty="0" smtClean="0"/>
              <a:t>models</a:t>
            </a:r>
          </a:p>
          <a:p>
            <a:pPr marL="457200" lvl="0" indent="-457200" algn="l">
              <a:lnSpc>
                <a:spcPct val="100000"/>
              </a:lnSpc>
              <a:spcBef>
                <a:spcPts val="0"/>
              </a:spcBef>
              <a:buClr>
                <a:schemeClr val="dk1"/>
              </a:buClr>
              <a:buSzPts val="1960"/>
              <a:buFont typeface="Times New Roman"/>
              <a:buChar char="●"/>
            </a:pPr>
            <a:r>
              <a:rPr lang="en-IN" sz="2800" dirty="0"/>
              <a:t>Estimation and model diagnostics</a:t>
            </a:r>
            <a:endParaRPr lang="en-IN" sz="2800" dirty="0" smtClean="0"/>
          </a:p>
          <a:p>
            <a:pPr lvl="1" algn="l">
              <a:lnSpc>
                <a:spcPct val="100000"/>
              </a:lnSpc>
              <a:spcBef>
                <a:spcPts val="0"/>
              </a:spcBef>
              <a:buClr>
                <a:schemeClr val="dk1"/>
              </a:buClr>
              <a:buSzPts val="1960"/>
            </a:pPr>
            <a:endParaRPr dirty="0">
              <a:sym typeface="Fira Sans"/>
            </a:endParaRPr>
          </a:p>
        </p:txBody>
      </p:sp>
      <p:sp>
        <p:nvSpPr>
          <p:cNvPr id="2" name="Google Shape;28;p6">
            <a:extLst>
              <a:ext uri="{FF2B5EF4-FFF2-40B4-BE49-F238E27FC236}">
                <a16:creationId xmlns:a16="http://schemas.microsoft.com/office/drawing/2014/main" xmlns="" id="{549F0C40-71EF-DDDF-2F69-F15733F9223C}"/>
              </a:ext>
            </a:extLst>
          </p:cNvPr>
          <p:cNvSpPr txBox="1">
            <a:spLocks noGrp="1"/>
          </p:cNvSpPr>
          <p:nvPr>
            <p:ph type="dt" idx="10"/>
          </p:nvPr>
        </p:nvSpPr>
        <p:spPr>
          <a:xfrm>
            <a:off x="838200" y="5843197"/>
            <a:ext cx="2743200" cy="496491"/>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chemeClr val="tx1">
                    <a:lumMod val="75000"/>
                    <a:lumOff val="25000"/>
                  </a:schemeClr>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lang="en-US" dirty="0"/>
          </a:p>
        </p:txBody>
      </p:sp>
      <p:sp>
        <p:nvSpPr>
          <p:cNvPr id="3" name="Google Shape;29;p6">
            <a:extLst>
              <a:ext uri="{FF2B5EF4-FFF2-40B4-BE49-F238E27FC236}">
                <a16:creationId xmlns:a16="http://schemas.microsoft.com/office/drawing/2014/main" xmlns="" id="{BD9EB9F3-ACCC-CA29-82D0-199936CB5A5D}"/>
              </a:ext>
            </a:extLst>
          </p:cNvPr>
          <p:cNvSpPr txBox="1">
            <a:spLocks noGrp="1"/>
          </p:cNvSpPr>
          <p:nvPr>
            <p:ph type="ftr" idx="11"/>
          </p:nvPr>
        </p:nvSpPr>
        <p:spPr>
          <a:xfrm>
            <a:off x="4038600" y="5843197"/>
            <a:ext cx="4114800" cy="5149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solidFill>
                  <a:schemeClr val="tx1">
                    <a:lumMod val="75000"/>
                    <a:lumOff val="25000"/>
                  </a:schemeClr>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lang="en-US" dirty="0"/>
          </a:p>
        </p:txBody>
      </p:sp>
      <p:sp>
        <p:nvSpPr>
          <p:cNvPr id="8" name="Google Shape;30;p6">
            <a:extLst>
              <a:ext uri="{FF2B5EF4-FFF2-40B4-BE49-F238E27FC236}">
                <a16:creationId xmlns:a16="http://schemas.microsoft.com/office/drawing/2014/main" xmlns="" id="{43F358E2-BE0A-24B2-4518-941E0E4D6193}"/>
              </a:ext>
            </a:extLst>
          </p:cNvPr>
          <p:cNvSpPr txBox="1">
            <a:spLocks noGrp="1"/>
          </p:cNvSpPr>
          <p:nvPr>
            <p:ph type="sldNum" idx="12"/>
          </p:nvPr>
        </p:nvSpPr>
        <p:spPr>
          <a:xfrm>
            <a:off x="10169610" y="5862996"/>
            <a:ext cx="2016210" cy="496491"/>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chemeClr val="tx1">
                    <a:lumMod val="75000"/>
                    <a:lumOff val="25000"/>
                  </a:schemeClr>
                </a:solidFill>
                <a:latin typeface="Fira Sans"/>
                <a:ea typeface="Fira Sans"/>
                <a:cs typeface="Fira Sans"/>
                <a:sym typeface="Fira Sans"/>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9pPr>
          </a:lstStyle>
          <a:p>
            <a:fld id="{00000000-1234-1234-1234-123412341234}" type="slidenum">
              <a:rPr lang="en-US" smtClean="0"/>
              <a:pPr/>
              <a:t>1</a:t>
            </a:fld>
            <a:endParaRPr lang="en-US" dirty="0"/>
          </a:p>
        </p:txBody>
      </p:sp>
    </p:spTree>
    <p:extLst>
      <p:ext uri="{BB962C8B-B14F-4D97-AF65-F5344CB8AC3E}">
        <p14:creationId xmlns:p14="http://schemas.microsoft.com/office/powerpoint/2010/main" val="300051377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Text Placeholder 2"/>
          <p:cNvSpPr>
            <a:spLocks noGrp="1"/>
          </p:cNvSpPr>
          <p:nvPr>
            <p:ph type="body" idx="1"/>
          </p:nvPr>
        </p:nvSpPr>
        <p:spPr/>
        <p:txBody>
          <a:bodyPr/>
          <a:lstStyle/>
          <a:p>
            <a:endParaRPr lang="en-IN"/>
          </a:p>
        </p:txBody>
      </p:sp>
    </p:spTree>
    <p:extLst>
      <p:ext uri="{BB962C8B-B14F-4D97-AF65-F5344CB8AC3E}">
        <p14:creationId xmlns:p14="http://schemas.microsoft.com/office/powerpoint/2010/main" val="340372142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5"/>
        <p:cNvGrpSpPr/>
        <p:nvPr/>
      </p:nvGrpSpPr>
      <p:grpSpPr>
        <a:xfrm>
          <a:off x="0" y="0"/>
          <a:ext cx="0" cy="0"/>
          <a:chOff x="0" y="0"/>
          <a:chExt cx="0" cy="0"/>
        </a:xfrm>
      </p:grpSpPr>
      <p:sp>
        <p:nvSpPr>
          <p:cNvPr id="4" name="Google Shape;334;p3"/>
          <p:cNvSpPr txBox="1">
            <a:spLocks/>
          </p:cNvSpPr>
          <p:nvPr/>
        </p:nvSpPr>
        <p:spPr>
          <a:xfrm>
            <a:off x="277362" y="2747031"/>
            <a:ext cx="11174410" cy="576741"/>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406400" algn="ctr" rtl="0">
              <a:lnSpc>
                <a:spcPct val="90000"/>
              </a:lnSpc>
              <a:spcBef>
                <a:spcPts val="1000"/>
              </a:spcBef>
              <a:spcAft>
                <a:spcPts val="0"/>
              </a:spcAft>
              <a:buClr>
                <a:srgbClr val="4D4D4C"/>
              </a:buClr>
              <a:buSzPts val="2400"/>
              <a:buFont typeface="Arial"/>
              <a:buNone/>
              <a:defRPr sz="2400" b="0" i="0" u="none" strike="noStrike" cap="none">
                <a:solidFill>
                  <a:srgbClr val="4D4D4C"/>
                </a:solidFill>
                <a:latin typeface="Fira Sans"/>
                <a:ea typeface="Fira Sans"/>
                <a:cs typeface="Fira Sans"/>
                <a:sym typeface="Fira Sans"/>
              </a:defRPr>
            </a:lvl1pPr>
            <a:lvl2pPr marL="914400" marR="0" lvl="1" indent="-381000" algn="ctr" rtl="0">
              <a:lnSpc>
                <a:spcPct val="90000"/>
              </a:lnSpc>
              <a:spcBef>
                <a:spcPts val="500"/>
              </a:spcBef>
              <a:spcAft>
                <a:spcPts val="0"/>
              </a:spcAft>
              <a:buClr>
                <a:srgbClr val="4D4D4C"/>
              </a:buClr>
              <a:buSzPts val="2000"/>
              <a:buFont typeface="Arial"/>
              <a:buNone/>
              <a:defRPr sz="2000" b="0" i="0" u="none" strike="noStrike" cap="none">
                <a:solidFill>
                  <a:srgbClr val="4D4D4C"/>
                </a:solidFill>
                <a:latin typeface="Fira Sans"/>
                <a:ea typeface="Fira Sans"/>
                <a:cs typeface="Fira Sans"/>
                <a:sym typeface="Fira Sans"/>
              </a:defRPr>
            </a:lvl2pPr>
            <a:lvl3pPr marL="1371600" marR="0" lvl="2" indent="-355600" algn="ctr" rtl="0">
              <a:lnSpc>
                <a:spcPct val="90000"/>
              </a:lnSpc>
              <a:spcBef>
                <a:spcPts val="500"/>
              </a:spcBef>
              <a:spcAft>
                <a:spcPts val="0"/>
              </a:spcAft>
              <a:buClr>
                <a:srgbClr val="4D4D4C"/>
              </a:buClr>
              <a:buSzPts val="1800"/>
              <a:buFont typeface="Arial"/>
              <a:buNone/>
              <a:defRPr sz="1800" b="0" i="0" u="none" strike="noStrike" cap="none">
                <a:solidFill>
                  <a:srgbClr val="4D4D4C"/>
                </a:solidFill>
                <a:latin typeface="Fira Sans"/>
                <a:ea typeface="Fira Sans"/>
                <a:cs typeface="Fira Sans"/>
                <a:sym typeface="Fira Sans"/>
              </a:defRPr>
            </a:lvl3pPr>
            <a:lvl4pPr marL="1828800" marR="0" lvl="3" indent="-342900" algn="ctr" rtl="0">
              <a:lnSpc>
                <a:spcPct val="90000"/>
              </a:lnSpc>
              <a:spcBef>
                <a:spcPts val="500"/>
              </a:spcBef>
              <a:spcAft>
                <a:spcPts val="0"/>
              </a:spcAft>
              <a:buClr>
                <a:srgbClr val="4D4D4C"/>
              </a:buClr>
              <a:buSzPts val="1600"/>
              <a:buFont typeface="Arial"/>
              <a:buNone/>
              <a:defRPr sz="1600" b="0" i="0" u="none" strike="noStrike" cap="none">
                <a:solidFill>
                  <a:srgbClr val="4D4D4C"/>
                </a:solidFill>
                <a:latin typeface="Fira Sans"/>
                <a:ea typeface="Fira Sans"/>
                <a:cs typeface="Fira Sans"/>
                <a:sym typeface="Fira Sans"/>
              </a:defRPr>
            </a:lvl4pPr>
            <a:lvl5pPr marL="2286000" marR="0" lvl="4" indent="-342900" algn="ctr" rtl="0">
              <a:lnSpc>
                <a:spcPct val="90000"/>
              </a:lnSpc>
              <a:spcBef>
                <a:spcPts val="500"/>
              </a:spcBef>
              <a:spcAft>
                <a:spcPts val="0"/>
              </a:spcAft>
              <a:buClr>
                <a:srgbClr val="4D4D4C"/>
              </a:buClr>
              <a:buSzPts val="1600"/>
              <a:buFont typeface="Arial"/>
              <a:buNone/>
              <a:defRPr sz="1600" b="0" i="0" u="none" strike="noStrike" cap="none">
                <a:solidFill>
                  <a:srgbClr val="4D4D4C"/>
                </a:solidFill>
                <a:latin typeface="Fira Sans"/>
                <a:ea typeface="Fira Sans"/>
                <a:cs typeface="Fira Sans"/>
                <a:sym typeface="Fira Sans"/>
              </a:defRPr>
            </a:lvl5pPr>
            <a:lvl6pPr marL="2743200" marR="0" lvl="5" indent="-342900"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6pPr>
            <a:lvl7pPr marL="3200400" marR="0" lvl="6" indent="-342900"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7pPr>
            <a:lvl8pPr marL="3657600" marR="0" lvl="7" indent="-342900"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8pPr>
            <a:lvl9pPr marL="4114800" marR="0" lvl="8" indent="-342900"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9pPr>
          </a:lstStyle>
          <a:p>
            <a:pPr marL="0" indent="0">
              <a:spcBef>
                <a:spcPts val="0"/>
              </a:spcBef>
              <a:buClr>
                <a:srgbClr val="C00000"/>
              </a:buClr>
              <a:buSzPts val="4000"/>
            </a:pPr>
            <a:r>
              <a:rPr lang="en-US" sz="4000" dirty="0" smtClean="0">
                <a:solidFill>
                  <a:srgbClr val="C00000"/>
                </a:solidFill>
              </a:rPr>
              <a:t>   </a:t>
            </a:r>
            <a:r>
              <a:rPr lang="en-US" sz="4000" dirty="0">
                <a:solidFill>
                  <a:srgbClr val="C00000"/>
                </a:solidFill>
                <a:latin typeface="Marcellus"/>
                <a:ea typeface="Marcellus"/>
                <a:cs typeface="Marcellus"/>
                <a:sym typeface="Marcellus"/>
              </a:rPr>
              <a:t>Overview of time series data</a:t>
            </a:r>
          </a:p>
          <a:p>
            <a:pPr marL="0" indent="0">
              <a:spcBef>
                <a:spcPts val="0"/>
              </a:spcBef>
              <a:buClr>
                <a:srgbClr val="C00000"/>
              </a:buClr>
              <a:buSzPts val="4000"/>
            </a:pPr>
            <a:endParaRPr lang="en-US" sz="4000" dirty="0">
              <a:solidFill>
                <a:srgbClr val="C00000"/>
              </a:solidFill>
              <a:latin typeface="Marcellus"/>
              <a:ea typeface="Marcellus"/>
              <a:cs typeface="Marcellus"/>
              <a:sym typeface="Marcellus"/>
            </a:endParaRPr>
          </a:p>
        </p:txBody>
      </p:sp>
      <p:sp>
        <p:nvSpPr>
          <p:cNvPr id="2" name="Google Shape;28;p6">
            <a:extLst>
              <a:ext uri="{FF2B5EF4-FFF2-40B4-BE49-F238E27FC236}">
                <a16:creationId xmlns:a16="http://schemas.microsoft.com/office/drawing/2014/main" xmlns="" id="{F388C51B-56D8-DB7D-0368-EA448C03A407}"/>
              </a:ext>
            </a:extLst>
          </p:cNvPr>
          <p:cNvSpPr txBox="1">
            <a:spLocks noGrp="1"/>
          </p:cNvSpPr>
          <p:nvPr>
            <p:ph type="dt" idx="10"/>
          </p:nvPr>
        </p:nvSpPr>
        <p:spPr>
          <a:xfrm>
            <a:off x="838200" y="5843197"/>
            <a:ext cx="2743200" cy="496491"/>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chemeClr val="tx1">
                    <a:lumMod val="75000"/>
                    <a:lumOff val="25000"/>
                  </a:schemeClr>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lang="en-US" dirty="0"/>
          </a:p>
        </p:txBody>
      </p:sp>
      <p:sp>
        <p:nvSpPr>
          <p:cNvPr id="3" name="Google Shape;29;p6">
            <a:extLst>
              <a:ext uri="{FF2B5EF4-FFF2-40B4-BE49-F238E27FC236}">
                <a16:creationId xmlns:a16="http://schemas.microsoft.com/office/drawing/2014/main" xmlns="" id="{CD76D83B-ED06-95EF-7E8D-E8131A31FC4C}"/>
              </a:ext>
            </a:extLst>
          </p:cNvPr>
          <p:cNvSpPr txBox="1">
            <a:spLocks noGrp="1"/>
          </p:cNvSpPr>
          <p:nvPr>
            <p:ph type="ftr" idx="11"/>
          </p:nvPr>
        </p:nvSpPr>
        <p:spPr>
          <a:xfrm>
            <a:off x="4038600" y="5843197"/>
            <a:ext cx="4114800" cy="5149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solidFill>
                  <a:schemeClr val="tx1">
                    <a:lumMod val="75000"/>
                    <a:lumOff val="25000"/>
                  </a:schemeClr>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lang="en-US" dirty="0"/>
          </a:p>
        </p:txBody>
      </p:sp>
      <p:sp>
        <p:nvSpPr>
          <p:cNvPr id="8" name="Google Shape;30;p6">
            <a:extLst>
              <a:ext uri="{FF2B5EF4-FFF2-40B4-BE49-F238E27FC236}">
                <a16:creationId xmlns:a16="http://schemas.microsoft.com/office/drawing/2014/main" xmlns="" id="{C9C195AD-2DBF-1F84-5DE6-6EEE55666AD5}"/>
              </a:ext>
            </a:extLst>
          </p:cNvPr>
          <p:cNvSpPr txBox="1">
            <a:spLocks noGrp="1"/>
          </p:cNvSpPr>
          <p:nvPr>
            <p:ph type="sldNum" idx="12"/>
          </p:nvPr>
        </p:nvSpPr>
        <p:spPr>
          <a:xfrm>
            <a:off x="10169610" y="5862996"/>
            <a:ext cx="2016210" cy="496491"/>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chemeClr val="tx1">
                    <a:lumMod val="75000"/>
                    <a:lumOff val="25000"/>
                  </a:schemeClr>
                </a:solidFill>
                <a:latin typeface="Fira Sans"/>
                <a:ea typeface="Fira Sans"/>
                <a:cs typeface="Fira Sans"/>
                <a:sym typeface="Fira Sans"/>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9pPr>
          </a:lstStyle>
          <a:p>
            <a:fld id="{00000000-1234-1234-1234-123412341234}" type="slidenum">
              <a:rPr lang="en-US" smtClean="0"/>
              <a:pPr/>
              <a:t>3</a:t>
            </a:fld>
            <a:endParaRPr lang="en-US" dirty="0"/>
          </a:p>
        </p:txBody>
      </p:sp>
    </p:spTree>
    <p:extLst>
      <p:ext uri="{BB962C8B-B14F-4D97-AF65-F5344CB8AC3E}">
        <p14:creationId xmlns:p14="http://schemas.microsoft.com/office/powerpoint/2010/main" val="72589929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IN" sz="4400" dirty="0">
                <a:solidFill>
                  <a:srgbClr val="C00000"/>
                </a:solidFill>
              </a:rPr>
              <a:t>Time Series Data</a:t>
            </a:r>
          </a:p>
        </p:txBody>
      </p:sp>
      <p:sp>
        <p:nvSpPr>
          <p:cNvPr id="3" name="Text Placeholder 2"/>
          <p:cNvSpPr>
            <a:spLocks noGrp="1"/>
          </p:cNvSpPr>
          <p:nvPr>
            <p:ph type="body" idx="1"/>
          </p:nvPr>
        </p:nvSpPr>
        <p:spPr/>
        <p:txBody>
          <a:bodyPr>
            <a:normAutofit fontScale="92500" lnSpcReduction="10000"/>
          </a:bodyPr>
          <a:lstStyle/>
          <a:p>
            <a:r>
              <a:rPr lang="en-US" sz="3200" dirty="0" smtClean="0"/>
              <a:t>A time </a:t>
            </a:r>
            <a:r>
              <a:rPr lang="en-US" sz="3200" dirty="0"/>
              <a:t>series is a sequence of statistical data organized according to the time of occurrence or in chronological </a:t>
            </a:r>
            <a:r>
              <a:rPr lang="en-US" sz="3200" dirty="0" smtClean="0"/>
              <a:t>order</a:t>
            </a:r>
          </a:p>
          <a:p>
            <a:r>
              <a:rPr lang="en-US" sz="3200" dirty="0"/>
              <a:t>The numerical data collected at various points in time, forming a set of observations, is referred to as a time </a:t>
            </a:r>
            <a:r>
              <a:rPr lang="en-US" sz="3200" dirty="0" smtClean="0"/>
              <a:t>series</a:t>
            </a:r>
          </a:p>
          <a:p>
            <a:r>
              <a:rPr lang="en-US" sz="3200" dirty="0" smtClean="0"/>
              <a:t>Current </a:t>
            </a:r>
            <a:r>
              <a:rPr lang="en-US" sz="3200" dirty="0"/>
              <a:t>data within a series can be compared with past data from the same </a:t>
            </a:r>
            <a:r>
              <a:rPr lang="en-US" sz="3200" dirty="0" smtClean="0"/>
              <a:t>series</a:t>
            </a:r>
          </a:p>
          <a:p>
            <a:r>
              <a:rPr lang="en-US" sz="3200" dirty="0" smtClean="0"/>
              <a:t>Crucial </a:t>
            </a:r>
            <a:r>
              <a:rPr lang="en-US" sz="3200" dirty="0"/>
              <a:t>in fields such as economics, statistics, and commerce</a:t>
            </a:r>
            <a:endParaRPr lang="en-IN" sz="3200" dirty="0">
              <a:latin typeface="+mj-lt"/>
            </a:endParaRPr>
          </a:p>
        </p:txBody>
      </p:sp>
    </p:spTree>
    <p:extLst>
      <p:ext uri="{BB962C8B-B14F-4D97-AF65-F5344CB8AC3E}">
        <p14:creationId xmlns:p14="http://schemas.microsoft.com/office/powerpoint/2010/main" val="402276855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IN" sz="4400" dirty="0">
                <a:solidFill>
                  <a:srgbClr val="C00000"/>
                </a:solidFill>
              </a:rPr>
              <a:t>Time Series Data</a:t>
            </a:r>
          </a:p>
        </p:txBody>
      </p:sp>
      <p:sp>
        <p:nvSpPr>
          <p:cNvPr id="3" name="Text Placeholder 2"/>
          <p:cNvSpPr>
            <a:spLocks noGrp="1"/>
          </p:cNvSpPr>
          <p:nvPr>
            <p:ph type="body" idx="1"/>
          </p:nvPr>
        </p:nvSpPr>
        <p:spPr/>
        <p:txBody>
          <a:bodyPr>
            <a:normAutofit/>
          </a:bodyPr>
          <a:lstStyle/>
          <a:p>
            <a:pPr>
              <a:buFont typeface="Wingdings" panose="05000000000000000000" pitchFamily="2" charset="2"/>
              <a:buChar char="§"/>
            </a:pPr>
            <a:r>
              <a:rPr lang="en-US" sz="3200" dirty="0"/>
              <a:t>Key requirements for a time series are</a:t>
            </a:r>
            <a:r>
              <a:rPr lang="en-US" sz="3200" dirty="0" smtClean="0"/>
              <a:t>:</a:t>
            </a:r>
          </a:p>
          <a:p>
            <a:pPr lvl="1">
              <a:buFont typeface="Wingdings" panose="05000000000000000000" pitchFamily="2" charset="2"/>
              <a:buChar char="§"/>
            </a:pPr>
            <a:r>
              <a:rPr lang="en-US" sz="3200" dirty="0" smtClean="0"/>
              <a:t>The </a:t>
            </a:r>
            <a:r>
              <a:rPr lang="en-US" sz="3200" dirty="0"/>
              <a:t>time intervals between observations should be as consistent as possible. </a:t>
            </a:r>
            <a:endParaRPr lang="en-US" sz="3200" dirty="0" smtClean="0"/>
          </a:p>
          <a:p>
            <a:pPr lvl="1">
              <a:buFont typeface="Wingdings" panose="05000000000000000000" pitchFamily="2" charset="2"/>
              <a:buChar char="§"/>
            </a:pPr>
            <a:r>
              <a:rPr lang="en-US" sz="3200" dirty="0" smtClean="0"/>
              <a:t>The </a:t>
            </a:r>
            <a:r>
              <a:rPr lang="en-US" sz="3200" dirty="0"/>
              <a:t>dataset must be homogeneous. </a:t>
            </a:r>
            <a:endParaRPr lang="en-US" sz="3200" dirty="0" smtClean="0"/>
          </a:p>
          <a:p>
            <a:pPr lvl="1">
              <a:buFont typeface="Wingdings" panose="05000000000000000000" pitchFamily="2" charset="2"/>
              <a:buChar char="§"/>
            </a:pPr>
            <a:r>
              <a:rPr lang="en-US" sz="3200" dirty="0" smtClean="0"/>
              <a:t>Data </a:t>
            </a:r>
            <a:r>
              <a:rPr lang="en-US" sz="3200" dirty="0"/>
              <a:t>should be collected over an extended period.</a:t>
            </a:r>
            <a:endParaRPr lang="en-IN" sz="3200" dirty="0">
              <a:latin typeface="+mj-lt"/>
            </a:endParaRPr>
          </a:p>
        </p:txBody>
      </p:sp>
    </p:spTree>
    <p:extLst>
      <p:ext uri="{BB962C8B-B14F-4D97-AF65-F5344CB8AC3E}">
        <p14:creationId xmlns:p14="http://schemas.microsoft.com/office/powerpoint/2010/main" val="329188351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IN" sz="4400" dirty="0">
                <a:solidFill>
                  <a:srgbClr val="C00000"/>
                </a:solidFill>
              </a:rPr>
              <a:t>Time Series Data</a:t>
            </a:r>
          </a:p>
        </p:txBody>
      </p:sp>
      <p:sp>
        <p:nvSpPr>
          <p:cNvPr id="3" name="Text Placeholder 2"/>
          <p:cNvSpPr>
            <a:spLocks noGrp="1"/>
          </p:cNvSpPr>
          <p:nvPr>
            <p:ph type="body" idx="1"/>
          </p:nvPr>
        </p:nvSpPr>
        <p:spPr/>
        <p:txBody>
          <a:bodyPr>
            <a:normAutofit/>
          </a:bodyPr>
          <a:lstStyle/>
          <a:p>
            <a:pPr>
              <a:buFont typeface="Wingdings" panose="05000000000000000000" pitchFamily="2" charset="2"/>
              <a:buChar char="§"/>
            </a:pPr>
            <a:r>
              <a:rPr lang="en-US" sz="3200" dirty="0"/>
              <a:t>I</a:t>
            </a:r>
            <a:r>
              <a:rPr lang="en-US" sz="3200" dirty="0" smtClean="0"/>
              <a:t>f </a:t>
            </a:r>
            <a:r>
              <a:rPr lang="en-US" sz="3200" dirty="0"/>
              <a:t>t represents time and </a:t>
            </a:r>
            <a:r>
              <a:rPr lang="en-US" sz="3200" dirty="0" err="1"/>
              <a:t>y</a:t>
            </a:r>
            <a:r>
              <a:rPr lang="en-US" sz="3200" baseline="-25000" dirty="0" err="1"/>
              <a:t>t</a:t>
            </a:r>
            <a:r>
              <a:rPr lang="en-US" sz="3200" dirty="0"/>
              <a:t> denotes the value at time t, then the paired values (</a:t>
            </a:r>
            <a:r>
              <a:rPr lang="en-US" sz="3200" dirty="0" err="1"/>
              <a:t>t,y</a:t>
            </a:r>
            <a:r>
              <a:rPr lang="en-US" sz="3200" baseline="-25000" dirty="0" err="1"/>
              <a:t>t</a:t>
            </a:r>
            <a:r>
              <a:rPr lang="en-US" sz="3200" dirty="0"/>
              <a:t>) constitute the time series data. Ex 1: Production of rice in Karnataka for the period from 2010-11 to 2016-17</a:t>
            </a:r>
            <a:endParaRPr lang="en-IN" sz="3200" dirty="0">
              <a:latin typeface="+mj-lt"/>
            </a:endParaRP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71109" y="3871726"/>
            <a:ext cx="3419475" cy="2524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1660602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IN" sz="4400" dirty="0">
                <a:solidFill>
                  <a:srgbClr val="C00000"/>
                </a:solidFill>
              </a:rPr>
              <a:t>Time Series Data</a:t>
            </a:r>
          </a:p>
        </p:txBody>
      </p:sp>
      <p:sp>
        <p:nvSpPr>
          <p:cNvPr id="3" name="Text Placeholder 2"/>
          <p:cNvSpPr>
            <a:spLocks noGrp="1"/>
          </p:cNvSpPr>
          <p:nvPr>
            <p:ph type="body" idx="1"/>
          </p:nvPr>
        </p:nvSpPr>
        <p:spPr/>
        <p:txBody>
          <a:bodyPr>
            <a:normAutofit/>
          </a:bodyPr>
          <a:lstStyle/>
          <a:p>
            <a:pPr>
              <a:buFont typeface="Wingdings" panose="05000000000000000000" pitchFamily="2" charset="2"/>
              <a:buChar char="§"/>
            </a:pPr>
            <a:r>
              <a:rPr lang="en-US" sz="3200" dirty="0"/>
              <a:t>In many fields, including science, engineering, and commerce, variables are measured sequentially over </a:t>
            </a:r>
            <a:r>
              <a:rPr lang="en-US" sz="3200" dirty="0" smtClean="0"/>
              <a:t>time</a:t>
            </a:r>
          </a:p>
          <a:p>
            <a:pPr lvl="1">
              <a:buFont typeface="Wingdings" panose="05000000000000000000" pitchFamily="2" charset="2"/>
              <a:buChar char="§"/>
            </a:pPr>
            <a:r>
              <a:rPr lang="en-IN" sz="2400" dirty="0" smtClean="0"/>
              <a:t>economics- </a:t>
            </a:r>
            <a:r>
              <a:rPr lang="en-IN" sz="2400" dirty="0"/>
              <a:t>e.g., monthly data for unemployment, hospital admissions, etc. </a:t>
            </a:r>
          </a:p>
          <a:p>
            <a:pPr lvl="1">
              <a:buFont typeface="Wingdings" panose="05000000000000000000" pitchFamily="2" charset="2"/>
              <a:buChar char="§"/>
            </a:pPr>
            <a:r>
              <a:rPr lang="en-IN" sz="2400" dirty="0" smtClean="0"/>
              <a:t>finance- </a:t>
            </a:r>
            <a:r>
              <a:rPr lang="en-IN" sz="2400" dirty="0"/>
              <a:t>e.g., daily exchange rate, a share price, etc. </a:t>
            </a:r>
          </a:p>
          <a:p>
            <a:pPr lvl="1">
              <a:buFont typeface="Wingdings" panose="05000000000000000000" pitchFamily="2" charset="2"/>
              <a:buChar char="§"/>
            </a:pPr>
            <a:r>
              <a:rPr lang="en-IN" sz="2400" dirty="0" smtClean="0"/>
              <a:t>environmental- </a:t>
            </a:r>
            <a:r>
              <a:rPr lang="en-IN" sz="2400" dirty="0"/>
              <a:t>e.g., daily rainfall, air quality readings. </a:t>
            </a:r>
          </a:p>
          <a:p>
            <a:pPr lvl="1">
              <a:buFont typeface="Wingdings" panose="05000000000000000000" pitchFamily="2" charset="2"/>
              <a:buChar char="§"/>
            </a:pPr>
            <a:r>
              <a:rPr lang="en-IN" sz="2400" dirty="0" smtClean="0"/>
              <a:t>medicine- </a:t>
            </a:r>
            <a:r>
              <a:rPr lang="en-IN" sz="2400" dirty="0"/>
              <a:t>e.g., ECG brain wave activity every 2−8 secs</a:t>
            </a:r>
            <a:endParaRPr lang="en-IN" sz="2400" dirty="0">
              <a:latin typeface="+mj-lt"/>
            </a:endParaRPr>
          </a:p>
        </p:txBody>
      </p:sp>
    </p:spTree>
    <p:extLst>
      <p:ext uri="{BB962C8B-B14F-4D97-AF65-F5344CB8AC3E}">
        <p14:creationId xmlns:p14="http://schemas.microsoft.com/office/powerpoint/2010/main" val="186749627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IN" sz="4400" dirty="0">
                <a:solidFill>
                  <a:srgbClr val="C00000"/>
                </a:solidFill>
              </a:rPr>
              <a:t> Uses of Time series</a:t>
            </a:r>
          </a:p>
        </p:txBody>
      </p:sp>
      <p:sp>
        <p:nvSpPr>
          <p:cNvPr id="3" name="Text Placeholder 2"/>
          <p:cNvSpPr>
            <a:spLocks noGrp="1"/>
          </p:cNvSpPr>
          <p:nvPr>
            <p:ph type="body" idx="1"/>
          </p:nvPr>
        </p:nvSpPr>
        <p:spPr/>
        <p:txBody>
          <a:bodyPr>
            <a:normAutofit/>
          </a:bodyPr>
          <a:lstStyle/>
          <a:p>
            <a:pPr>
              <a:buFont typeface="Wingdings" panose="05000000000000000000" pitchFamily="2" charset="2"/>
              <a:buChar char="§"/>
            </a:pPr>
            <a:r>
              <a:rPr lang="en-US" sz="3200" dirty="0"/>
              <a:t>The analysis of time series is of great significance </a:t>
            </a:r>
            <a:r>
              <a:rPr lang="en-US" sz="3200" dirty="0" smtClean="0"/>
              <a:t>to economists, business </a:t>
            </a:r>
            <a:r>
              <a:rPr lang="en-US" sz="3200" dirty="0"/>
              <a:t>people </a:t>
            </a:r>
            <a:r>
              <a:rPr lang="en-US" sz="3200" dirty="0" smtClean="0"/>
              <a:t>and scientists</a:t>
            </a:r>
            <a:endParaRPr lang="en-US" sz="3200" dirty="0"/>
          </a:p>
          <a:p>
            <a:pPr>
              <a:buFont typeface="Wingdings" panose="05000000000000000000" pitchFamily="2" charset="2"/>
              <a:buChar char="§"/>
            </a:pPr>
            <a:r>
              <a:rPr lang="en-US" sz="3200" dirty="0" smtClean="0"/>
              <a:t>This </a:t>
            </a:r>
            <a:r>
              <a:rPr lang="en-US" sz="3200" dirty="0"/>
              <a:t>is due to the following reasons: </a:t>
            </a:r>
            <a:r>
              <a:rPr lang="en-US" sz="3200" dirty="0" smtClean="0"/>
              <a:t> </a:t>
            </a:r>
          </a:p>
          <a:p>
            <a:pPr lvl="1">
              <a:buFont typeface="Wingdings" panose="05000000000000000000" pitchFamily="2" charset="2"/>
              <a:buChar char="§"/>
            </a:pPr>
            <a:r>
              <a:rPr lang="en-US" sz="3200" dirty="0" smtClean="0"/>
              <a:t>It </a:t>
            </a:r>
            <a:r>
              <a:rPr lang="en-US" sz="3200" dirty="0"/>
              <a:t>helps in understanding past behavior. </a:t>
            </a:r>
          </a:p>
          <a:p>
            <a:pPr lvl="1">
              <a:buFont typeface="Wingdings" panose="05000000000000000000" pitchFamily="2" charset="2"/>
              <a:buChar char="§"/>
            </a:pPr>
            <a:r>
              <a:rPr lang="en-US" sz="3200" dirty="0" smtClean="0"/>
              <a:t>It </a:t>
            </a:r>
            <a:r>
              <a:rPr lang="en-US" sz="3200" dirty="0"/>
              <a:t>assists in planning future operations. </a:t>
            </a:r>
          </a:p>
          <a:p>
            <a:pPr lvl="1">
              <a:buFont typeface="Wingdings" panose="05000000000000000000" pitchFamily="2" charset="2"/>
              <a:buChar char="§"/>
            </a:pPr>
            <a:r>
              <a:rPr lang="en-US" sz="3200" dirty="0" smtClean="0"/>
              <a:t>It </a:t>
            </a:r>
            <a:r>
              <a:rPr lang="en-US" sz="3200" dirty="0"/>
              <a:t>aids in evaluating current accomplishments. </a:t>
            </a:r>
          </a:p>
          <a:p>
            <a:pPr lvl="1">
              <a:buFont typeface="Wingdings" panose="05000000000000000000" pitchFamily="2" charset="2"/>
              <a:buChar char="§"/>
            </a:pPr>
            <a:r>
              <a:rPr lang="en-US" sz="3200" dirty="0" smtClean="0"/>
              <a:t>It </a:t>
            </a:r>
            <a:r>
              <a:rPr lang="en-US" sz="3200" dirty="0"/>
              <a:t>facilitates </a:t>
            </a:r>
            <a:r>
              <a:rPr lang="en-US" sz="3200" dirty="0" smtClean="0"/>
              <a:t>comparison</a:t>
            </a:r>
            <a:endParaRPr lang="en-IN" sz="2400" dirty="0">
              <a:latin typeface="+mj-lt"/>
            </a:endParaRPr>
          </a:p>
        </p:txBody>
      </p:sp>
    </p:spTree>
    <p:extLst>
      <p:ext uri="{BB962C8B-B14F-4D97-AF65-F5344CB8AC3E}">
        <p14:creationId xmlns:p14="http://schemas.microsoft.com/office/powerpoint/2010/main" val="301973083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5"/>
        <p:cNvGrpSpPr/>
        <p:nvPr/>
      </p:nvGrpSpPr>
      <p:grpSpPr>
        <a:xfrm>
          <a:off x="0" y="0"/>
          <a:ext cx="0" cy="0"/>
          <a:chOff x="0" y="0"/>
          <a:chExt cx="0" cy="0"/>
        </a:xfrm>
      </p:grpSpPr>
      <p:sp>
        <p:nvSpPr>
          <p:cNvPr id="4" name="Google Shape;334;p3"/>
          <p:cNvSpPr txBox="1">
            <a:spLocks/>
          </p:cNvSpPr>
          <p:nvPr/>
        </p:nvSpPr>
        <p:spPr>
          <a:xfrm>
            <a:off x="277362" y="2747031"/>
            <a:ext cx="11174410" cy="576741"/>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406400" algn="ctr" rtl="0">
              <a:lnSpc>
                <a:spcPct val="90000"/>
              </a:lnSpc>
              <a:spcBef>
                <a:spcPts val="1000"/>
              </a:spcBef>
              <a:spcAft>
                <a:spcPts val="0"/>
              </a:spcAft>
              <a:buClr>
                <a:srgbClr val="4D4D4C"/>
              </a:buClr>
              <a:buSzPts val="2400"/>
              <a:buFont typeface="Arial"/>
              <a:buNone/>
              <a:defRPr sz="2400" b="0" i="0" u="none" strike="noStrike" cap="none">
                <a:solidFill>
                  <a:srgbClr val="4D4D4C"/>
                </a:solidFill>
                <a:latin typeface="Fira Sans"/>
                <a:ea typeface="Fira Sans"/>
                <a:cs typeface="Fira Sans"/>
                <a:sym typeface="Fira Sans"/>
              </a:defRPr>
            </a:lvl1pPr>
            <a:lvl2pPr marL="914400" marR="0" lvl="1" indent="-381000" algn="ctr" rtl="0">
              <a:lnSpc>
                <a:spcPct val="90000"/>
              </a:lnSpc>
              <a:spcBef>
                <a:spcPts val="500"/>
              </a:spcBef>
              <a:spcAft>
                <a:spcPts val="0"/>
              </a:spcAft>
              <a:buClr>
                <a:srgbClr val="4D4D4C"/>
              </a:buClr>
              <a:buSzPts val="2000"/>
              <a:buFont typeface="Arial"/>
              <a:buNone/>
              <a:defRPr sz="2000" b="0" i="0" u="none" strike="noStrike" cap="none">
                <a:solidFill>
                  <a:srgbClr val="4D4D4C"/>
                </a:solidFill>
                <a:latin typeface="Fira Sans"/>
                <a:ea typeface="Fira Sans"/>
                <a:cs typeface="Fira Sans"/>
                <a:sym typeface="Fira Sans"/>
              </a:defRPr>
            </a:lvl2pPr>
            <a:lvl3pPr marL="1371600" marR="0" lvl="2" indent="-355600" algn="ctr" rtl="0">
              <a:lnSpc>
                <a:spcPct val="90000"/>
              </a:lnSpc>
              <a:spcBef>
                <a:spcPts val="500"/>
              </a:spcBef>
              <a:spcAft>
                <a:spcPts val="0"/>
              </a:spcAft>
              <a:buClr>
                <a:srgbClr val="4D4D4C"/>
              </a:buClr>
              <a:buSzPts val="1800"/>
              <a:buFont typeface="Arial"/>
              <a:buNone/>
              <a:defRPr sz="1800" b="0" i="0" u="none" strike="noStrike" cap="none">
                <a:solidFill>
                  <a:srgbClr val="4D4D4C"/>
                </a:solidFill>
                <a:latin typeface="Fira Sans"/>
                <a:ea typeface="Fira Sans"/>
                <a:cs typeface="Fira Sans"/>
                <a:sym typeface="Fira Sans"/>
              </a:defRPr>
            </a:lvl3pPr>
            <a:lvl4pPr marL="1828800" marR="0" lvl="3" indent="-342900" algn="ctr" rtl="0">
              <a:lnSpc>
                <a:spcPct val="90000"/>
              </a:lnSpc>
              <a:spcBef>
                <a:spcPts val="500"/>
              </a:spcBef>
              <a:spcAft>
                <a:spcPts val="0"/>
              </a:spcAft>
              <a:buClr>
                <a:srgbClr val="4D4D4C"/>
              </a:buClr>
              <a:buSzPts val="1600"/>
              <a:buFont typeface="Arial"/>
              <a:buNone/>
              <a:defRPr sz="1600" b="0" i="0" u="none" strike="noStrike" cap="none">
                <a:solidFill>
                  <a:srgbClr val="4D4D4C"/>
                </a:solidFill>
                <a:latin typeface="Fira Sans"/>
                <a:ea typeface="Fira Sans"/>
                <a:cs typeface="Fira Sans"/>
                <a:sym typeface="Fira Sans"/>
              </a:defRPr>
            </a:lvl4pPr>
            <a:lvl5pPr marL="2286000" marR="0" lvl="4" indent="-342900" algn="ctr" rtl="0">
              <a:lnSpc>
                <a:spcPct val="90000"/>
              </a:lnSpc>
              <a:spcBef>
                <a:spcPts val="500"/>
              </a:spcBef>
              <a:spcAft>
                <a:spcPts val="0"/>
              </a:spcAft>
              <a:buClr>
                <a:srgbClr val="4D4D4C"/>
              </a:buClr>
              <a:buSzPts val="1600"/>
              <a:buFont typeface="Arial"/>
              <a:buNone/>
              <a:defRPr sz="1600" b="0" i="0" u="none" strike="noStrike" cap="none">
                <a:solidFill>
                  <a:srgbClr val="4D4D4C"/>
                </a:solidFill>
                <a:latin typeface="Fira Sans"/>
                <a:ea typeface="Fira Sans"/>
                <a:cs typeface="Fira Sans"/>
                <a:sym typeface="Fira Sans"/>
              </a:defRPr>
            </a:lvl5pPr>
            <a:lvl6pPr marL="2743200" marR="0" lvl="5" indent="-342900"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6pPr>
            <a:lvl7pPr marL="3200400" marR="0" lvl="6" indent="-342900"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7pPr>
            <a:lvl8pPr marL="3657600" marR="0" lvl="7" indent="-342900"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8pPr>
            <a:lvl9pPr marL="4114800" marR="0" lvl="8" indent="-342900"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9pPr>
          </a:lstStyle>
          <a:p>
            <a:pPr marL="0" indent="0">
              <a:spcBef>
                <a:spcPts val="0"/>
              </a:spcBef>
              <a:buClr>
                <a:srgbClr val="C00000"/>
              </a:buClr>
              <a:buSzPts val="4000"/>
            </a:pPr>
            <a:r>
              <a:rPr lang="en-US" sz="4000" dirty="0" smtClean="0">
                <a:solidFill>
                  <a:srgbClr val="C00000"/>
                </a:solidFill>
              </a:rPr>
              <a:t>   </a:t>
            </a:r>
            <a:r>
              <a:rPr lang="en-US" sz="4000" dirty="0">
                <a:solidFill>
                  <a:srgbClr val="C00000"/>
                </a:solidFill>
                <a:latin typeface="Marcellus"/>
                <a:ea typeface="Marcellus"/>
                <a:cs typeface="Marcellus"/>
                <a:sym typeface="Marcellus"/>
              </a:rPr>
              <a:t>Decomposition of time series</a:t>
            </a:r>
          </a:p>
          <a:p>
            <a:pPr marL="0" indent="0">
              <a:spcBef>
                <a:spcPts val="0"/>
              </a:spcBef>
              <a:buClr>
                <a:srgbClr val="C00000"/>
              </a:buClr>
              <a:buSzPts val="4000"/>
            </a:pPr>
            <a:endParaRPr lang="en-US" sz="4000" dirty="0" smtClean="0">
              <a:solidFill>
                <a:srgbClr val="C00000"/>
              </a:solidFill>
              <a:latin typeface="Marcellus"/>
              <a:ea typeface="Marcellus"/>
              <a:cs typeface="Marcellus"/>
              <a:sym typeface="Marcellus"/>
            </a:endParaRPr>
          </a:p>
          <a:p>
            <a:pPr marL="0" indent="0">
              <a:spcBef>
                <a:spcPts val="0"/>
              </a:spcBef>
              <a:buClr>
                <a:srgbClr val="C00000"/>
              </a:buClr>
              <a:buSzPts val="4000"/>
            </a:pPr>
            <a:endParaRPr lang="en-US" sz="4000" dirty="0">
              <a:solidFill>
                <a:srgbClr val="C00000"/>
              </a:solidFill>
              <a:latin typeface="Marcellus"/>
              <a:ea typeface="Marcellus"/>
              <a:cs typeface="Marcellus"/>
              <a:sym typeface="Marcellus"/>
            </a:endParaRPr>
          </a:p>
        </p:txBody>
      </p:sp>
      <p:sp>
        <p:nvSpPr>
          <p:cNvPr id="2" name="Google Shape;28;p6">
            <a:extLst>
              <a:ext uri="{FF2B5EF4-FFF2-40B4-BE49-F238E27FC236}">
                <a16:creationId xmlns:a16="http://schemas.microsoft.com/office/drawing/2014/main" xmlns="" id="{F388C51B-56D8-DB7D-0368-EA448C03A407}"/>
              </a:ext>
            </a:extLst>
          </p:cNvPr>
          <p:cNvSpPr txBox="1">
            <a:spLocks noGrp="1"/>
          </p:cNvSpPr>
          <p:nvPr>
            <p:ph type="dt" idx="10"/>
          </p:nvPr>
        </p:nvSpPr>
        <p:spPr>
          <a:xfrm>
            <a:off x="838200" y="5843197"/>
            <a:ext cx="2743200" cy="496491"/>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chemeClr val="tx1">
                    <a:lumMod val="75000"/>
                    <a:lumOff val="25000"/>
                  </a:schemeClr>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lang="en-US" dirty="0"/>
          </a:p>
        </p:txBody>
      </p:sp>
      <p:sp>
        <p:nvSpPr>
          <p:cNvPr id="3" name="Google Shape;29;p6">
            <a:extLst>
              <a:ext uri="{FF2B5EF4-FFF2-40B4-BE49-F238E27FC236}">
                <a16:creationId xmlns:a16="http://schemas.microsoft.com/office/drawing/2014/main" xmlns="" id="{CD76D83B-ED06-95EF-7E8D-E8131A31FC4C}"/>
              </a:ext>
            </a:extLst>
          </p:cNvPr>
          <p:cNvSpPr txBox="1">
            <a:spLocks noGrp="1"/>
          </p:cNvSpPr>
          <p:nvPr>
            <p:ph type="ftr" idx="11"/>
          </p:nvPr>
        </p:nvSpPr>
        <p:spPr>
          <a:xfrm>
            <a:off x="4038600" y="5843197"/>
            <a:ext cx="4114800" cy="5149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solidFill>
                  <a:schemeClr val="tx1">
                    <a:lumMod val="75000"/>
                    <a:lumOff val="25000"/>
                  </a:schemeClr>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lang="en-US" dirty="0"/>
          </a:p>
        </p:txBody>
      </p:sp>
      <p:sp>
        <p:nvSpPr>
          <p:cNvPr id="8" name="Google Shape;30;p6">
            <a:extLst>
              <a:ext uri="{FF2B5EF4-FFF2-40B4-BE49-F238E27FC236}">
                <a16:creationId xmlns:a16="http://schemas.microsoft.com/office/drawing/2014/main" xmlns="" id="{C9C195AD-2DBF-1F84-5DE6-6EEE55666AD5}"/>
              </a:ext>
            </a:extLst>
          </p:cNvPr>
          <p:cNvSpPr txBox="1">
            <a:spLocks noGrp="1"/>
          </p:cNvSpPr>
          <p:nvPr>
            <p:ph type="sldNum" idx="12"/>
          </p:nvPr>
        </p:nvSpPr>
        <p:spPr>
          <a:xfrm>
            <a:off x="10169610" y="5862996"/>
            <a:ext cx="2016210" cy="496491"/>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chemeClr val="tx1">
                    <a:lumMod val="75000"/>
                    <a:lumOff val="25000"/>
                  </a:schemeClr>
                </a:solidFill>
                <a:latin typeface="Fira Sans"/>
                <a:ea typeface="Fira Sans"/>
                <a:cs typeface="Fira Sans"/>
                <a:sym typeface="Fira Sans"/>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9pPr>
          </a:lstStyle>
          <a:p>
            <a:fld id="{00000000-1234-1234-1234-123412341234}" type="slidenum">
              <a:rPr lang="en-US" smtClean="0"/>
              <a:pPr/>
              <a:t>9</a:t>
            </a:fld>
            <a:endParaRPr lang="en-US" dirty="0"/>
          </a:p>
        </p:txBody>
      </p:sp>
    </p:spTree>
    <p:extLst>
      <p:ext uri="{BB962C8B-B14F-4D97-AF65-F5344CB8AC3E}">
        <p14:creationId xmlns:p14="http://schemas.microsoft.com/office/powerpoint/2010/main" val="304061793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IN" sz="4400" dirty="0">
                <a:solidFill>
                  <a:srgbClr val="C00000"/>
                </a:solidFill>
              </a:rPr>
              <a:t> Uses of Time series</a:t>
            </a:r>
          </a:p>
        </p:txBody>
      </p:sp>
      <p:sp>
        <p:nvSpPr>
          <p:cNvPr id="3" name="Text Placeholder 2"/>
          <p:cNvSpPr>
            <a:spLocks noGrp="1"/>
          </p:cNvSpPr>
          <p:nvPr>
            <p:ph type="body" idx="1"/>
          </p:nvPr>
        </p:nvSpPr>
        <p:spPr/>
        <p:txBody>
          <a:bodyPr>
            <a:normAutofit/>
          </a:bodyPr>
          <a:lstStyle/>
          <a:p>
            <a:pPr>
              <a:buFont typeface="Wingdings" panose="05000000000000000000" pitchFamily="2" charset="2"/>
              <a:buChar char="§"/>
            </a:pPr>
            <a:r>
              <a:rPr lang="en-US" sz="3200" dirty="0"/>
              <a:t>The analysis of time series is of great significance </a:t>
            </a:r>
            <a:r>
              <a:rPr lang="en-US" sz="3200" dirty="0" smtClean="0"/>
              <a:t>to economists, business </a:t>
            </a:r>
            <a:r>
              <a:rPr lang="en-US" sz="3200" dirty="0"/>
              <a:t>people </a:t>
            </a:r>
            <a:r>
              <a:rPr lang="en-US" sz="3200" dirty="0" smtClean="0"/>
              <a:t>and scientists</a:t>
            </a:r>
            <a:endParaRPr lang="en-US" sz="3200" dirty="0"/>
          </a:p>
          <a:p>
            <a:pPr>
              <a:buFont typeface="Wingdings" panose="05000000000000000000" pitchFamily="2" charset="2"/>
              <a:buChar char="§"/>
            </a:pPr>
            <a:r>
              <a:rPr lang="en-US" sz="3200" dirty="0" smtClean="0"/>
              <a:t>This </a:t>
            </a:r>
            <a:r>
              <a:rPr lang="en-US" sz="3200" dirty="0"/>
              <a:t>is due to the following reasons: </a:t>
            </a:r>
            <a:r>
              <a:rPr lang="en-US" sz="3200" dirty="0" smtClean="0"/>
              <a:t> </a:t>
            </a:r>
          </a:p>
          <a:p>
            <a:pPr lvl="1">
              <a:buFont typeface="Wingdings" panose="05000000000000000000" pitchFamily="2" charset="2"/>
              <a:buChar char="§"/>
            </a:pPr>
            <a:r>
              <a:rPr lang="en-US" sz="3200" dirty="0" smtClean="0"/>
              <a:t>It </a:t>
            </a:r>
            <a:r>
              <a:rPr lang="en-US" sz="3200" dirty="0"/>
              <a:t>helps in understanding past behavior. </a:t>
            </a:r>
          </a:p>
          <a:p>
            <a:pPr lvl="1">
              <a:buFont typeface="Wingdings" panose="05000000000000000000" pitchFamily="2" charset="2"/>
              <a:buChar char="§"/>
            </a:pPr>
            <a:r>
              <a:rPr lang="en-US" sz="3200" dirty="0" smtClean="0"/>
              <a:t>It </a:t>
            </a:r>
            <a:r>
              <a:rPr lang="en-US" sz="3200" dirty="0"/>
              <a:t>assists in planning future operations. </a:t>
            </a:r>
          </a:p>
          <a:p>
            <a:pPr lvl="1">
              <a:buFont typeface="Wingdings" panose="05000000000000000000" pitchFamily="2" charset="2"/>
              <a:buChar char="§"/>
            </a:pPr>
            <a:r>
              <a:rPr lang="en-US" sz="3200" dirty="0" smtClean="0"/>
              <a:t>It </a:t>
            </a:r>
            <a:r>
              <a:rPr lang="en-US" sz="3200" dirty="0"/>
              <a:t>aids in evaluating current accomplishments. </a:t>
            </a:r>
          </a:p>
          <a:p>
            <a:pPr lvl="1">
              <a:buFont typeface="Wingdings" panose="05000000000000000000" pitchFamily="2" charset="2"/>
              <a:buChar char="§"/>
            </a:pPr>
            <a:r>
              <a:rPr lang="en-US" sz="3200" dirty="0" smtClean="0"/>
              <a:t>It </a:t>
            </a:r>
            <a:r>
              <a:rPr lang="en-US" sz="3200" dirty="0"/>
              <a:t>facilitates </a:t>
            </a:r>
            <a:r>
              <a:rPr lang="en-US" sz="3200" dirty="0" smtClean="0"/>
              <a:t>comparison</a:t>
            </a:r>
            <a:endParaRPr lang="en-IN" sz="2400" dirty="0">
              <a:latin typeface="+mj-lt"/>
            </a:endParaRPr>
          </a:p>
        </p:txBody>
      </p:sp>
    </p:spTree>
    <p:extLst>
      <p:ext uri="{BB962C8B-B14F-4D97-AF65-F5344CB8AC3E}">
        <p14:creationId xmlns:p14="http://schemas.microsoft.com/office/powerpoint/2010/main" val="425118679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IN" sz="4400" dirty="0">
                <a:solidFill>
                  <a:srgbClr val="C00000"/>
                </a:solidFill>
              </a:rPr>
              <a:t> </a:t>
            </a:r>
            <a:r>
              <a:rPr lang="en-US" sz="4400" dirty="0">
                <a:solidFill>
                  <a:srgbClr val="C00000"/>
                </a:solidFill>
              </a:rPr>
              <a:t> Trend, seasonality, cycles and residuals</a:t>
            </a:r>
            <a:endParaRPr lang="en-IN" sz="4400" dirty="0">
              <a:solidFill>
                <a:srgbClr val="C00000"/>
              </a:solidFill>
            </a:endParaRPr>
          </a:p>
        </p:txBody>
      </p:sp>
      <p:sp>
        <p:nvSpPr>
          <p:cNvPr id="3" name="Text Placeholder 2"/>
          <p:cNvSpPr>
            <a:spLocks noGrp="1"/>
          </p:cNvSpPr>
          <p:nvPr>
            <p:ph type="body" idx="1"/>
          </p:nvPr>
        </p:nvSpPr>
        <p:spPr/>
        <p:txBody>
          <a:bodyPr>
            <a:normAutofit fontScale="77500" lnSpcReduction="20000"/>
          </a:bodyPr>
          <a:lstStyle/>
          <a:p>
            <a:pPr>
              <a:buFont typeface="Wingdings" panose="05000000000000000000" pitchFamily="2" charset="2"/>
              <a:buChar char="§"/>
            </a:pPr>
            <a:r>
              <a:rPr lang="en-US" sz="3200" dirty="0"/>
              <a:t>One simple method of describing a series is that of classical decomposition. </a:t>
            </a:r>
            <a:endParaRPr lang="en-US" sz="3200" dirty="0" smtClean="0"/>
          </a:p>
          <a:p>
            <a:pPr>
              <a:buFont typeface="Wingdings" panose="05000000000000000000" pitchFamily="2" charset="2"/>
              <a:buChar char="§"/>
            </a:pPr>
            <a:r>
              <a:rPr lang="en-US" sz="3200" dirty="0" smtClean="0"/>
              <a:t>The </a:t>
            </a:r>
            <a:r>
              <a:rPr lang="en-US" sz="3200" dirty="0"/>
              <a:t>notion is that the series can be decomposed into four components : </a:t>
            </a:r>
            <a:endParaRPr lang="en-US" sz="3200" dirty="0" smtClean="0"/>
          </a:p>
          <a:p>
            <a:pPr lvl="1">
              <a:buFont typeface="Wingdings" panose="05000000000000000000" pitchFamily="2" charset="2"/>
              <a:buChar char="§"/>
            </a:pPr>
            <a:r>
              <a:rPr lang="en-US" sz="3200" dirty="0">
                <a:solidFill>
                  <a:srgbClr val="C00000"/>
                </a:solidFill>
              </a:rPr>
              <a:t>Trend (T</a:t>
            </a:r>
            <a:r>
              <a:rPr lang="en-US" sz="3200" baseline="-25000" dirty="0">
                <a:solidFill>
                  <a:srgbClr val="C00000"/>
                </a:solidFill>
              </a:rPr>
              <a:t>t</a:t>
            </a:r>
            <a:r>
              <a:rPr lang="en-US" sz="3200" dirty="0">
                <a:solidFill>
                  <a:srgbClr val="C00000"/>
                </a:solidFill>
              </a:rPr>
              <a:t>) </a:t>
            </a:r>
            <a:r>
              <a:rPr lang="en-US" sz="3200" dirty="0"/>
              <a:t>— long term movements in the mean;</a:t>
            </a:r>
          </a:p>
          <a:p>
            <a:pPr lvl="1">
              <a:buFont typeface="Wingdings" panose="05000000000000000000" pitchFamily="2" charset="2"/>
              <a:buChar char="§"/>
            </a:pPr>
            <a:r>
              <a:rPr lang="en-US" sz="3200" dirty="0">
                <a:solidFill>
                  <a:srgbClr val="C00000"/>
                </a:solidFill>
              </a:rPr>
              <a:t>Seasonal effects </a:t>
            </a:r>
            <a:r>
              <a:rPr lang="en-US" sz="3200" dirty="0" smtClean="0">
                <a:solidFill>
                  <a:srgbClr val="C00000"/>
                </a:solidFill>
              </a:rPr>
              <a:t>(S</a:t>
            </a:r>
            <a:r>
              <a:rPr lang="en-US" sz="3200" baseline="-25000" dirty="0" smtClean="0">
                <a:solidFill>
                  <a:srgbClr val="C00000"/>
                </a:solidFill>
              </a:rPr>
              <a:t>t</a:t>
            </a:r>
            <a:r>
              <a:rPr lang="en-US" sz="3200" dirty="0">
                <a:solidFill>
                  <a:srgbClr val="C00000"/>
                </a:solidFill>
              </a:rPr>
              <a:t>) </a:t>
            </a:r>
            <a:r>
              <a:rPr lang="en-US" sz="3200" dirty="0"/>
              <a:t>— cyclical fluctuations related to the calendar; </a:t>
            </a:r>
          </a:p>
          <a:p>
            <a:pPr lvl="1">
              <a:buFont typeface="Wingdings" panose="05000000000000000000" pitchFamily="2" charset="2"/>
              <a:buChar char="§"/>
            </a:pPr>
            <a:r>
              <a:rPr lang="en-US" sz="3200" dirty="0">
                <a:solidFill>
                  <a:srgbClr val="C00000"/>
                </a:solidFill>
              </a:rPr>
              <a:t>Cycles (C</a:t>
            </a:r>
            <a:r>
              <a:rPr lang="en-US" sz="3200" baseline="-25000" dirty="0">
                <a:solidFill>
                  <a:srgbClr val="C00000"/>
                </a:solidFill>
              </a:rPr>
              <a:t>t</a:t>
            </a:r>
            <a:r>
              <a:rPr lang="en-US" sz="3200" dirty="0">
                <a:solidFill>
                  <a:srgbClr val="C00000"/>
                </a:solidFill>
              </a:rPr>
              <a:t>) </a:t>
            </a:r>
            <a:r>
              <a:rPr lang="en-US" sz="3200" dirty="0"/>
              <a:t>— other cyclical fluctuations (such as a business cycles); </a:t>
            </a:r>
          </a:p>
          <a:p>
            <a:pPr lvl="1">
              <a:buFont typeface="Wingdings" panose="05000000000000000000" pitchFamily="2" charset="2"/>
              <a:buChar char="§"/>
            </a:pPr>
            <a:r>
              <a:rPr lang="en-US" sz="3200" dirty="0">
                <a:solidFill>
                  <a:srgbClr val="C00000"/>
                </a:solidFill>
              </a:rPr>
              <a:t>Residuals </a:t>
            </a:r>
            <a:r>
              <a:rPr lang="en-US" sz="3200" dirty="0" smtClean="0">
                <a:solidFill>
                  <a:srgbClr val="C00000"/>
                </a:solidFill>
              </a:rPr>
              <a:t>(I</a:t>
            </a:r>
            <a:r>
              <a:rPr lang="en-US" sz="3200" baseline="-25000" dirty="0" smtClean="0">
                <a:solidFill>
                  <a:srgbClr val="C00000"/>
                </a:solidFill>
              </a:rPr>
              <a:t>t</a:t>
            </a:r>
            <a:r>
              <a:rPr lang="en-US" sz="3200" dirty="0">
                <a:solidFill>
                  <a:srgbClr val="C00000"/>
                </a:solidFill>
              </a:rPr>
              <a:t>) </a:t>
            </a:r>
            <a:r>
              <a:rPr lang="en-US" sz="3200" dirty="0"/>
              <a:t>— other random or systematic fluctuations.</a:t>
            </a:r>
          </a:p>
          <a:p>
            <a:pPr>
              <a:buFont typeface="Wingdings" panose="05000000000000000000" pitchFamily="2" charset="2"/>
              <a:buChar char="§"/>
            </a:pPr>
            <a:endParaRPr lang="en-US" sz="3200" dirty="0" smtClean="0"/>
          </a:p>
          <a:p>
            <a:pPr marL="457200" lvl="1">
              <a:spcBef>
                <a:spcPts val="1000"/>
              </a:spcBef>
              <a:buFont typeface="Wingdings" panose="05000000000000000000" pitchFamily="2" charset="2"/>
              <a:buChar char="§"/>
            </a:pPr>
            <a:r>
              <a:rPr lang="en-US" sz="3200" dirty="0"/>
              <a:t>Finding out the values for each of the components is called decomposition of a time series</a:t>
            </a:r>
            <a:endParaRPr lang="en-IN" sz="3200" dirty="0"/>
          </a:p>
          <a:p>
            <a:pPr>
              <a:buFont typeface="Wingdings" panose="05000000000000000000" pitchFamily="2" charset="2"/>
              <a:buChar char="§"/>
            </a:pPr>
            <a:endParaRPr lang="en-US" sz="3200" dirty="0" smtClean="0"/>
          </a:p>
        </p:txBody>
      </p:sp>
    </p:spTree>
    <p:extLst>
      <p:ext uri="{BB962C8B-B14F-4D97-AF65-F5344CB8AC3E}">
        <p14:creationId xmlns:p14="http://schemas.microsoft.com/office/powerpoint/2010/main" val="129723554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78244" y="929027"/>
            <a:ext cx="10515600" cy="824414"/>
          </a:xfrm>
        </p:spPr>
        <p:txBody>
          <a:bodyPr/>
          <a:lstStyle/>
          <a:p>
            <a:r>
              <a:rPr lang="en-US" sz="4400" dirty="0">
                <a:solidFill>
                  <a:srgbClr val="C00000"/>
                </a:solidFill>
              </a:rPr>
              <a:t>Trend, seasonality, cycles and residuals</a:t>
            </a:r>
            <a:endParaRPr lang="en-IN" dirty="0"/>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84233" y="2053196"/>
            <a:ext cx="9116241" cy="27877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8115204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IN" sz="4400" dirty="0">
                <a:solidFill>
                  <a:srgbClr val="C00000"/>
                </a:solidFill>
              </a:rPr>
              <a:t> Trends</a:t>
            </a:r>
          </a:p>
        </p:txBody>
      </p:sp>
      <p:sp>
        <p:nvSpPr>
          <p:cNvPr id="3" name="Text Placeholder 2"/>
          <p:cNvSpPr>
            <a:spLocks noGrp="1"/>
          </p:cNvSpPr>
          <p:nvPr>
            <p:ph type="body" idx="1"/>
          </p:nvPr>
        </p:nvSpPr>
        <p:spPr/>
        <p:txBody>
          <a:bodyPr>
            <a:normAutofit lnSpcReduction="10000"/>
          </a:bodyPr>
          <a:lstStyle/>
          <a:p>
            <a:pPr>
              <a:buFont typeface="Wingdings" panose="05000000000000000000" pitchFamily="2" charset="2"/>
              <a:buChar char="§"/>
            </a:pPr>
            <a:r>
              <a:rPr lang="en-US" sz="3200" dirty="0"/>
              <a:t>Trends refer to the long-term movement or direction in the data over a period. Identifying trends helps in under standing the overall pattern: </a:t>
            </a:r>
            <a:endParaRPr lang="en-US" sz="3200" dirty="0" smtClean="0"/>
          </a:p>
          <a:p>
            <a:pPr lvl="1">
              <a:buFont typeface="Wingdings" panose="05000000000000000000" pitchFamily="2" charset="2"/>
              <a:buChar char="§"/>
            </a:pPr>
            <a:r>
              <a:rPr lang="en-US" sz="3200" dirty="0" smtClean="0">
                <a:solidFill>
                  <a:srgbClr val="C00000"/>
                </a:solidFill>
              </a:rPr>
              <a:t>Upward </a:t>
            </a:r>
            <a:r>
              <a:rPr lang="en-US" sz="3200" dirty="0">
                <a:solidFill>
                  <a:srgbClr val="C00000"/>
                </a:solidFill>
              </a:rPr>
              <a:t>Trend</a:t>
            </a:r>
            <a:r>
              <a:rPr lang="en-US" sz="3200" dirty="0"/>
              <a:t>: Indicates a general increase in values over time. </a:t>
            </a:r>
            <a:endParaRPr lang="en-US" sz="3200" dirty="0" smtClean="0"/>
          </a:p>
          <a:p>
            <a:pPr lvl="1">
              <a:buFont typeface="Wingdings" panose="05000000000000000000" pitchFamily="2" charset="2"/>
              <a:buChar char="§"/>
            </a:pPr>
            <a:r>
              <a:rPr lang="en-US" sz="3200" dirty="0" smtClean="0">
                <a:solidFill>
                  <a:srgbClr val="C00000"/>
                </a:solidFill>
              </a:rPr>
              <a:t>Downward </a:t>
            </a:r>
            <a:r>
              <a:rPr lang="en-US" sz="3200" dirty="0">
                <a:solidFill>
                  <a:srgbClr val="C00000"/>
                </a:solidFill>
              </a:rPr>
              <a:t>Trend</a:t>
            </a:r>
            <a:r>
              <a:rPr lang="en-US" sz="3200" dirty="0"/>
              <a:t>: Shows a general decrease in values. </a:t>
            </a:r>
            <a:endParaRPr lang="en-US" sz="3200" dirty="0" smtClean="0"/>
          </a:p>
          <a:p>
            <a:pPr lvl="1">
              <a:buFont typeface="Wingdings" panose="05000000000000000000" pitchFamily="2" charset="2"/>
              <a:buChar char="§"/>
            </a:pPr>
            <a:r>
              <a:rPr lang="en-US" sz="3200" dirty="0" smtClean="0">
                <a:solidFill>
                  <a:srgbClr val="C00000"/>
                </a:solidFill>
              </a:rPr>
              <a:t>Stationary </a:t>
            </a:r>
            <a:r>
              <a:rPr lang="en-US" sz="3200" dirty="0">
                <a:solidFill>
                  <a:srgbClr val="C00000"/>
                </a:solidFill>
              </a:rPr>
              <a:t>Trend</a:t>
            </a:r>
            <a:r>
              <a:rPr lang="en-US" sz="3200" dirty="0"/>
              <a:t>: The data fluctuates around a constant mean without a long-term trend</a:t>
            </a:r>
            <a:endParaRPr lang="en-IN" sz="2400" dirty="0">
              <a:latin typeface="+mj-lt"/>
            </a:endParaRPr>
          </a:p>
        </p:txBody>
      </p:sp>
    </p:spTree>
    <p:extLst>
      <p:ext uri="{BB962C8B-B14F-4D97-AF65-F5344CB8AC3E}">
        <p14:creationId xmlns:p14="http://schemas.microsoft.com/office/powerpoint/2010/main" val="18376702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IN" sz="4400" dirty="0">
                <a:solidFill>
                  <a:srgbClr val="C00000"/>
                </a:solidFill>
              </a:rPr>
              <a:t> Seasonal Variation</a:t>
            </a:r>
          </a:p>
        </p:txBody>
      </p:sp>
      <p:sp>
        <p:nvSpPr>
          <p:cNvPr id="3" name="Text Placeholder 2"/>
          <p:cNvSpPr>
            <a:spLocks noGrp="1"/>
          </p:cNvSpPr>
          <p:nvPr>
            <p:ph type="body" idx="1"/>
          </p:nvPr>
        </p:nvSpPr>
        <p:spPr/>
        <p:txBody>
          <a:bodyPr>
            <a:normAutofit lnSpcReduction="10000"/>
          </a:bodyPr>
          <a:lstStyle/>
          <a:p>
            <a:pPr>
              <a:buFont typeface="Wingdings" panose="05000000000000000000" pitchFamily="2" charset="2"/>
              <a:buChar char="§"/>
            </a:pPr>
            <a:r>
              <a:rPr lang="en-US" sz="3200" dirty="0"/>
              <a:t>Variations refer to the deviations from the trend and can be categorized into: </a:t>
            </a:r>
          </a:p>
          <a:p>
            <a:pPr lvl="1">
              <a:buFont typeface="Wingdings" panose="05000000000000000000" pitchFamily="2" charset="2"/>
              <a:buChar char="§"/>
            </a:pPr>
            <a:r>
              <a:rPr lang="en-US" sz="3200" dirty="0" smtClean="0">
                <a:solidFill>
                  <a:srgbClr val="C00000"/>
                </a:solidFill>
              </a:rPr>
              <a:t>Seasonal </a:t>
            </a:r>
            <a:r>
              <a:rPr lang="en-US" sz="3200" dirty="0">
                <a:solidFill>
                  <a:srgbClr val="C00000"/>
                </a:solidFill>
              </a:rPr>
              <a:t>Variations</a:t>
            </a:r>
            <a:r>
              <a:rPr lang="en-US" sz="3200" dirty="0"/>
              <a:t>: Regular patterns that repeat at consistent intervals, such as monthly or quarterly. </a:t>
            </a:r>
          </a:p>
          <a:p>
            <a:pPr lvl="1">
              <a:buFont typeface="Wingdings" panose="05000000000000000000" pitchFamily="2" charset="2"/>
              <a:buChar char="§"/>
            </a:pPr>
            <a:r>
              <a:rPr lang="en-US" sz="3200" dirty="0" smtClean="0">
                <a:solidFill>
                  <a:srgbClr val="C00000"/>
                </a:solidFill>
              </a:rPr>
              <a:t>Cyclical </a:t>
            </a:r>
            <a:r>
              <a:rPr lang="en-US" sz="3200" dirty="0">
                <a:solidFill>
                  <a:srgbClr val="C00000"/>
                </a:solidFill>
              </a:rPr>
              <a:t>Variations</a:t>
            </a:r>
            <a:r>
              <a:rPr lang="en-US" sz="3200" dirty="0"/>
              <a:t>: Fluctuations that occur over longer periods, influenced by economic or business cycles. </a:t>
            </a:r>
          </a:p>
          <a:p>
            <a:pPr lvl="1">
              <a:buFont typeface="Wingdings" panose="05000000000000000000" pitchFamily="2" charset="2"/>
              <a:buChar char="§"/>
            </a:pPr>
            <a:r>
              <a:rPr lang="en-US" sz="3200" dirty="0" smtClean="0">
                <a:solidFill>
                  <a:srgbClr val="C00000"/>
                </a:solidFill>
              </a:rPr>
              <a:t>Irregular </a:t>
            </a:r>
            <a:r>
              <a:rPr lang="en-US" sz="3200" dirty="0">
                <a:solidFill>
                  <a:srgbClr val="C00000"/>
                </a:solidFill>
              </a:rPr>
              <a:t>Variations</a:t>
            </a:r>
            <a:r>
              <a:rPr lang="en-US" sz="3200" dirty="0"/>
              <a:t>: Unpredictable changes due to unforeseen events or anomalies that do not follow a pattern.</a:t>
            </a:r>
            <a:endParaRPr lang="en-IN" sz="2400" dirty="0">
              <a:latin typeface="+mj-lt"/>
            </a:endParaRPr>
          </a:p>
        </p:txBody>
      </p:sp>
    </p:spTree>
    <p:extLst>
      <p:ext uri="{BB962C8B-B14F-4D97-AF65-F5344CB8AC3E}">
        <p14:creationId xmlns:p14="http://schemas.microsoft.com/office/powerpoint/2010/main" val="129723554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83023" y="615262"/>
            <a:ext cx="10515600" cy="824414"/>
          </a:xfrm>
        </p:spPr>
        <p:txBody>
          <a:bodyPr>
            <a:normAutofit/>
          </a:bodyPr>
          <a:lstStyle/>
          <a:p>
            <a:pPr algn="ctr"/>
            <a:r>
              <a:rPr lang="en-IN" sz="4400" dirty="0">
                <a:solidFill>
                  <a:srgbClr val="C00000"/>
                </a:solidFill>
              </a:rPr>
              <a:t> Decomposition of Series</a:t>
            </a:r>
          </a:p>
        </p:txBody>
      </p:sp>
      <mc:AlternateContent xmlns:mc="http://schemas.openxmlformats.org/markup-compatibility/2006" xmlns:a14="http://schemas.microsoft.com/office/drawing/2010/main">
        <mc:Choice Requires="a14">
          <p:sp>
            <p:nvSpPr>
              <p:cNvPr id="3" name="Text Placeholder 2"/>
              <p:cNvSpPr>
                <a:spLocks noGrp="1"/>
              </p:cNvSpPr>
              <p:nvPr>
                <p:ph type="body" idx="1"/>
              </p:nvPr>
            </p:nvSpPr>
            <p:spPr>
              <a:xfrm>
                <a:off x="838200" y="1467037"/>
                <a:ext cx="10515600" cy="4351338"/>
              </a:xfrm>
            </p:spPr>
            <p:txBody>
              <a:bodyPr>
                <a:normAutofit/>
              </a:bodyPr>
              <a:lstStyle/>
              <a:p>
                <a:pPr>
                  <a:buFont typeface="Wingdings" panose="05000000000000000000" pitchFamily="2" charset="2"/>
                  <a:buChar char="§"/>
                </a:pPr>
                <a:r>
                  <a:rPr lang="en-US" sz="2400" dirty="0"/>
                  <a:t>We represent a time series of length n as </a:t>
                </a:r>
                <a:endParaRPr lang="en-US" sz="2400" dirty="0" smtClean="0"/>
              </a:p>
              <a:p>
                <a:pPr marL="114300" indent="0">
                  <a:buNone/>
                </a:pPr>
                <a:r>
                  <a:rPr lang="en-US" sz="2400" dirty="0" smtClean="0"/>
                  <a:t>	{</a:t>
                </a:r>
                <a:r>
                  <a:rPr lang="en-US" sz="2400" dirty="0" err="1"/>
                  <a:t>x</a:t>
                </a:r>
                <a:r>
                  <a:rPr lang="en-US" sz="2400" baseline="-25000" dirty="0" err="1"/>
                  <a:t>t</a:t>
                </a:r>
                <a:r>
                  <a:rPr lang="en-US" sz="2400" dirty="0"/>
                  <a:t> : t = 1,...,n} = {x</a:t>
                </a:r>
                <a:r>
                  <a:rPr lang="en-US" sz="2400" baseline="-25000" dirty="0"/>
                  <a:t>1</a:t>
                </a:r>
                <a:r>
                  <a:rPr lang="en-US" sz="2400" dirty="0"/>
                  <a:t>,x</a:t>
                </a:r>
                <a:r>
                  <a:rPr lang="en-US" sz="2400" baseline="-25000" dirty="0"/>
                  <a:t>2</a:t>
                </a:r>
                <a:r>
                  <a:rPr lang="en-US" sz="2400" dirty="0"/>
                  <a:t>,...,</a:t>
                </a:r>
                <a:r>
                  <a:rPr lang="en-US" sz="2400" dirty="0" err="1"/>
                  <a:t>x</a:t>
                </a:r>
                <a:r>
                  <a:rPr lang="en-US" sz="2400" baseline="-25000" dirty="0" err="1"/>
                  <a:t>n</a:t>
                </a:r>
                <a:r>
                  <a:rPr lang="en-US" sz="2400" dirty="0"/>
                  <a:t>}, </a:t>
                </a:r>
                <a:endParaRPr lang="en-US" sz="2400" dirty="0" smtClean="0"/>
              </a:p>
              <a:p>
                <a:pPr marL="114300" indent="0">
                  <a:buNone/>
                </a:pPr>
                <a:r>
                  <a:rPr lang="en-US" sz="2400" dirty="0" smtClean="0"/>
                  <a:t>	where </a:t>
                </a:r>
                <a:r>
                  <a:rPr lang="en-US" sz="2400" dirty="0"/>
                  <a:t>n values are sampled at discrete times </a:t>
                </a:r>
                <a:endParaRPr lang="en-US" sz="2400" dirty="0" smtClean="0"/>
              </a:p>
              <a:p>
                <a:pPr marL="114300" indent="0">
                  <a:buNone/>
                </a:pPr>
                <a:r>
                  <a:rPr lang="en-US" sz="2400" dirty="0"/>
                  <a:t>	</a:t>
                </a:r>
                <a:r>
                  <a:rPr lang="en-US" sz="2400" dirty="0" smtClean="0"/>
                  <a:t>	t =1,2</a:t>
                </a:r>
                <a:r>
                  <a:rPr lang="en-US" sz="2400" dirty="0"/>
                  <a:t>,...,n. </a:t>
                </a:r>
                <a:endParaRPr lang="en-US" sz="2400" dirty="0" smtClean="0"/>
              </a:p>
              <a:p>
                <a:pPr>
                  <a:buFont typeface="Wingdings" panose="05000000000000000000" pitchFamily="2" charset="2"/>
                  <a:buChar char="§"/>
                </a:pPr>
                <a:r>
                  <a:rPr lang="en-US" sz="2400" dirty="0" smtClean="0"/>
                  <a:t>When </a:t>
                </a:r>
                <a:r>
                  <a:rPr lang="en-US" sz="2400" dirty="0"/>
                  <a:t>the series length is not essential, we abbreviate it as {</a:t>
                </a:r>
                <a:r>
                  <a:rPr lang="en-US" sz="2400" dirty="0" err="1"/>
                  <a:t>x</a:t>
                </a:r>
                <a:r>
                  <a:rPr lang="en-US" sz="2400" baseline="-25000" dirty="0" err="1"/>
                  <a:t>t</a:t>
                </a:r>
                <a:r>
                  <a:rPr lang="en-US" sz="2400" dirty="0" smtClean="0"/>
                  <a:t>}</a:t>
                </a:r>
              </a:p>
              <a:p>
                <a:pPr>
                  <a:buFont typeface="Wingdings" panose="05000000000000000000" pitchFamily="2" charset="2"/>
                  <a:buChar char="§"/>
                </a:pPr>
                <a:r>
                  <a:rPr lang="en-US" sz="2400" dirty="0"/>
                  <a:t>The ‘hat’ notation represents a prediction or forecast</a:t>
                </a:r>
                <a:r>
                  <a:rPr lang="en-US" sz="2400" dirty="0" smtClean="0"/>
                  <a:t>.</a:t>
                </a:r>
              </a:p>
              <a:p>
                <a:pPr>
                  <a:buFont typeface="Wingdings" panose="05000000000000000000" pitchFamily="2" charset="2"/>
                  <a:buChar char="§"/>
                </a:pPr>
                <a:r>
                  <a:rPr lang="en-US" sz="2400" dirty="0" smtClean="0"/>
                  <a:t> </a:t>
                </a:r>
                <a:r>
                  <a:rPr lang="en-US" sz="2400" dirty="0"/>
                  <a:t>For a series {</a:t>
                </a:r>
                <a:r>
                  <a:rPr lang="en-US" sz="2400" dirty="0" err="1" smtClean="0"/>
                  <a:t>x</a:t>
                </a:r>
                <a:r>
                  <a:rPr lang="en-US" sz="2400" baseline="-25000" dirty="0" err="1" smtClean="0"/>
                  <a:t>t</a:t>
                </a:r>
                <a:r>
                  <a:rPr lang="en-US" sz="2400" dirty="0" smtClean="0"/>
                  <a:t> </a:t>
                </a:r>
                <a:r>
                  <a:rPr lang="en-US" sz="2400" dirty="0"/>
                  <a:t>: t = 1,...,n}, </a:t>
                </a:r>
                <a14:m>
                  <m:oMath xmlns:m="http://schemas.openxmlformats.org/officeDocument/2006/math">
                    <m:sSub>
                      <m:sSubPr>
                        <m:ctrlPr>
                          <a:rPr lang="en-US" sz="2400" i="1" smtClean="0">
                            <a:latin typeface="Cambria Math"/>
                          </a:rPr>
                        </m:ctrlPr>
                      </m:sSubPr>
                      <m:e>
                        <m:acc>
                          <m:accPr>
                            <m:chr m:val="̂"/>
                            <m:ctrlPr>
                              <a:rPr lang="en-US" sz="2400" i="1" smtClean="0">
                                <a:latin typeface="Cambria Math"/>
                              </a:rPr>
                            </m:ctrlPr>
                          </m:accPr>
                          <m:e>
                            <m:r>
                              <m:rPr>
                                <m:nor/>
                              </m:rPr>
                              <a:rPr lang="en-US" sz="2400" dirty="0"/>
                              <m:t>x</m:t>
                            </m:r>
                          </m:e>
                        </m:acc>
                      </m:e>
                      <m:sub>
                        <m:r>
                          <m:rPr>
                            <m:nor/>
                          </m:rPr>
                          <a:rPr lang="en-US" sz="2400" baseline="-25000" dirty="0"/>
                          <m:t>t</m:t>
                        </m:r>
                        <m:r>
                          <m:rPr>
                            <m:nor/>
                          </m:rPr>
                          <a:rPr lang="en-US" sz="2400" baseline="-25000" dirty="0"/>
                          <m:t>+</m:t>
                        </m:r>
                        <m:r>
                          <m:rPr>
                            <m:nor/>
                          </m:rPr>
                          <a:rPr lang="en-US" sz="2400" baseline="-25000" dirty="0"/>
                          <m:t>k</m:t>
                        </m:r>
                        <m:r>
                          <m:rPr>
                            <m:nor/>
                          </m:rPr>
                          <a:rPr lang="en-US" sz="2400" baseline="-25000" dirty="0"/>
                          <m:t>|</m:t>
                        </m:r>
                        <m:r>
                          <m:rPr>
                            <m:nor/>
                          </m:rPr>
                          <a:rPr lang="en-US" sz="2400" baseline="-25000" dirty="0"/>
                          <m:t>t</m:t>
                        </m:r>
                      </m:sub>
                    </m:sSub>
                  </m:oMath>
                </a14:m>
                <a:r>
                  <a:rPr lang="en-US" sz="2400" dirty="0" smtClean="0"/>
                  <a:t>denotes </a:t>
                </a:r>
                <a:r>
                  <a:rPr lang="en-US" sz="2400" dirty="0"/>
                  <a:t>a forecast made at time t for the value at t + k. </a:t>
                </a:r>
                <a:endParaRPr lang="en-US" sz="2400" dirty="0" smtClean="0"/>
              </a:p>
              <a:p>
                <a:pPr>
                  <a:buFont typeface="Wingdings" panose="05000000000000000000" pitchFamily="2" charset="2"/>
                  <a:buChar char="§"/>
                </a:pPr>
                <a:r>
                  <a:rPr lang="en-US" sz="2400" dirty="0" smtClean="0"/>
                  <a:t>The </a:t>
                </a:r>
                <a:r>
                  <a:rPr lang="en-US" sz="2400" dirty="0"/>
                  <a:t>number of steps into the future, k, is the lead time. </a:t>
                </a:r>
                <a:endParaRPr lang="en-IN" sz="2400" dirty="0">
                  <a:latin typeface="+mj-lt"/>
                </a:endParaRPr>
              </a:p>
            </p:txBody>
          </p:sp>
        </mc:Choice>
        <mc:Fallback xmlns="">
          <p:sp>
            <p:nvSpPr>
              <p:cNvPr id="3" name="Text Placeholder 2"/>
              <p:cNvSpPr>
                <a:spLocks noGrp="1" noRot="1" noChangeAspect="1" noMove="1" noResize="1" noEditPoints="1" noAdjustHandles="1" noChangeArrowheads="1" noChangeShapeType="1" noTextEdit="1"/>
              </p:cNvSpPr>
              <p:nvPr>
                <p:ph type="body" idx="1"/>
              </p:nvPr>
            </p:nvSpPr>
            <p:spPr>
              <a:xfrm>
                <a:off x="838200" y="1467037"/>
                <a:ext cx="10515600" cy="4351338"/>
              </a:xfrm>
              <a:blipFill rotWithShape="1">
                <a:blip r:embed="rId2"/>
                <a:stretch>
                  <a:fillRect r="-1217"/>
                </a:stretch>
              </a:blipFill>
            </p:spPr>
            <p:txBody>
              <a:bodyPr/>
              <a:lstStyle/>
              <a:p>
                <a:r>
                  <a:rPr lang="en-IN">
                    <a:noFill/>
                  </a:rPr>
                  <a:t> </a:t>
                </a:r>
              </a:p>
            </p:txBody>
          </p:sp>
        </mc:Fallback>
      </mc:AlternateContent>
    </p:spTree>
    <p:extLst>
      <p:ext uri="{BB962C8B-B14F-4D97-AF65-F5344CB8AC3E}">
        <p14:creationId xmlns:p14="http://schemas.microsoft.com/office/powerpoint/2010/main" val="310322254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56130" y="220815"/>
            <a:ext cx="10515600" cy="824414"/>
          </a:xfrm>
        </p:spPr>
        <p:txBody>
          <a:bodyPr>
            <a:normAutofit/>
          </a:bodyPr>
          <a:lstStyle/>
          <a:p>
            <a:pPr algn="ctr"/>
            <a:r>
              <a:rPr lang="en-IN" sz="4400" dirty="0">
                <a:solidFill>
                  <a:srgbClr val="C00000"/>
                </a:solidFill>
              </a:rPr>
              <a:t> </a:t>
            </a:r>
            <a:r>
              <a:rPr lang="en-US" sz="4400" dirty="0">
                <a:solidFill>
                  <a:srgbClr val="C00000"/>
                </a:solidFill>
              </a:rPr>
              <a:t> Decomposition</a:t>
            </a:r>
            <a:endParaRPr lang="en-IN" sz="4400" dirty="0">
              <a:solidFill>
                <a:srgbClr val="C00000"/>
              </a:solidFill>
            </a:endParaRPr>
          </a:p>
        </p:txBody>
      </p:sp>
      <p:sp>
        <p:nvSpPr>
          <p:cNvPr id="3" name="Text Placeholder 2"/>
          <p:cNvSpPr>
            <a:spLocks noGrp="1"/>
          </p:cNvSpPr>
          <p:nvPr>
            <p:ph type="body" idx="1"/>
          </p:nvPr>
        </p:nvSpPr>
        <p:spPr>
          <a:xfrm>
            <a:off x="838200" y="1144307"/>
            <a:ext cx="10515600" cy="4351338"/>
          </a:xfrm>
        </p:spPr>
        <p:txBody>
          <a:bodyPr>
            <a:normAutofit fontScale="92500" lnSpcReduction="10000"/>
          </a:bodyPr>
          <a:lstStyle/>
          <a:p>
            <a:pPr>
              <a:buFont typeface="Wingdings" panose="05000000000000000000" pitchFamily="2" charset="2"/>
              <a:buChar char="§"/>
            </a:pPr>
            <a:r>
              <a:rPr lang="en-US" sz="2400" dirty="0"/>
              <a:t>Decomposition is done either by the Additive model or the Multiplicative model of analysis</a:t>
            </a:r>
            <a:endParaRPr lang="en-US" sz="2400" dirty="0" smtClean="0"/>
          </a:p>
          <a:p>
            <a:pPr>
              <a:buFont typeface="Wingdings" panose="05000000000000000000" pitchFamily="2" charset="2"/>
              <a:buChar char="§"/>
            </a:pPr>
            <a:r>
              <a:rPr lang="en-US" sz="2400" dirty="0" smtClean="0"/>
              <a:t>The </a:t>
            </a:r>
            <a:r>
              <a:rPr lang="en-US" sz="2400" dirty="0"/>
              <a:t>idea is to create separate models for </a:t>
            </a:r>
            <a:r>
              <a:rPr lang="en-US" sz="2400" dirty="0" smtClean="0"/>
              <a:t>the </a:t>
            </a:r>
            <a:r>
              <a:rPr lang="en-US" sz="2400" dirty="0"/>
              <a:t>four elements and then combine </a:t>
            </a:r>
            <a:r>
              <a:rPr lang="en-US" sz="2400" dirty="0" smtClean="0"/>
              <a:t>them</a:t>
            </a:r>
            <a:r>
              <a:rPr lang="en-US" sz="2400" dirty="0"/>
              <a:t>.</a:t>
            </a:r>
            <a:endParaRPr lang="en-US" sz="2400" dirty="0" smtClean="0"/>
          </a:p>
          <a:p>
            <a:pPr>
              <a:buFont typeface="Wingdings" panose="05000000000000000000" pitchFamily="2" charset="2"/>
              <a:buChar char="§"/>
            </a:pPr>
            <a:r>
              <a:rPr lang="en-US" sz="2400" dirty="0">
                <a:solidFill>
                  <a:srgbClr val="C00000"/>
                </a:solidFill>
              </a:rPr>
              <a:t>A</a:t>
            </a:r>
            <a:r>
              <a:rPr lang="en-US" sz="2400" dirty="0" smtClean="0">
                <a:solidFill>
                  <a:srgbClr val="C00000"/>
                </a:solidFill>
              </a:rPr>
              <a:t>dditively</a:t>
            </a:r>
            <a:r>
              <a:rPr lang="en-US" sz="2400" dirty="0" smtClean="0"/>
              <a:t> : </a:t>
            </a:r>
            <a:r>
              <a:rPr lang="en-US" sz="2400" dirty="0"/>
              <a:t>It is based on the assumption that the four components are independent of one another. </a:t>
            </a:r>
            <a:r>
              <a:rPr lang="en-US" sz="2400" dirty="0" smtClean="0"/>
              <a:t>The </a:t>
            </a:r>
            <a:r>
              <a:rPr lang="en-US" sz="2400" dirty="0"/>
              <a:t>pattern of occurrence and the magnitude of movements in any particular component are not affected by the other components </a:t>
            </a:r>
            <a:r>
              <a:rPr lang="en-US" sz="2400" dirty="0" smtClean="0"/>
              <a:t>    </a:t>
            </a:r>
          </a:p>
          <a:p>
            <a:pPr marL="114300" indent="0">
              <a:buNone/>
            </a:pPr>
            <a:r>
              <a:rPr lang="en-US" sz="2400" dirty="0"/>
              <a:t>	</a:t>
            </a:r>
            <a:r>
              <a:rPr lang="en-US" sz="2400" dirty="0" smtClean="0"/>
              <a:t>		</a:t>
            </a:r>
            <a:r>
              <a:rPr lang="en-US" sz="2400" dirty="0" err="1" smtClean="0"/>
              <a:t>X</a:t>
            </a:r>
            <a:r>
              <a:rPr lang="en-US" sz="2400" baseline="-25000" dirty="0" err="1" smtClean="0"/>
              <a:t>t</a:t>
            </a:r>
            <a:r>
              <a:rPr lang="en-US" sz="2400" dirty="0" smtClean="0"/>
              <a:t> </a:t>
            </a:r>
            <a:r>
              <a:rPr lang="en-US" sz="2400" dirty="0"/>
              <a:t>=</a:t>
            </a:r>
            <a:r>
              <a:rPr lang="en-US" sz="2400" dirty="0" smtClean="0"/>
              <a:t>T</a:t>
            </a:r>
            <a:r>
              <a:rPr lang="en-US" sz="2400" baseline="-25000" dirty="0" smtClean="0"/>
              <a:t>t </a:t>
            </a:r>
            <a:r>
              <a:rPr lang="en-US" sz="2400" dirty="0" smtClean="0"/>
              <a:t>+ S</a:t>
            </a:r>
            <a:r>
              <a:rPr lang="en-US" sz="2400" baseline="-25000" dirty="0" smtClean="0"/>
              <a:t>t </a:t>
            </a:r>
            <a:r>
              <a:rPr lang="en-US" sz="2400" dirty="0" smtClean="0"/>
              <a:t>+ C</a:t>
            </a:r>
            <a:r>
              <a:rPr lang="en-US" sz="2400" baseline="-25000" dirty="0" smtClean="0"/>
              <a:t>t </a:t>
            </a:r>
            <a:r>
              <a:rPr lang="en-US" sz="2400" dirty="0" smtClean="0"/>
              <a:t>+ I</a:t>
            </a:r>
            <a:r>
              <a:rPr lang="en-US" sz="2400" baseline="-25000" dirty="0" smtClean="0"/>
              <a:t>t</a:t>
            </a:r>
            <a:r>
              <a:rPr lang="en-US" sz="2400" dirty="0" smtClean="0"/>
              <a:t>  </a:t>
            </a:r>
          </a:p>
          <a:p>
            <a:pPr>
              <a:buFont typeface="Wingdings" panose="05000000000000000000" pitchFamily="2" charset="2"/>
              <a:buChar char="§"/>
            </a:pPr>
            <a:r>
              <a:rPr lang="en-US" sz="2400" dirty="0" smtClean="0">
                <a:solidFill>
                  <a:srgbClr val="C00000"/>
                </a:solidFill>
              </a:rPr>
              <a:t>Multiplicatively</a:t>
            </a:r>
            <a:r>
              <a:rPr lang="en-US" sz="2400" dirty="0" smtClean="0"/>
              <a:t>: </a:t>
            </a:r>
            <a:r>
              <a:rPr lang="en-US" sz="2400" dirty="0"/>
              <a:t>It is based on the assumption that the causes giving rise to the four components are interdependent</a:t>
            </a:r>
            <a:r>
              <a:rPr lang="en-US" sz="2400" dirty="0" smtClean="0"/>
              <a:t> </a:t>
            </a:r>
          </a:p>
          <a:p>
            <a:pPr marL="114300" indent="0">
              <a:buNone/>
            </a:pPr>
            <a:r>
              <a:rPr lang="en-US" sz="2400" dirty="0"/>
              <a:t>	</a:t>
            </a:r>
            <a:r>
              <a:rPr lang="en-US" sz="2400" dirty="0" smtClean="0"/>
              <a:t>		</a:t>
            </a:r>
            <a:r>
              <a:rPr lang="en-US" sz="2400" dirty="0" err="1" smtClean="0"/>
              <a:t>X</a:t>
            </a:r>
            <a:r>
              <a:rPr lang="en-US" sz="2400" baseline="-25000" dirty="0" err="1" smtClean="0"/>
              <a:t>t</a:t>
            </a:r>
            <a:r>
              <a:rPr lang="en-US" sz="2400" baseline="-25000" dirty="0" smtClean="0"/>
              <a:t> </a:t>
            </a:r>
            <a:r>
              <a:rPr lang="en-US" sz="2400" dirty="0"/>
              <a:t>=T</a:t>
            </a:r>
            <a:r>
              <a:rPr lang="en-US" sz="2400" baseline="-25000" dirty="0"/>
              <a:t>t</a:t>
            </a:r>
            <a:r>
              <a:rPr lang="en-US" sz="2400" dirty="0"/>
              <a:t> </a:t>
            </a:r>
            <a:r>
              <a:rPr lang="en-US" sz="2400" dirty="0" smtClean="0"/>
              <a:t>* S</a:t>
            </a:r>
            <a:r>
              <a:rPr lang="en-US" sz="2400" baseline="-25000" dirty="0" smtClean="0"/>
              <a:t>t</a:t>
            </a:r>
            <a:r>
              <a:rPr lang="en-US" sz="2400" dirty="0" smtClean="0"/>
              <a:t> * C</a:t>
            </a:r>
            <a:r>
              <a:rPr lang="en-US" sz="2400" baseline="-25000" dirty="0" smtClean="0"/>
              <a:t>t</a:t>
            </a:r>
            <a:r>
              <a:rPr lang="en-US" sz="2400" dirty="0" smtClean="0"/>
              <a:t> * I</a:t>
            </a:r>
            <a:r>
              <a:rPr lang="en-US" sz="2400" baseline="-25000" dirty="0" smtClean="0"/>
              <a:t>t</a:t>
            </a:r>
            <a:endParaRPr lang="en-IN" sz="2400" dirty="0">
              <a:latin typeface="+mj-lt"/>
            </a:endParaRPr>
          </a:p>
        </p:txBody>
      </p:sp>
    </p:spTree>
    <p:extLst>
      <p:ext uri="{BB962C8B-B14F-4D97-AF65-F5344CB8AC3E}">
        <p14:creationId xmlns:p14="http://schemas.microsoft.com/office/powerpoint/2010/main" val="103162978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IN" sz="4400" dirty="0">
                <a:solidFill>
                  <a:srgbClr val="C00000"/>
                </a:solidFill>
              </a:rPr>
              <a:t> Models</a:t>
            </a:r>
          </a:p>
        </p:txBody>
      </p:sp>
      <p:sp>
        <p:nvSpPr>
          <p:cNvPr id="3" name="Text Placeholder 2"/>
          <p:cNvSpPr>
            <a:spLocks noGrp="1"/>
          </p:cNvSpPr>
          <p:nvPr>
            <p:ph type="body" idx="1"/>
          </p:nvPr>
        </p:nvSpPr>
        <p:spPr>
          <a:xfrm>
            <a:off x="838200" y="1825625"/>
            <a:ext cx="10515600" cy="3338046"/>
          </a:xfrm>
        </p:spPr>
        <p:txBody>
          <a:bodyPr>
            <a:normAutofit/>
          </a:bodyPr>
          <a:lstStyle/>
          <a:p>
            <a:pPr>
              <a:buFont typeface="Wingdings" panose="05000000000000000000" pitchFamily="2" charset="2"/>
              <a:buChar char="§"/>
            </a:pPr>
            <a:r>
              <a:rPr lang="en-US" sz="2400" dirty="0"/>
              <a:t>Many time series are dominated by trend and/or seasonal effects</a:t>
            </a:r>
            <a:r>
              <a:rPr lang="en-US" sz="2400" dirty="0" smtClean="0"/>
              <a:t>.</a:t>
            </a:r>
          </a:p>
          <a:p>
            <a:pPr>
              <a:buFont typeface="Wingdings" panose="05000000000000000000" pitchFamily="2" charset="2"/>
              <a:buChar char="§"/>
            </a:pPr>
            <a:r>
              <a:rPr lang="en-US" sz="2400" dirty="0" smtClean="0"/>
              <a:t> </a:t>
            </a:r>
            <a:r>
              <a:rPr lang="en-US" sz="2400" dirty="0"/>
              <a:t>A simple additive decomposition model is </a:t>
            </a:r>
            <a:r>
              <a:rPr lang="en-US" sz="2400" dirty="0" smtClean="0"/>
              <a:t>given by:</a:t>
            </a:r>
          </a:p>
          <a:p>
            <a:pPr lvl="1">
              <a:buFont typeface="Wingdings" panose="05000000000000000000" pitchFamily="2" charset="2"/>
              <a:buChar char="§"/>
            </a:pPr>
            <a:r>
              <a:rPr lang="en-US" sz="2400" dirty="0" smtClean="0"/>
              <a:t> </a:t>
            </a:r>
            <a:r>
              <a:rPr lang="en-US" sz="2400" dirty="0" err="1"/>
              <a:t>x</a:t>
            </a:r>
            <a:r>
              <a:rPr lang="en-US" sz="2400" baseline="-25000" dirty="0" err="1"/>
              <a:t>t</a:t>
            </a:r>
            <a:r>
              <a:rPr lang="en-US" sz="2400" dirty="0"/>
              <a:t> = </a:t>
            </a:r>
            <a:r>
              <a:rPr lang="en-US" sz="2400" dirty="0" err="1"/>
              <a:t>m</a:t>
            </a:r>
            <a:r>
              <a:rPr lang="en-US" sz="2400" baseline="-25000" dirty="0" err="1"/>
              <a:t>t</a:t>
            </a:r>
            <a:r>
              <a:rPr lang="en-US" sz="2400" dirty="0" err="1"/>
              <a:t>+s</a:t>
            </a:r>
            <a:r>
              <a:rPr lang="en-US" sz="2400" baseline="-25000" dirty="0" err="1"/>
              <a:t>t</a:t>
            </a:r>
            <a:r>
              <a:rPr lang="en-US" sz="2400" dirty="0" err="1"/>
              <a:t>+z</a:t>
            </a:r>
            <a:r>
              <a:rPr lang="en-US" sz="2400" baseline="-25000" dirty="0" err="1"/>
              <a:t>t</a:t>
            </a:r>
            <a:endParaRPr lang="en-US" sz="2400" baseline="-25000" dirty="0"/>
          </a:p>
          <a:p>
            <a:pPr marL="114300" indent="0">
              <a:buNone/>
            </a:pPr>
            <a:r>
              <a:rPr lang="en-US" sz="2400" dirty="0" smtClean="0"/>
              <a:t>	where </a:t>
            </a:r>
            <a:r>
              <a:rPr lang="en-US" sz="2400" dirty="0" err="1"/>
              <a:t>x</a:t>
            </a:r>
            <a:r>
              <a:rPr lang="en-US" sz="2400" baseline="-25000" dirty="0" err="1"/>
              <a:t>t</a:t>
            </a:r>
            <a:r>
              <a:rPr lang="en-US" sz="2400" dirty="0"/>
              <a:t> is the observed series, </a:t>
            </a:r>
            <a:r>
              <a:rPr lang="en-US" sz="2400" dirty="0" err="1"/>
              <a:t>m</a:t>
            </a:r>
            <a:r>
              <a:rPr lang="en-US" sz="2400" baseline="-25000" dirty="0" err="1"/>
              <a:t>t</a:t>
            </a:r>
            <a:r>
              <a:rPr lang="en-US" sz="2400" dirty="0"/>
              <a:t> is the trend, </a:t>
            </a:r>
            <a:r>
              <a:rPr lang="en-US" sz="2400" dirty="0" err="1"/>
              <a:t>s</a:t>
            </a:r>
            <a:r>
              <a:rPr lang="en-US" sz="2400" baseline="-25000" dirty="0" err="1"/>
              <a:t>t</a:t>
            </a:r>
            <a:r>
              <a:rPr lang="en-US" sz="2400" dirty="0"/>
              <a:t> is the seasonal </a:t>
            </a:r>
            <a:r>
              <a:rPr lang="en-US" sz="2400" dirty="0" smtClean="0"/>
              <a:t>	effect</a:t>
            </a:r>
            <a:r>
              <a:rPr lang="en-US" sz="2400" dirty="0"/>
              <a:t>, and </a:t>
            </a:r>
            <a:r>
              <a:rPr lang="en-US" sz="2400" dirty="0" err="1"/>
              <a:t>z</a:t>
            </a:r>
            <a:r>
              <a:rPr lang="en-US" sz="2400" baseline="-25000" dirty="0" err="1"/>
              <a:t>t</a:t>
            </a:r>
            <a:r>
              <a:rPr lang="en-US" sz="2400" dirty="0"/>
              <a:t> is the error term, often a sequence </a:t>
            </a:r>
            <a:r>
              <a:rPr lang="en-US" sz="2400" dirty="0" smtClean="0"/>
              <a:t>of correlated </a:t>
            </a:r>
            <a:r>
              <a:rPr lang="en-US" sz="2400" dirty="0"/>
              <a:t>random </a:t>
            </a:r>
            <a:r>
              <a:rPr lang="en-US" sz="2400" dirty="0" smtClean="0"/>
              <a:t>	variables </a:t>
            </a:r>
            <a:r>
              <a:rPr lang="en-US" sz="2400" dirty="0"/>
              <a:t>with mean zero. </a:t>
            </a:r>
            <a:endParaRPr lang="en-US" sz="2400" dirty="0" smtClean="0"/>
          </a:p>
          <a:p>
            <a:r>
              <a:rPr lang="en-US" sz="2400" dirty="0"/>
              <a:t>For cases where the seasonal effect increases with the trend, a multiplicative model may be more suitable: </a:t>
            </a:r>
            <a:r>
              <a:rPr lang="en-US" sz="2400" dirty="0" err="1"/>
              <a:t>x</a:t>
            </a:r>
            <a:r>
              <a:rPr lang="en-US" sz="2400" baseline="-25000" dirty="0" err="1"/>
              <a:t>t</a:t>
            </a:r>
            <a:r>
              <a:rPr lang="en-US" sz="2400" dirty="0"/>
              <a:t> = </a:t>
            </a:r>
            <a:r>
              <a:rPr lang="en-US" sz="2400" dirty="0" err="1"/>
              <a:t>m</a:t>
            </a:r>
            <a:r>
              <a:rPr lang="en-US" sz="2400" baseline="-25000" dirty="0" err="1"/>
              <a:t>t</a:t>
            </a:r>
            <a:r>
              <a:rPr lang="en-US" sz="2400" dirty="0" err="1"/>
              <a:t>·s</a:t>
            </a:r>
            <a:r>
              <a:rPr lang="en-US" sz="2400" baseline="-25000" dirty="0" err="1"/>
              <a:t>t</a:t>
            </a:r>
            <a:r>
              <a:rPr lang="en-US" sz="2400" dirty="0"/>
              <a:t> +</a:t>
            </a:r>
            <a:r>
              <a:rPr lang="en-US" sz="2400" dirty="0" err="1"/>
              <a:t>z</a:t>
            </a:r>
            <a:r>
              <a:rPr lang="en-US" sz="2400" baseline="-25000" dirty="0" err="1"/>
              <a:t>t</a:t>
            </a:r>
            <a:endParaRPr lang="en-IN" sz="2400" baseline="-25000" dirty="0">
              <a:latin typeface="+mj-lt"/>
            </a:endParaRPr>
          </a:p>
        </p:txBody>
      </p:sp>
    </p:spTree>
    <p:extLst>
      <p:ext uri="{BB962C8B-B14F-4D97-AF65-F5344CB8AC3E}">
        <p14:creationId xmlns:p14="http://schemas.microsoft.com/office/powerpoint/2010/main" val="261332765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7165" y="920062"/>
            <a:ext cx="10515600" cy="824414"/>
          </a:xfrm>
        </p:spPr>
        <p:txBody>
          <a:bodyPr>
            <a:noAutofit/>
          </a:bodyPr>
          <a:lstStyle/>
          <a:p>
            <a:pPr algn="ctr"/>
            <a:r>
              <a:rPr lang="en-US" sz="3200" dirty="0">
                <a:solidFill>
                  <a:srgbClr val="C00000"/>
                </a:solidFill>
              </a:rPr>
              <a:t>Choosing </a:t>
            </a:r>
            <a:r>
              <a:rPr lang="en-US" sz="3200" dirty="0" smtClean="0">
                <a:solidFill>
                  <a:srgbClr val="C00000"/>
                </a:solidFill>
              </a:rPr>
              <a:t>between </a:t>
            </a:r>
            <a:r>
              <a:rPr lang="en-US" sz="3200" dirty="0">
                <a:solidFill>
                  <a:srgbClr val="C00000"/>
                </a:solidFill>
              </a:rPr>
              <a:t>Additive and Multiplicative Models</a:t>
            </a:r>
            <a:endParaRPr lang="en-IN" sz="3200" dirty="0">
              <a:solidFill>
                <a:srgbClr val="C00000"/>
              </a:solidFill>
            </a:endParaRPr>
          </a:p>
        </p:txBody>
      </p:sp>
      <p:sp>
        <p:nvSpPr>
          <p:cNvPr id="3" name="Text Placeholder 2"/>
          <p:cNvSpPr>
            <a:spLocks noGrp="1"/>
          </p:cNvSpPr>
          <p:nvPr>
            <p:ph type="body" idx="1"/>
          </p:nvPr>
        </p:nvSpPr>
        <p:spPr/>
        <p:txBody>
          <a:bodyPr>
            <a:normAutofit/>
          </a:bodyPr>
          <a:lstStyle/>
          <a:p>
            <a:r>
              <a:rPr lang="en-US" sz="2400" dirty="0"/>
              <a:t>The choice between the additive and multiplicative models depends on the nature of the </a:t>
            </a:r>
            <a:r>
              <a:rPr lang="en-US" sz="2400" dirty="0" smtClean="0"/>
              <a:t>data</a:t>
            </a:r>
            <a:endParaRPr lang="en-US" sz="2400" dirty="0"/>
          </a:p>
          <a:p>
            <a:r>
              <a:rPr lang="en-US" sz="2400" dirty="0">
                <a:solidFill>
                  <a:srgbClr val="C00000"/>
                </a:solidFill>
              </a:rPr>
              <a:t>Additive Model</a:t>
            </a:r>
            <a:r>
              <a:rPr lang="en-US" sz="2400" dirty="0"/>
              <a:t>: Appropriate when the variations are constant over time and do not depend on the </a:t>
            </a:r>
            <a:r>
              <a:rPr lang="en-US" sz="2400" dirty="0" smtClean="0"/>
              <a:t>trend</a:t>
            </a:r>
            <a:endParaRPr lang="en-US" sz="2400" dirty="0"/>
          </a:p>
          <a:p>
            <a:r>
              <a:rPr lang="en-US" sz="2400" dirty="0">
                <a:solidFill>
                  <a:srgbClr val="C00000"/>
                </a:solidFill>
              </a:rPr>
              <a:t>Multiplicative Model</a:t>
            </a:r>
            <a:r>
              <a:rPr lang="en-US" sz="2400" dirty="0"/>
              <a:t>: Suitable when the variations grow or shrink in proportion to the trend</a:t>
            </a:r>
            <a:endParaRPr lang="en-IN" sz="2400" dirty="0"/>
          </a:p>
        </p:txBody>
      </p:sp>
    </p:spTree>
    <p:extLst>
      <p:ext uri="{BB962C8B-B14F-4D97-AF65-F5344CB8AC3E}">
        <p14:creationId xmlns:p14="http://schemas.microsoft.com/office/powerpoint/2010/main" val="151375474"/>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45791" y="381363"/>
            <a:ext cx="8158068" cy="57576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71328310"/>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5"/>
        <p:cNvGrpSpPr/>
        <p:nvPr/>
      </p:nvGrpSpPr>
      <p:grpSpPr>
        <a:xfrm>
          <a:off x="0" y="0"/>
          <a:ext cx="0" cy="0"/>
          <a:chOff x="0" y="0"/>
          <a:chExt cx="0" cy="0"/>
        </a:xfrm>
      </p:grpSpPr>
      <p:sp>
        <p:nvSpPr>
          <p:cNvPr id="4" name="Google Shape;334;p3"/>
          <p:cNvSpPr txBox="1">
            <a:spLocks/>
          </p:cNvSpPr>
          <p:nvPr/>
        </p:nvSpPr>
        <p:spPr>
          <a:xfrm>
            <a:off x="277362" y="2747031"/>
            <a:ext cx="11174410" cy="576741"/>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406400" algn="ctr" rtl="0">
              <a:lnSpc>
                <a:spcPct val="90000"/>
              </a:lnSpc>
              <a:spcBef>
                <a:spcPts val="1000"/>
              </a:spcBef>
              <a:spcAft>
                <a:spcPts val="0"/>
              </a:spcAft>
              <a:buClr>
                <a:srgbClr val="4D4D4C"/>
              </a:buClr>
              <a:buSzPts val="2400"/>
              <a:buFont typeface="Arial"/>
              <a:buNone/>
              <a:defRPr sz="2400" b="0" i="0" u="none" strike="noStrike" cap="none">
                <a:solidFill>
                  <a:srgbClr val="4D4D4C"/>
                </a:solidFill>
                <a:latin typeface="Fira Sans"/>
                <a:ea typeface="Fira Sans"/>
                <a:cs typeface="Fira Sans"/>
                <a:sym typeface="Fira Sans"/>
              </a:defRPr>
            </a:lvl1pPr>
            <a:lvl2pPr marL="914400" marR="0" lvl="1" indent="-381000" algn="ctr" rtl="0">
              <a:lnSpc>
                <a:spcPct val="90000"/>
              </a:lnSpc>
              <a:spcBef>
                <a:spcPts val="500"/>
              </a:spcBef>
              <a:spcAft>
                <a:spcPts val="0"/>
              </a:spcAft>
              <a:buClr>
                <a:srgbClr val="4D4D4C"/>
              </a:buClr>
              <a:buSzPts val="2000"/>
              <a:buFont typeface="Arial"/>
              <a:buNone/>
              <a:defRPr sz="2000" b="0" i="0" u="none" strike="noStrike" cap="none">
                <a:solidFill>
                  <a:srgbClr val="4D4D4C"/>
                </a:solidFill>
                <a:latin typeface="Fira Sans"/>
                <a:ea typeface="Fira Sans"/>
                <a:cs typeface="Fira Sans"/>
                <a:sym typeface="Fira Sans"/>
              </a:defRPr>
            </a:lvl2pPr>
            <a:lvl3pPr marL="1371600" marR="0" lvl="2" indent="-355600" algn="ctr" rtl="0">
              <a:lnSpc>
                <a:spcPct val="90000"/>
              </a:lnSpc>
              <a:spcBef>
                <a:spcPts val="500"/>
              </a:spcBef>
              <a:spcAft>
                <a:spcPts val="0"/>
              </a:spcAft>
              <a:buClr>
                <a:srgbClr val="4D4D4C"/>
              </a:buClr>
              <a:buSzPts val="1800"/>
              <a:buFont typeface="Arial"/>
              <a:buNone/>
              <a:defRPr sz="1800" b="0" i="0" u="none" strike="noStrike" cap="none">
                <a:solidFill>
                  <a:srgbClr val="4D4D4C"/>
                </a:solidFill>
                <a:latin typeface="Fira Sans"/>
                <a:ea typeface="Fira Sans"/>
                <a:cs typeface="Fira Sans"/>
                <a:sym typeface="Fira Sans"/>
              </a:defRPr>
            </a:lvl3pPr>
            <a:lvl4pPr marL="1828800" marR="0" lvl="3" indent="-342900" algn="ctr" rtl="0">
              <a:lnSpc>
                <a:spcPct val="90000"/>
              </a:lnSpc>
              <a:spcBef>
                <a:spcPts val="500"/>
              </a:spcBef>
              <a:spcAft>
                <a:spcPts val="0"/>
              </a:spcAft>
              <a:buClr>
                <a:srgbClr val="4D4D4C"/>
              </a:buClr>
              <a:buSzPts val="1600"/>
              <a:buFont typeface="Arial"/>
              <a:buNone/>
              <a:defRPr sz="1600" b="0" i="0" u="none" strike="noStrike" cap="none">
                <a:solidFill>
                  <a:srgbClr val="4D4D4C"/>
                </a:solidFill>
                <a:latin typeface="Fira Sans"/>
                <a:ea typeface="Fira Sans"/>
                <a:cs typeface="Fira Sans"/>
                <a:sym typeface="Fira Sans"/>
              </a:defRPr>
            </a:lvl4pPr>
            <a:lvl5pPr marL="2286000" marR="0" lvl="4" indent="-342900" algn="ctr" rtl="0">
              <a:lnSpc>
                <a:spcPct val="90000"/>
              </a:lnSpc>
              <a:spcBef>
                <a:spcPts val="500"/>
              </a:spcBef>
              <a:spcAft>
                <a:spcPts val="0"/>
              </a:spcAft>
              <a:buClr>
                <a:srgbClr val="4D4D4C"/>
              </a:buClr>
              <a:buSzPts val="1600"/>
              <a:buFont typeface="Arial"/>
              <a:buNone/>
              <a:defRPr sz="1600" b="0" i="0" u="none" strike="noStrike" cap="none">
                <a:solidFill>
                  <a:srgbClr val="4D4D4C"/>
                </a:solidFill>
                <a:latin typeface="Fira Sans"/>
                <a:ea typeface="Fira Sans"/>
                <a:cs typeface="Fira Sans"/>
                <a:sym typeface="Fira Sans"/>
              </a:defRPr>
            </a:lvl5pPr>
            <a:lvl6pPr marL="2743200" marR="0" lvl="5" indent="-342900"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6pPr>
            <a:lvl7pPr marL="3200400" marR="0" lvl="6" indent="-342900"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7pPr>
            <a:lvl8pPr marL="3657600" marR="0" lvl="7" indent="-342900"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8pPr>
            <a:lvl9pPr marL="4114800" marR="0" lvl="8" indent="-342900"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9pPr>
          </a:lstStyle>
          <a:p>
            <a:pPr marL="0" indent="0">
              <a:spcBef>
                <a:spcPts val="0"/>
              </a:spcBef>
              <a:buClr>
                <a:srgbClr val="C00000"/>
              </a:buClr>
              <a:buSzPts val="4000"/>
            </a:pPr>
            <a:r>
              <a:rPr lang="en-US" sz="4000" dirty="0" smtClean="0">
                <a:solidFill>
                  <a:srgbClr val="C00000"/>
                </a:solidFill>
              </a:rPr>
              <a:t>   </a:t>
            </a:r>
            <a:r>
              <a:rPr lang="en-US" sz="4000" dirty="0">
                <a:solidFill>
                  <a:srgbClr val="C00000"/>
                </a:solidFill>
                <a:latin typeface="Marcellus"/>
                <a:ea typeface="Marcellus"/>
                <a:cs typeface="Marcellus"/>
                <a:sym typeface="Marcellus"/>
              </a:rPr>
              <a:t>Measures of Dependence</a:t>
            </a:r>
          </a:p>
          <a:p>
            <a:pPr marL="0" indent="0">
              <a:spcBef>
                <a:spcPts val="0"/>
              </a:spcBef>
              <a:buClr>
                <a:srgbClr val="C00000"/>
              </a:buClr>
              <a:buSzPts val="4000"/>
            </a:pPr>
            <a:endParaRPr lang="en-US" sz="4000" dirty="0">
              <a:solidFill>
                <a:srgbClr val="C00000"/>
              </a:solidFill>
              <a:latin typeface="Marcellus"/>
              <a:ea typeface="Marcellus"/>
              <a:cs typeface="Marcellus"/>
              <a:sym typeface="Marcellus"/>
            </a:endParaRPr>
          </a:p>
        </p:txBody>
      </p:sp>
      <p:sp>
        <p:nvSpPr>
          <p:cNvPr id="2" name="Google Shape;28;p6">
            <a:extLst>
              <a:ext uri="{FF2B5EF4-FFF2-40B4-BE49-F238E27FC236}">
                <a16:creationId xmlns:a16="http://schemas.microsoft.com/office/drawing/2014/main" xmlns="" id="{F388C51B-56D8-DB7D-0368-EA448C03A407}"/>
              </a:ext>
            </a:extLst>
          </p:cNvPr>
          <p:cNvSpPr txBox="1">
            <a:spLocks noGrp="1"/>
          </p:cNvSpPr>
          <p:nvPr>
            <p:ph type="dt" idx="10"/>
          </p:nvPr>
        </p:nvSpPr>
        <p:spPr>
          <a:xfrm>
            <a:off x="838200" y="5843197"/>
            <a:ext cx="2743200" cy="496491"/>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chemeClr val="tx1">
                    <a:lumMod val="75000"/>
                    <a:lumOff val="25000"/>
                  </a:schemeClr>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lang="en-US" dirty="0"/>
          </a:p>
        </p:txBody>
      </p:sp>
      <p:sp>
        <p:nvSpPr>
          <p:cNvPr id="3" name="Google Shape;29;p6">
            <a:extLst>
              <a:ext uri="{FF2B5EF4-FFF2-40B4-BE49-F238E27FC236}">
                <a16:creationId xmlns:a16="http://schemas.microsoft.com/office/drawing/2014/main" xmlns="" id="{CD76D83B-ED06-95EF-7E8D-E8131A31FC4C}"/>
              </a:ext>
            </a:extLst>
          </p:cNvPr>
          <p:cNvSpPr txBox="1">
            <a:spLocks noGrp="1"/>
          </p:cNvSpPr>
          <p:nvPr>
            <p:ph type="ftr" idx="11"/>
          </p:nvPr>
        </p:nvSpPr>
        <p:spPr>
          <a:xfrm>
            <a:off x="4038600" y="5843197"/>
            <a:ext cx="4114800" cy="5149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solidFill>
                  <a:schemeClr val="tx1">
                    <a:lumMod val="75000"/>
                    <a:lumOff val="25000"/>
                  </a:schemeClr>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lang="en-US" dirty="0"/>
          </a:p>
        </p:txBody>
      </p:sp>
      <p:sp>
        <p:nvSpPr>
          <p:cNvPr id="8" name="Google Shape;30;p6">
            <a:extLst>
              <a:ext uri="{FF2B5EF4-FFF2-40B4-BE49-F238E27FC236}">
                <a16:creationId xmlns:a16="http://schemas.microsoft.com/office/drawing/2014/main" xmlns="" id="{C9C195AD-2DBF-1F84-5DE6-6EEE55666AD5}"/>
              </a:ext>
            </a:extLst>
          </p:cNvPr>
          <p:cNvSpPr txBox="1">
            <a:spLocks noGrp="1"/>
          </p:cNvSpPr>
          <p:nvPr>
            <p:ph type="sldNum" idx="12"/>
          </p:nvPr>
        </p:nvSpPr>
        <p:spPr>
          <a:xfrm>
            <a:off x="10169610" y="5862996"/>
            <a:ext cx="2016210" cy="496491"/>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chemeClr val="tx1">
                    <a:lumMod val="75000"/>
                    <a:lumOff val="25000"/>
                  </a:schemeClr>
                </a:solidFill>
                <a:latin typeface="Fira Sans"/>
                <a:ea typeface="Fira Sans"/>
                <a:cs typeface="Fira Sans"/>
                <a:sym typeface="Fira Sans"/>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9pPr>
          </a:lstStyle>
          <a:p>
            <a:fld id="{00000000-1234-1234-1234-123412341234}" type="slidenum">
              <a:rPr lang="en-US" smtClean="0"/>
              <a:pPr/>
              <a:t>20</a:t>
            </a:fld>
            <a:endParaRPr lang="en-US" dirty="0"/>
          </a:p>
        </p:txBody>
      </p:sp>
    </p:spTree>
    <p:extLst>
      <p:ext uri="{BB962C8B-B14F-4D97-AF65-F5344CB8AC3E}">
        <p14:creationId xmlns:p14="http://schemas.microsoft.com/office/powerpoint/2010/main" val="3487741684"/>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IN" sz="4400" dirty="0">
                <a:solidFill>
                  <a:srgbClr val="C00000"/>
                </a:solidFill>
              </a:rPr>
              <a:t> </a:t>
            </a:r>
            <a:r>
              <a:rPr lang="en-US" sz="4400" dirty="0">
                <a:solidFill>
                  <a:srgbClr val="C00000"/>
                </a:solidFill>
              </a:rPr>
              <a:t> </a:t>
            </a:r>
            <a:r>
              <a:rPr lang="en-US" sz="4400" dirty="0">
                <a:solidFill>
                  <a:srgbClr val="C00000"/>
                </a:solidFill>
                <a:latin typeface="Marcellus"/>
                <a:ea typeface="Marcellus"/>
                <a:cs typeface="Marcellus"/>
                <a:sym typeface="Marcellus"/>
              </a:rPr>
              <a:t>Measures of Dependence</a:t>
            </a:r>
            <a:br>
              <a:rPr lang="en-US" sz="4400" dirty="0">
                <a:solidFill>
                  <a:srgbClr val="C00000"/>
                </a:solidFill>
                <a:latin typeface="Marcellus"/>
                <a:ea typeface="Marcellus"/>
                <a:cs typeface="Marcellus"/>
                <a:sym typeface="Marcellus"/>
              </a:rPr>
            </a:br>
            <a:endParaRPr lang="en-IN" sz="4400" dirty="0">
              <a:solidFill>
                <a:srgbClr val="C00000"/>
              </a:solidFill>
            </a:endParaRPr>
          </a:p>
        </p:txBody>
      </p:sp>
      <p:sp>
        <p:nvSpPr>
          <p:cNvPr id="3" name="Text Placeholder 2"/>
          <p:cNvSpPr>
            <a:spLocks noGrp="1"/>
          </p:cNvSpPr>
          <p:nvPr>
            <p:ph type="body" idx="1"/>
          </p:nvPr>
        </p:nvSpPr>
        <p:spPr>
          <a:xfrm>
            <a:off x="847165" y="1449108"/>
            <a:ext cx="10515600" cy="4351338"/>
          </a:xfrm>
        </p:spPr>
        <p:txBody>
          <a:bodyPr>
            <a:normAutofit/>
          </a:bodyPr>
          <a:lstStyle/>
          <a:p>
            <a:pPr>
              <a:buFont typeface="Wingdings" panose="05000000000000000000" pitchFamily="2" charset="2"/>
              <a:buChar char="§"/>
            </a:pPr>
            <a:r>
              <a:rPr lang="en-US" sz="2400" dirty="0"/>
              <a:t>M</a:t>
            </a:r>
            <a:r>
              <a:rPr lang="en-US" sz="2400" dirty="0" smtClean="0"/>
              <a:t>easures </a:t>
            </a:r>
            <a:r>
              <a:rPr lang="en-US" sz="2400" dirty="0"/>
              <a:t>of dependence refer to the statistical relationships between observations in a time series dataset, especially over time </a:t>
            </a:r>
            <a:r>
              <a:rPr lang="en-US" sz="2400" dirty="0" smtClean="0"/>
              <a:t>lags</a:t>
            </a:r>
          </a:p>
          <a:p>
            <a:pPr>
              <a:buFont typeface="Wingdings" panose="05000000000000000000" pitchFamily="2" charset="2"/>
              <a:buChar char="§"/>
            </a:pPr>
            <a:r>
              <a:rPr lang="en-US" sz="2400" dirty="0"/>
              <a:t>I</a:t>
            </a:r>
            <a:r>
              <a:rPr lang="en-US" sz="2400" dirty="0" smtClean="0"/>
              <a:t>ndicate </a:t>
            </a:r>
            <a:r>
              <a:rPr lang="en-US" sz="2400" dirty="0"/>
              <a:t>whether and how past values influence future </a:t>
            </a:r>
            <a:r>
              <a:rPr lang="en-US" sz="2400" dirty="0" smtClean="0"/>
              <a:t>values</a:t>
            </a:r>
          </a:p>
          <a:p>
            <a:pPr>
              <a:buFont typeface="Wingdings" panose="05000000000000000000" pitchFamily="2" charset="2"/>
              <a:buChar char="§"/>
            </a:pPr>
            <a:r>
              <a:rPr lang="en-IN" sz="2400" dirty="0" smtClean="0"/>
              <a:t>Measure </a:t>
            </a:r>
            <a:r>
              <a:rPr lang="en-IN" sz="2400" dirty="0"/>
              <a:t>of </a:t>
            </a:r>
            <a:r>
              <a:rPr lang="en-IN" sz="2400" dirty="0" smtClean="0"/>
              <a:t>dependence:</a:t>
            </a:r>
          </a:p>
          <a:p>
            <a:pPr lvl="1">
              <a:buFont typeface="Courier New" panose="02070309020205020404" pitchFamily="49" charset="0"/>
              <a:buChar char="o"/>
            </a:pPr>
            <a:r>
              <a:rPr lang="en-IN" sz="2400" dirty="0" smtClean="0"/>
              <a:t>Autocorrelation </a:t>
            </a:r>
            <a:r>
              <a:rPr lang="en-IN" sz="2400" dirty="0"/>
              <a:t>function (ACF</a:t>
            </a:r>
            <a:r>
              <a:rPr lang="en-IN" sz="2400" dirty="0" smtClean="0"/>
              <a:t>)</a:t>
            </a:r>
          </a:p>
          <a:p>
            <a:pPr lvl="1">
              <a:buFont typeface="Courier New" panose="02070309020205020404" pitchFamily="49" charset="0"/>
              <a:buChar char="o"/>
            </a:pPr>
            <a:r>
              <a:rPr lang="en-IN" sz="2400" dirty="0" smtClean="0"/>
              <a:t>Partial </a:t>
            </a:r>
            <a:r>
              <a:rPr lang="en-IN" sz="2400" dirty="0"/>
              <a:t>autocorrelation function (PACF)</a:t>
            </a:r>
            <a:endParaRPr lang="en-IN" sz="2400" dirty="0">
              <a:latin typeface="+mj-lt"/>
            </a:endParaRPr>
          </a:p>
        </p:txBody>
      </p:sp>
    </p:spTree>
    <p:extLst>
      <p:ext uri="{BB962C8B-B14F-4D97-AF65-F5344CB8AC3E}">
        <p14:creationId xmlns:p14="http://schemas.microsoft.com/office/powerpoint/2010/main" val="2128180416"/>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IN" sz="4400" dirty="0">
                <a:solidFill>
                  <a:srgbClr val="C00000"/>
                </a:solidFill>
              </a:rPr>
              <a:t>Autocorrelation function (ACF</a:t>
            </a:r>
            <a:r>
              <a:rPr lang="en-IN" sz="4400" dirty="0" smtClean="0">
                <a:solidFill>
                  <a:srgbClr val="C00000"/>
                </a:solidFill>
              </a:rPr>
              <a:t>) </a:t>
            </a:r>
            <a:r>
              <a:rPr lang="en-US" sz="4400" dirty="0" smtClean="0">
                <a:solidFill>
                  <a:srgbClr val="C00000"/>
                </a:solidFill>
              </a:rPr>
              <a:t> </a:t>
            </a:r>
            <a:endParaRPr lang="en-IN" sz="4400" dirty="0">
              <a:solidFill>
                <a:srgbClr val="C00000"/>
              </a:solidFill>
            </a:endParaRPr>
          </a:p>
        </p:txBody>
      </p:sp>
      <p:sp>
        <p:nvSpPr>
          <p:cNvPr id="3" name="Text Placeholder 2"/>
          <p:cNvSpPr>
            <a:spLocks noGrp="1"/>
          </p:cNvSpPr>
          <p:nvPr>
            <p:ph type="body" idx="1"/>
          </p:nvPr>
        </p:nvSpPr>
        <p:spPr/>
        <p:txBody>
          <a:bodyPr>
            <a:normAutofit/>
          </a:bodyPr>
          <a:lstStyle/>
          <a:p>
            <a:pPr>
              <a:buFont typeface="Wingdings" panose="05000000000000000000" pitchFamily="2" charset="2"/>
              <a:buChar char="§"/>
            </a:pPr>
            <a:r>
              <a:rPr lang="en-US" sz="2400" dirty="0"/>
              <a:t>Autocorrelation is the correlation between two values in a time </a:t>
            </a:r>
            <a:r>
              <a:rPr lang="en-US" sz="2400" dirty="0" smtClean="0"/>
              <a:t>series</a:t>
            </a:r>
          </a:p>
          <a:p>
            <a:pPr>
              <a:buFont typeface="Wingdings" panose="05000000000000000000" pitchFamily="2" charset="2"/>
              <a:buChar char="§"/>
            </a:pPr>
            <a:r>
              <a:rPr lang="en-US" sz="2400" dirty="0"/>
              <a:t>the observations at </a:t>
            </a:r>
            <a:r>
              <a:rPr lang="en-US" sz="2400" dirty="0" err="1"/>
              <a:t>y</a:t>
            </a:r>
            <a:r>
              <a:rPr lang="en-US" sz="2400" baseline="-25000" dirty="0" err="1"/>
              <a:t>t</a:t>
            </a:r>
            <a:r>
              <a:rPr lang="en-US" sz="2400" dirty="0"/>
              <a:t> and </a:t>
            </a:r>
            <a:r>
              <a:rPr lang="en-US" sz="2400" dirty="0" err="1"/>
              <a:t>y</a:t>
            </a:r>
            <a:r>
              <a:rPr lang="en-US" sz="2400" baseline="-25000" dirty="0" err="1"/>
              <a:t>t</a:t>
            </a:r>
            <a:r>
              <a:rPr lang="en-US" sz="2400" baseline="-25000" dirty="0"/>
              <a:t>–k</a:t>
            </a:r>
            <a:r>
              <a:rPr lang="en-US" sz="2400" dirty="0"/>
              <a:t> are separated by k time </a:t>
            </a:r>
            <a:r>
              <a:rPr lang="en-US" sz="2400" dirty="0" smtClean="0"/>
              <a:t>units</a:t>
            </a:r>
          </a:p>
          <a:p>
            <a:pPr>
              <a:buFont typeface="Wingdings" panose="05000000000000000000" pitchFamily="2" charset="2"/>
              <a:buChar char="§"/>
            </a:pPr>
            <a:r>
              <a:rPr lang="en-IN" sz="2400" dirty="0"/>
              <a:t>K is the </a:t>
            </a:r>
            <a:r>
              <a:rPr lang="en-IN" sz="2400" dirty="0" smtClean="0"/>
              <a:t>lag</a:t>
            </a:r>
          </a:p>
          <a:p>
            <a:pPr>
              <a:buFont typeface="Wingdings" panose="05000000000000000000" pitchFamily="2" charset="2"/>
              <a:buChar char="§"/>
            </a:pPr>
            <a:r>
              <a:rPr lang="en-US" sz="2400" dirty="0"/>
              <a:t>This lag can be days, quarters, or years depending on the nature of the </a:t>
            </a:r>
            <a:r>
              <a:rPr lang="en-US" sz="2400" dirty="0" smtClean="0"/>
              <a:t>data</a:t>
            </a:r>
          </a:p>
          <a:p>
            <a:pPr>
              <a:buFont typeface="Wingdings" panose="05000000000000000000" pitchFamily="2" charset="2"/>
              <a:buChar char="§"/>
            </a:pPr>
            <a:r>
              <a:rPr lang="en-US" sz="2400" dirty="0"/>
              <a:t>When k=1, you’re assessing adjacent </a:t>
            </a:r>
            <a:r>
              <a:rPr lang="en-US" sz="2400" dirty="0" smtClean="0"/>
              <a:t>observations</a:t>
            </a:r>
            <a:endParaRPr lang="en-US" sz="2400" dirty="0"/>
          </a:p>
          <a:p>
            <a:pPr>
              <a:buFont typeface="Wingdings" panose="05000000000000000000" pitchFamily="2" charset="2"/>
              <a:buChar char="§"/>
            </a:pPr>
            <a:r>
              <a:rPr lang="en-US" sz="2400" dirty="0"/>
              <a:t>Use the autocorrelation function (ACF) to identify which lags have significant </a:t>
            </a:r>
            <a:r>
              <a:rPr lang="en-US" sz="2400" dirty="0" smtClean="0"/>
              <a:t>correlations</a:t>
            </a:r>
          </a:p>
          <a:p>
            <a:pPr>
              <a:buFont typeface="Wingdings" panose="05000000000000000000" pitchFamily="2" charset="2"/>
              <a:buChar char="§"/>
            </a:pPr>
            <a:r>
              <a:rPr lang="en-US" sz="2400" dirty="0"/>
              <a:t>In an ACF plot, each bar represents the size and direction of the correlation</a:t>
            </a:r>
            <a:endParaRPr lang="en-IN" sz="2400" dirty="0">
              <a:latin typeface="+mj-lt"/>
            </a:endParaRPr>
          </a:p>
        </p:txBody>
      </p:sp>
    </p:spTree>
    <p:extLst>
      <p:ext uri="{BB962C8B-B14F-4D97-AF65-F5344CB8AC3E}">
        <p14:creationId xmlns:p14="http://schemas.microsoft.com/office/powerpoint/2010/main" val="2128180416"/>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IN" sz="4400" dirty="0">
                <a:solidFill>
                  <a:srgbClr val="C00000"/>
                </a:solidFill>
              </a:rPr>
              <a:t> </a:t>
            </a:r>
            <a:r>
              <a:rPr lang="en-US" sz="4400" dirty="0">
                <a:solidFill>
                  <a:srgbClr val="C00000"/>
                </a:solidFill>
              </a:rPr>
              <a:t> </a:t>
            </a:r>
            <a:endParaRPr lang="en-IN" sz="4400" dirty="0">
              <a:solidFill>
                <a:srgbClr val="C00000"/>
              </a:solidFill>
            </a:endParaRPr>
          </a:p>
        </p:txBody>
      </p:sp>
      <p:sp>
        <p:nvSpPr>
          <p:cNvPr id="3" name="Text Placeholder 2"/>
          <p:cNvSpPr>
            <a:spLocks noGrp="1"/>
          </p:cNvSpPr>
          <p:nvPr>
            <p:ph type="body" idx="1"/>
          </p:nvPr>
        </p:nvSpPr>
        <p:spPr/>
        <p:txBody>
          <a:bodyPr>
            <a:normAutofit/>
          </a:bodyPr>
          <a:lstStyle/>
          <a:p>
            <a:pPr>
              <a:buFont typeface="Wingdings" panose="05000000000000000000" pitchFamily="2" charset="2"/>
              <a:buChar char="§"/>
            </a:pPr>
            <a:endParaRPr lang="en-IN" sz="2400" dirty="0">
              <a:latin typeface="+mj-lt"/>
            </a:endParaRP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11307" y="931302"/>
            <a:ext cx="7926387" cy="518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87984534"/>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IN" sz="4400" dirty="0">
                <a:solidFill>
                  <a:srgbClr val="C00000"/>
                </a:solidFill>
              </a:rPr>
              <a:t> </a:t>
            </a:r>
            <a:r>
              <a:rPr lang="en-US" sz="4400" dirty="0">
                <a:solidFill>
                  <a:srgbClr val="C00000"/>
                </a:solidFill>
              </a:rPr>
              <a:t> </a:t>
            </a:r>
            <a:endParaRPr lang="en-IN" sz="4400" dirty="0">
              <a:solidFill>
                <a:srgbClr val="C00000"/>
              </a:solidFill>
            </a:endParaRPr>
          </a:p>
        </p:txBody>
      </p:sp>
      <p:sp>
        <p:nvSpPr>
          <p:cNvPr id="3" name="Text Placeholder 2"/>
          <p:cNvSpPr>
            <a:spLocks noGrp="1"/>
          </p:cNvSpPr>
          <p:nvPr>
            <p:ph type="body" idx="1"/>
          </p:nvPr>
        </p:nvSpPr>
        <p:spPr/>
        <p:txBody>
          <a:bodyPr>
            <a:normAutofit/>
          </a:bodyPr>
          <a:lstStyle/>
          <a:p>
            <a:pPr marL="114300" indent="0">
              <a:buNone/>
            </a:pPr>
            <a:r>
              <a:rPr lang="en-IN" sz="2400" dirty="0"/>
              <a:t>Trends</a:t>
            </a:r>
          </a:p>
          <a:p>
            <a:pPr>
              <a:buFont typeface="Wingdings" panose="05000000000000000000" pitchFamily="2" charset="2"/>
              <a:buChar char="§"/>
            </a:pPr>
            <a:endParaRPr lang="en-IN" sz="2400" dirty="0">
              <a:latin typeface="+mj-lt"/>
            </a:endParaRP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84400" y="976686"/>
            <a:ext cx="7821613" cy="5162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87984534"/>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IN" sz="4400" dirty="0">
                <a:solidFill>
                  <a:srgbClr val="C00000"/>
                </a:solidFill>
              </a:rPr>
              <a:t> </a:t>
            </a:r>
            <a:r>
              <a:rPr lang="en-US" sz="4400" dirty="0">
                <a:solidFill>
                  <a:srgbClr val="C00000"/>
                </a:solidFill>
              </a:rPr>
              <a:t> </a:t>
            </a:r>
            <a:endParaRPr lang="en-IN" sz="4400" dirty="0">
              <a:solidFill>
                <a:srgbClr val="C00000"/>
              </a:solidFill>
            </a:endParaRPr>
          </a:p>
        </p:txBody>
      </p:sp>
      <p:sp>
        <p:nvSpPr>
          <p:cNvPr id="3" name="Text Placeholder 2"/>
          <p:cNvSpPr>
            <a:spLocks noGrp="1"/>
          </p:cNvSpPr>
          <p:nvPr>
            <p:ph type="body" idx="1"/>
          </p:nvPr>
        </p:nvSpPr>
        <p:spPr/>
        <p:txBody>
          <a:bodyPr>
            <a:normAutofit/>
          </a:bodyPr>
          <a:lstStyle/>
          <a:p>
            <a:pPr>
              <a:buFont typeface="Wingdings" panose="05000000000000000000" pitchFamily="2" charset="2"/>
              <a:buChar char="§"/>
            </a:pPr>
            <a:endParaRPr lang="en-IN" sz="2400" dirty="0">
              <a:latin typeface="+mj-lt"/>
            </a:endParaRPr>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45317" y="1084263"/>
            <a:ext cx="7869237" cy="5162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87984534"/>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IN" sz="4400" dirty="0">
                <a:solidFill>
                  <a:srgbClr val="C00000"/>
                </a:solidFill>
              </a:rPr>
              <a:t> </a:t>
            </a:r>
            <a:r>
              <a:rPr lang="en-US" sz="4400" dirty="0">
                <a:solidFill>
                  <a:srgbClr val="C00000"/>
                </a:solidFill>
              </a:rPr>
              <a:t> </a:t>
            </a:r>
            <a:endParaRPr lang="en-IN" sz="4400" dirty="0">
              <a:solidFill>
                <a:srgbClr val="C00000"/>
              </a:solidFill>
            </a:endParaRPr>
          </a:p>
        </p:txBody>
      </p:sp>
      <p:sp>
        <p:nvSpPr>
          <p:cNvPr id="3" name="Text Placeholder 2"/>
          <p:cNvSpPr>
            <a:spLocks noGrp="1"/>
          </p:cNvSpPr>
          <p:nvPr>
            <p:ph type="body" idx="1"/>
          </p:nvPr>
        </p:nvSpPr>
        <p:spPr>
          <a:xfrm>
            <a:off x="838200" y="1834590"/>
            <a:ext cx="10515600" cy="4351338"/>
          </a:xfrm>
        </p:spPr>
        <p:txBody>
          <a:bodyPr>
            <a:normAutofit/>
          </a:bodyPr>
          <a:lstStyle/>
          <a:p>
            <a:pPr marL="114300" indent="0">
              <a:buNone/>
            </a:pPr>
            <a:r>
              <a:rPr lang="en-IN" sz="2400" dirty="0"/>
              <a:t>Seasonality</a:t>
            </a:r>
          </a:p>
          <a:p>
            <a:pPr>
              <a:buFont typeface="Wingdings" panose="05000000000000000000" pitchFamily="2" charset="2"/>
              <a:buChar char="§"/>
            </a:pPr>
            <a:endParaRPr lang="en-IN" sz="2400" dirty="0">
              <a:latin typeface="+mj-lt"/>
            </a:endParaRP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97106" y="690096"/>
            <a:ext cx="7773987" cy="5305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87984534"/>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ctr"/>
            <a:r>
              <a:rPr lang="en-US" sz="3200" b="1" dirty="0"/>
              <a:t>How to Read and Interpret an ACF Plot</a:t>
            </a:r>
            <a:r>
              <a:rPr lang="en-US" sz="3200" dirty="0"/>
              <a:t/>
            </a:r>
            <a:br>
              <a:rPr lang="en-US" sz="3200" dirty="0"/>
            </a:br>
            <a:endParaRPr lang="en-IN" sz="3200"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65046" y="1833563"/>
            <a:ext cx="8421687" cy="4248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1939675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ctr"/>
            <a:r>
              <a:rPr lang="en-US" sz="2800" b="1" dirty="0"/>
              <a:t>Autocorrelation Function and Its Purpose</a:t>
            </a:r>
            <a:r>
              <a:rPr lang="en-US" sz="2800" dirty="0"/>
              <a:t/>
            </a:r>
            <a:br>
              <a:rPr lang="en-US" sz="2800" dirty="0"/>
            </a:br>
            <a:endParaRPr lang="en-IN" sz="2800"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55749" y="1461247"/>
            <a:ext cx="9078913" cy="4867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4134354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IN" sz="4400" dirty="0">
                <a:solidFill>
                  <a:srgbClr val="C00000"/>
                </a:solidFill>
              </a:rPr>
              <a:t>Autocorrelation function (ACF)  </a:t>
            </a:r>
            <a:r>
              <a:rPr lang="en-US" sz="4400" dirty="0" smtClean="0">
                <a:solidFill>
                  <a:srgbClr val="C00000"/>
                </a:solidFill>
              </a:rPr>
              <a:t> </a:t>
            </a:r>
            <a:endParaRPr lang="en-IN" sz="4400" dirty="0">
              <a:solidFill>
                <a:srgbClr val="C00000"/>
              </a:solidFill>
            </a:endParaRPr>
          </a:p>
        </p:txBody>
      </p:sp>
      <p:sp>
        <p:nvSpPr>
          <p:cNvPr id="3" name="Text Placeholder 2"/>
          <p:cNvSpPr>
            <a:spLocks noGrp="1"/>
          </p:cNvSpPr>
          <p:nvPr>
            <p:ph type="body" idx="1"/>
          </p:nvPr>
        </p:nvSpPr>
        <p:spPr/>
        <p:txBody>
          <a:bodyPr>
            <a:normAutofit/>
          </a:bodyPr>
          <a:lstStyle/>
          <a:p>
            <a:pPr>
              <a:buFont typeface="Wingdings" panose="05000000000000000000" pitchFamily="2" charset="2"/>
              <a:buChar char="§"/>
            </a:pPr>
            <a:r>
              <a:rPr lang="en-US" sz="2400" dirty="0"/>
              <a:t>The ACF for a time series {</a:t>
            </a:r>
            <a:r>
              <a:rPr lang="en-US" sz="2400" dirty="0" err="1"/>
              <a:t>Xt</a:t>
            </a:r>
            <a:r>
              <a:rPr lang="en-US" sz="2400" dirty="0"/>
              <a:t>} at lag k is given by:</a:t>
            </a:r>
            <a:endParaRPr lang="en-IN" sz="2400" dirty="0">
              <a:latin typeface="+mj-lt"/>
            </a:endParaRPr>
          </a:p>
        </p:txBody>
      </p:sp>
      <p:pic>
        <p:nvPicPr>
          <p:cNvPr id="5123"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74358" y="2636837"/>
            <a:ext cx="6504567" cy="13614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24"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74358" y="3998257"/>
            <a:ext cx="5026960" cy="2358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87984534"/>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IN" sz="4400" dirty="0">
                <a:solidFill>
                  <a:srgbClr val="C00000"/>
                </a:solidFill>
              </a:rPr>
              <a:t> </a:t>
            </a:r>
            <a:r>
              <a:rPr lang="en-US" sz="4400" dirty="0">
                <a:solidFill>
                  <a:srgbClr val="C00000"/>
                </a:solidFill>
              </a:rPr>
              <a:t> </a:t>
            </a:r>
            <a:endParaRPr lang="en-IN" sz="4400" dirty="0">
              <a:solidFill>
                <a:srgbClr val="C00000"/>
              </a:solidFill>
            </a:endParaRPr>
          </a:p>
        </p:txBody>
      </p:sp>
      <p:sp>
        <p:nvSpPr>
          <p:cNvPr id="3" name="Text Placeholder 2"/>
          <p:cNvSpPr>
            <a:spLocks noGrp="1"/>
          </p:cNvSpPr>
          <p:nvPr>
            <p:ph type="body" idx="1"/>
          </p:nvPr>
        </p:nvSpPr>
        <p:spPr/>
        <p:txBody>
          <a:bodyPr>
            <a:normAutofit/>
          </a:bodyPr>
          <a:lstStyle/>
          <a:p>
            <a:pPr>
              <a:buFont typeface="Wingdings" panose="05000000000000000000" pitchFamily="2" charset="2"/>
              <a:buChar char="§"/>
            </a:pPr>
            <a:r>
              <a:rPr lang="en-US" sz="2400" dirty="0"/>
              <a:t>Consider a simple time series dataset where we observe daily stock prices for 10 days: X ={120,122,119,118,121,123,124,125,126,128}. </a:t>
            </a:r>
          </a:p>
          <a:p>
            <a:pPr>
              <a:buFont typeface="Wingdings" panose="05000000000000000000" pitchFamily="2" charset="2"/>
              <a:buChar char="§"/>
            </a:pPr>
            <a:r>
              <a:rPr lang="en-US" sz="2400" dirty="0" smtClean="0"/>
              <a:t>We </a:t>
            </a:r>
            <a:r>
              <a:rPr lang="en-US" sz="2400" dirty="0"/>
              <a:t>want to </a:t>
            </a:r>
            <a:r>
              <a:rPr lang="en-US" sz="2400" dirty="0" smtClean="0"/>
              <a:t>calculate </a:t>
            </a:r>
            <a:r>
              <a:rPr lang="en-US" sz="2400" dirty="0"/>
              <a:t>the autocorrelation </a:t>
            </a:r>
            <a:r>
              <a:rPr lang="en-US" sz="2400" dirty="0" smtClean="0"/>
              <a:t>at </a:t>
            </a:r>
            <a:r>
              <a:rPr lang="en-US" sz="2400" dirty="0"/>
              <a:t>lag 1 and lag </a:t>
            </a:r>
            <a:r>
              <a:rPr lang="en-US" sz="2400" dirty="0" smtClean="0"/>
              <a:t>2</a:t>
            </a:r>
          </a:p>
          <a:p>
            <a:pPr>
              <a:buFont typeface="Wingdings" panose="05000000000000000000" pitchFamily="2" charset="2"/>
              <a:buChar char="§"/>
            </a:pPr>
            <a:endParaRPr lang="en-IN" sz="2400" dirty="0">
              <a:latin typeface="+mj-lt"/>
            </a:endParaRPr>
          </a:p>
        </p:txBody>
      </p:sp>
      <p:sp>
        <p:nvSpPr>
          <p:cNvPr id="4" name="Title 1"/>
          <p:cNvSpPr txBox="1">
            <a:spLocks/>
          </p:cNvSpPr>
          <p:nvPr/>
        </p:nvSpPr>
        <p:spPr>
          <a:xfrm>
            <a:off x="990600" y="1018674"/>
            <a:ext cx="10515600" cy="824414"/>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rgbClr val="A42530"/>
              </a:buClr>
              <a:buSzPts val="1800"/>
              <a:buFont typeface="Arial"/>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algn="ctr"/>
            <a:r>
              <a:rPr lang="en-IN" sz="4400" dirty="0" smtClean="0">
                <a:solidFill>
                  <a:srgbClr val="C00000"/>
                </a:solidFill>
              </a:rPr>
              <a:t>Autocorrelation function (ACF)  </a:t>
            </a:r>
            <a:r>
              <a:rPr lang="en-US" sz="4400" dirty="0" smtClean="0">
                <a:solidFill>
                  <a:srgbClr val="C00000"/>
                </a:solidFill>
              </a:rPr>
              <a:t> </a:t>
            </a:r>
            <a:endParaRPr lang="en-IN" sz="4400" dirty="0">
              <a:solidFill>
                <a:srgbClr val="C00000"/>
              </a:solidFill>
            </a:endParaRPr>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32130" y="3080311"/>
            <a:ext cx="6632540" cy="1626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4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25788" y="4553977"/>
            <a:ext cx="10948692" cy="13806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879845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14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IN" sz="4400" dirty="0">
                <a:solidFill>
                  <a:srgbClr val="C00000"/>
                </a:solidFill>
              </a:rPr>
              <a:t> </a:t>
            </a:r>
            <a:r>
              <a:rPr lang="en-US" sz="4400" dirty="0">
                <a:solidFill>
                  <a:srgbClr val="C00000"/>
                </a:solidFill>
              </a:rPr>
              <a:t> </a:t>
            </a:r>
            <a:endParaRPr lang="en-IN" sz="4400" dirty="0">
              <a:solidFill>
                <a:srgbClr val="C00000"/>
              </a:solidFill>
            </a:endParaRPr>
          </a:p>
        </p:txBody>
      </p:sp>
      <p:sp>
        <p:nvSpPr>
          <p:cNvPr id="3" name="Text Placeholder 2"/>
          <p:cNvSpPr>
            <a:spLocks noGrp="1"/>
          </p:cNvSpPr>
          <p:nvPr>
            <p:ph type="body" idx="1"/>
          </p:nvPr>
        </p:nvSpPr>
        <p:spPr/>
        <p:txBody>
          <a:bodyPr>
            <a:normAutofit/>
          </a:bodyPr>
          <a:lstStyle/>
          <a:p>
            <a:pPr>
              <a:buFont typeface="Wingdings" panose="05000000000000000000" pitchFamily="2" charset="2"/>
              <a:buChar char="§"/>
            </a:pPr>
            <a:endParaRPr lang="en-IN" sz="2400" dirty="0" smtClean="0">
              <a:latin typeface="+mj-lt"/>
            </a:endParaRPr>
          </a:p>
          <a:p>
            <a:pPr>
              <a:buFont typeface="Wingdings" panose="05000000000000000000" pitchFamily="2" charset="2"/>
              <a:buChar char="§"/>
            </a:pPr>
            <a:endParaRPr lang="en-IN" sz="2400" dirty="0">
              <a:latin typeface="+mj-lt"/>
            </a:endParaRPr>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9122" y="1197816"/>
            <a:ext cx="9517063" cy="1181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17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89866" y="2669708"/>
            <a:ext cx="9615621" cy="12120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172"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81424" y="4421187"/>
            <a:ext cx="4883613" cy="6976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307158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17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17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IN" sz="4400" dirty="0">
                <a:solidFill>
                  <a:srgbClr val="C00000"/>
                </a:solidFill>
              </a:rPr>
              <a:t> </a:t>
            </a:r>
            <a:r>
              <a:rPr lang="en-US" sz="4400" dirty="0">
                <a:solidFill>
                  <a:srgbClr val="C00000"/>
                </a:solidFill>
              </a:rPr>
              <a:t> </a:t>
            </a:r>
            <a:endParaRPr lang="en-IN" sz="4400" dirty="0">
              <a:solidFill>
                <a:srgbClr val="C00000"/>
              </a:solidFill>
            </a:endParaRPr>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3409" y="1369826"/>
            <a:ext cx="10925896" cy="12478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19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1033" y="3205348"/>
            <a:ext cx="11570486" cy="13935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196"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08087" y="4699934"/>
            <a:ext cx="10607395" cy="15608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307158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19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19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IN" sz="4400" dirty="0">
                <a:solidFill>
                  <a:srgbClr val="C00000"/>
                </a:solidFill>
              </a:rPr>
              <a:t> </a:t>
            </a:r>
            <a:r>
              <a:rPr lang="en-US" sz="4400" dirty="0">
                <a:solidFill>
                  <a:srgbClr val="C00000"/>
                </a:solidFill>
              </a:rPr>
              <a:t> </a:t>
            </a:r>
            <a:endParaRPr lang="en-IN" sz="4400" dirty="0">
              <a:solidFill>
                <a:srgbClr val="C00000"/>
              </a:solidFill>
            </a:endParaRPr>
          </a:p>
        </p:txBody>
      </p:sp>
      <p:sp>
        <p:nvSpPr>
          <p:cNvPr id="3" name="Text Placeholder 2"/>
          <p:cNvSpPr>
            <a:spLocks noGrp="1"/>
          </p:cNvSpPr>
          <p:nvPr>
            <p:ph type="body" idx="1"/>
          </p:nvPr>
        </p:nvSpPr>
        <p:spPr/>
        <p:txBody>
          <a:bodyPr>
            <a:normAutofit/>
          </a:bodyPr>
          <a:lstStyle/>
          <a:p>
            <a:pPr>
              <a:buFont typeface="Wingdings" panose="05000000000000000000" pitchFamily="2" charset="2"/>
              <a:buChar char="§"/>
            </a:pPr>
            <a:endParaRPr lang="en-IN" sz="2400" dirty="0">
              <a:latin typeface="+mj-lt"/>
            </a:endParaRPr>
          </a:p>
        </p:txBody>
      </p:sp>
      <p:pic>
        <p:nvPicPr>
          <p:cNvPr id="921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7050" y="1281019"/>
            <a:ext cx="11319581" cy="28158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220"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3305" y="4213038"/>
            <a:ext cx="10943326" cy="17036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307158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2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5"/>
        <p:cNvGrpSpPr/>
        <p:nvPr/>
      </p:nvGrpSpPr>
      <p:grpSpPr>
        <a:xfrm>
          <a:off x="0" y="0"/>
          <a:ext cx="0" cy="0"/>
          <a:chOff x="0" y="0"/>
          <a:chExt cx="0" cy="0"/>
        </a:xfrm>
      </p:grpSpPr>
      <p:sp>
        <p:nvSpPr>
          <p:cNvPr id="4" name="Google Shape;334;p3"/>
          <p:cNvSpPr txBox="1">
            <a:spLocks/>
          </p:cNvSpPr>
          <p:nvPr/>
        </p:nvSpPr>
        <p:spPr>
          <a:xfrm>
            <a:off x="277362" y="2747031"/>
            <a:ext cx="11174410" cy="576741"/>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406400" algn="ctr" rtl="0">
              <a:lnSpc>
                <a:spcPct val="90000"/>
              </a:lnSpc>
              <a:spcBef>
                <a:spcPts val="1000"/>
              </a:spcBef>
              <a:spcAft>
                <a:spcPts val="0"/>
              </a:spcAft>
              <a:buClr>
                <a:srgbClr val="4D4D4C"/>
              </a:buClr>
              <a:buSzPts val="2400"/>
              <a:buFont typeface="Arial"/>
              <a:buNone/>
              <a:defRPr sz="2400" b="0" i="0" u="none" strike="noStrike" cap="none">
                <a:solidFill>
                  <a:srgbClr val="4D4D4C"/>
                </a:solidFill>
                <a:latin typeface="Fira Sans"/>
                <a:ea typeface="Fira Sans"/>
                <a:cs typeface="Fira Sans"/>
                <a:sym typeface="Fira Sans"/>
              </a:defRPr>
            </a:lvl1pPr>
            <a:lvl2pPr marL="914400" marR="0" lvl="1" indent="-381000" algn="ctr" rtl="0">
              <a:lnSpc>
                <a:spcPct val="90000"/>
              </a:lnSpc>
              <a:spcBef>
                <a:spcPts val="500"/>
              </a:spcBef>
              <a:spcAft>
                <a:spcPts val="0"/>
              </a:spcAft>
              <a:buClr>
                <a:srgbClr val="4D4D4C"/>
              </a:buClr>
              <a:buSzPts val="2000"/>
              <a:buFont typeface="Arial"/>
              <a:buNone/>
              <a:defRPr sz="2000" b="0" i="0" u="none" strike="noStrike" cap="none">
                <a:solidFill>
                  <a:srgbClr val="4D4D4C"/>
                </a:solidFill>
                <a:latin typeface="Fira Sans"/>
                <a:ea typeface="Fira Sans"/>
                <a:cs typeface="Fira Sans"/>
                <a:sym typeface="Fira Sans"/>
              </a:defRPr>
            </a:lvl2pPr>
            <a:lvl3pPr marL="1371600" marR="0" lvl="2" indent="-355600" algn="ctr" rtl="0">
              <a:lnSpc>
                <a:spcPct val="90000"/>
              </a:lnSpc>
              <a:spcBef>
                <a:spcPts val="500"/>
              </a:spcBef>
              <a:spcAft>
                <a:spcPts val="0"/>
              </a:spcAft>
              <a:buClr>
                <a:srgbClr val="4D4D4C"/>
              </a:buClr>
              <a:buSzPts val="1800"/>
              <a:buFont typeface="Arial"/>
              <a:buNone/>
              <a:defRPr sz="1800" b="0" i="0" u="none" strike="noStrike" cap="none">
                <a:solidFill>
                  <a:srgbClr val="4D4D4C"/>
                </a:solidFill>
                <a:latin typeface="Fira Sans"/>
                <a:ea typeface="Fira Sans"/>
                <a:cs typeface="Fira Sans"/>
                <a:sym typeface="Fira Sans"/>
              </a:defRPr>
            </a:lvl3pPr>
            <a:lvl4pPr marL="1828800" marR="0" lvl="3" indent="-342900" algn="ctr" rtl="0">
              <a:lnSpc>
                <a:spcPct val="90000"/>
              </a:lnSpc>
              <a:spcBef>
                <a:spcPts val="500"/>
              </a:spcBef>
              <a:spcAft>
                <a:spcPts val="0"/>
              </a:spcAft>
              <a:buClr>
                <a:srgbClr val="4D4D4C"/>
              </a:buClr>
              <a:buSzPts val="1600"/>
              <a:buFont typeface="Arial"/>
              <a:buNone/>
              <a:defRPr sz="1600" b="0" i="0" u="none" strike="noStrike" cap="none">
                <a:solidFill>
                  <a:srgbClr val="4D4D4C"/>
                </a:solidFill>
                <a:latin typeface="Fira Sans"/>
                <a:ea typeface="Fira Sans"/>
                <a:cs typeface="Fira Sans"/>
                <a:sym typeface="Fira Sans"/>
              </a:defRPr>
            </a:lvl4pPr>
            <a:lvl5pPr marL="2286000" marR="0" lvl="4" indent="-342900" algn="ctr" rtl="0">
              <a:lnSpc>
                <a:spcPct val="90000"/>
              </a:lnSpc>
              <a:spcBef>
                <a:spcPts val="500"/>
              </a:spcBef>
              <a:spcAft>
                <a:spcPts val="0"/>
              </a:spcAft>
              <a:buClr>
                <a:srgbClr val="4D4D4C"/>
              </a:buClr>
              <a:buSzPts val="1600"/>
              <a:buFont typeface="Arial"/>
              <a:buNone/>
              <a:defRPr sz="1600" b="0" i="0" u="none" strike="noStrike" cap="none">
                <a:solidFill>
                  <a:srgbClr val="4D4D4C"/>
                </a:solidFill>
                <a:latin typeface="Fira Sans"/>
                <a:ea typeface="Fira Sans"/>
                <a:cs typeface="Fira Sans"/>
                <a:sym typeface="Fira Sans"/>
              </a:defRPr>
            </a:lvl5pPr>
            <a:lvl6pPr marL="2743200" marR="0" lvl="5" indent="-342900"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6pPr>
            <a:lvl7pPr marL="3200400" marR="0" lvl="6" indent="-342900"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7pPr>
            <a:lvl8pPr marL="3657600" marR="0" lvl="7" indent="-342900"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8pPr>
            <a:lvl9pPr marL="4114800" marR="0" lvl="8" indent="-342900"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9pPr>
          </a:lstStyle>
          <a:p>
            <a:pPr marL="0" indent="0">
              <a:spcBef>
                <a:spcPts val="0"/>
              </a:spcBef>
              <a:buClr>
                <a:srgbClr val="C00000"/>
              </a:buClr>
              <a:buSzPts val="4000"/>
            </a:pPr>
            <a:r>
              <a:rPr lang="en-US" sz="4000" dirty="0" smtClean="0">
                <a:solidFill>
                  <a:srgbClr val="C00000"/>
                </a:solidFill>
              </a:rPr>
              <a:t>   </a:t>
            </a:r>
            <a:r>
              <a:rPr lang="en-US" sz="4000" dirty="0">
                <a:solidFill>
                  <a:srgbClr val="C00000"/>
                </a:solidFill>
                <a:latin typeface="Marcellus"/>
                <a:ea typeface="Marcellus"/>
                <a:cs typeface="Marcellus"/>
                <a:sym typeface="Marcellus"/>
              </a:rPr>
              <a:t> Measuring Trend</a:t>
            </a:r>
          </a:p>
          <a:p>
            <a:pPr marL="0" indent="0">
              <a:spcBef>
                <a:spcPts val="0"/>
              </a:spcBef>
              <a:buClr>
                <a:srgbClr val="C00000"/>
              </a:buClr>
              <a:buSzPts val="4000"/>
            </a:pPr>
            <a:endParaRPr lang="en-US" sz="4000" dirty="0">
              <a:solidFill>
                <a:srgbClr val="C00000"/>
              </a:solidFill>
              <a:latin typeface="Marcellus"/>
              <a:ea typeface="Marcellus"/>
              <a:cs typeface="Marcellus"/>
              <a:sym typeface="Marcellus"/>
            </a:endParaRPr>
          </a:p>
        </p:txBody>
      </p:sp>
      <p:sp>
        <p:nvSpPr>
          <p:cNvPr id="2" name="Google Shape;28;p6">
            <a:extLst>
              <a:ext uri="{FF2B5EF4-FFF2-40B4-BE49-F238E27FC236}">
                <a16:creationId xmlns:a16="http://schemas.microsoft.com/office/drawing/2014/main" xmlns="" id="{F388C51B-56D8-DB7D-0368-EA448C03A407}"/>
              </a:ext>
            </a:extLst>
          </p:cNvPr>
          <p:cNvSpPr txBox="1">
            <a:spLocks noGrp="1"/>
          </p:cNvSpPr>
          <p:nvPr>
            <p:ph type="dt" idx="10"/>
          </p:nvPr>
        </p:nvSpPr>
        <p:spPr>
          <a:xfrm>
            <a:off x="838200" y="5843197"/>
            <a:ext cx="2743200" cy="496491"/>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chemeClr val="tx1">
                    <a:lumMod val="75000"/>
                    <a:lumOff val="25000"/>
                  </a:schemeClr>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lang="en-US" dirty="0"/>
          </a:p>
        </p:txBody>
      </p:sp>
      <p:sp>
        <p:nvSpPr>
          <p:cNvPr id="3" name="Google Shape;29;p6">
            <a:extLst>
              <a:ext uri="{FF2B5EF4-FFF2-40B4-BE49-F238E27FC236}">
                <a16:creationId xmlns:a16="http://schemas.microsoft.com/office/drawing/2014/main" xmlns="" id="{CD76D83B-ED06-95EF-7E8D-E8131A31FC4C}"/>
              </a:ext>
            </a:extLst>
          </p:cNvPr>
          <p:cNvSpPr txBox="1">
            <a:spLocks noGrp="1"/>
          </p:cNvSpPr>
          <p:nvPr>
            <p:ph type="ftr" idx="11"/>
          </p:nvPr>
        </p:nvSpPr>
        <p:spPr>
          <a:xfrm>
            <a:off x="4038600" y="5843197"/>
            <a:ext cx="4114800" cy="5149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solidFill>
                  <a:schemeClr val="tx1">
                    <a:lumMod val="75000"/>
                    <a:lumOff val="25000"/>
                  </a:schemeClr>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lang="en-US" dirty="0"/>
          </a:p>
        </p:txBody>
      </p:sp>
      <p:sp>
        <p:nvSpPr>
          <p:cNvPr id="8" name="Google Shape;30;p6">
            <a:extLst>
              <a:ext uri="{FF2B5EF4-FFF2-40B4-BE49-F238E27FC236}">
                <a16:creationId xmlns:a16="http://schemas.microsoft.com/office/drawing/2014/main" xmlns="" id="{C9C195AD-2DBF-1F84-5DE6-6EEE55666AD5}"/>
              </a:ext>
            </a:extLst>
          </p:cNvPr>
          <p:cNvSpPr txBox="1">
            <a:spLocks noGrp="1"/>
          </p:cNvSpPr>
          <p:nvPr>
            <p:ph type="sldNum" idx="12"/>
          </p:nvPr>
        </p:nvSpPr>
        <p:spPr>
          <a:xfrm>
            <a:off x="10169610" y="5862996"/>
            <a:ext cx="2016210" cy="496491"/>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chemeClr val="tx1">
                    <a:lumMod val="75000"/>
                    <a:lumOff val="25000"/>
                  </a:schemeClr>
                </a:solidFill>
                <a:latin typeface="Fira Sans"/>
                <a:ea typeface="Fira Sans"/>
                <a:cs typeface="Fira Sans"/>
                <a:sym typeface="Fira Sans"/>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9pPr>
          </a:lstStyle>
          <a:p>
            <a:fld id="{00000000-1234-1234-1234-123412341234}" type="slidenum">
              <a:rPr lang="en-US" smtClean="0"/>
              <a:pPr/>
              <a:t>34</a:t>
            </a:fld>
            <a:endParaRPr lang="en-US" dirty="0"/>
          </a:p>
        </p:txBody>
      </p:sp>
    </p:spTree>
    <p:extLst>
      <p:ext uri="{BB962C8B-B14F-4D97-AF65-F5344CB8AC3E}">
        <p14:creationId xmlns:p14="http://schemas.microsoft.com/office/powerpoint/2010/main" val="4027176611"/>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4400" dirty="0">
                <a:solidFill>
                  <a:srgbClr val="C00000"/>
                </a:solidFill>
                <a:sym typeface="Marcellus"/>
              </a:rPr>
              <a:t>Measuring Trend</a:t>
            </a:r>
            <a:endParaRPr lang="en-IN" sz="4400" dirty="0">
              <a:solidFill>
                <a:srgbClr val="C00000"/>
              </a:solidFill>
            </a:endParaRPr>
          </a:p>
        </p:txBody>
      </p:sp>
      <p:sp>
        <p:nvSpPr>
          <p:cNvPr id="3" name="Text Placeholder 2"/>
          <p:cNvSpPr>
            <a:spLocks noGrp="1"/>
          </p:cNvSpPr>
          <p:nvPr>
            <p:ph type="body" idx="1"/>
          </p:nvPr>
        </p:nvSpPr>
        <p:spPr/>
        <p:txBody>
          <a:bodyPr>
            <a:normAutofit/>
          </a:bodyPr>
          <a:lstStyle/>
          <a:p>
            <a:r>
              <a:rPr lang="en-US" sz="2400" dirty="0"/>
              <a:t>The trend component of a time series reflects the long-term movement in the data. </a:t>
            </a:r>
            <a:endParaRPr lang="en-US" sz="2400" dirty="0" smtClean="0"/>
          </a:p>
          <a:p>
            <a:r>
              <a:rPr lang="en-US" sz="2400" dirty="0" smtClean="0"/>
              <a:t>Understanding </a:t>
            </a:r>
            <a:r>
              <a:rPr lang="en-US" sz="2400" dirty="0"/>
              <a:t>the trend is crucial for forecasting future values and identifying </a:t>
            </a:r>
            <a:r>
              <a:rPr lang="en-US" sz="2400" dirty="0" smtClean="0"/>
              <a:t>underlying patterns</a:t>
            </a:r>
          </a:p>
          <a:p>
            <a:r>
              <a:rPr lang="en-US" sz="2400" dirty="0" smtClean="0"/>
              <a:t>Type of Measuring Trends:</a:t>
            </a:r>
          </a:p>
          <a:p>
            <a:pPr lvl="1"/>
            <a:r>
              <a:rPr lang="en-IN" sz="2400" dirty="0" smtClean="0"/>
              <a:t>Graphic</a:t>
            </a:r>
          </a:p>
          <a:p>
            <a:pPr lvl="1"/>
            <a:r>
              <a:rPr lang="en-IN" sz="2400" dirty="0" smtClean="0"/>
              <a:t>Semi-Averages</a:t>
            </a:r>
          </a:p>
          <a:p>
            <a:pPr lvl="1"/>
            <a:r>
              <a:rPr lang="en-IN" sz="2400" dirty="0"/>
              <a:t>Moving </a:t>
            </a:r>
            <a:r>
              <a:rPr lang="en-IN" sz="2400" dirty="0" smtClean="0"/>
              <a:t>Average</a:t>
            </a:r>
          </a:p>
          <a:p>
            <a:pPr lvl="1"/>
            <a:r>
              <a:rPr lang="en-IN" sz="2400" dirty="0"/>
              <a:t>Method of Least </a:t>
            </a:r>
            <a:r>
              <a:rPr lang="en-IN" sz="2400" dirty="0" smtClean="0"/>
              <a:t>Squares</a:t>
            </a:r>
          </a:p>
          <a:p>
            <a:pPr lvl="1"/>
            <a:r>
              <a:rPr lang="en-US" sz="2400" dirty="0"/>
              <a:t>Fitting a Straight Line Trend by the Method of Least Squares</a:t>
            </a:r>
            <a:endParaRPr lang="en-IN" sz="2400" dirty="0"/>
          </a:p>
        </p:txBody>
      </p:sp>
    </p:spTree>
    <p:extLst>
      <p:ext uri="{BB962C8B-B14F-4D97-AF65-F5344CB8AC3E}">
        <p14:creationId xmlns:p14="http://schemas.microsoft.com/office/powerpoint/2010/main" val="198459710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1" algn="ctr"/>
            <a:r>
              <a:rPr lang="en-IN" sz="4400" dirty="0">
                <a:solidFill>
                  <a:srgbClr val="C00000"/>
                </a:solidFill>
              </a:rPr>
              <a:t>Graphic</a:t>
            </a:r>
          </a:p>
        </p:txBody>
      </p:sp>
      <p:sp>
        <p:nvSpPr>
          <p:cNvPr id="3" name="Text Placeholder 2"/>
          <p:cNvSpPr>
            <a:spLocks noGrp="1"/>
          </p:cNvSpPr>
          <p:nvPr>
            <p:ph type="body" idx="1"/>
          </p:nvPr>
        </p:nvSpPr>
        <p:spPr/>
        <p:txBody>
          <a:bodyPr>
            <a:normAutofit/>
          </a:bodyPr>
          <a:lstStyle/>
          <a:p>
            <a:pPr>
              <a:buFont typeface="Wingdings" panose="05000000000000000000" pitchFamily="2" charset="2"/>
              <a:buChar char="§"/>
            </a:pPr>
            <a:r>
              <a:rPr lang="en-US" sz="2400" dirty="0" smtClean="0"/>
              <a:t>Is </a:t>
            </a:r>
            <a:r>
              <a:rPr lang="en-US" sz="2400" dirty="0"/>
              <a:t>the simplest and most intuitive approach to identifying trends in time series </a:t>
            </a:r>
            <a:r>
              <a:rPr lang="en-US" sz="2400" dirty="0" smtClean="0"/>
              <a:t>data</a:t>
            </a:r>
          </a:p>
          <a:p>
            <a:pPr>
              <a:buFont typeface="Wingdings" panose="05000000000000000000" pitchFamily="2" charset="2"/>
              <a:buChar char="§"/>
            </a:pPr>
            <a:r>
              <a:rPr lang="en-US" sz="2400" dirty="0"/>
              <a:t>This method involves the following </a:t>
            </a:r>
            <a:r>
              <a:rPr lang="en-US" sz="2400" dirty="0" smtClean="0"/>
              <a:t>steps</a:t>
            </a:r>
          </a:p>
          <a:p>
            <a:pPr marL="1028700" lvl="1" indent="-457200">
              <a:buFont typeface="+mj-lt"/>
              <a:buAutoNum type="arabicPeriod"/>
            </a:pPr>
            <a:r>
              <a:rPr lang="en-US" sz="2400" dirty="0" smtClean="0"/>
              <a:t>Plot </a:t>
            </a:r>
            <a:r>
              <a:rPr lang="en-US" sz="2400" dirty="0"/>
              <a:t>the Data</a:t>
            </a:r>
            <a:r>
              <a:rPr lang="en-US" sz="2400" dirty="0" smtClean="0"/>
              <a:t>: </a:t>
            </a:r>
            <a:r>
              <a:rPr lang="en-US" sz="2400" dirty="0"/>
              <a:t>First, plot the given time series data on a graph, with time on the x-axis and the variable of interest on the y-axis. </a:t>
            </a:r>
          </a:p>
          <a:p>
            <a:pPr marL="1028700" lvl="1" indent="-457200">
              <a:buFont typeface="+mj-lt"/>
              <a:buAutoNum type="arabicPeriod"/>
            </a:pPr>
            <a:r>
              <a:rPr lang="en-US" sz="2400" dirty="0" smtClean="0"/>
              <a:t>Draw </a:t>
            </a:r>
            <a:r>
              <a:rPr lang="en-US" sz="2400" dirty="0"/>
              <a:t>a Trend Line</a:t>
            </a:r>
            <a:r>
              <a:rPr lang="en-US" sz="2400" dirty="0" smtClean="0"/>
              <a:t>: </a:t>
            </a:r>
            <a:r>
              <a:rPr lang="en-US" sz="2400" dirty="0"/>
              <a:t>A smooth, free-hand curve is then drawn through the plotted points, representing the general tendency of the series. This curve visually highlights the trend over time.</a:t>
            </a:r>
            <a:endParaRPr lang="en-IN" sz="2400" dirty="0">
              <a:latin typeface="+mj-lt"/>
            </a:endParaRPr>
          </a:p>
        </p:txBody>
      </p:sp>
    </p:spTree>
    <p:extLst>
      <p:ext uri="{BB962C8B-B14F-4D97-AF65-F5344CB8AC3E}">
        <p14:creationId xmlns:p14="http://schemas.microsoft.com/office/powerpoint/2010/main" val="233776061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1" algn="ctr"/>
            <a:r>
              <a:rPr lang="en-IN" sz="4400" dirty="0">
                <a:solidFill>
                  <a:srgbClr val="C00000"/>
                </a:solidFill>
              </a:rPr>
              <a:t>Graphic</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2574" y="1857935"/>
            <a:ext cx="2476500" cy="3590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38388" y="1675840"/>
            <a:ext cx="7059613" cy="3333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9963044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IN" sz="4400" dirty="0">
                <a:solidFill>
                  <a:srgbClr val="C00000"/>
                </a:solidFill>
              </a:rPr>
              <a:t> </a:t>
            </a:r>
            <a:r>
              <a:rPr lang="en-US" sz="4400" dirty="0">
                <a:solidFill>
                  <a:srgbClr val="C00000"/>
                </a:solidFill>
              </a:rPr>
              <a:t> </a:t>
            </a:r>
            <a:endParaRPr lang="en-IN" sz="4400" dirty="0">
              <a:solidFill>
                <a:srgbClr val="C00000"/>
              </a:solidFill>
            </a:endParaRPr>
          </a:p>
        </p:txBody>
      </p:sp>
      <p:sp>
        <p:nvSpPr>
          <p:cNvPr id="4" name="Text Placeholder 3"/>
          <p:cNvSpPr>
            <a:spLocks noGrp="1"/>
          </p:cNvSpPr>
          <p:nvPr>
            <p:ph type="body" idx="1"/>
          </p:nvPr>
        </p:nvSpPr>
        <p:spPr/>
        <p:txBody>
          <a:bodyPr>
            <a:normAutofit/>
          </a:bodyPr>
          <a:lstStyle/>
          <a:p>
            <a:pPr marL="114300" indent="0">
              <a:buNone/>
            </a:pPr>
            <a:r>
              <a:rPr lang="en-IN" sz="2400" dirty="0"/>
              <a:t>Advantages</a:t>
            </a:r>
            <a:r>
              <a:rPr lang="en-IN" sz="2400" dirty="0" smtClean="0"/>
              <a:t>:</a:t>
            </a:r>
          </a:p>
          <a:p>
            <a:pPr marL="114300" indent="0">
              <a:buNone/>
            </a:pPr>
            <a:endParaRPr lang="en-IN" sz="2400" dirty="0"/>
          </a:p>
          <a:p>
            <a:pPr>
              <a:buFont typeface="+mj-lt"/>
              <a:buAutoNum type="arabicPeriod"/>
            </a:pPr>
            <a:r>
              <a:rPr lang="en-IN" sz="2400" dirty="0"/>
              <a:t>Simplicity: </a:t>
            </a:r>
            <a:r>
              <a:rPr lang="en-US" sz="2400" dirty="0"/>
              <a:t>simplest approaches to studying trend values and is easy to implement</a:t>
            </a:r>
            <a:r>
              <a:rPr lang="en-US" sz="2400" dirty="0" smtClean="0"/>
              <a:t>.</a:t>
            </a:r>
          </a:p>
          <a:p>
            <a:pPr>
              <a:buFont typeface="+mj-lt"/>
              <a:buAutoNum type="arabicPeriod"/>
            </a:pPr>
            <a:r>
              <a:rPr lang="en-IN" sz="2400" dirty="0"/>
              <a:t>Expertise </a:t>
            </a:r>
            <a:r>
              <a:rPr lang="en-IN" sz="2400" dirty="0" smtClean="0"/>
              <a:t>Benefits: </a:t>
            </a:r>
            <a:r>
              <a:rPr lang="en-US" sz="2400" dirty="0"/>
              <a:t>experienced statistician can often draw a trend </a:t>
            </a:r>
            <a:r>
              <a:rPr lang="en-US" sz="2400" dirty="0" smtClean="0"/>
              <a:t>line</a:t>
            </a:r>
          </a:p>
          <a:p>
            <a:pPr>
              <a:buFont typeface="+mj-lt"/>
              <a:buAutoNum type="arabicPeriod"/>
            </a:pPr>
            <a:r>
              <a:rPr lang="en-IN" sz="2400" dirty="0" smtClean="0"/>
              <a:t>Applicability:</a:t>
            </a:r>
            <a:r>
              <a:rPr lang="en-US" sz="2400" dirty="0"/>
              <a:t>this method has significant merits in the hands of skilled statisticians </a:t>
            </a:r>
          </a:p>
        </p:txBody>
      </p:sp>
      <p:sp>
        <p:nvSpPr>
          <p:cNvPr id="5" name="Text Placeholder 4"/>
          <p:cNvSpPr>
            <a:spLocks noGrp="1"/>
          </p:cNvSpPr>
          <p:nvPr>
            <p:ph type="body" idx="2"/>
          </p:nvPr>
        </p:nvSpPr>
        <p:spPr/>
        <p:txBody>
          <a:bodyPr>
            <a:normAutofit/>
          </a:bodyPr>
          <a:lstStyle/>
          <a:p>
            <a:pPr marL="114300" indent="0">
              <a:buNone/>
            </a:pPr>
            <a:r>
              <a:rPr lang="en-IN" sz="2000" dirty="0"/>
              <a:t>Disadvantages</a:t>
            </a:r>
            <a:r>
              <a:rPr lang="en-IN" sz="2000" dirty="0" smtClean="0"/>
              <a:t>:</a:t>
            </a:r>
          </a:p>
          <a:p>
            <a:pPr marL="114300" indent="0">
              <a:buNone/>
            </a:pPr>
            <a:endParaRPr lang="en-IN" sz="2000" dirty="0"/>
          </a:p>
          <a:p>
            <a:pPr>
              <a:buFont typeface="+mj-lt"/>
              <a:buAutoNum type="arabicPeriod"/>
            </a:pPr>
            <a:r>
              <a:rPr lang="en-IN" sz="2000" dirty="0" smtClean="0"/>
              <a:t>Subjectivity:</a:t>
            </a:r>
            <a:r>
              <a:rPr lang="en-US" sz="2000" dirty="0"/>
              <a:t>the resulting trend line can vary significantly based on who draws </a:t>
            </a:r>
            <a:r>
              <a:rPr lang="en-US" sz="2000" dirty="0" smtClean="0"/>
              <a:t>it</a:t>
            </a:r>
          </a:p>
          <a:p>
            <a:pPr>
              <a:buFont typeface="+mj-lt"/>
              <a:buAutoNum type="arabicPeriod"/>
            </a:pPr>
            <a:r>
              <a:rPr lang="en-IN" sz="2000" dirty="0"/>
              <a:t>Skill Requirements: </a:t>
            </a:r>
            <a:r>
              <a:rPr lang="en-US" sz="2000" dirty="0"/>
              <a:t>work to be conducted by skilled and experienced individuals </a:t>
            </a:r>
            <a:endParaRPr lang="en-US" sz="2000" dirty="0" smtClean="0"/>
          </a:p>
          <a:p>
            <a:pPr>
              <a:buFont typeface="+mj-lt"/>
              <a:buAutoNum type="arabicPeriod"/>
            </a:pPr>
            <a:r>
              <a:rPr lang="en-IN" sz="2000" dirty="0"/>
              <a:t>Reliability </a:t>
            </a:r>
            <a:r>
              <a:rPr lang="en-IN" sz="2000" dirty="0" smtClean="0"/>
              <a:t>Concerns:</a:t>
            </a:r>
            <a:r>
              <a:rPr lang="en-US" sz="2000" dirty="0"/>
              <a:t>predictions derived from it may not be </a:t>
            </a:r>
            <a:r>
              <a:rPr lang="en-US" sz="2000" dirty="0" smtClean="0"/>
              <a:t>reliable</a:t>
            </a:r>
          </a:p>
          <a:p>
            <a:pPr>
              <a:buFont typeface="+mj-lt"/>
              <a:buAutoNum type="arabicPeriod"/>
            </a:pPr>
            <a:r>
              <a:rPr lang="en-IN" sz="2000" dirty="0"/>
              <a:t>Careful Execution: </a:t>
            </a:r>
            <a:r>
              <a:rPr lang="en-US" sz="2000" dirty="0"/>
              <a:t>Drawing the trend line must be done carefully </a:t>
            </a:r>
            <a:endParaRPr lang="en-IN" sz="2000" dirty="0"/>
          </a:p>
        </p:txBody>
      </p:sp>
      <p:sp>
        <p:nvSpPr>
          <p:cNvPr id="6" name="Title 1"/>
          <p:cNvSpPr txBox="1">
            <a:spLocks/>
          </p:cNvSpPr>
          <p:nvPr/>
        </p:nvSpPr>
        <p:spPr>
          <a:xfrm>
            <a:off x="990600" y="1018674"/>
            <a:ext cx="10515600" cy="824414"/>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rgbClr val="A42530"/>
              </a:buClr>
              <a:buSzPts val="1800"/>
              <a:buFont typeface="Arial"/>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1" algn="ctr"/>
            <a:r>
              <a:rPr lang="en-IN" sz="4400" dirty="0" smtClean="0">
                <a:solidFill>
                  <a:srgbClr val="C00000"/>
                </a:solidFill>
              </a:rPr>
              <a:t>Graphic</a:t>
            </a:r>
            <a:endParaRPr lang="en-IN" sz="4400" dirty="0">
              <a:solidFill>
                <a:srgbClr val="C00000"/>
              </a:solidFill>
            </a:endParaRPr>
          </a:p>
        </p:txBody>
      </p:sp>
    </p:spTree>
    <p:extLst>
      <p:ext uri="{BB962C8B-B14F-4D97-AF65-F5344CB8AC3E}">
        <p14:creationId xmlns:p14="http://schemas.microsoft.com/office/powerpoint/2010/main" val="233776061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IN" sz="4400" dirty="0">
                <a:solidFill>
                  <a:srgbClr val="C00000"/>
                </a:solidFill>
              </a:rPr>
              <a:t>Semi-Averages</a:t>
            </a:r>
          </a:p>
        </p:txBody>
      </p:sp>
      <p:sp>
        <p:nvSpPr>
          <p:cNvPr id="3" name="Text Placeholder 2"/>
          <p:cNvSpPr>
            <a:spLocks noGrp="1"/>
          </p:cNvSpPr>
          <p:nvPr>
            <p:ph type="body" idx="1"/>
          </p:nvPr>
        </p:nvSpPr>
        <p:spPr/>
        <p:txBody>
          <a:bodyPr>
            <a:normAutofit/>
          </a:bodyPr>
          <a:lstStyle/>
          <a:p>
            <a:pPr>
              <a:buFont typeface="Wingdings" panose="05000000000000000000" pitchFamily="2" charset="2"/>
              <a:buChar char="§"/>
            </a:pPr>
            <a:r>
              <a:rPr lang="en-US" sz="2400" dirty="0" smtClean="0"/>
              <a:t>Semi-averages </a:t>
            </a:r>
            <a:r>
              <a:rPr lang="en-US" sz="2400" dirty="0"/>
              <a:t>method involves dividing the time series data into two equal parts with respect to </a:t>
            </a:r>
            <a:r>
              <a:rPr lang="en-US" sz="2400" dirty="0" smtClean="0"/>
              <a:t>time</a:t>
            </a:r>
          </a:p>
          <a:p>
            <a:pPr>
              <a:buFont typeface="Wingdings" panose="05000000000000000000" pitchFamily="2" charset="2"/>
              <a:buChar char="§"/>
            </a:pPr>
            <a:r>
              <a:rPr lang="en-US" sz="2400" dirty="0" smtClean="0"/>
              <a:t>If </a:t>
            </a:r>
            <a:r>
              <a:rPr lang="en-US" sz="2400" dirty="0"/>
              <a:t>we have data spanning from 1999 to 2016 (a total of 18 years), we would split it into two equal parts:- The first part: 1999 to 2007- The second part: 2008 to </a:t>
            </a:r>
            <a:r>
              <a:rPr lang="en-US" sz="2400"/>
              <a:t>2016 </a:t>
            </a:r>
            <a:endParaRPr lang="en-US" sz="2400" smtClean="0"/>
          </a:p>
          <a:p>
            <a:pPr>
              <a:buFont typeface="Wingdings" panose="05000000000000000000" pitchFamily="2" charset="2"/>
              <a:buChar char="§"/>
            </a:pPr>
            <a:r>
              <a:rPr lang="en-US" sz="2400" smtClean="0"/>
              <a:t>In </a:t>
            </a:r>
            <a:r>
              <a:rPr lang="en-US" sz="2400" dirty="0"/>
              <a:t>cases where the number of years is odd, such as 9, 13, or 17, the middle year is omitted. For example, for 19 years of data from 1998 to 2016, the division would be:- The first part: 1998 to 2006- The second part: 2008 to 2016 (omitting the middle year 2007)</a:t>
            </a:r>
            <a:endParaRPr lang="en-IN" sz="2400" dirty="0">
              <a:latin typeface="+mj-lt"/>
            </a:endParaRPr>
          </a:p>
        </p:txBody>
      </p:sp>
    </p:spTree>
    <p:extLst>
      <p:ext uri="{BB962C8B-B14F-4D97-AF65-F5344CB8AC3E}">
        <p14:creationId xmlns:p14="http://schemas.microsoft.com/office/powerpoint/2010/main" val="233776061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IN" sz="4400" dirty="0">
                <a:solidFill>
                  <a:srgbClr val="C00000"/>
                </a:solidFill>
              </a:rPr>
              <a:t> </a:t>
            </a:r>
            <a:r>
              <a:rPr lang="en-US" sz="4400" dirty="0">
                <a:solidFill>
                  <a:srgbClr val="C00000"/>
                </a:solidFill>
              </a:rPr>
              <a:t> </a:t>
            </a:r>
            <a:endParaRPr lang="en-IN" sz="4400" dirty="0">
              <a:solidFill>
                <a:srgbClr val="C00000"/>
              </a:solidFill>
            </a:endParaRP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09433" y="1306981"/>
            <a:ext cx="2324100" cy="2581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5362" y="4093603"/>
            <a:ext cx="4029075" cy="1504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94437" y="1136651"/>
            <a:ext cx="7045419" cy="35621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3776061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IN" sz="4400" dirty="0">
                <a:solidFill>
                  <a:srgbClr val="C00000"/>
                </a:solidFill>
              </a:rPr>
              <a:t> </a:t>
            </a:r>
            <a:r>
              <a:rPr lang="en-US" sz="4400" dirty="0">
                <a:solidFill>
                  <a:srgbClr val="C00000"/>
                </a:solidFill>
              </a:rPr>
              <a:t> </a:t>
            </a:r>
            <a:endParaRPr lang="en-IN" sz="4400" dirty="0">
              <a:solidFill>
                <a:srgbClr val="C00000"/>
              </a:solidFill>
            </a:endParaRPr>
          </a:p>
        </p:txBody>
      </p:sp>
      <p:sp>
        <p:nvSpPr>
          <p:cNvPr id="4" name="Text Placeholder 3"/>
          <p:cNvSpPr>
            <a:spLocks noGrp="1"/>
          </p:cNvSpPr>
          <p:nvPr>
            <p:ph type="body" idx="1"/>
          </p:nvPr>
        </p:nvSpPr>
        <p:spPr>
          <a:xfrm>
            <a:off x="883023" y="1592543"/>
            <a:ext cx="5181600" cy="4351338"/>
          </a:xfrm>
        </p:spPr>
        <p:txBody>
          <a:bodyPr/>
          <a:lstStyle/>
          <a:p>
            <a:pPr marL="114300" lvl="0" indent="0">
              <a:buNone/>
            </a:pPr>
            <a:r>
              <a:rPr lang="en-IN" sz="3200" dirty="0"/>
              <a:t>Advantages:</a:t>
            </a:r>
          </a:p>
          <a:p>
            <a:r>
              <a:rPr lang="en-IN" sz="2800" dirty="0"/>
              <a:t>Simplicity: </a:t>
            </a:r>
            <a:r>
              <a:rPr lang="en-US" sz="2800" dirty="0"/>
              <a:t>method is easier to </a:t>
            </a:r>
            <a:r>
              <a:rPr lang="en-US" sz="2800" dirty="0" smtClean="0"/>
              <a:t>understand</a:t>
            </a:r>
          </a:p>
          <a:p>
            <a:r>
              <a:rPr lang="en-IN" sz="2800" dirty="0" smtClean="0"/>
              <a:t>Objectivity:</a:t>
            </a:r>
            <a:r>
              <a:rPr lang="en-US" sz="2800" dirty="0"/>
              <a:t>anyone applying this method will arrive at the same results</a:t>
            </a:r>
            <a:endParaRPr lang="en-IN" sz="2800" dirty="0"/>
          </a:p>
        </p:txBody>
      </p:sp>
      <p:sp>
        <p:nvSpPr>
          <p:cNvPr id="5" name="Text Placeholder 4"/>
          <p:cNvSpPr>
            <a:spLocks noGrp="1"/>
          </p:cNvSpPr>
          <p:nvPr>
            <p:ph type="body" idx="2"/>
          </p:nvPr>
        </p:nvSpPr>
        <p:spPr>
          <a:xfrm>
            <a:off x="6181165" y="1583578"/>
            <a:ext cx="5181600" cy="4351338"/>
          </a:xfrm>
        </p:spPr>
        <p:txBody>
          <a:bodyPr/>
          <a:lstStyle/>
          <a:p>
            <a:pPr marL="114300" indent="0">
              <a:buNone/>
            </a:pPr>
            <a:r>
              <a:rPr lang="en-IN" sz="3200" dirty="0"/>
              <a:t>Disadvantages:</a:t>
            </a:r>
          </a:p>
          <a:p>
            <a:r>
              <a:rPr lang="en-IN" sz="2000" dirty="0"/>
              <a:t>Assumption of Linearity: </a:t>
            </a:r>
            <a:r>
              <a:rPr lang="en-US" sz="2000" dirty="0"/>
              <a:t>assumes a straight-line relationship between the plotted </a:t>
            </a:r>
            <a:r>
              <a:rPr lang="en-US" sz="2000" dirty="0" smtClean="0"/>
              <a:t>points</a:t>
            </a:r>
          </a:p>
          <a:p>
            <a:r>
              <a:rPr lang="en-IN" sz="2000" dirty="0"/>
              <a:t>Data </a:t>
            </a:r>
            <a:r>
              <a:rPr lang="en-IN" sz="2000" dirty="0" smtClean="0"/>
              <a:t>Sensitivity:</a:t>
            </a:r>
            <a:r>
              <a:rPr lang="en-US" sz="2000" dirty="0"/>
              <a:t>If additional data is added to the original dataset, the entire calculation must be redone to obtain new trend values, and the trend line will change </a:t>
            </a:r>
            <a:r>
              <a:rPr lang="en-US" sz="2000" dirty="0" smtClean="0"/>
              <a:t>accordingly</a:t>
            </a:r>
          </a:p>
          <a:p>
            <a:r>
              <a:rPr lang="en-IN" sz="2000" dirty="0"/>
              <a:t>Influence of Extremes: </a:t>
            </a:r>
            <a:r>
              <a:rPr lang="en-US" sz="2000" dirty="0"/>
              <a:t>arithmetic mean is calculated for each half, an extreme value in either half can significantly impact the points</a:t>
            </a:r>
            <a:endParaRPr lang="en-IN" sz="2000" dirty="0"/>
          </a:p>
        </p:txBody>
      </p:sp>
      <p:sp>
        <p:nvSpPr>
          <p:cNvPr id="6" name="Title 1"/>
          <p:cNvSpPr txBox="1">
            <a:spLocks/>
          </p:cNvSpPr>
          <p:nvPr/>
        </p:nvSpPr>
        <p:spPr>
          <a:xfrm>
            <a:off x="721659" y="516650"/>
            <a:ext cx="10515600" cy="824414"/>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rgbClr val="A42530"/>
              </a:buClr>
              <a:buSzPts val="1800"/>
              <a:buFont typeface="Arial"/>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algn="ctr"/>
            <a:r>
              <a:rPr lang="en-IN" sz="4400" smtClean="0">
                <a:solidFill>
                  <a:srgbClr val="C00000"/>
                </a:solidFill>
              </a:rPr>
              <a:t>Semi-Averages</a:t>
            </a:r>
            <a:endParaRPr lang="en-IN" sz="4400" dirty="0">
              <a:solidFill>
                <a:srgbClr val="C00000"/>
              </a:solidFill>
            </a:endParaRPr>
          </a:p>
        </p:txBody>
      </p:sp>
    </p:spTree>
    <p:extLst>
      <p:ext uri="{BB962C8B-B14F-4D97-AF65-F5344CB8AC3E}">
        <p14:creationId xmlns:p14="http://schemas.microsoft.com/office/powerpoint/2010/main" val="233776061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IN" sz="4400" dirty="0">
                <a:solidFill>
                  <a:srgbClr val="C00000"/>
                </a:solidFill>
              </a:rPr>
              <a:t> </a:t>
            </a:r>
            <a:r>
              <a:rPr lang="en-US" sz="4400" dirty="0">
                <a:solidFill>
                  <a:srgbClr val="C00000"/>
                </a:solidFill>
              </a:rPr>
              <a:t> </a:t>
            </a:r>
            <a:endParaRPr lang="en-IN" sz="4400" dirty="0">
              <a:solidFill>
                <a:srgbClr val="C00000"/>
              </a:solidFill>
            </a:endParaRPr>
          </a:p>
        </p:txBody>
      </p:sp>
      <p:sp>
        <p:nvSpPr>
          <p:cNvPr id="3" name="Text Placeholder 2"/>
          <p:cNvSpPr>
            <a:spLocks noGrp="1"/>
          </p:cNvSpPr>
          <p:nvPr>
            <p:ph type="body" idx="1"/>
          </p:nvPr>
        </p:nvSpPr>
        <p:spPr>
          <a:xfrm>
            <a:off x="891988" y="1395319"/>
            <a:ext cx="10515600" cy="4351338"/>
          </a:xfrm>
        </p:spPr>
        <p:txBody>
          <a:bodyPr>
            <a:normAutofit/>
          </a:bodyPr>
          <a:lstStyle/>
          <a:p>
            <a:pPr>
              <a:buFont typeface="Wingdings" panose="05000000000000000000" pitchFamily="2" charset="2"/>
              <a:buChar char="§"/>
            </a:pPr>
            <a:r>
              <a:rPr lang="en-US" sz="2400" dirty="0"/>
              <a:t>effectively eliminates short-term and random fluctuations by calculating successive arithmetic </a:t>
            </a:r>
            <a:r>
              <a:rPr lang="en-US" sz="2400" dirty="0" smtClean="0"/>
              <a:t>means</a:t>
            </a:r>
          </a:p>
          <a:p>
            <a:pPr>
              <a:buFont typeface="Wingdings" panose="05000000000000000000" pitchFamily="2" charset="2"/>
              <a:buChar char="§"/>
            </a:pPr>
            <a:r>
              <a:rPr lang="en-US" sz="2400" dirty="0"/>
              <a:t>period of the moving average is denoted as m, where m represents the number of data points included in each </a:t>
            </a:r>
            <a:r>
              <a:rPr lang="en-US" sz="2400" dirty="0" smtClean="0"/>
              <a:t>average</a:t>
            </a:r>
          </a:p>
          <a:p>
            <a:pPr>
              <a:buFont typeface="Wingdings" panose="05000000000000000000" pitchFamily="2" charset="2"/>
              <a:buChar char="§"/>
            </a:pPr>
            <a:r>
              <a:rPr lang="en-US" sz="2400" dirty="0"/>
              <a:t>The moving average is calculated as follows: </a:t>
            </a:r>
          </a:p>
          <a:p>
            <a:pPr marL="1028700" lvl="1" indent="-457200">
              <a:buFont typeface="+mj-lt"/>
              <a:buAutoNum type="arabicPeriod"/>
            </a:pPr>
            <a:r>
              <a:rPr lang="en-US" sz="2400" dirty="0" smtClean="0"/>
              <a:t>The </a:t>
            </a:r>
            <a:r>
              <a:rPr lang="en-US" sz="2400" dirty="0"/>
              <a:t>first average is the mean of the first m terms. </a:t>
            </a:r>
          </a:p>
          <a:p>
            <a:pPr marL="1028700" lvl="1" indent="-457200">
              <a:buFont typeface="+mj-lt"/>
              <a:buAutoNum type="arabicPeriod"/>
            </a:pPr>
            <a:r>
              <a:rPr lang="en-US" sz="2400" dirty="0" smtClean="0"/>
              <a:t>The </a:t>
            </a:r>
            <a:r>
              <a:rPr lang="en-US" sz="2400" dirty="0"/>
              <a:t>second average is the mean of the 2nd term to the (m+1)</a:t>
            </a:r>
            <a:r>
              <a:rPr lang="en-US" sz="2400" dirty="0" err="1"/>
              <a:t>th</a:t>
            </a:r>
            <a:r>
              <a:rPr lang="en-US" sz="2400" dirty="0"/>
              <a:t> </a:t>
            </a:r>
            <a:r>
              <a:rPr lang="en-US" sz="2400" dirty="0" smtClean="0"/>
              <a:t>term.</a:t>
            </a:r>
          </a:p>
          <a:p>
            <a:pPr marL="1028700" lvl="1" indent="-457200">
              <a:buFont typeface="+mj-lt"/>
              <a:buAutoNum type="arabicPeriod"/>
            </a:pPr>
            <a:r>
              <a:rPr lang="en-US" sz="2400" dirty="0" smtClean="0"/>
              <a:t>The </a:t>
            </a:r>
            <a:r>
              <a:rPr lang="en-US" sz="2400" dirty="0"/>
              <a:t>third average is the mean of the 3rd term to the (m+2)</a:t>
            </a:r>
            <a:r>
              <a:rPr lang="en-US" sz="2400" dirty="0" err="1"/>
              <a:t>th</a:t>
            </a:r>
            <a:r>
              <a:rPr lang="en-US" sz="2400" dirty="0"/>
              <a:t> term, and so on</a:t>
            </a:r>
            <a:endParaRPr lang="en-IN" sz="2400" dirty="0">
              <a:latin typeface="+mj-lt"/>
            </a:endParaRPr>
          </a:p>
        </p:txBody>
      </p:sp>
      <p:sp>
        <p:nvSpPr>
          <p:cNvPr id="4" name="Title 1"/>
          <p:cNvSpPr txBox="1">
            <a:spLocks/>
          </p:cNvSpPr>
          <p:nvPr/>
        </p:nvSpPr>
        <p:spPr>
          <a:xfrm>
            <a:off x="990600" y="409074"/>
            <a:ext cx="10515600" cy="824414"/>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rgbClr val="A42530"/>
              </a:buClr>
              <a:buSzPts val="1800"/>
              <a:buFont typeface="Arial"/>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algn="ctr"/>
            <a:r>
              <a:rPr lang="en-IN" sz="4400" dirty="0">
                <a:solidFill>
                  <a:srgbClr val="C00000"/>
                </a:solidFill>
              </a:rPr>
              <a:t>Moving Average</a:t>
            </a:r>
          </a:p>
        </p:txBody>
      </p:sp>
    </p:spTree>
    <p:extLst>
      <p:ext uri="{BB962C8B-B14F-4D97-AF65-F5344CB8AC3E}">
        <p14:creationId xmlns:p14="http://schemas.microsoft.com/office/powerpoint/2010/main" val="233776061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16617" y="1430245"/>
            <a:ext cx="7534676" cy="29803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1183340" y="4727248"/>
            <a:ext cx="10533529" cy="830997"/>
          </a:xfrm>
          <a:prstGeom prst="rect">
            <a:avLst/>
          </a:prstGeom>
        </p:spPr>
        <p:txBody>
          <a:bodyPr wrap="square">
            <a:spAutoFit/>
          </a:bodyPr>
          <a:lstStyle/>
          <a:p>
            <a:r>
              <a:rPr lang="en-IN" sz="2400" dirty="0" smtClean="0"/>
              <a:t>When m is odd , the moving average is associated with the mid-value of the time interval it covers</a:t>
            </a:r>
            <a:endParaRPr lang="en-IN" sz="2400" dirty="0"/>
          </a:p>
        </p:txBody>
      </p:sp>
      <p:sp>
        <p:nvSpPr>
          <p:cNvPr id="6" name="Title 1"/>
          <p:cNvSpPr txBox="1">
            <a:spLocks/>
          </p:cNvSpPr>
          <p:nvPr/>
        </p:nvSpPr>
        <p:spPr>
          <a:xfrm>
            <a:off x="990600" y="409074"/>
            <a:ext cx="10515600" cy="824414"/>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rgbClr val="A42530"/>
              </a:buClr>
              <a:buSzPts val="1800"/>
              <a:buFont typeface="Arial"/>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algn="ctr"/>
            <a:r>
              <a:rPr lang="en-IN" sz="4400" dirty="0">
                <a:solidFill>
                  <a:srgbClr val="C00000"/>
                </a:solidFill>
              </a:rPr>
              <a:t>Moving Average</a:t>
            </a:r>
          </a:p>
        </p:txBody>
      </p:sp>
    </p:spTree>
    <p:extLst>
      <p:ext uri="{BB962C8B-B14F-4D97-AF65-F5344CB8AC3E}">
        <p14:creationId xmlns:p14="http://schemas.microsoft.com/office/powerpoint/2010/main" val="337129194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891988" y="1449107"/>
            <a:ext cx="10515600" cy="4351338"/>
          </a:xfrm>
        </p:spPr>
        <p:txBody>
          <a:bodyPr/>
          <a:lstStyle/>
          <a:p>
            <a:endParaRPr lang="en-IN"/>
          </a:p>
        </p:txBody>
      </p:sp>
      <p:sp>
        <p:nvSpPr>
          <p:cNvPr id="4" name="Title 1"/>
          <p:cNvSpPr txBox="1">
            <a:spLocks/>
          </p:cNvSpPr>
          <p:nvPr/>
        </p:nvSpPr>
        <p:spPr>
          <a:xfrm>
            <a:off x="990600" y="409074"/>
            <a:ext cx="10515600" cy="824414"/>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rgbClr val="A42530"/>
              </a:buClr>
              <a:buSzPts val="1800"/>
              <a:buFont typeface="Arial"/>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algn="ctr"/>
            <a:r>
              <a:rPr lang="en-IN" sz="4400" dirty="0">
                <a:solidFill>
                  <a:srgbClr val="C00000"/>
                </a:solidFill>
              </a:rPr>
              <a:t>Moving Average</a:t>
            </a: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7344" y="1314450"/>
            <a:ext cx="11034071" cy="26838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3493650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05822" y="992374"/>
            <a:ext cx="10629051" cy="5103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5003031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p:cNvSpPr>
            <a:spLocks noGrp="1"/>
          </p:cNvSpPr>
          <p:nvPr>
            <p:ph type="body" idx="1"/>
          </p:nvPr>
        </p:nvSpPr>
        <p:spPr>
          <a:xfrm>
            <a:off x="829235" y="1368424"/>
            <a:ext cx="5181600" cy="4835151"/>
          </a:xfrm>
        </p:spPr>
        <p:txBody>
          <a:bodyPr>
            <a:normAutofit fontScale="92500" lnSpcReduction="10000"/>
          </a:bodyPr>
          <a:lstStyle/>
          <a:p>
            <a:pPr marL="114300" lvl="0" indent="0">
              <a:buNone/>
            </a:pPr>
            <a:r>
              <a:rPr lang="en-IN" sz="2800" dirty="0"/>
              <a:t>Advantages</a:t>
            </a:r>
            <a:r>
              <a:rPr lang="en-IN" sz="2800" dirty="0" smtClean="0"/>
              <a:t>:</a:t>
            </a:r>
          </a:p>
          <a:p>
            <a:r>
              <a:rPr lang="en-US" sz="2400" dirty="0"/>
              <a:t>simple to understand and easy to </a:t>
            </a:r>
            <a:r>
              <a:rPr lang="en-US" sz="2400" dirty="0" smtClean="0"/>
              <a:t>execute</a:t>
            </a:r>
          </a:p>
          <a:p>
            <a:r>
              <a:rPr lang="en-US" sz="2400" dirty="0"/>
              <a:t>new data for additional time periods are added, previous calculations remain </a:t>
            </a:r>
            <a:r>
              <a:rPr lang="en-US" sz="2400" dirty="0" smtClean="0"/>
              <a:t>unaffected</a:t>
            </a:r>
          </a:p>
          <a:p>
            <a:r>
              <a:rPr lang="en-US" sz="2400" dirty="0"/>
              <a:t>accurate representation of the long-term </a:t>
            </a:r>
            <a:r>
              <a:rPr lang="en-US" sz="2400" dirty="0" smtClean="0"/>
              <a:t>trend</a:t>
            </a:r>
          </a:p>
          <a:p>
            <a:r>
              <a:rPr lang="en-US" sz="2400" dirty="0"/>
              <a:t>periodic fluctuations are effectively </a:t>
            </a:r>
            <a:r>
              <a:rPr lang="en-US" sz="2400" dirty="0" smtClean="0"/>
              <a:t>eliminated</a:t>
            </a:r>
          </a:p>
          <a:p>
            <a:r>
              <a:rPr lang="en-US" sz="2400" dirty="0"/>
              <a:t>effective for smoothing out short-term </a:t>
            </a:r>
            <a:r>
              <a:rPr lang="en-US" sz="2400" dirty="0" smtClean="0"/>
              <a:t>fluctuations</a:t>
            </a:r>
          </a:p>
          <a:p>
            <a:r>
              <a:rPr lang="en-US" sz="2400" dirty="0"/>
              <a:t>easily visualized on a graph</a:t>
            </a:r>
            <a:endParaRPr lang="en-IN" sz="2400" dirty="0"/>
          </a:p>
        </p:txBody>
      </p:sp>
      <p:sp>
        <p:nvSpPr>
          <p:cNvPr id="7" name="Text Placeholder 6"/>
          <p:cNvSpPr>
            <a:spLocks noGrp="1"/>
          </p:cNvSpPr>
          <p:nvPr>
            <p:ph type="body" idx="2"/>
          </p:nvPr>
        </p:nvSpPr>
        <p:spPr>
          <a:xfrm>
            <a:off x="6154270" y="1395319"/>
            <a:ext cx="5181600" cy="4351338"/>
          </a:xfrm>
        </p:spPr>
        <p:txBody>
          <a:bodyPr>
            <a:normAutofit fontScale="77500" lnSpcReduction="20000"/>
          </a:bodyPr>
          <a:lstStyle/>
          <a:p>
            <a:pPr marL="114300" lvl="0" indent="0">
              <a:buNone/>
            </a:pPr>
            <a:r>
              <a:rPr lang="en-IN" sz="2800" dirty="0"/>
              <a:t>Disadvantages</a:t>
            </a:r>
            <a:r>
              <a:rPr lang="en-IN" sz="2800" dirty="0" smtClean="0"/>
              <a:t>:</a:t>
            </a:r>
          </a:p>
          <a:p>
            <a:r>
              <a:rPr lang="en-US" sz="2600" dirty="0"/>
              <a:t>For a moving average of 2m+1, no trend values are generated for the first m and last m </a:t>
            </a:r>
            <a:r>
              <a:rPr lang="en-US" sz="2600" dirty="0" smtClean="0"/>
              <a:t>periods</a:t>
            </a:r>
          </a:p>
          <a:p>
            <a:r>
              <a:rPr lang="en-US" sz="2600" dirty="0"/>
              <a:t>trend path does not correspond to any specific mathematical </a:t>
            </a:r>
            <a:r>
              <a:rPr lang="en-US" sz="2600" dirty="0" smtClean="0"/>
              <a:t>function</a:t>
            </a:r>
          </a:p>
          <a:p>
            <a:r>
              <a:rPr lang="en-US" sz="2600" dirty="0"/>
              <a:t>underlying trend is not linear, moving averages may not accurately reflect the true </a:t>
            </a:r>
            <a:r>
              <a:rPr lang="en-US" sz="2600" dirty="0" smtClean="0"/>
              <a:t>tendency</a:t>
            </a:r>
          </a:p>
          <a:p>
            <a:r>
              <a:rPr lang="en-US" sz="2600" dirty="0"/>
              <a:t>selection of the period for the moving average can be </a:t>
            </a:r>
            <a:r>
              <a:rPr lang="en-US" sz="2600" dirty="0" smtClean="0"/>
              <a:t>subjective</a:t>
            </a:r>
          </a:p>
          <a:p>
            <a:r>
              <a:rPr lang="en-US" sz="2600" dirty="0"/>
              <a:t>can lag behind actual data </a:t>
            </a:r>
            <a:r>
              <a:rPr lang="en-US" sz="2600" dirty="0" smtClean="0"/>
              <a:t>changes</a:t>
            </a:r>
          </a:p>
          <a:p>
            <a:r>
              <a:rPr lang="en-US" sz="2600" dirty="0"/>
              <a:t>sudden shifts or changes in the data, moving averages may provide a misleading representation of the trend</a:t>
            </a:r>
            <a:endParaRPr lang="en-IN" sz="2600" dirty="0"/>
          </a:p>
          <a:p>
            <a:pPr marL="114300" indent="0">
              <a:buNone/>
            </a:pPr>
            <a:endParaRPr lang="en-IN" dirty="0"/>
          </a:p>
        </p:txBody>
      </p:sp>
      <p:sp>
        <p:nvSpPr>
          <p:cNvPr id="4" name="Title 1"/>
          <p:cNvSpPr txBox="1">
            <a:spLocks/>
          </p:cNvSpPr>
          <p:nvPr/>
        </p:nvSpPr>
        <p:spPr>
          <a:xfrm>
            <a:off x="990600" y="409074"/>
            <a:ext cx="10515600" cy="824414"/>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rgbClr val="A42530"/>
              </a:buClr>
              <a:buSzPts val="1800"/>
              <a:buFont typeface="Arial"/>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algn="ctr"/>
            <a:r>
              <a:rPr lang="en-IN" sz="4400" dirty="0">
                <a:solidFill>
                  <a:srgbClr val="C00000"/>
                </a:solidFill>
              </a:rPr>
              <a:t>Moving Average</a:t>
            </a:r>
          </a:p>
        </p:txBody>
      </p:sp>
    </p:spTree>
    <p:extLst>
      <p:ext uri="{BB962C8B-B14F-4D97-AF65-F5344CB8AC3E}">
        <p14:creationId xmlns:p14="http://schemas.microsoft.com/office/powerpoint/2010/main" val="264066384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838200" y="1296708"/>
            <a:ext cx="10515600" cy="4351338"/>
          </a:xfrm>
        </p:spPr>
        <p:txBody>
          <a:bodyPr>
            <a:normAutofit/>
          </a:bodyPr>
          <a:lstStyle/>
          <a:p>
            <a:r>
              <a:rPr lang="en-US" sz="2000" dirty="0"/>
              <a:t>It is a mathematical approach that fits a trend line to the data, satisfying the following two conditions</a:t>
            </a:r>
            <a:r>
              <a:rPr lang="en-US" sz="2000" dirty="0" smtClean="0"/>
              <a:t>:</a:t>
            </a:r>
          </a:p>
          <a:p>
            <a:endParaRPr lang="en-US" sz="2000" dirty="0"/>
          </a:p>
          <a:p>
            <a:endParaRPr lang="en-US" sz="2000" dirty="0" smtClean="0"/>
          </a:p>
          <a:p>
            <a:endParaRPr lang="en-US" sz="2000" dirty="0"/>
          </a:p>
          <a:p>
            <a:endParaRPr lang="en-US" sz="2000" dirty="0" smtClean="0"/>
          </a:p>
          <a:p>
            <a:r>
              <a:rPr lang="en-US" sz="2000" dirty="0"/>
              <a:t>The method of least squares relies on two fundamental conditions to ensure that the fitted line provides the best representation of the </a:t>
            </a:r>
            <a:r>
              <a:rPr lang="en-US" sz="2000" dirty="0" smtClean="0"/>
              <a:t>data</a:t>
            </a:r>
          </a:p>
          <a:p>
            <a:r>
              <a:rPr lang="en-US" sz="2000" dirty="0"/>
              <a:t>Both conditions together ensure that the best-fitting line through the data not only balances the residuals (no systematic bias) but also minimizes the overall error in terms of squared differences, leading to the most accurate predictions possible within the context of a linear model</a:t>
            </a:r>
            <a:endParaRPr lang="en-IN" sz="2000" dirty="0"/>
          </a:p>
        </p:txBody>
      </p:sp>
      <p:sp>
        <p:nvSpPr>
          <p:cNvPr id="4" name="Title 1"/>
          <p:cNvSpPr txBox="1">
            <a:spLocks/>
          </p:cNvSpPr>
          <p:nvPr/>
        </p:nvSpPr>
        <p:spPr>
          <a:xfrm>
            <a:off x="990600" y="409074"/>
            <a:ext cx="10515600" cy="824414"/>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rgbClr val="A42530"/>
              </a:buClr>
              <a:buSzPts val="1800"/>
              <a:buFont typeface="Arial"/>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algn="ctr"/>
            <a:r>
              <a:rPr lang="en-IN" sz="4400" dirty="0">
                <a:solidFill>
                  <a:srgbClr val="C00000"/>
                </a:solidFill>
              </a:rPr>
              <a:t> Method of Least Squares</a:t>
            </a:r>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52900" y="1981200"/>
            <a:ext cx="4990704" cy="15150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2548685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endParaRPr lang="en-IN"/>
          </a:p>
        </p:txBody>
      </p:sp>
      <p:sp>
        <p:nvSpPr>
          <p:cNvPr id="6" name="Text Placeholder 5"/>
          <p:cNvSpPr>
            <a:spLocks noGrp="1"/>
          </p:cNvSpPr>
          <p:nvPr>
            <p:ph type="body" idx="1"/>
          </p:nvPr>
        </p:nvSpPr>
        <p:spPr/>
        <p:txBody>
          <a:bodyPr/>
          <a:lstStyle/>
          <a:p>
            <a:pPr marL="114300" indent="0">
              <a:buNone/>
            </a:pPr>
            <a:r>
              <a:rPr lang="en-IN" sz="2800" dirty="0" smtClean="0"/>
              <a:t>Advantages</a:t>
            </a:r>
          </a:p>
          <a:p>
            <a:r>
              <a:rPr lang="en-US" sz="2000" dirty="0"/>
              <a:t>mathematical method of measuring trend, and as such, there is no possibility of </a:t>
            </a:r>
            <a:r>
              <a:rPr lang="en-US" sz="2000" dirty="0" err="1"/>
              <a:t>subjectiveness</a:t>
            </a:r>
            <a:r>
              <a:rPr lang="en-US" sz="2000" dirty="0"/>
              <a:t>; i.e., everyone who uses this method will get the same trend </a:t>
            </a:r>
            <a:r>
              <a:rPr lang="en-US" sz="2000" dirty="0" smtClean="0"/>
              <a:t>line</a:t>
            </a:r>
          </a:p>
          <a:p>
            <a:r>
              <a:rPr lang="en-US" sz="2000" dirty="0"/>
              <a:t>The line obtained by this method is called the line of best fit</a:t>
            </a:r>
            <a:r>
              <a:rPr lang="en-US" sz="2000" dirty="0" smtClean="0"/>
              <a:t>.</a:t>
            </a:r>
          </a:p>
          <a:p>
            <a:r>
              <a:rPr lang="en-US" sz="2000" dirty="0"/>
              <a:t>Trend values can be obtained for all the given time periods in the series.</a:t>
            </a:r>
            <a:endParaRPr lang="en-IN" sz="2000" dirty="0"/>
          </a:p>
        </p:txBody>
      </p:sp>
      <p:sp>
        <p:nvSpPr>
          <p:cNvPr id="7" name="Text Placeholder 6"/>
          <p:cNvSpPr>
            <a:spLocks noGrp="1"/>
          </p:cNvSpPr>
          <p:nvPr>
            <p:ph type="body" idx="2"/>
          </p:nvPr>
        </p:nvSpPr>
        <p:spPr/>
        <p:txBody>
          <a:bodyPr/>
          <a:lstStyle/>
          <a:p>
            <a:pPr marL="114300" indent="0">
              <a:buNone/>
            </a:pPr>
            <a:r>
              <a:rPr lang="en-IN" sz="2800" dirty="0"/>
              <a:t>Disadvantages</a:t>
            </a:r>
            <a:endParaRPr lang="en-IN" sz="2800" dirty="0" smtClean="0"/>
          </a:p>
          <a:p>
            <a:r>
              <a:rPr lang="en-US" sz="1800" dirty="0"/>
              <a:t>care should be exercised in selecting the type of trend curve to be fitted, i.e., linear, parabolic, or some other type. Carelessness in this respect may lead to wrong </a:t>
            </a:r>
            <a:r>
              <a:rPr lang="en-US" sz="1800" dirty="0" smtClean="0"/>
              <a:t>results</a:t>
            </a:r>
          </a:p>
          <a:p>
            <a:r>
              <a:rPr lang="en-US" sz="1800" dirty="0"/>
              <a:t>The method is more tedious and </a:t>
            </a:r>
            <a:r>
              <a:rPr lang="en-US" sz="1800" dirty="0" smtClean="0"/>
              <a:t>time-consuming</a:t>
            </a:r>
          </a:p>
          <a:p>
            <a:r>
              <a:rPr lang="en-US" sz="1800" dirty="0"/>
              <a:t>Predictions are based only on long-term variations, i.e., trend, and the impact of cyclical, seasonal, and irregular variations is </a:t>
            </a:r>
            <a:r>
              <a:rPr lang="en-US" sz="1800" dirty="0" smtClean="0"/>
              <a:t>ignored</a:t>
            </a:r>
          </a:p>
          <a:p>
            <a:r>
              <a:rPr lang="en-US" sz="1800" dirty="0"/>
              <a:t>This method cannot be used to fit growth curves like the </a:t>
            </a:r>
            <a:r>
              <a:rPr lang="en-US" sz="1800" dirty="0" err="1"/>
              <a:t>Gompertz</a:t>
            </a:r>
            <a:r>
              <a:rPr lang="en-US" sz="1800" dirty="0"/>
              <a:t> curve</a:t>
            </a:r>
            <a:endParaRPr lang="en-IN" sz="1800" dirty="0"/>
          </a:p>
        </p:txBody>
      </p:sp>
      <p:sp>
        <p:nvSpPr>
          <p:cNvPr id="4" name="Title 1"/>
          <p:cNvSpPr txBox="1">
            <a:spLocks/>
          </p:cNvSpPr>
          <p:nvPr/>
        </p:nvSpPr>
        <p:spPr>
          <a:xfrm>
            <a:off x="927847" y="1018674"/>
            <a:ext cx="10515600" cy="824414"/>
          </a:xfrm>
          <a:prstGeom prst="rect">
            <a:avLst/>
          </a:prstGeom>
          <a:noFill/>
          <a:ln>
            <a:noFill/>
          </a:ln>
        </p:spPr>
        <p:txBody>
          <a:bodyPr spcFirstLastPara="1" wrap="square" lIns="91425" tIns="45700" rIns="91425" bIns="45700" anchor="ctr" anchorCtr="0">
            <a:normAutofit fontScale="77500" lnSpcReduction="20000"/>
          </a:bodyPr>
          <a:lstStyle>
            <a:defPPr marR="0" lvl="0" algn="l" rtl="0">
              <a:lnSpc>
                <a:spcPct val="100000"/>
              </a:lnSpc>
              <a:spcBef>
                <a:spcPts val="0"/>
              </a:spcBef>
              <a:spcAft>
                <a:spcPts val="0"/>
              </a:spcAft>
            </a:defPPr>
            <a:lvl1pPr marR="0" lvl="0" algn="l" rtl="0">
              <a:lnSpc>
                <a:spcPct val="90000"/>
              </a:lnSpc>
              <a:spcBef>
                <a:spcPts val="0"/>
              </a:spcBef>
              <a:spcAft>
                <a:spcPts val="0"/>
              </a:spcAft>
              <a:buClr>
                <a:srgbClr val="A42530"/>
              </a:buClr>
              <a:buSzPts val="1800"/>
              <a:buFont typeface="Arial"/>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algn="ctr"/>
            <a:r>
              <a:rPr lang="en-IN" sz="4400" dirty="0">
                <a:solidFill>
                  <a:srgbClr val="C00000"/>
                </a:solidFill>
              </a:rPr>
              <a:t> </a:t>
            </a:r>
            <a:r>
              <a:rPr lang="en-US" sz="4400" dirty="0">
                <a:solidFill>
                  <a:srgbClr val="C00000"/>
                </a:solidFill>
              </a:rPr>
              <a:t>Fitting a Straight Line Trend by the Method of Least Squares</a:t>
            </a:r>
            <a:endParaRPr lang="en-IN" sz="4400" dirty="0">
              <a:solidFill>
                <a:srgbClr val="C00000"/>
              </a:solidFill>
            </a:endParaRPr>
          </a:p>
        </p:txBody>
      </p:sp>
    </p:spTree>
    <p:extLst>
      <p:ext uri="{BB962C8B-B14F-4D97-AF65-F5344CB8AC3E}">
        <p14:creationId xmlns:p14="http://schemas.microsoft.com/office/powerpoint/2010/main" val="174557777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3388" y="1510460"/>
            <a:ext cx="10209068" cy="23712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3674614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Text Placeholder 2"/>
          <p:cNvSpPr>
            <a:spLocks noGrp="1"/>
          </p:cNvSpPr>
          <p:nvPr>
            <p:ph type="body" idx="1"/>
          </p:nvPr>
        </p:nvSpPr>
        <p:spPr/>
        <p:txBody>
          <a:bodyPr/>
          <a:lstStyle/>
          <a:p>
            <a:endParaRPr lang="en-IN"/>
          </a:p>
        </p:txBody>
      </p:sp>
      <p:pic>
        <p:nvPicPr>
          <p:cNvPr id="4"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9014" y="1192306"/>
            <a:ext cx="10358281" cy="46828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3674614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Text Placeholder 2"/>
          <p:cNvSpPr>
            <a:spLocks noGrp="1"/>
          </p:cNvSpPr>
          <p:nvPr>
            <p:ph type="body" idx="1"/>
          </p:nvPr>
        </p:nvSpPr>
        <p:spPr/>
        <p:txBody>
          <a:bodyPr/>
          <a:lstStyle/>
          <a:p>
            <a:endParaRPr lang="en-IN"/>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5018" y="946523"/>
            <a:ext cx="10841985" cy="47550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3674614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061" y="1068014"/>
            <a:ext cx="11090318" cy="45259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4244189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4104" y="928781"/>
            <a:ext cx="8305426" cy="32377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100"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0246" y="4619719"/>
            <a:ext cx="2638425" cy="1085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101"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21337" y="4166512"/>
            <a:ext cx="5973763" cy="2190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1980014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0010" y="1082302"/>
            <a:ext cx="9898063" cy="3857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p:cNvSpPr/>
          <p:nvPr/>
        </p:nvSpPr>
        <p:spPr>
          <a:xfrm>
            <a:off x="1228165" y="5067907"/>
            <a:ext cx="9556376" cy="1015663"/>
          </a:xfrm>
          <a:prstGeom prst="rect">
            <a:avLst/>
          </a:prstGeom>
        </p:spPr>
        <p:txBody>
          <a:bodyPr wrap="square">
            <a:spAutoFit/>
          </a:bodyPr>
          <a:lstStyle/>
          <a:p>
            <a:r>
              <a:rPr lang="en-US" sz="2000" dirty="0" smtClean="0"/>
              <a:t>Advantages:</a:t>
            </a:r>
          </a:p>
          <a:p>
            <a:pPr marL="285750" indent="-285750">
              <a:buFont typeface="Arial" panose="020B0604020202020204" pitchFamily="34" charset="0"/>
              <a:buChar char="•"/>
            </a:pPr>
            <a:r>
              <a:rPr lang="en-US" sz="2000" dirty="0" smtClean="0"/>
              <a:t>More </a:t>
            </a:r>
            <a:r>
              <a:rPr lang="en-US" sz="2000" dirty="0"/>
              <a:t>reflective of current data trends.</a:t>
            </a:r>
          </a:p>
          <a:p>
            <a:pPr marL="285750" indent="-285750">
              <a:buFont typeface="Arial" panose="020B0604020202020204" pitchFamily="34" charset="0"/>
              <a:buChar char="•"/>
            </a:pPr>
            <a:r>
              <a:rPr lang="en-US" sz="2000" dirty="0"/>
              <a:t>Often yields better performance in rapidly changing environments.</a:t>
            </a:r>
          </a:p>
        </p:txBody>
      </p:sp>
    </p:spTree>
    <p:extLst>
      <p:ext uri="{BB962C8B-B14F-4D97-AF65-F5344CB8AC3E}">
        <p14:creationId xmlns:p14="http://schemas.microsoft.com/office/powerpoint/2010/main" val="271980014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9254" y="1247027"/>
            <a:ext cx="10393363" cy="4352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1980014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71980014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25"/>
        <p:cNvGrpSpPr/>
        <p:nvPr/>
      </p:nvGrpSpPr>
      <p:grpSpPr>
        <a:xfrm>
          <a:off x="0" y="0"/>
          <a:ext cx="0" cy="0"/>
          <a:chOff x="0" y="0"/>
          <a:chExt cx="0" cy="0"/>
        </a:xfrm>
      </p:grpSpPr>
      <p:sp>
        <p:nvSpPr>
          <p:cNvPr id="4" name="Google Shape;334;p3"/>
          <p:cNvSpPr txBox="1">
            <a:spLocks/>
          </p:cNvSpPr>
          <p:nvPr/>
        </p:nvSpPr>
        <p:spPr>
          <a:xfrm>
            <a:off x="277362" y="2747031"/>
            <a:ext cx="11174410" cy="576741"/>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406400" algn="ctr" rtl="0">
              <a:lnSpc>
                <a:spcPct val="90000"/>
              </a:lnSpc>
              <a:spcBef>
                <a:spcPts val="1000"/>
              </a:spcBef>
              <a:spcAft>
                <a:spcPts val="0"/>
              </a:spcAft>
              <a:buClr>
                <a:srgbClr val="4D4D4C"/>
              </a:buClr>
              <a:buSzPts val="2400"/>
              <a:buFont typeface="Arial"/>
              <a:buNone/>
              <a:defRPr sz="2400" b="0" i="0" u="none" strike="noStrike" cap="none">
                <a:solidFill>
                  <a:srgbClr val="4D4D4C"/>
                </a:solidFill>
                <a:latin typeface="Fira Sans"/>
                <a:ea typeface="Fira Sans"/>
                <a:cs typeface="Fira Sans"/>
                <a:sym typeface="Fira Sans"/>
              </a:defRPr>
            </a:lvl1pPr>
            <a:lvl2pPr marL="914400" marR="0" lvl="1" indent="-381000" algn="ctr" rtl="0">
              <a:lnSpc>
                <a:spcPct val="90000"/>
              </a:lnSpc>
              <a:spcBef>
                <a:spcPts val="500"/>
              </a:spcBef>
              <a:spcAft>
                <a:spcPts val="0"/>
              </a:spcAft>
              <a:buClr>
                <a:srgbClr val="4D4D4C"/>
              </a:buClr>
              <a:buSzPts val="2000"/>
              <a:buFont typeface="Arial"/>
              <a:buNone/>
              <a:defRPr sz="2000" b="0" i="0" u="none" strike="noStrike" cap="none">
                <a:solidFill>
                  <a:srgbClr val="4D4D4C"/>
                </a:solidFill>
                <a:latin typeface="Fira Sans"/>
                <a:ea typeface="Fira Sans"/>
                <a:cs typeface="Fira Sans"/>
                <a:sym typeface="Fira Sans"/>
              </a:defRPr>
            </a:lvl2pPr>
            <a:lvl3pPr marL="1371600" marR="0" lvl="2" indent="-355600" algn="ctr" rtl="0">
              <a:lnSpc>
                <a:spcPct val="90000"/>
              </a:lnSpc>
              <a:spcBef>
                <a:spcPts val="500"/>
              </a:spcBef>
              <a:spcAft>
                <a:spcPts val="0"/>
              </a:spcAft>
              <a:buClr>
                <a:srgbClr val="4D4D4C"/>
              </a:buClr>
              <a:buSzPts val="1800"/>
              <a:buFont typeface="Arial"/>
              <a:buNone/>
              <a:defRPr sz="1800" b="0" i="0" u="none" strike="noStrike" cap="none">
                <a:solidFill>
                  <a:srgbClr val="4D4D4C"/>
                </a:solidFill>
                <a:latin typeface="Fira Sans"/>
                <a:ea typeface="Fira Sans"/>
                <a:cs typeface="Fira Sans"/>
                <a:sym typeface="Fira Sans"/>
              </a:defRPr>
            </a:lvl3pPr>
            <a:lvl4pPr marL="1828800" marR="0" lvl="3" indent="-342900" algn="ctr" rtl="0">
              <a:lnSpc>
                <a:spcPct val="90000"/>
              </a:lnSpc>
              <a:spcBef>
                <a:spcPts val="500"/>
              </a:spcBef>
              <a:spcAft>
                <a:spcPts val="0"/>
              </a:spcAft>
              <a:buClr>
                <a:srgbClr val="4D4D4C"/>
              </a:buClr>
              <a:buSzPts val="1600"/>
              <a:buFont typeface="Arial"/>
              <a:buNone/>
              <a:defRPr sz="1600" b="0" i="0" u="none" strike="noStrike" cap="none">
                <a:solidFill>
                  <a:srgbClr val="4D4D4C"/>
                </a:solidFill>
                <a:latin typeface="Fira Sans"/>
                <a:ea typeface="Fira Sans"/>
                <a:cs typeface="Fira Sans"/>
                <a:sym typeface="Fira Sans"/>
              </a:defRPr>
            </a:lvl4pPr>
            <a:lvl5pPr marL="2286000" marR="0" lvl="4" indent="-342900" algn="ctr" rtl="0">
              <a:lnSpc>
                <a:spcPct val="90000"/>
              </a:lnSpc>
              <a:spcBef>
                <a:spcPts val="500"/>
              </a:spcBef>
              <a:spcAft>
                <a:spcPts val="0"/>
              </a:spcAft>
              <a:buClr>
                <a:srgbClr val="4D4D4C"/>
              </a:buClr>
              <a:buSzPts val="1600"/>
              <a:buFont typeface="Arial"/>
              <a:buNone/>
              <a:defRPr sz="1600" b="0" i="0" u="none" strike="noStrike" cap="none">
                <a:solidFill>
                  <a:srgbClr val="4D4D4C"/>
                </a:solidFill>
                <a:latin typeface="Fira Sans"/>
                <a:ea typeface="Fira Sans"/>
                <a:cs typeface="Fira Sans"/>
                <a:sym typeface="Fira Sans"/>
              </a:defRPr>
            </a:lvl5pPr>
            <a:lvl6pPr marL="2743200" marR="0" lvl="5" indent="-342900"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6pPr>
            <a:lvl7pPr marL="3200400" marR="0" lvl="6" indent="-342900"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7pPr>
            <a:lvl8pPr marL="3657600" marR="0" lvl="7" indent="-342900"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8pPr>
            <a:lvl9pPr marL="4114800" marR="0" lvl="8" indent="-342900"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9pPr>
          </a:lstStyle>
          <a:p>
            <a:pPr marL="0" indent="0">
              <a:spcBef>
                <a:spcPts val="0"/>
              </a:spcBef>
              <a:buClr>
                <a:srgbClr val="C00000"/>
              </a:buClr>
              <a:buSzPts val="4000"/>
            </a:pPr>
            <a:r>
              <a:rPr lang="en-US" sz="4000" dirty="0" smtClean="0">
                <a:solidFill>
                  <a:srgbClr val="C00000"/>
                </a:solidFill>
              </a:rPr>
              <a:t>   </a:t>
            </a:r>
            <a:r>
              <a:rPr lang="en-US" sz="4000" dirty="0">
                <a:solidFill>
                  <a:srgbClr val="C00000"/>
                </a:solidFill>
                <a:latin typeface="Marcellus"/>
                <a:ea typeface="Marcellus"/>
                <a:cs typeface="Marcellus"/>
                <a:sym typeface="Marcellus"/>
              </a:rPr>
              <a:t>Autoregressive (AR) models</a:t>
            </a:r>
          </a:p>
          <a:p>
            <a:pPr marL="0" indent="0">
              <a:spcBef>
                <a:spcPts val="0"/>
              </a:spcBef>
              <a:buClr>
                <a:srgbClr val="C00000"/>
              </a:buClr>
              <a:buSzPts val="4000"/>
            </a:pPr>
            <a:endParaRPr lang="en-US" sz="4000" dirty="0" smtClean="0">
              <a:solidFill>
                <a:srgbClr val="C00000"/>
              </a:solidFill>
              <a:latin typeface="Marcellus"/>
              <a:ea typeface="Marcellus"/>
              <a:cs typeface="Marcellus"/>
              <a:sym typeface="Marcellus"/>
            </a:endParaRPr>
          </a:p>
          <a:p>
            <a:pPr marL="0" indent="0">
              <a:spcBef>
                <a:spcPts val="0"/>
              </a:spcBef>
              <a:buClr>
                <a:srgbClr val="C00000"/>
              </a:buClr>
              <a:buSzPts val="4000"/>
            </a:pPr>
            <a:endParaRPr lang="en-US" sz="4000" dirty="0">
              <a:solidFill>
                <a:srgbClr val="C00000"/>
              </a:solidFill>
              <a:latin typeface="Marcellus"/>
              <a:ea typeface="Marcellus"/>
              <a:cs typeface="Marcellus"/>
              <a:sym typeface="Marcellus"/>
            </a:endParaRPr>
          </a:p>
        </p:txBody>
      </p:sp>
      <p:sp>
        <p:nvSpPr>
          <p:cNvPr id="2" name="Google Shape;28;p6">
            <a:extLst>
              <a:ext uri="{FF2B5EF4-FFF2-40B4-BE49-F238E27FC236}">
                <a16:creationId xmlns:a16="http://schemas.microsoft.com/office/drawing/2014/main" xmlns="" id="{F388C51B-56D8-DB7D-0368-EA448C03A407}"/>
              </a:ext>
            </a:extLst>
          </p:cNvPr>
          <p:cNvSpPr txBox="1">
            <a:spLocks noGrp="1"/>
          </p:cNvSpPr>
          <p:nvPr>
            <p:ph type="dt" idx="10"/>
          </p:nvPr>
        </p:nvSpPr>
        <p:spPr>
          <a:xfrm>
            <a:off x="838200" y="5843197"/>
            <a:ext cx="2743200" cy="496491"/>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chemeClr val="tx1">
                    <a:lumMod val="75000"/>
                    <a:lumOff val="25000"/>
                  </a:schemeClr>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lang="en-US" dirty="0"/>
          </a:p>
        </p:txBody>
      </p:sp>
      <p:sp>
        <p:nvSpPr>
          <p:cNvPr id="3" name="Google Shape;29;p6">
            <a:extLst>
              <a:ext uri="{FF2B5EF4-FFF2-40B4-BE49-F238E27FC236}">
                <a16:creationId xmlns:a16="http://schemas.microsoft.com/office/drawing/2014/main" xmlns="" id="{CD76D83B-ED06-95EF-7E8D-E8131A31FC4C}"/>
              </a:ext>
            </a:extLst>
          </p:cNvPr>
          <p:cNvSpPr txBox="1">
            <a:spLocks noGrp="1"/>
          </p:cNvSpPr>
          <p:nvPr>
            <p:ph type="ftr" idx="11"/>
          </p:nvPr>
        </p:nvSpPr>
        <p:spPr>
          <a:xfrm>
            <a:off x="4038600" y="5843197"/>
            <a:ext cx="4114800" cy="5149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solidFill>
                  <a:schemeClr val="tx1">
                    <a:lumMod val="75000"/>
                    <a:lumOff val="25000"/>
                  </a:schemeClr>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lang="en-US" dirty="0"/>
          </a:p>
        </p:txBody>
      </p:sp>
      <p:sp>
        <p:nvSpPr>
          <p:cNvPr id="8" name="Google Shape;30;p6">
            <a:extLst>
              <a:ext uri="{FF2B5EF4-FFF2-40B4-BE49-F238E27FC236}">
                <a16:creationId xmlns:a16="http://schemas.microsoft.com/office/drawing/2014/main" xmlns="" id="{C9C195AD-2DBF-1F84-5DE6-6EEE55666AD5}"/>
              </a:ext>
            </a:extLst>
          </p:cNvPr>
          <p:cNvSpPr txBox="1">
            <a:spLocks noGrp="1"/>
          </p:cNvSpPr>
          <p:nvPr>
            <p:ph type="sldNum" idx="12"/>
          </p:nvPr>
        </p:nvSpPr>
        <p:spPr>
          <a:xfrm>
            <a:off x="10169610" y="5862996"/>
            <a:ext cx="2016210" cy="496491"/>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chemeClr val="tx1">
                    <a:lumMod val="75000"/>
                    <a:lumOff val="25000"/>
                  </a:schemeClr>
                </a:solidFill>
                <a:latin typeface="Fira Sans"/>
                <a:ea typeface="Fira Sans"/>
                <a:cs typeface="Fira Sans"/>
                <a:sym typeface="Fira Sans"/>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9pPr>
          </a:lstStyle>
          <a:p>
            <a:fld id="{00000000-1234-1234-1234-123412341234}" type="slidenum">
              <a:rPr lang="en-US" smtClean="0"/>
              <a:pPr/>
              <a:t>57</a:t>
            </a:fld>
            <a:endParaRPr lang="en-US" dirty="0"/>
          </a:p>
        </p:txBody>
      </p:sp>
    </p:spTree>
    <p:extLst>
      <p:ext uri="{BB962C8B-B14F-4D97-AF65-F5344CB8AC3E}">
        <p14:creationId xmlns:p14="http://schemas.microsoft.com/office/powerpoint/2010/main" val="3040617931"/>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IN" sz="4400" dirty="0">
                <a:solidFill>
                  <a:srgbClr val="C00000"/>
                </a:solidFill>
              </a:rPr>
              <a:t> </a:t>
            </a:r>
            <a:r>
              <a:rPr lang="en-US" sz="4400" dirty="0">
                <a:solidFill>
                  <a:srgbClr val="C00000"/>
                </a:solidFill>
              </a:rPr>
              <a:t> </a:t>
            </a:r>
            <a:endParaRPr lang="en-IN" sz="4400" dirty="0">
              <a:solidFill>
                <a:srgbClr val="C00000"/>
              </a:solidFill>
            </a:endParaRPr>
          </a:p>
        </p:txBody>
      </p:sp>
      <p:sp>
        <p:nvSpPr>
          <p:cNvPr id="3" name="Text Placeholder 2"/>
          <p:cNvSpPr>
            <a:spLocks noGrp="1"/>
          </p:cNvSpPr>
          <p:nvPr>
            <p:ph type="body" idx="1"/>
          </p:nvPr>
        </p:nvSpPr>
        <p:spPr/>
        <p:txBody>
          <a:bodyPr>
            <a:normAutofit/>
          </a:bodyPr>
          <a:lstStyle/>
          <a:p>
            <a:pPr>
              <a:buFont typeface="Wingdings" panose="05000000000000000000" pitchFamily="2" charset="2"/>
              <a:buChar char="§"/>
            </a:pPr>
            <a:endParaRPr lang="en-IN" sz="2400" dirty="0">
              <a:latin typeface="+mj-lt"/>
            </a:endParaRPr>
          </a:p>
        </p:txBody>
      </p:sp>
    </p:spTree>
    <p:extLst>
      <p:ext uri="{BB962C8B-B14F-4D97-AF65-F5344CB8AC3E}">
        <p14:creationId xmlns:p14="http://schemas.microsoft.com/office/powerpoint/2010/main" val="358798453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IN" sz="4400" dirty="0">
                <a:solidFill>
                  <a:srgbClr val="C00000"/>
                </a:solidFill>
              </a:rPr>
              <a:t> </a:t>
            </a:r>
            <a:r>
              <a:rPr lang="en-US" sz="4400" dirty="0">
                <a:solidFill>
                  <a:srgbClr val="C00000"/>
                </a:solidFill>
              </a:rPr>
              <a:t> </a:t>
            </a:r>
            <a:endParaRPr lang="en-IN" sz="4400" dirty="0">
              <a:solidFill>
                <a:srgbClr val="C00000"/>
              </a:solidFill>
            </a:endParaRPr>
          </a:p>
        </p:txBody>
      </p:sp>
      <p:sp>
        <p:nvSpPr>
          <p:cNvPr id="3" name="Text Placeholder 2"/>
          <p:cNvSpPr>
            <a:spLocks noGrp="1"/>
          </p:cNvSpPr>
          <p:nvPr>
            <p:ph type="body" idx="1"/>
          </p:nvPr>
        </p:nvSpPr>
        <p:spPr/>
        <p:txBody>
          <a:bodyPr>
            <a:normAutofit/>
          </a:bodyPr>
          <a:lstStyle/>
          <a:p>
            <a:pPr>
              <a:buFont typeface="Wingdings" panose="05000000000000000000" pitchFamily="2" charset="2"/>
              <a:buChar char="§"/>
            </a:pPr>
            <a:endParaRPr lang="en-IN" sz="2400" dirty="0">
              <a:latin typeface="+mj-lt"/>
            </a:endParaRPr>
          </a:p>
        </p:txBody>
      </p:sp>
    </p:spTree>
    <p:extLst>
      <p:ext uri="{BB962C8B-B14F-4D97-AF65-F5344CB8AC3E}">
        <p14:creationId xmlns:p14="http://schemas.microsoft.com/office/powerpoint/2010/main" val="358798453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IN" sz="4400" dirty="0">
                <a:solidFill>
                  <a:srgbClr val="C00000"/>
                </a:solidFill>
              </a:rPr>
              <a:t> </a:t>
            </a:r>
            <a:r>
              <a:rPr lang="en-US" sz="4400" dirty="0">
                <a:solidFill>
                  <a:srgbClr val="C00000"/>
                </a:solidFill>
              </a:rPr>
              <a:t> </a:t>
            </a:r>
            <a:endParaRPr lang="en-IN" sz="4400" dirty="0">
              <a:solidFill>
                <a:srgbClr val="C00000"/>
              </a:solidFill>
            </a:endParaRPr>
          </a:p>
        </p:txBody>
      </p:sp>
      <p:sp>
        <p:nvSpPr>
          <p:cNvPr id="3" name="Text Placeholder 2"/>
          <p:cNvSpPr>
            <a:spLocks noGrp="1"/>
          </p:cNvSpPr>
          <p:nvPr>
            <p:ph type="body" idx="1"/>
          </p:nvPr>
        </p:nvSpPr>
        <p:spPr/>
        <p:txBody>
          <a:bodyPr>
            <a:normAutofit/>
          </a:bodyPr>
          <a:lstStyle/>
          <a:p>
            <a:pPr>
              <a:buFont typeface="Wingdings" panose="05000000000000000000" pitchFamily="2" charset="2"/>
              <a:buChar char="§"/>
            </a:pPr>
            <a:endParaRPr lang="en-IN" sz="2400" dirty="0">
              <a:latin typeface="+mj-lt"/>
            </a:endParaRPr>
          </a:p>
        </p:txBody>
      </p:sp>
    </p:spTree>
    <p:extLst>
      <p:ext uri="{BB962C8B-B14F-4D97-AF65-F5344CB8AC3E}">
        <p14:creationId xmlns:p14="http://schemas.microsoft.com/office/powerpoint/2010/main" val="358798453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IN" sz="4400" dirty="0">
                <a:solidFill>
                  <a:srgbClr val="C00000"/>
                </a:solidFill>
              </a:rPr>
              <a:t> </a:t>
            </a:r>
            <a:r>
              <a:rPr lang="en-US" sz="4400" dirty="0">
                <a:solidFill>
                  <a:srgbClr val="C00000"/>
                </a:solidFill>
              </a:rPr>
              <a:t> </a:t>
            </a:r>
            <a:endParaRPr lang="en-IN" sz="4400" dirty="0">
              <a:solidFill>
                <a:srgbClr val="C00000"/>
              </a:solidFill>
            </a:endParaRPr>
          </a:p>
        </p:txBody>
      </p:sp>
      <p:sp>
        <p:nvSpPr>
          <p:cNvPr id="3" name="Text Placeholder 2"/>
          <p:cNvSpPr>
            <a:spLocks noGrp="1"/>
          </p:cNvSpPr>
          <p:nvPr>
            <p:ph type="body" idx="1"/>
          </p:nvPr>
        </p:nvSpPr>
        <p:spPr/>
        <p:txBody>
          <a:bodyPr>
            <a:normAutofit/>
          </a:bodyPr>
          <a:lstStyle/>
          <a:p>
            <a:pPr>
              <a:buFont typeface="Wingdings" panose="05000000000000000000" pitchFamily="2" charset="2"/>
              <a:buChar char="§"/>
            </a:pPr>
            <a:endParaRPr lang="en-IN" sz="2400" dirty="0">
              <a:latin typeface="+mj-lt"/>
            </a:endParaRPr>
          </a:p>
        </p:txBody>
      </p:sp>
    </p:spTree>
    <p:extLst>
      <p:ext uri="{BB962C8B-B14F-4D97-AF65-F5344CB8AC3E}">
        <p14:creationId xmlns:p14="http://schemas.microsoft.com/office/powerpoint/2010/main" val="358798453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IN" sz="4400" dirty="0">
                <a:solidFill>
                  <a:srgbClr val="C00000"/>
                </a:solidFill>
              </a:rPr>
              <a:t> </a:t>
            </a:r>
            <a:r>
              <a:rPr lang="en-US" sz="4400" dirty="0">
                <a:solidFill>
                  <a:srgbClr val="C00000"/>
                </a:solidFill>
              </a:rPr>
              <a:t> </a:t>
            </a:r>
            <a:endParaRPr lang="en-IN" sz="4400" dirty="0">
              <a:solidFill>
                <a:srgbClr val="C00000"/>
              </a:solidFill>
            </a:endParaRPr>
          </a:p>
        </p:txBody>
      </p:sp>
      <p:sp>
        <p:nvSpPr>
          <p:cNvPr id="3" name="Text Placeholder 2"/>
          <p:cNvSpPr>
            <a:spLocks noGrp="1"/>
          </p:cNvSpPr>
          <p:nvPr>
            <p:ph type="body" idx="1"/>
          </p:nvPr>
        </p:nvSpPr>
        <p:spPr/>
        <p:txBody>
          <a:bodyPr>
            <a:normAutofit/>
          </a:bodyPr>
          <a:lstStyle/>
          <a:p>
            <a:pPr>
              <a:buFont typeface="Wingdings" panose="05000000000000000000" pitchFamily="2" charset="2"/>
              <a:buChar char="§"/>
            </a:pPr>
            <a:endParaRPr lang="en-IN" sz="2400" dirty="0">
              <a:latin typeface="+mj-lt"/>
            </a:endParaRPr>
          </a:p>
        </p:txBody>
      </p:sp>
    </p:spTree>
    <p:extLst>
      <p:ext uri="{BB962C8B-B14F-4D97-AF65-F5344CB8AC3E}">
        <p14:creationId xmlns:p14="http://schemas.microsoft.com/office/powerpoint/2010/main" val="358798453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25"/>
        <p:cNvGrpSpPr/>
        <p:nvPr/>
      </p:nvGrpSpPr>
      <p:grpSpPr>
        <a:xfrm>
          <a:off x="0" y="0"/>
          <a:ext cx="0" cy="0"/>
          <a:chOff x="0" y="0"/>
          <a:chExt cx="0" cy="0"/>
        </a:xfrm>
      </p:grpSpPr>
      <p:sp>
        <p:nvSpPr>
          <p:cNvPr id="4" name="Google Shape;334;p3"/>
          <p:cNvSpPr txBox="1">
            <a:spLocks/>
          </p:cNvSpPr>
          <p:nvPr/>
        </p:nvSpPr>
        <p:spPr>
          <a:xfrm>
            <a:off x="277362" y="2747031"/>
            <a:ext cx="11174410" cy="576741"/>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406400" algn="ctr" rtl="0">
              <a:lnSpc>
                <a:spcPct val="90000"/>
              </a:lnSpc>
              <a:spcBef>
                <a:spcPts val="1000"/>
              </a:spcBef>
              <a:spcAft>
                <a:spcPts val="0"/>
              </a:spcAft>
              <a:buClr>
                <a:srgbClr val="4D4D4C"/>
              </a:buClr>
              <a:buSzPts val="2400"/>
              <a:buFont typeface="Arial"/>
              <a:buNone/>
              <a:defRPr sz="2400" b="0" i="0" u="none" strike="noStrike" cap="none">
                <a:solidFill>
                  <a:srgbClr val="4D4D4C"/>
                </a:solidFill>
                <a:latin typeface="Fira Sans"/>
                <a:ea typeface="Fira Sans"/>
                <a:cs typeface="Fira Sans"/>
                <a:sym typeface="Fira Sans"/>
              </a:defRPr>
            </a:lvl1pPr>
            <a:lvl2pPr marL="914400" marR="0" lvl="1" indent="-381000" algn="ctr" rtl="0">
              <a:lnSpc>
                <a:spcPct val="90000"/>
              </a:lnSpc>
              <a:spcBef>
                <a:spcPts val="500"/>
              </a:spcBef>
              <a:spcAft>
                <a:spcPts val="0"/>
              </a:spcAft>
              <a:buClr>
                <a:srgbClr val="4D4D4C"/>
              </a:buClr>
              <a:buSzPts val="2000"/>
              <a:buFont typeface="Arial"/>
              <a:buNone/>
              <a:defRPr sz="2000" b="0" i="0" u="none" strike="noStrike" cap="none">
                <a:solidFill>
                  <a:srgbClr val="4D4D4C"/>
                </a:solidFill>
                <a:latin typeface="Fira Sans"/>
                <a:ea typeface="Fira Sans"/>
                <a:cs typeface="Fira Sans"/>
                <a:sym typeface="Fira Sans"/>
              </a:defRPr>
            </a:lvl2pPr>
            <a:lvl3pPr marL="1371600" marR="0" lvl="2" indent="-355600" algn="ctr" rtl="0">
              <a:lnSpc>
                <a:spcPct val="90000"/>
              </a:lnSpc>
              <a:spcBef>
                <a:spcPts val="500"/>
              </a:spcBef>
              <a:spcAft>
                <a:spcPts val="0"/>
              </a:spcAft>
              <a:buClr>
                <a:srgbClr val="4D4D4C"/>
              </a:buClr>
              <a:buSzPts val="1800"/>
              <a:buFont typeface="Arial"/>
              <a:buNone/>
              <a:defRPr sz="1800" b="0" i="0" u="none" strike="noStrike" cap="none">
                <a:solidFill>
                  <a:srgbClr val="4D4D4C"/>
                </a:solidFill>
                <a:latin typeface="Fira Sans"/>
                <a:ea typeface="Fira Sans"/>
                <a:cs typeface="Fira Sans"/>
                <a:sym typeface="Fira Sans"/>
              </a:defRPr>
            </a:lvl3pPr>
            <a:lvl4pPr marL="1828800" marR="0" lvl="3" indent="-342900" algn="ctr" rtl="0">
              <a:lnSpc>
                <a:spcPct val="90000"/>
              </a:lnSpc>
              <a:spcBef>
                <a:spcPts val="500"/>
              </a:spcBef>
              <a:spcAft>
                <a:spcPts val="0"/>
              </a:spcAft>
              <a:buClr>
                <a:srgbClr val="4D4D4C"/>
              </a:buClr>
              <a:buSzPts val="1600"/>
              <a:buFont typeface="Arial"/>
              <a:buNone/>
              <a:defRPr sz="1600" b="0" i="0" u="none" strike="noStrike" cap="none">
                <a:solidFill>
                  <a:srgbClr val="4D4D4C"/>
                </a:solidFill>
                <a:latin typeface="Fira Sans"/>
                <a:ea typeface="Fira Sans"/>
                <a:cs typeface="Fira Sans"/>
                <a:sym typeface="Fira Sans"/>
              </a:defRPr>
            </a:lvl4pPr>
            <a:lvl5pPr marL="2286000" marR="0" lvl="4" indent="-342900" algn="ctr" rtl="0">
              <a:lnSpc>
                <a:spcPct val="90000"/>
              </a:lnSpc>
              <a:spcBef>
                <a:spcPts val="500"/>
              </a:spcBef>
              <a:spcAft>
                <a:spcPts val="0"/>
              </a:spcAft>
              <a:buClr>
                <a:srgbClr val="4D4D4C"/>
              </a:buClr>
              <a:buSzPts val="1600"/>
              <a:buFont typeface="Arial"/>
              <a:buNone/>
              <a:defRPr sz="1600" b="0" i="0" u="none" strike="noStrike" cap="none">
                <a:solidFill>
                  <a:srgbClr val="4D4D4C"/>
                </a:solidFill>
                <a:latin typeface="Fira Sans"/>
                <a:ea typeface="Fira Sans"/>
                <a:cs typeface="Fira Sans"/>
                <a:sym typeface="Fira Sans"/>
              </a:defRPr>
            </a:lvl5pPr>
            <a:lvl6pPr marL="2743200" marR="0" lvl="5" indent="-342900"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6pPr>
            <a:lvl7pPr marL="3200400" marR="0" lvl="6" indent="-342900"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7pPr>
            <a:lvl8pPr marL="3657600" marR="0" lvl="7" indent="-342900"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8pPr>
            <a:lvl9pPr marL="4114800" marR="0" lvl="8" indent="-342900"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9pPr>
          </a:lstStyle>
          <a:p>
            <a:pPr marL="0" indent="0">
              <a:spcBef>
                <a:spcPts val="0"/>
              </a:spcBef>
              <a:buClr>
                <a:srgbClr val="C00000"/>
              </a:buClr>
              <a:buSzPts val="4000"/>
            </a:pPr>
            <a:r>
              <a:rPr lang="en-US" sz="4000" dirty="0" smtClean="0">
                <a:solidFill>
                  <a:srgbClr val="C00000"/>
                </a:solidFill>
              </a:rPr>
              <a:t>   </a:t>
            </a:r>
            <a:r>
              <a:rPr lang="en-US" sz="4000" dirty="0">
                <a:solidFill>
                  <a:srgbClr val="C00000"/>
                </a:solidFill>
                <a:latin typeface="Marcellus"/>
                <a:ea typeface="Marcellus"/>
                <a:cs typeface="Marcellus"/>
                <a:sym typeface="Marcellus"/>
              </a:rPr>
              <a:t>Moving Average (MA) models</a:t>
            </a:r>
          </a:p>
          <a:p>
            <a:pPr marL="0" indent="0">
              <a:spcBef>
                <a:spcPts val="0"/>
              </a:spcBef>
              <a:buClr>
                <a:srgbClr val="C00000"/>
              </a:buClr>
              <a:buSzPts val="4000"/>
            </a:pPr>
            <a:endParaRPr lang="en-US" sz="4000" dirty="0">
              <a:solidFill>
                <a:srgbClr val="C00000"/>
              </a:solidFill>
              <a:latin typeface="Marcellus"/>
              <a:ea typeface="Marcellus"/>
              <a:cs typeface="Marcellus"/>
              <a:sym typeface="Marcellus"/>
            </a:endParaRPr>
          </a:p>
        </p:txBody>
      </p:sp>
      <p:sp>
        <p:nvSpPr>
          <p:cNvPr id="2" name="Google Shape;28;p6">
            <a:extLst>
              <a:ext uri="{FF2B5EF4-FFF2-40B4-BE49-F238E27FC236}">
                <a16:creationId xmlns:a16="http://schemas.microsoft.com/office/drawing/2014/main" xmlns="" id="{F388C51B-56D8-DB7D-0368-EA448C03A407}"/>
              </a:ext>
            </a:extLst>
          </p:cNvPr>
          <p:cNvSpPr txBox="1">
            <a:spLocks noGrp="1"/>
          </p:cNvSpPr>
          <p:nvPr>
            <p:ph type="dt" idx="10"/>
          </p:nvPr>
        </p:nvSpPr>
        <p:spPr>
          <a:xfrm>
            <a:off x="838200" y="5843197"/>
            <a:ext cx="2743200" cy="496491"/>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chemeClr val="tx1">
                    <a:lumMod val="75000"/>
                    <a:lumOff val="25000"/>
                  </a:schemeClr>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lang="en-US" dirty="0"/>
          </a:p>
        </p:txBody>
      </p:sp>
      <p:sp>
        <p:nvSpPr>
          <p:cNvPr id="3" name="Google Shape;29;p6">
            <a:extLst>
              <a:ext uri="{FF2B5EF4-FFF2-40B4-BE49-F238E27FC236}">
                <a16:creationId xmlns:a16="http://schemas.microsoft.com/office/drawing/2014/main" xmlns="" id="{CD76D83B-ED06-95EF-7E8D-E8131A31FC4C}"/>
              </a:ext>
            </a:extLst>
          </p:cNvPr>
          <p:cNvSpPr txBox="1">
            <a:spLocks noGrp="1"/>
          </p:cNvSpPr>
          <p:nvPr>
            <p:ph type="ftr" idx="11"/>
          </p:nvPr>
        </p:nvSpPr>
        <p:spPr>
          <a:xfrm>
            <a:off x="4038600" y="5843197"/>
            <a:ext cx="4114800" cy="5149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solidFill>
                  <a:schemeClr val="tx1">
                    <a:lumMod val="75000"/>
                    <a:lumOff val="25000"/>
                  </a:schemeClr>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lang="en-US" dirty="0"/>
          </a:p>
        </p:txBody>
      </p:sp>
      <p:sp>
        <p:nvSpPr>
          <p:cNvPr id="8" name="Google Shape;30;p6">
            <a:extLst>
              <a:ext uri="{FF2B5EF4-FFF2-40B4-BE49-F238E27FC236}">
                <a16:creationId xmlns:a16="http://schemas.microsoft.com/office/drawing/2014/main" xmlns="" id="{C9C195AD-2DBF-1F84-5DE6-6EEE55666AD5}"/>
              </a:ext>
            </a:extLst>
          </p:cNvPr>
          <p:cNvSpPr txBox="1">
            <a:spLocks noGrp="1"/>
          </p:cNvSpPr>
          <p:nvPr>
            <p:ph type="sldNum" idx="12"/>
          </p:nvPr>
        </p:nvSpPr>
        <p:spPr>
          <a:xfrm>
            <a:off x="10169610" y="5862996"/>
            <a:ext cx="2016210" cy="496491"/>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chemeClr val="tx1">
                    <a:lumMod val="75000"/>
                    <a:lumOff val="25000"/>
                  </a:schemeClr>
                </a:solidFill>
                <a:latin typeface="Fira Sans"/>
                <a:ea typeface="Fira Sans"/>
                <a:cs typeface="Fira Sans"/>
                <a:sym typeface="Fira Sans"/>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9pPr>
          </a:lstStyle>
          <a:p>
            <a:fld id="{00000000-1234-1234-1234-123412341234}" type="slidenum">
              <a:rPr lang="en-US" smtClean="0"/>
              <a:pPr/>
              <a:t>63</a:t>
            </a:fld>
            <a:endParaRPr lang="en-US" dirty="0"/>
          </a:p>
        </p:txBody>
      </p:sp>
    </p:spTree>
    <p:extLst>
      <p:ext uri="{BB962C8B-B14F-4D97-AF65-F5344CB8AC3E}">
        <p14:creationId xmlns:p14="http://schemas.microsoft.com/office/powerpoint/2010/main" val="304061793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IN" sz="4400" dirty="0">
                <a:solidFill>
                  <a:srgbClr val="C00000"/>
                </a:solidFill>
              </a:rPr>
              <a:t> </a:t>
            </a:r>
            <a:r>
              <a:rPr lang="en-US" sz="4400" dirty="0">
                <a:solidFill>
                  <a:srgbClr val="C00000"/>
                </a:solidFill>
              </a:rPr>
              <a:t> </a:t>
            </a:r>
            <a:endParaRPr lang="en-IN" sz="4400" dirty="0">
              <a:solidFill>
                <a:srgbClr val="C00000"/>
              </a:solidFill>
            </a:endParaRPr>
          </a:p>
        </p:txBody>
      </p:sp>
      <p:sp>
        <p:nvSpPr>
          <p:cNvPr id="3" name="Text Placeholder 2"/>
          <p:cNvSpPr>
            <a:spLocks noGrp="1"/>
          </p:cNvSpPr>
          <p:nvPr>
            <p:ph type="body" idx="1"/>
          </p:nvPr>
        </p:nvSpPr>
        <p:spPr/>
        <p:txBody>
          <a:bodyPr>
            <a:normAutofit/>
          </a:bodyPr>
          <a:lstStyle/>
          <a:p>
            <a:pPr>
              <a:buFont typeface="Wingdings" panose="05000000000000000000" pitchFamily="2" charset="2"/>
              <a:buChar char="§"/>
            </a:pPr>
            <a:endParaRPr lang="en-IN" sz="2400" dirty="0">
              <a:latin typeface="+mj-lt"/>
            </a:endParaRPr>
          </a:p>
        </p:txBody>
      </p:sp>
    </p:spTree>
    <p:extLst>
      <p:ext uri="{BB962C8B-B14F-4D97-AF65-F5344CB8AC3E}">
        <p14:creationId xmlns:p14="http://schemas.microsoft.com/office/powerpoint/2010/main" val="358798453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IN" sz="4400" dirty="0">
                <a:solidFill>
                  <a:srgbClr val="C00000"/>
                </a:solidFill>
              </a:rPr>
              <a:t> </a:t>
            </a:r>
            <a:r>
              <a:rPr lang="en-US" sz="4400" dirty="0">
                <a:solidFill>
                  <a:srgbClr val="C00000"/>
                </a:solidFill>
              </a:rPr>
              <a:t> </a:t>
            </a:r>
            <a:endParaRPr lang="en-IN" sz="4400" dirty="0">
              <a:solidFill>
                <a:srgbClr val="C00000"/>
              </a:solidFill>
            </a:endParaRPr>
          </a:p>
        </p:txBody>
      </p:sp>
      <p:sp>
        <p:nvSpPr>
          <p:cNvPr id="3" name="Text Placeholder 2"/>
          <p:cNvSpPr>
            <a:spLocks noGrp="1"/>
          </p:cNvSpPr>
          <p:nvPr>
            <p:ph type="body" idx="1"/>
          </p:nvPr>
        </p:nvSpPr>
        <p:spPr/>
        <p:txBody>
          <a:bodyPr>
            <a:normAutofit/>
          </a:bodyPr>
          <a:lstStyle/>
          <a:p>
            <a:pPr>
              <a:buFont typeface="Wingdings" panose="05000000000000000000" pitchFamily="2" charset="2"/>
              <a:buChar char="§"/>
            </a:pPr>
            <a:endParaRPr lang="en-IN" sz="2400" dirty="0">
              <a:latin typeface="+mj-lt"/>
            </a:endParaRPr>
          </a:p>
        </p:txBody>
      </p:sp>
    </p:spTree>
    <p:extLst>
      <p:ext uri="{BB962C8B-B14F-4D97-AF65-F5344CB8AC3E}">
        <p14:creationId xmlns:p14="http://schemas.microsoft.com/office/powerpoint/2010/main" val="358798453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IN" sz="4400" dirty="0">
                <a:solidFill>
                  <a:srgbClr val="C00000"/>
                </a:solidFill>
              </a:rPr>
              <a:t> </a:t>
            </a:r>
            <a:r>
              <a:rPr lang="en-US" sz="4400" dirty="0">
                <a:solidFill>
                  <a:srgbClr val="C00000"/>
                </a:solidFill>
              </a:rPr>
              <a:t> </a:t>
            </a:r>
            <a:endParaRPr lang="en-IN" sz="4400" dirty="0">
              <a:solidFill>
                <a:srgbClr val="C00000"/>
              </a:solidFill>
            </a:endParaRPr>
          </a:p>
        </p:txBody>
      </p:sp>
      <p:sp>
        <p:nvSpPr>
          <p:cNvPr id="3" name="Text Placeholder 2"/>
          <p:cNvSpPr>
            <a:spLocks noGrp="1"/>
          </p:cNvSpPr>
          <p:nvPr>
            <p:ph type="body" idx="1"/>
          </p:nvPr>
        </p:nvSpPr>
        <p:spPr/>
        <p:txBody>
          <a:bodyPr>
            <a:normAutofit/>
          </a:bodyPr>
          <a:lstStyle/>
          <a:p>
            <a:pPr>
              <a:buFont typeface="Wingdings" panose="05000000000000000000" pitchFamily="2" charset="2"/>
              <a:buChar char="§"/>
            </a:pPr>
            <a:endParaRPr lang="en-IN" sz="2400" dirty="0">
              <a:latin typeface="+mj-lt"/>
            </a:endParaRPr>
          </a:p>
        </p:txBody>
      </p:sp>
    </p:spTree>
    <p:extLst>
      <p:ext uri="{BB962C8B-B14F-4D97-AF65-F5344CB8AC3E}">
        <p14:creationId xmlns:p14="http://schemas.microsoft.com/office/powerpoint/2010/main" val="358798453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IN" sz="4400" dirty="0">
                <a:solidFill>
                  <a:srgbClr val="C00000"/>
                </a:solidFill>
              </a:rPr>
              <a:t> </a:t>
            </a:r>
            <a:r>
              <a:rPr lang="en-US" sz="4400" dirty="0">
                <a:solidFill>
                  <a:srgbClr val="C00000"/>
                </a:solidFill>
              </a:rPr>
              <a:t> </a:t>
            </a:r>
            <a:endParaRPr lang="en-IN" sz="4400" dirty="0">
              <a:solidFill>
                <a:srgbClr val="C00000"/>
              </a:solidFill>
            </a:endParaRPr>
          </a:p>
        </p:txBody>
      </p:sp>
      <p:sp>
        <p:nvSpPr>
          <p:cNvPr id="3" name="Text Placeholder 2"/>
          <p:cNvSpPr>
            <a:spLocks noGrp="1"/>
          </p:cNvSpPr>
          <p:nvPr>
            <p:ph type="body" idx="1"/>
          </p:nvPr>
        </p:nvSpPr>
        <p:spPr/>
        <p:txBody>
          <a:bodyPr>
            <a:normAutofit/>
          </a:bodyPr>
          <a:lstStyle/>
          <a:p>
            <a:pPr>
              <a:buFont typeface="Wingdings" panose="05000000000000000000" pitchFamily="2" charset="2"/>
              <a:buChar char="§"/>
            </a:pPr>
            <a:endParaRPr lang="en-IN" sz="2400" dirty="0">
              <a:latin typeface="+mj-lt"/>
            </a:endParaRPr>
          </a:p>
        </p:txBody>
      </p:sp>
    </p:spTree>
    <p:extLst>
      <p:ext uri="{BB962C8B-B14F-4D97-AF65-F5344CB8AC3E}">
        <p14:creationId xmlns:p14="http://schemas.microsoft.com/office/powerpoint/2010/main" val="358798453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25"/>
        <p:cNvGrpSpPr/>
        <p:nvPr/>
      </p:nvGrpSpPr>
      <p:grpSpPr>
        <a:xfrm>
          <a:off x="0" y="0"/>
          <a:ext cx="0" cy="0"/>
          <a:chOff x="0" y="0"/>
          <a:chExt cx="0" cy="0"/>
        </a:xfrm>
      </p:grpSpPr>
      <p:sp>
        <p:nvSpPr>
          <p:cNvPr id="4" name="Google Shape;334;p3"/>
          <p:cNvSpPr txBox="1">
            <a:spLocks/>
          </p:cNvSpPr>
          <p:nvPr/>
        </p:nvSpPr>
        <p:spPr>
          <a:xfrm>
            <a:off x="277362" y="2747031"/>
            <a:ext cx="11174410" cy="576741"/>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406400" algn="ctr" rtl="0">
              <a:lnSpc>
                <a:spcPct val="90000"/>
              </a:lnSpc>
              <a:spcBef>
                <a:spcPts val="1000"/>
              </a:spcBef>
              <a:spcAft>
                <a:spcPts val="0"/>
              </a:spcAft>
              <a:buClr>
                <a:srgbClr val="4D4D4C"/>
              </a:buClr>
              <a:buSzPts val="2400"/>
              <a:buFont typeface="Arial"/>
              <a:buNone/>
              <a:defRPr sz="2400" b="0" i="0" u="none" strike="noStrike" cap="none">
                <a:solidFill>
                  <a:srgbClr val="4D4D4C"/>
                </a:solidFill>
                <a:latin typeface="Fira Sans"/>
                <a:ea typeface="Fira Sans"/>
                <a:cs typeface="Fira Sans"/>
                <a:sym typeface="Fira Sans"/>
              </a:defRPr>
            </a:lvl1pPr>
            <a:lvl2pPr marL="914400" marR="0" lvl="1" indent="-381000" algn="ctr" rtl="0">
              <a:lnSpc>
                <a:spcPct val="90000"/>
              </a:lnSpc>
              <a:spcBef>
                <a:spcPts val="500"/>
              </a:spcBef>
              <a:spcAft>
                <a:spcPts val="0"/>
              </a:spcAft>
              <a:buClr>
                <a:srgbClr val="4D4D4C"/>
              </a:buClr>
              <a:buSzPts val="2000"/>
              <a:buFont typeface="Arial"/>
              <a:buNone/>
              <a:defRPr sz="2000" b="0" i="0" u="none" strike="noStrike" cap="none">
                <a:solidFill>
                  <a:srgbClr val="4D4D4C"/>
                </a:solidFill>
                <a:latin typeface="Fira Sans"/>
                <a:ea typeface="Fira Sans"/>
                <a:cs typeface="Fira Sans"/>
                <a:sym typeface="Fira Sans"/>
              </a:defRPr>
            </a:lvl2pPr>
            <a:lvl3pPr marL="1371600" marR="0" lvl="2" indent="-355600" algn="ctr" rtl="0">
              <a:lnSpc>
                <a:spcPct val="90000"/>
              </a:lnSpc>
              <a:spcBef>
                <a:spcPts val="500"/>
              </a:spcBef>
              <a:spcAft>
                <a:spcPts val="0"/>
              </a:spcAft>
              <a:buClr>
                <a:srgbClr val="4D4D4C"/>
              </a:buClr>
              <a:buSzPts val="1800"/>
              <a:buFont typeface="Arial"/>
              <a:buNone/>
              <a:defRPr sz="1800" b="0" i="0" u="none" strike="noStrike" cap="none">
                <a:solidFill>
                  <a:srgbClr val="4D4D4C"/>
                </a:solidFill>
                <a:latin typeface="Fira Sans"/>
                <a:ea typeface="Fira Sans"/>
                <a:cs typeface="Fira Sans"/>
                <a:sym typeface="Fira Sans"/>
              </a:defRPr>
            </a:lvl3pPr>
            <a:lvl4pPr marL="1828800" marR="0" lvl="3" indent="-342900" algn="ctr" rtl="0">
              <a:lnSpc>
                <a:spcPct val="90000"/>
              </a:lnSpc>
              <a:spcBef>
                <a:spcPts val="500"/>
              </a:spcBef>
              <a:spcAft>
                <a:spcPts val="0"/>
              </a:spcAft>
              <a:buClr>
                <a:srgbClr val="4D4D4C"/>
              </a:buClr>
              <a:buSzPts val="1600"/>
              <a:buFont typeface="Arial"/>
              <a:buNone/>
              <a:defRPr sz="1600" b="0" i="0" u="none" strike="noStrike" cap="none">
                <a:solidFill>
                  <a:srgbClr val="4D4D4C"/>
                </a:solidFill>
                <a:latin typeface="Fira Sans"/>
                <a:ea typeface="Fira Sans"/>
                <a:cs typeface="Fira Sans"/>
                <a:sym typeface="Fira Sans"/>
              </a:defRPr>
            </a:lvl4pPr>
            <a:lvl5pPr marL="2286000" marR="0" lvl="4" indent="-342900" algn="ctr" rtl="0">
              <a:lnSpc>
                <a:spcPct val="90000"/>
              </a:lnSpc>
              <a:spcBef>
                <a:spcPts val="500"/>
              </a:spcBef>
              <a:spcAft>
                <a:spcPts val="0"/>
              </a:spcAft>
              <a:buClr>
                <a:srgbClr val="4D4D4C"/>
              </a:buClr>
              <a:buSzPts val="1600"/>
              <a:buFont typeface="Arial"/>
              <a:buNone/>
              <a:defRPr sz="1600" b="0" i="0" u="none" strike="noStrike" cap="none">
                <a:solidFill>
                  <a:srgbClr val="4D4D4C"/>
                </a:solidFill>
                <a:latin typeface="Fira Sans"/>
                <a:ea typeface="Fira Sans"/>
                <a:cs typeface="Fira Sans"/>
                <a:sym typeface="Fira Sans"/>
              </a:defRPr>
            </a:lvl5pPr>
            <a:lvl6pPr marL="2743200" marR="0" lvl="5" indent="-342900"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6pPr>
            <a:lvl7pPr marL="3200400" marR="0" lvl="6" indent="-342900"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7pPr>
            <a:lvl8pPr marL="3657600" marR="0" lvl="7" indent="-342900"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8pPr>
            <a:lvl9pPr marL="4114800" marR="0" lvl="8" indent="-342900"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9pPr>
          </a:lstStyle>
          <a:p>
            <a:pPr marL="0" indent="0">
              <a:spcBef>
                <a:spcPts val="0"/>
              </a:spcBef>
              <a:buClr>
                <a:srgbClr val="C00000"/>
              </a:buClr>
              <a:buSzPts val="4000"/>
            </a:pPr>
            <a:r>
              <a:rPr lang="en-US" sz="4000" dirty="0" smtClean="0">
                <a:solidFill>
                  <a:srgbClr val="C00000"/>
                </a:solidFill>
              </a:rPr>
              <a:t>   </a:t>
            </a:r>
            <a:r>
              <a:rPr lang="en-US" sz="4000" dirty="0">
                <a:solidFill>
                  <a:srgbClr val="C00000"/>
                </a:solidFill>
                <a:latin typeface="Marcellus"/>
                <a:ea typeface="Marcellus"/>
                <a:cs typeface="Marcellus"/>
                <a:sym typeface="Marcellus"/>
              </a:rPr>
              <a:t>Autoregressive Moving Average (ARMA) models</a:t>
            </a:r>
          </a:p>
          <a:p>
            <a:pPr marL="0" indent="0">
              <a:spcBef>
                <a:spcPts val="0"/>
              </a:spcBef>
              <a:buClr>
                <a:srgbClr val="C00000"/>
              </a:buClr>
              <a:buSzPts val="4000"/>
            </a:pPr>
            <a:endParaRPr lang="en-US" sz="4000" dirty="0" smtClean="0">
              <a:solidFill>
                <a:srgbClr val="C00000"/>
              </a:solidFill>
              <a:latin typeface="Marcellus"/>
              <a:ea typeface="Marcellus"/>
              <a:cs typeface="Marcellus"/>
              <a:sym typeface="Marcellus"/>
            </a:endParaRPr>
          </a:p>
          <a:p>
            <a:pPr marL="0" indent="0">
              <a:spcBef>
                <a:spcPts val="0"/>
              </a:spcBef>
              <a:buClr>
                <a:srgbClr val="C00000"/>
              </a:buClr>
              <a:buSzPts val="4000"/>
            </a:pPr>
            <a:endParaRPr lang="en-US" sz="4000" dirty="0">
              <a:solidFill>
                <a:srgbClr val="C00000"/>
              </a:solidFill>
              <a:latin typeface="Marcellus"/>
              <a:ea typeface="Marcellus"/>
              <a:cs typeface="Marcellus"/>
              <a:sym typeface="Marcellus"/>
            </a:endParaRPr>
          </a:p>
        </p:txBody>
      </p:sp>
      <p:sp>
        <p:nvSpPr>
          <p:cNvPr id="2" name="Google Shape;28;p6">
            <a:extLst>
              <a:ext uri="{FF2B5EF4-FFF2-40B4-BE49-F238E27FC236}">
                <a16:creationId xmlns:a16="http://schemas.microsoft.com/office/drawing/2014/main" xmlns="" id="{F388C51B-56D8-DB7D-0368-EA448C03A407}"/>
              </a:ext>
            </a:extLst>
          </p:cNvPr>
          <p:cNvSpPr txBox="1">
            <a:spLocks noGrp="1"/>
          </p:cNvSpPr>
          <p:nvPr>
            <p:ph type="dt" idx="10"/>
          </p:nvPr>
        </p:nvSpPr>
        <p:spPr>
          <a:xfrm>
            <a:off x="838200" y="5843197"/>
            <a:ext cx="2743200" cy="496491"/>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chemeClr val="tx1">
                    <a:lumMod val="75000"/>
                    <a:lumOff val="25000"/>
                  </a:schemeClr>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lang="en-US" dirty="0"/>
          </a:p>
        </p:txBody>
      </p:sp>
      <p:sp>
        <p:nvSpPr>
          <p:cNvPr id="3" name="Google Shape;29;p6">
            <a:extLst>
              <a:ext uri="{FF2B5EF4-FFF2-40B4-BE49-F238E27FC236}">
                <a16:creationId xmlns:a16="http://schemas.microsoft.com/office/drawing/2014/main" xmlns="" id="{CD76D83B-ED06-95EF-7E8D-E8131A31FC4C}"/>
              </a:ext>
            </a:extLst>
          </p:cNvPr>
          <p:cNvSpPr txBox="1">
            <a:spLocks noGrp="1"/>
          </p:cNvSpPr>
          <p:nvPr>
            <p:ph type="ftr" idx="11"/>
          </p:nvPr>
        </p:nvSpPr>
        <p:spPr>
          <a:xfrm>
            <a:off x="4038600" y="5843197"/>
            <a:ext cx="4114800" cy="5149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solidFill>
                  <a:schemeClr val="tx1">
                    <a:lumMod val="75000"/>
                    <a:lumOff val="25000"/>
                  </a:schemeClr>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lang="en-US" dirty="0"/>
          </a:p>
        </p:txBody>
      </p:sp>
      <p:sp>
        <p:nvSpPr>
          <p:cNvPr id="8" name="Google Shape;30;p6">
            <a:extLst>
              <a:ext uri="{FF2B5EF4-FFF2-40B4-BE49-F238E27FC236}">
                <a16:creationId xmlns:a16="http://schemas.microsoft.com/office/drawing/2014/main" xmlns="" id="{C9C195AD-2DBF-1F84-5DE6-6EEE55666AD5}"/>
              </a:ext>
            </a:extLst>
          </p:cNvPr>
          <p:cNvSpPr txBox="1">
            <a:spLocks noGrp="1"/>
          </p:cNvSpPr>
          <p:nvPr>
            <p:ph type="sldNum" idx="12"/>
          </p:nvPr>
        </p:nvSpPr>
        <p:spPr>
          <a:xfrm>
            <a:off x="10169610" y="5862996"/>
            <a:ext cx="2016210" cy="496491"/>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chemeClr val="tx1">
                    <a:lumMod val="75000"/>
                    <a:lumOff val="25000"/>
                  </a:schemeClr>
                </a:solidFill>
                <a:latin typeface="Fira Sans"/>
                <a:ea typeface="Fira Sans"/>
                <a:cs typeface="Fira Sans"/>
                <a:sym typeface="Fira Sans"/>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9pPr>
          </a:lstStyle>
          <a:p>
            <a:fld id="{00000000-1234-1234-1234-123412341234}" type="slidenum">
              <a:rPr lang="en-US" smtClean="0"/>
              <a:pPr/>
              <a:t>68</a:t>
            </a:fld>
            <a:endParaRPr lang="en-US" dirty="0"/>
          </a:p>
        </p:txBody>
      </p:sp>
    </p:spTree>
    <p:extLst>
      <p:ext uri="{BB962C8B-B14F-4D97-AF65-F5344CB8AC3E}">
        <p14:creationId xmlns:p14="http://schemas.microsoft.com/office/powerpoint/2010/main" val="304061793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IN" sz="4400" dirty="0">
                <a:solidFill>
                  <a:srgbClr val="C00000"/>
                </a:solidFill>
              </a:rPr>
              <a:t> </a:t>
            </a:r>
            <a:r>
              <a:rPr lang="en-US" sz="4400" dirty="0">
                <a:solidFill>
                  <a:srgbClr val="C00000"/>
                </a:solidFill>
              </a:rPr>
              <a:t> </a:t>
            </a:r>
            <a:endParaRPr lang="en-IN" sz="4400" dirty="0">
              <a:solidFill>
                <a:srgbClr val="C00000"/>
              </a:solidFill>
            </a:endParaRPr>
          </a:p>
        </p:txBody>
      </p:sp>
      <p:sp>
        <p:nvSpPr>
          <p:cNvPr id="3" name="Text Placeholder 2"/>
          <p:cNvSpPr>
            <a:spLocks noGrp="1"/>
          </p:cNvSpPr>
          <p:nvPr>
            <p:ph type="body" idx="1"/>
          </p:nvPr>
        </p:nvSpPr>
        <p:spPr/>
        <p:txBody>
          <a:bodyPr>
            <a:normAutofit/>
          </a:bodyPr>
          <a:lstStyle/>
          <a:p>
            <a:pPr>
              <a:buFont typeface="Wingdings" panose="05000000000000000000" pitchFamily="2" charset="2"/>
              <a:buChar char="§"/>
            </a:pPr>
            <a:endParaRPr lang="en-IN" sz="2400" dirty="0">
              <a:latin typeface="+mj-lt"/>
            </a:endParaRPr>
          </a:p>
        </p:txBody>
      </p:sp>
    </p:spTree>
    <p:extLst>
      <p:ext uri="{BB962C8B-B14F-4D97-AF65-F5344CB8AC3E}">
        <p14:creationId xmlns:p14="http://schemas.microsoft.com/office/powerpoint/2010/main" val="358798453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IN" sz="4400" dirty="0">
                <a:solidFill>
                  <a:srgbClr val="C00000"/>
                </a:solidFill>
              </a:rPr>
              <a:t> </a:t>
            </a:r>
            <a:r>
              <a:rPr lang="en-US" sz="4400" dirty="0">
                <a:solidFill>
                  <a:srgbClr val="C00000"/>
                </a:solidFill>
              </a:rPr>
              <a:t> </a:t>
            </a:r>
            <a:endParaRPr lang="en-IN" sz="4400" dirty="0">
              <a:solidFill>
                <a:srgbClr val="C00000"/>
              </a:solidFill>
            </a:endParaRPr>
          </a:p>
        </p:txBody>
      </p:sp>
      <p:sp>
        <p:nvSpPr>
          <p:cNvPr id="3" name="Text Placeholder 2"/>
          <p:cNvSpPr>
            <a:spLocks noGrp="1"/>
          </p:cNvSpPr>
          <p:nvPr>
            <p:ph type="body" idx="1"/>
          </p:nvPr>
        </p:nvSpPr>
        <p:spPr/>
        <p:txBody>
          <a:bodyPr>
            <a:normAutofit/>
          </a:bodyPr>
          <a:lstStyle/>
          <a:p>
            <a:pPr>
              <a:buFont typeface="Wingdings" panose="05000000000000000000" pitchFamily="2" charset="2"/>
              <a:buChar char="§"/>
            </a:pPr>
            <a:endParaRPr lang="en-IN" sz="2400" dirty="0">
              <a:latin typeface="+mj-lt"/>
            </a:endParaRPr>
          </a:p>
        </p:txBody>
      </p:sp>
    </p:spTree>
    <p:extLst>
      <p:ext uri="{BB962C8B-B14F-4D97-AF65-F5344CB8AC3E}">
        <p14:creationId xmlns:p14="http://schemas.microsoft.com/office/powerpoint/2010/main" val="358798453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IN" sz="4400" dirty="0">
                <a:solidFill>
                  <a:srgbClr val="C00000"/>
                </a:solidFill>
              </a:rPr>
              <a:t> </a:t>
            </a:r>
            <a:r>
              <a:rPr lang="en-US" sz="4400" dirty="0">
                <a:solidFill>
                  <a:srgbClr val="C00000"/>
                </a:solidFill>
              </a:rPr>
              <a:t> </a:t>
            </a:r>
            <a:endParaRPr lang="en-IN" sz="4400" dirty="0">
              <a:solidFill>
                <a:srgbClr val="C00000"/>
              </a:solidFill>
            </a:endParaRPr>
          </a:p>
        </p:txBody>
      </p:sp>
      <p:sp>
        <p:nvSpPr>
          <p:cNvPr id="3" name="Text Placeholder 2"/>
          <p:cNvSpPr>
            <a:spLocks noGrp="1"/>
          </p:cNvSpPr>
          <p:nvPr>
            <p:ph type="body" idx="1"/>
          </p:nvPr>
        </p:nvSpPr>
        <p:spPr/>
        <p:txBody>
          <a:bodyPr>
            <a:normAutofit/>
          </a:bodyPr>
          <a:lstStyle/>
          <a:p>
            <a:pPr>
              <a:buFont typeface="Wingdings" panose="05000000000000000000" pitchFamily="2" charset="2"/>
              <a:buChar char="§"/>
            </a:pPr>
            <a:endParaRPr lang="en-IN" sz="2400" dirty="0">
              <a:latin typeface="+mj-lt"/>
            </a:endParaRPr>
          </a:p>
        </p:txBody>
      </p:sp>
    </p:spTree>
    <p:extLst>
      <p:ext uri="{BB962C8B-B14F-4D97-AF65-F5344CB8AC3E}">
        <p14:creationId xmlns:p14="http://schemas.microsoft.com/office/powerpoint/2010/main" val="358798453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25"/>
        <p:cNvGrpSpPr/>
        <p:nvPr/>
      </p:nvGrpSpPr>
      <p:grpSpPr>
        <a:xfrm>
          <a:off x="0" y="0"/>
          <a:ext cx="0" cy="0"/>
          <a:chOff x="0" y="0"/>
          <a:chExt cx="0" cy="0"/>
        </a:xfrm>
      </p:grpSpPr>
      <p:sp>
        <p:nvSpPr>
          <p:cNvPr id="4" name="Google Shape;334;p3"/>
          <p:cNvSpPr txBox="1">
            <a:spLocks/>
          </p:cNvSpPr>
          <p:nvPr/>
        </p:nvSpPr>
        <p:spPr>
          <a:xfrm>
            <a:off x="277362" y="2747031"/>
            <a:ext cx="11174410" cy="576741"/>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406400" algn="ctr" rtl="0">
              <a:lnSpc>
                <a:spcPct val="90000"/>
              </a:lnSpc>
              <a:spcBef>
                <a:spcPts val="1000"/>
              </a:spcBef>
              <a:spcAft>
                <a:spcPts val="0"/>
              </a:spcAft>
              <a:buClr>
                <a:srgbClr val="4D4D4C"/>
              </a:buClr>
              <a:buSzPts val="2400"/>
              <a:buFont typeface="Arial"/>
              <a:buNone/>
              <a:defRPr sz="2400" b="0" i="0" u="none" strike="noStrike" cap="none">
                <a:solidFill>
                  <a:srgbClr val="4D4D4C"/>
                </a:solidFill>
                <a:latin typeface="Fira Sans"/>
                <a:ea typeface="Fira Sans"/>
                <a:cs typeface="Fira Sans"/>
                <a:sym typeface="Fira Sans"/>
              </a:defRPr>
            </a:lvl1pPr>
            <a:lvl2pPr marL="914400" marR="0" lvl="1" indent="-381000" algn="ctr" rtl="0">
              <a:lnSpc>
                <a:spcPct val="90000"/>
              </a:lnSpc>
              <a:spcBef>
                <a:spcPts val="500"/>
              </a:spcBef>
              <a:spcAft>
                <a:spcPts val="0"/>
              </a:spcAft>
              <a:buClr>
                <a:srgbClr val="4D4D4C"/>
              </a:buClr>
              <a:buSzPts val="2000"/>
              <a:buFont typeface="Arial"/>
              <a:buNone/>
              <a:defRPr sz="2000" b="0" i="0" u="none" strike="noStrike" cap="none">
                <a:solidFill>
                  <a:srgbClr val="4D4D4C"/>
                </a:solidFill>
                <a:latin typeface="Fira Sans"/>
                <a:ea typeface="Fira Sans"/>
                <a:cs typeface="Fira Sans"/>
                <a:sym typeface="Fira Sans"/>
              </a:defRPr>
            </a:lvl2pPr>
            <a:lvl3pPr marL="1371600" marR="0" lvl="2" indent="-355600" algn="ctr" rtl="0">
              <a:lnSpc>
                <a:spcPct val="90000"/>
              </a:lnSpc>
              <a:spcBef>
                <a:spcPts val="500"/>
              </a:spcBef>
              <a:spcAft>
                <a:spcPts val="0"/>
              </a:spcAft>
              <a:buClr>
                <a:srgbClr val="4D4D4C"/>
              </a:buClr>
              <a:buSzPts val="1800"/>
              <a:buFont typeface="Arial"/>
              <a:buNone/>
              <a:defRPr sz="1800" b="0" i="0" u="none" strike="noStrike" cap="none">
                <a:solidFill>
                  <a:srgbClr val="4D4D4C"/>
                </a:solidFill>
                <a:latin typeface="Fira Sans"/>
                <a:ea typeface="Fira Sans"/>
                <a:cs typeface="Fira Sans"/>
                <a:sym typeface="Fira Sans"/>
              </a:defRPr>
            </a:lvl3pPr>
            <a:lvl4pPr marL="1828800" marR="0" lvl="3" indent="-342900" algn="ctr" rtl="0">
              <a:lnSpc>
                <a:spcPct val="90000"/>
              </a:lnSpc>
              <a:spcBef>
                <a:spcPts val="500"/>
              </a:spcBef>
              <a:spcAft>
                <a:spcPts val="0"/>
              </a:spcAft>
              <a:buClr>
                <a:srgbClr val="4D4D4C"/>
              </a:buClr>
              <a:buSzPts val="1600"/>
              <a:buFont typeface="Arial"/>
              <a:buNone/>
              <a:defRPr sz="1600" b="0" i="0" u="none" strike="noStrike" cap="none">
                <a:solidFill>
                  <a:srgbClr val="4D4D4C"/>
                </a:solidFill>
                <a:latin typeface="Fira Sans"/>
                <a:ea typeface="Fira Sans"/>
                <a:cs typeface="Fira Sans"/>
                <a:sym typeface="Fira Sans"/>
              </a:defRPr>
            </a:lvl4pPr>
            <a:lvl5pPr marL="2286000" marR="0" lvl="4" indent="-342900" algn="ctr" rtl="0">
              <a:lnSpc>
                <a:spcPct val="90000"/>
              </a:lnSpc>
              <a:spcBef>
                <a:spcPts val="500"/>
              </a:spcBef>
              <a:spcAft>
                <a:spcPts val="0"/>
              </a:spcAft>
              <a:buClr>
                <a:srgbClr val="4D4D4C"/>
              </a:buClr>
              <a:buSzPts val="1600"/>
              <a:buFont typeface="Arial"/>
              <a:buNone/>
              <a:defRPr sz="1600" b="0" i="0" u="none" strike="noStrike" cap="none">
                <a:solidFill>
                  <a:srgbClr val="4D4D4C"/>
                </a:solidFill>
                <a:latin typeface="Fira Sans"/>
                <a:ea typeface="Fira Sans"/>
                <a:cs typeface="Fira Sans"/>
                <a:sym typeface="Fira Sans"/>
              </a:defRPr>
            </a:lvl5pPr>
            <a:lvl6pPr marL="2743200" marR="0" lvl="5" indent="-342900"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6pPr>
            <a:lvl7pPr marL="3200400" marR="0" lvl="6" indent="-342900"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7pPr>
            <a:lvl8pPr marL="3657600" marR="0" lvl="7" indent="-342900"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8pPr>
            <a:lvl9pPr marL="4114800" marR="0" lvl="8" indent="-342900"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9pPr>
          </a:lstStyle>
          <a:p>
            <a:pPr marL="0" indent="0">
              <a:spcBef>
                <a:spcPts val="0"/>
              </a:spcBef>
              <a:buClr>
                <a:srgbClr val="C00000"/>
              </a:buClr>
              <a:buSzPts val="4000"/>
            </a:pPr>
            <a:r>
              <a:rPr lang="en-US" sz="4000" dirty="0" smtClean="0">
                <a:solidFill>
                  <a:srgbClr val="C00000"/>
                </a:solidFill>
              </a:rPr>
              <a:t>   </a:t>
            </a:r>
            <a:r>
              <a:rPr lang="en-US" sz="4000" dirty="0">
                <a:solidFill>
                  <a:srgbClr val="C00000"/>
                </a:solidFill>
                <a:latin typeface="Marcellus"/>
                <a:ea typeface="Marcellus"/>
                <a:cs typeface="Marcellus"/>
                <a:sym typeface="Marcellus"/>
              </a:rPr>
              <a:t>Estimation and model diagnostics</a:t>
            </a:r>
          </a:p>
          <a:p>
            <a:pPr marL="0" indent="0">
              <a:spcBef>
                <a:spcPts val="0"/>
              </a:spcBef>
              <a:buClr>
                <a:srgbClr val="C00000"/>
              </a:buClr>
              <a:buSzPts val="4000"/>
            </a:pPr>
            <a:endParaRPr lang="en-US" sz="4000" dirty="0" smtClean="0">
              <a:solidFill>
                <a:srgbClr val="C00000"/>
              </a:solidFill>
              <a:latin typeface="Marcellus"/>
              <a:ea typeface="Marcellus"/>
              <a:cs typeface="Marcellus"/>
              <a:sym typeface="Marcellus"/>
            </a:endParaRPr>
          </a:p>
          <a:p>
            <a:pPr marL="0" indent="0">
              <a:spcBef>
                <a:spcPts val="0"/>
              </a:spcBef>
              <a:buClr>
                <a:srgbClr val="C00000"/>
              </a:buClr>
              <a:buSzPts val="4000"/>
            </a:pPr>
            <a:endParaRPr lang="en-US" sz="4000" dirty="0">
              <a:solidFill>
                <a:srgbClr val="C00000"/>
              </a:solidFill>
              <a:latin typeface="Marcellus"/>
              <a:ea typeface="Marcellus"/>
              <a:cs typeface="Marcellus"/>
              <a:sym typeface="Marcellus"/>
            </a:endParaRPr>
          </a:p>
        </p:txBody>
      </p:sp>
      <p:sp>
        <p:nvSpPr>
          <p:cNvPr id="2" name="Google Shape;28;p6">
            <a:extLst>
              <a:ext uri="{FF2B5EF4-FFF2-40B4-BE49-F238E27FC236}">
                <a16:creationId xmlns:a16="http://schemas.microsoft.com/office/drawing/2014/main" xmlns="" id="{F388C51B-56D8-DB7D-0368-EA448C03A407}"/>
              </a:ext>
            </a:extLst>
          </p:cNvPr>
          <p:cNvSpPr txBox="1">
            <a:spLocks noGrp="1"/>
          </p:cNvSpPr>
          <p:nvPr>
            <p:ph type="dt" idx="10"/>
          </p:nvPr>
        </p:nvSpPr>
        <p:spPr>
          <a:xfrm>
            <a:off x="838200" y="5843197"/>
            <a:ext cx="2743200" cy="496491"/>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chemeClr val="tx1">
                    <a:lumMod val="75000"/>
                    <a:lumOff val="25000"/>
                  </a:schemeClr>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lang="en-US" dirty="0"/>
          </a:p>
        </p:txBody>
      </p:sp>
      <p:sp>
        <p:nvSpPr>
          <p:cNvPr id="3" name="Google Shape;29;p6">
            <a:extLst>
              <a:ext uri="{FF2B5EF4-FFF2-40B4-BE49-F238E27FC236}">
                <a16:creationId xmlns:a16="http://schemas.microsoft.com/office/drawing/2014/main" xmlns="" id="{CD76D83B-ED06-95EF-7E8D-E8131A31FC4C}"/>
              </a:ext>
            </a:extLst>
          </p:cNvPr>
          <p:cNvSpPr txBox="1">
            <a:spLocks noGrp="1"/>
          </p:cNvSpPr>
          <p:nvPr>
            <p:ph type="ftr" idx="11"/>
          </p:nvPr>
        </p:nvSpPr>
        <p:spPr>
          <a:xfrm>
            <a:off x="4038600" y="5843197"/>
            <a:ext cx="4114800" cy="5149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solidFill>
                  <a:schemeClr val="tx1">
                    <a:lumMod val="75000"/>
                    <a:lumOff val="25000"/>
                  </a:schemeClr>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lang="en-US" dirty="0"/>
          </a:p>
        </p:txBody>
      </p:sp>
      <p:sp>
        <p:nvSpPr>
          <p:cNvPr id="8" name="Google Shape;30;p6">
            <a:extLst>
              <a:ext uri="{FF2B5EF4-FFF2-40B4-BE49-F238E27FC236}">
                <a16:creationId xmlns:a16="http://schemas.microsoft.com/office/drawing/2014/main" xmlns="" id="{C9C195AD-2DBF-1F84-5DE6-6EEE55666AD5}"/>
              </a:ext>
            </a:extLst>
          </p:cNvPr>
          <p:cNvSpPr txBox="1">
            <a:spLocks noGrp="1"/>
          </p:cNvSpPr>
          <p:nvPr>
            <p:ph type="sldNum" idx="12"/>
          </p:nvPr>
        </p:nvSpPr>
        <p:spPr>
          <a:xfrm>
            <a:off x="10169610" y="5862996"/>
            <a:ext cx="2016210" cy="496491"/>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chemeClr val="tx1">
                    <a:lumMod val="75000"/>
                    <a:lumOff val="25000"/>
                  </a:schemeClr>
                </a:solidFill>
                <a:latin typeface="Fira Sans"/>
                <a:ea typeface="Fira Sans"/>
                <a:cs typeface="Fira Sans"/>
                <a:sym typeface="Fira Sans"/>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9pPr>
          </a:lstStyle>
          <a:p>
            <a:fld id="{00000000-1234-1234-1234-123412341234}" type="slidenum">
              <a:rPr lang="en-US" smtClean="0"/>
              <a:pPr/>
              <a:t>72</a:t>
            </a:fld>
            <a:endParaRPr lang="en-US" dirty="0"/>
          </a:p>
        </p:txBody>
      </p:sp>
    </p:spTree>
    <p:extLst>
      <p:ext uri="{BB962C8B-B14F-4D97-AF65-F5344CB8AC3E}">
        <p14:creationId xmlns:p14="http://schemas.microsoft.com/office/powerpoint/2010/main" val="66328420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Text Placeholder 2"/>
          <p:cNvSpPr>
            <a:spLocks noGrp="1"/>
          </p:cNvSpPr>
          <p:nvPr>
            <p:ph type="body" idx="1"/>
          </p:nvPr>
        </p:nvSpPr>
        <p:spPr/>
        <p:txBody>
          <a:bodyPr/>
          <a:lstStyle/>
          <a:p>
            <a:endParaRPr lang="en-IN"/>
          </a:p>
        </p:txBody>
      </p:sp>
    </p:spTree>
    <p:extLst>
      <p:ext uri="{BB962C8B-B14F-4D97-AF65-F5344CB8AC3E}">
        <p14:creationId xmlns:p14="http://schemas.microsoft.com/office/powerpoint/2010/main" val="235195442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1"/>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rgbClr val="A42530"/>
              </a:buClr>
              <a:buSzPts val="6000"/>
              <a:buFont typeface="Marcellus"/>
              <a:buNone/>
            </a:pPr>
            <a:endParaRPr/>
          </a:p>
        </p:txBody>
      </p:sp>
      <p:sp>
        <p:nvSpPr>
          <p:cNvPr id="129" name="Google Shape;129;p1"/>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rgbClr val="4D4D4C"/>
              </a:buClr>
              <a:buSzPts val="2400"/>
              <a:buNone/>
            </a:pPr>
            <a:endParaRPr/>
          </a:p>
        </p:txBody>
      </p:sp>
      <p:sp>
        <p:nvSpPr>
          <p:cNvPr id="2" name="Google Shape;28;p6">
            <a:extLst>
              <a:ext uri="{FF2B5EF4-FFF2-40B4-BE49-F238E27FC236}">
                <a16:creationId xmlns:a16="http://schemas.microsoft.com/office/drawing/2014/main" xmlns="" id="{8268B4D2-CCCD-7523-F1E1-3535D97E265E}"/>
              </a:ext>
            </a:extLst>
          </p:cNvPr>
          <p:cNvSpPr txBox="1">
            <a:spLocks noGrp="1"/>
          </p:cNvSpPr>
          <p:nvPr>
            <p:ph type="dt" idx="10"/>
          </p:nvPr>
        </p:nvSpPr>
        <p:spPr>
          <a:xfrm>
            <a:off x="838200" y="5843197"/>
            <a:ext cx="2743200" cy="496491"/>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chemeClr val="tx1">
                    <a:lumMod val="75000"/>
                    <a:lumOff val="25000"/>
                  </a:schemeClr>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lang="en-US" dirty="0"/>
          </a:p>
        </p:txBody>
      </p:sp>
      <p:sp>
        <p:nvSpPr>
          <p:cNvPr id="3" name="Google Shape;29;p6">
            <a:extLst>
              <a:ext uri="{FF2B5EF4-FFF2-40B4-BE49-F238E27FC236}">
                <a16:creationId xmlns:a16="http://schemas.microsoft.com/office/drawing/2014/main" xmlns="" id="{C2655B94-245B-ED2B-0B0C-D7EC484EE1C5}"/>
              </a:ext>
            </a:extLst>
          </p:cNvPr>
          <p:cNvSpPr txBox="1">
            <a:spLocks noGrp="1"/>
          </p:cNvSpPr>
          <p:nvPr>
            <p:ph type="ftr" idx="11"/>
          </p:nvPr>
        </p:nvSpPr>
        <p:spPr>
          <a:xfrm>
            <a:off x="4038600" y="5843197"/>
            <a:ext cx="4114800" cy="5149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solidFill>
                  <a:schemeClr val="tx1">
                    <a:lumMod val="75000"/>
                    <a:lumOff val="25000"/>
                  </a:schemeClr>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lang="en-US" dirty="0"/>
          </a:p>
        </p:txBody>
      </p:sp>
      <p:sp>
        <p:nvSpPr>
          <p:cNvPr id="7" name="Google Shape;30;p6">
            <a:extLst>
              <a:ext uri="{FF2B5EF4-FFF2-40B4-BE49-F238E27FC236}">
                <a16:creationId xmlns:a16="http://schemas.microsoft.com/office/drawing/2014/main" xmlns="" id="{6F29DB1A-856D-6D0E-50F6-EDEF0F9991B7}"/>
              </a:ext>
            </a:extLst>
          </p:cNvPr>
          <p:cNvSpPr txBox="1">
            <a:spLocks noGrp="1"/>
          </p:cNvSpPr>
          <p:nvPr>
            <p:ph type="sldNum" idx="12"/>
          </p:nvPr>
        </p:nvSpPr>
        <p:spPr>
          <a:xfrm>
            <a:off x="10169610" y="5862996"/>
            <a:ext cx="2016210" cy="496491"/>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chemeClr val="tx1">
                    <a:lumMod val="75000"/>
                    <a:lumOff val="25000"/>
                  </a:schemeClr>
                </a:solidFill>
                <a:latin typeface="Fira Sans"/>
                <a:ea typeface="Fira Sans"/>
                <a:cs typeface="Fira Sans"/>
                <a:sym typeface="Fira Sans"/>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9pPr>
          </a:lstStyle>
          <a:p>
            <a:fld id="{00000000-1234-1234-1234-123412341234}" type="slidenum">
              <a:rPr lang="en-US" smtClean="0"/>
              <a:pPr/>
              <a:t>74</a:t>
            </a:fld>
            <a:endParaRPr lang="en-US"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p3"/>
          <p:cNvSpPr txBox="1">
            <a:spLocks noGrp="1"/>
          </p:cNvSpPr>
          <p:nvPr>
            <p:ph type="title"/>
          </p:nvPr>
        </p:nvSpPr>
        <p:spPr>
          <a:xfrm>
            <a:off x="839788" y="987424"/>
            <a:ext cx="3932100" cy="1070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A42530"/>
              </a:buClr>
              <a:buSzPts val="3600"/>
              <a:buFont typeface="Marcellus"/>
              <a:buNone/>
            </a:pPr>
            <a:endParaRPr/>
          </a:p>
        </p:txBody>
      </p:sp>
      <p:sp>
        <p:nvSpPr>
          <p:cNvPr id="135" name="Google Shape;135;p3"/>
          <p:cNvSpPr txBox="1">
            <a:spLocks noGrp="1"/>
          </p:cNvSpPr>
          <p:nvPr>
            <p:ph type="body" idx="1"/>
          </p:nvPr>
        </p:nvSpPr>
        <p:spPr>
          <a:xfrm>
            <a:off x="5183188" y="987425"/>
            <a:ext cx="6172200" cy="4873500"/>
          </a:xfrm>
          <a:prstGeom prst="rect">
            <a:avLst/>
          </a:prstGeom>
          <a:noFill/>
          <a:ln>
            <a:noFill/>
          </a:ln>
        </p:spPr>
        <p:txBody>
          <a:bodyPr spcFirstLastPara="1" wrap="square" lIns="91425" tIns="45700" rIns="91425" bIns="45700" anchor="t" anchorCtr="0">
            <a:normAutofit/>
          </a:bodyPr>
          <a:lstStyle/>
          <a:p>
            <a:pPr marL="228600" lvl="0" indent="-50800" algn="l" rtl="0">
              <a:lnSpc>
                <a:spcPct val="90000"/>
              </a:lnSpc>
              <a:spcBef>
                <a:spcPts val="0"/>
              </a:spcBef>
              <a:spcAft>
                <a:spcPts val="0"/>
              </a:spcAft>
              <a:buClr>
                <a:srgbClr val="4D4D4C"/>
              </a:buClr>
              <a:buSzPts val="2800"/>
              <a:buNone/>
            </a:pPr>
            <a:endParaRPr/>
          </a:p>
        </p:txBody>
      </p:sp>
      <p:sp>
        <p:nvSpPr>
          <p:cNvPr id="136" name="Google Shape;136;p3"/>
          <p:cNvSpPr txBox="1">
            <a:spLocks noGrp="1"/>
          </p:cNvSpPr>
          <p:nvPr>
            <p:ph type="body" idx="2"/>
          </p:nvPr>
        </p:nvSpPr>
        <p:spPr>
          <a:xfrm>
            <a:off x="839788" y="2057400"/>
            <a:ext cx="3932100" cy="3811500"/>
          </a:xfrm>
          <a:prstGeom prst="rect">
            <a:avLst/>
          </a:prstGeom>
          <a:noFill/>
          <a:ln>
            <a:noFill/>
          </a:ln>
        </p:spPr>
        <p:txBody>
          <a:bodyPr spcFirstLastPara="1" wrap="square" lIns="91425" tIns="45700" rIns="91425" bIns="45700" anchor="t" anchorCtr="0">
            <a:normAutofit/>
          </a:bodyPr>
          <a:lstStyle/>
          <a:p>
            <a:pPr marL="228600" lvl="0" indent="-50800" algn="l" rtl="0">
              <a:lnSpc>
                <a:spcPct val="90000"/>
              </a:lnSpc>
              <a:spcBef>
                <a:spcPts val="0"/>
              </a:spcBef>
              <a:spcAft>
                <a:spcPts val="0"/>
              </a:spcAft>
              <a:buClr>
                <a:srgbClr val="4D4D4C"/>
              </a:buClr>
              <a:buSzPts val="2800"/>
              <a:buNone/>
            </a:pPr>
            <a:endParaRPr/>
          </a:p>
        </p:txBody>
      </p:sp>
      <p:sp>
        <p:nvSpPr>
          <p:cNvPr id="2" name="Google Shape;28;p6">
            <a:extLst>
              <a:ext uri="{FF2B5EF4-FFF2-40B4-BE49-F238E27FC236}">
                <a16:creationId xmlns:a16="http://schemas.microsoft.com/office/drawing/2014/main" xmlns="" id="{BAA2B508-796E-985F-3D4A-947A508968C2}"/>
              </a:ext>
            </a:extLst>
          </p:cNvPr>
          <p:cNvSpPr txBox="1">
            <a:spLocks noGrp="1"/>
          </p:cNvSpPr>
          <p:nvPr>
            <p:ph type="dt" idx="10"/>
          </p:nvPr>
        </p:nvSpPr>
        <p:spPr>
          <a:xfrm>
            <a:off x="838200" y="5843197"/>
            <a:ext cx="2743200" cy="496491"/>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chemeClr val="tx1">
                    <a:lumMod val="75000"/>
                    <a:lumOff val="25000"/>
                  </a:schemeClr>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lang="en-US" dirty="0"/>
          </a:p>
        </p:txBody>
      </p:sp>
      <p:sp>
        <p:nvSpPr>
          <p:cNvPr id="3" name="Google Shape;29;p6">
            <a:extLst>
              <a:ext uri="{FF2B5EF4-FFF2-40B4-BE49-F238E27FC236}">
                <a16:creationId xmlns:a16="http://schemas.microsoft.com/office/drawing/2014/main" xmlns="" id="{E8E1BFDF-311C-25B1-E524-297CE4C6DFE3}"/>
              </a:ext>
            </a:extLst>
          </p:cNvPr>
          <p:cNvSpPr txBox="1">
            <a:spLocks noGrp="1"/>
          </p:cNvSpPr>
          <p:nvPr>
            <p:ph type="ftr" idx="11"/>
          </p:nvPr>
        </p:nvSpPr>
        <p:spPr>
          <a:xfrm>
            <a:off x="4038600" y="5843197"/>
            <a:ext cx="4114800" cy="5149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solidFill>
                  <a:schemeClr val="tx1">
                    <a:lumMod val="75000"/>
                    <a:lumOff val="25000"/>
                  </a:schemeClr>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lang="en-US" dirty="0"/>
          </a:p>
        </p:txBody>
      </p:sp>
      <p:sp>
        <p:nvSpPr>
          <p:cNvPr id="4" name="Google Shape;30;p6">
            <a:extLst>
              <a:ext uri="{FF2B5EF4-FFF2-40B4-BE49-F238E27FC236}">
                <a16:creationId xmlns:a16="http://schemas.microsoft.com/office/drawing/2014/main" xmlns="" id="{E5727897-C6D2-031E-659F-3FC07A370E27}"/>
              </a:ext>
            </a:extLst>
          </p:cNvPr>
          <p:cNvSpPr txBox="1">
            <a:spLocks noGrp="1"/>
          </p:cNvSpPr>
          <p:nvPr>
            <p:ph type="sldNum" idx="12"/>
          </p:nvPr>
        </p:nvSpPr>
        <p:spPr>
          <a:xfrm>
            <a:off x="10169610" y="5862996"/>
            <a:ext cx="2016210" cy="496491"/>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chemeClr val="tx1">
                    <a:lumMod val="75000"/>
                    <a:lumOff val="25000"/>
                  </a:schemeClr>
                </a:solidFill>
                <a:latin typeface="Fira Sans"/>
                <a:ea typeface="Fira Sans"/>
                <a:cs typeface="Fira Sans"/>
                <a:sym typeface="Fira Sans"/>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9pPr>
          </a:lstStyle>
          <a:p>
            <a:fld id="{00000000-1234-1234-1234-123412341234}" type="slidenum">
              <a:rPr lang="en-US" smtClean="0"/>
              <a:pPr/>
              <a:t>75</a:t>
            </a:fld>
            <a:endParaRPr lang="en-US"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1" name="Google Shape;141;g214912aa8f3_0_0"/>
          <p:cNvSpPr txBox="1">
            <a:spLocks noGrp="1"/>
          </p:cNvSpPr>
          <p:nvPr>
            <p:ph type="title"/>
          </p:nvPr>
        </p:nvSpPr>
        <p:spPr>
          <a:xfrm>
            <a:off x="838200" y="866274"/>
            <a:ext cx="10515600" cy="824400"/>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SzPts val="3200"/>
              <a:buNone/>
            </a:pPr>
            <a:endParaRPr/>
          </a:p>
        </p:txBody>
      </p:sp>
      <p:sp>
        <p:nvSpPr>
          <p:cNvPr id="2" name="Google Shape;28;p6">
            <a:extLst>
              <a:ext uri="{FF2B5EF4-FFF2-40B4-BE49-F238E27FC236}">
                <a16:creationId xmlns:a16="http://schemas.microsoft.com/office/drawing/2014/main" xmlns="" id="{0BEBAC43-2489-1C9B-610A-A50A9FF5BE50}"/>
              </a:ext>
            </a:extLst>
          </p:cNvPr>
          <p:cNvSpPr txBox="1">
            <a:spLocks noGrp="1"/>
          </p:cNvSpPr>
          <p:nvPr>
            <p:ph type="dt" idx="10"/>
          </p:nvPr>
        </p:nvSpPr>
        <p:spPr>
          <a:xfrm>
            <a:off x="838200" y="5843197"/>
            <a:ext cx="2743200" cy="496491"/>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chemeClr val="tx1">
                    <a:lumMod val="75000"/>
                    <a:lumOff val="25000"/>
                  </a:schemeClr>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lang="en-US" dirty="0"/>
          </a:p>
        </p:txBody>
      </p:sp>
      <p:sp>
        <p:nvSpPr>
          <p:cNvPr id="6" name="Google Shape;29;p6">
            <a:extLst>
              <a:ext uri="{FF2B5EF4-FFF2-40B4-BE49-F238E27FC236}">
                <a16:creationId xmlns:a16="http://schemas.microsoft.com/office/drawing/2014/main" xmlns="" id="{886694DD-EC76-624E-33A1-A22B284AA261}"/>
              </a:ext>
            </a:extLst>
          </p:cNvPr>
          <p:cNvSpPr txBox="1">
            <a:spLocks noGrp="1"/>
          </p:cNvSpPr>
          <p:nvPr>
            <p:ph type="ftr" idx="11"/>
          </p:nvPr>
        </p:nvSpPr>
        <p:spPr>
          <a:xfrm>
            <a:off x="4038600" y="5843197"/>
            <a:ext cx="4114800" cy="5149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solidFill>
                  <a:schemeClr val="tx1">
                    <a:lumMod val="75000"/>
                    <a:lumOff val="25000"/>
                  </a:schemeClr>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lang="en-US" dirty="0"/>
          </a:p>
        </p:txBody>
      </p:sp>
      <p:sp>
        <p:nvSpPr>
          <p:cNvPr id="7" name="Google Shape;30;p6">
            <a:extLst>
              <a:ext uri="{FF2B5EF4-FFF2-40B4-BE49-F238E27FC236}">
                <a16:creationId xmlns:a16="http://schemas.microsoft.com/office/drawing/2014/main" xmlns="" id="{D877A026-2027-7322-0A65-C4FD4766AA86}"/>
              </a:ext>
            </a:extLst>
          </p:cNvPr>
          <p:cNvSpPr txBox="1">
            <a:spLocks noGrp="1"/>
          </p:cNvSpPr>
          <p:nvPr>
            <p:ph type="sldNum" idx="12"/>
          </p:nvPr>
        </p:nvSpPr>
        <p:spPr>
          <a:xfrm>
            <a:off x="10169610" y="5862996"/>
            <a:ext cx="2016210" cy="496491"/>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chemeClr val="tx1">
                    <a:lumMod val="75000"/>
                    <a:lumOff val="25000"/>
                  </a:schemeClr>
                </a:solidFill>
                <a:latin typeface="Fira Sans"/>
                <a:ea typeface="Fira Sans"/>
                <a:cs typeface="Fira Sans"/>
                <a:sym typeface="Fira Sans"/>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9pPr>
          </a:lstStyle>
          <a:p>
            <a:fld id="{00000000-1234-1234-1234-123412341234}" type="slidenum">
              <a:rPr lang="en-US" smtClean="0"/>
              <a:pPr/>
              <a:t>76</a:t>
            </a:fld>
            <a:endParaRPr lang="en-US"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g25ff18e6c2c_0_0"/>
          <p:cNvSpPr txBox="1">
            <a:spLocks noGrp="1"/>
          </p:cNvSpPr>
          <p:nvPr>
            <p:ph type="title"/>
          </p:nvPr>
        </p:nvSpPr>
        <p:spPr>
          <a:xfrm>
            <a:off x="839788" y="987424"/>
            <a:ext cx="3932100" cy="1070100"/>
          </a:xfrm>
          <a:prstGeom prst="rect">
            <a:avLst/>
          </a:prstGeom>
        </p:spPr>
        <p:txBody>
          <a:bodyPr spcFirstLastPara="1" wrap="square" lIns="91425" tIns="45700" rIns="91425" bIns="45700" anchor="b" anchorCtr="0">
            <a:normAutofit/>
          </a:bodyPr>
          <a:lstStyle/>
          <a:p>
            <a:pPr marL="0" lvl="0" indent="0" algn="l" rtl="0">
              <a:spcBef>
                <a:spcPts val="0"/>
              </a:spcBef>
              <a:spcAft>
                <a:spcPts val="0"/>
              </a:spcAft>
              <a:buNone/>
            </a:pPr>
            <a:endParaRPr/>
          </a:p>
        </p:txBody>
      </p:sp>
      <p:sp>
        <p:nvSpPr>
          <p:cNvPr id="147" name="Google Shape;147;g25ff18e6c2c_0_0"/>
          <p:cNvSpPr>
            <a:spLocks noGrp="1"/>
          </p:cNvSpPr>
          <p:nvPr>
            <p:ph type="pic" idx="2"/>
          </p:nvPr>
        </p:nvSpPr>
        <p:spPr>
          <a:xfrm>
            <a:off x="5183188" y="987425"/>
            <a:ext cx="6172200" cy="4873500"/>
          </a:xfrm>
          <a:prstGeom prst="rect">
            <a:avLst/>
          </a:prstGeom>
        </p:spPr>
        <p:txBody>
          <a:bodyPr/>
          <a:lstStyle/>
          <a:p>
            <a:endParaRPr lang="en-US"/>
          </a:p>
        </p:txBody>
      </p:sp>
      <p:sp>
        <p:nvSpPr>
          <p:cNvPr id="148" name="Google Shape;148;g25ff18e6c2c_0_0"/>
          <p:cNvSpPr txBox="1">
            <a:spLocks noGrp="1"/>
          </p:cNvSpPr>
          <p:nvPr>
            <p:ph type="body" idx="1"/>
          </p:nvPr>
        </p:nvSpPr>
        <p:spPr>
          <a:xfrm>
            <a:off x="839788" y="2057400"/>
            <a:ext cx="3932100" cy="3811500"/>
          </a:xfrm>
          <a:prstGeom prst="rect">
            <a:avLst/>
          </a:prstGeom>
        </p:spPr>
        <p:txBody>
          <a:bodyPr spcFirstLastPara="1" wrap="square" lIns="91425" tIns="45700" rIns="91425" bIns="45700" anchor="t" anchorCtr="0">
            <a:normAutofit/>
          </a:bodyPr>
          <a:lstStyle/>
          <a:p>
            <a:pPr marL="0" lvl="0" indent="0" algn="l" rtl="0">
              <a:spcBef>
                <a:spcPts val="1000"/>
              </a:spcBef>
              <a:spcAft>
                <a:spcPts val="0"/>
              </a:spcAft>
              <a:buNone/>
            </a:pPr>
            <a:endParaRPr/>
          </a:p>
        </p:txBody>
      </p:sp>
      <p:sp>
        <p:nvSpPr>
          <p:cNvPr id="2" name="Google Shape;28;p6">
            <a:extLst>
              <a:ext uri="{FF2B5EF4-FFF2-40B4-BE49-F238E27FC236}">
                <a16:creationId xmlns:a16="http://schemas.microsoft.com/office/drawing/2014/main" xmlns="" id="{533AF28B-53AE-B3FC-86BD-1F5B4D64642C}"/>
              </a:ext>
            </a:extLst>
          </p:cNvPr>
          <p:cNvSpPr txBox="1">
            <a:spLocks noGrp="1"/>
          </p:cNvSpPr>
          <p:nvPr>
            <p:ph type="dt" idx="10"/>
          </p:nvPr>
        </p:nvSpPr>
        <p:spPr>
          <a:xfrm>
            <a:off x="838200" y="5843197"/>
            <a:ext cx="2743200" cy="496491"/>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chemeClr val="tx1">
                    <a:lumMod val="75000"/>
                    <a:lumOff val="25000"/>
                  </a:schemeClr>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lang="en-US" dirty="0"/>
          </a:p>
        </p:txBody>
      </p:sp>
      <p:sp>
        <p:nvSpPr>
          <p:cNvPr id="3" name="Google Shape;29;p6">
            <a:extLst>
              <a:ext uri="{FF2B5EF4-FFF2-40B4-BE49-F238E27FC236}">
                <a16:creationId xmlns:a16="http://schemas.microsoft.com/office/drawing/2014/main" xmlns="" id="{73323DEF-4F4F-11BC-1C0B-F3ECC530C77F}"/>
              </a:ext>
            </a:extLst>
          </p:cNvPr>
          <p:cNvSpPr txBox="1">
            <a:spLocks noGrp="1"/>
          </p:cNvSpPr>
          <p:nvPr>
            <p:ph type="ftr" idx="11"/>
          </p:nvPr>
        </p:nvSpPr>
        <p:spPr>
          <a:xfrm>
            <a:off x="4038600" y="5843197"/>
            <a:ext cx="4114800" cy="5149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solidFill>
                  <a:schemeClr val="tx1">
                    <a:lumMod val="75000"/>
                    <a:lumOff val="25000"/>
                  </a:schemeClr>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lang="en-US" dirty="0"/>
          </a:p>
        </p:txBody>
      </p:sp>
      <p:sp>
        <p:nvSpPr>
          <p:cNvPr id="4" name="Google Shape;30;p6">
            <a:extLst>
              <a:ext uri="{FF2B5EF4-FFF2-40B4-BE49-F238E27FC236}">
                <a16:creationId xmlns:a16="http://schemas.microsoft.com/office/drawing/2014/main" xmlns="" id="{A399D55A-C0BE-8D7A-D806-C91591A25AC9}"/>
              </a:ext>
            </a:extLst>
          </p:cNvPr>
          <p:cNvSpPr txBox="1">
            <a:spLocks noGrp="1"/>
          </p:cNvSpPr>
          <p:nvPr>
            <p:ph type="sldNum" idx="12"/>
          </p:nvPr>
        </p:nvSpPr>
        <p:spPr>
          <a:xfrm>
            <a:off x="10169610" y="5862996"/>
            <a:ext cx="2016210" cy="496491"/>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chemeClr val="tx1">
                    <a:lumMod val="75000"/>
                    <a:lumOff val="25000"/>
                  </a:schemeClr>
                </a:solidFill>
                <a:latin typeface="Fira Sans"/>
                <a:ea typeface="Fira Sans"/>
                <a:cs typeface="Fira Sans"/>
                <a:sym typeface="Fira Sans"/>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9pPr>
          </a:lstStyle>
          <a:p>
            <a:fld id="{00000000-1234-1234-1234-123412341234}" type="slidenum">
              <a:rPr lang="en-US" smtClean="0"/>
              <a:pPr/>
              <a:t>77</a:t>
            </a:fld>
            <a:endParaRPr lang="en-US"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g25ff18e6c2c_0_6"/>
          <p:cNvSpPr txBox="1">
            <a:spLocks noGrp="1"/>
          </p:cNvSpPr>
          <p:nvPr>
            <p:ph type="title"/>
          </p:nvPr>
        </p:nvSpPr>
        <p:spPr>
          <a:xfrm>
            <a:off x="839788" y="987424"/>
            <a:ext cx="3932100" cy="1070100"/>
          </a:xfrm>
          <a:prstGeom prst="rect">
            <a:avLst/>
          </a:prstGeom>
        </p:spPr>
        <p:txBody>
          <a:bodyPr spcFirstLastPara="1" wrap="square" lIns="91425" tIns="45700" rIns="91425" bIns="45700" anchor="b" anchorCtr="0">
            <a:normAutofit/>
          </a:bodyPr>
          <a:lstStyle/>
          <a:p>
            <a:pPr marL="0" lvl="0" indent="0" algn="l" rtl="0">
              <a:spcBef>
                <a:spcPts val="0"/>
              </a:spcBef>
              <a:spcAft>
                <a:spcPts val="0"/>
              </a:spcAft>
              <a:buNone/>
            </a:pPr>
            <a:endParaRPr/>
          </a:p>
        </p:txBody>
      </p:sp>
      <p:sp>
        <p:nvSpPr>
          <p:cNvPr id="154" name="Google Shape;154;g25ff18e6c2c_0_6"/>
          <p:cNvSpPr>
            <a:spLocks noGrp="1"/>
          </p:cNvSpPr>
          <p:nvPr>
            <p:ph type="pic" idx="2"/>
          </p:nvPr>
        </p:nvSpPr>
        <p:spPr>
          <a:xfrm>
            <a:off x="5183188" y="987425"/>
            <a:ext cx="6172200" cy="4873500"/>
          </a:xfrm>
          <a:prstGeom prst="rect">
            <a:avLst/>
          </a:prstGeom>
        </p:spPr>
        <p:txBody>
          <a:bodyPr/>
          <a:lstStyle/>
          <a:p>
            <a:endParaRPr lang="en-US"/>
          </a:p>
        </p:txBody>
      </p:sp>
      <p:sp>
        <p:nvSpPr>
          <p:cNvPr id="155" name="Google Shape;155;g25ff18e6c2c_0_6"/>
          <p:cNvSpPr txBox="1">
            <a:spLocks noGrp="1"/>
          </p:cNvSpPr>
          <p:nvPr>
            <p:ph type="body" idx="1"/>
          </p:nvPr>
        </p:nvSpPr>
        <p:spPr>
          <a:xfrm>
            <a:off x="839788" y="2057400"/>
            <a:ext cx="3932100" cy="3811500"/>
          </a:xfrm>
          <a:prstGeom prst="rect">
            <a:avLst/>
          </a:prstGeom>
        </p:spPr>
        <p:txBody>
          <a:bodyPr spcFirstLastPara="1" wrap="square" lIns="91425" tIns="45700" rIns="91425" bIns="45700" anchor="t" anchorCtr="0">
            <a:normAutofit/>
          </a:bodyPr>
          <a:lstStyle/>
          <a:p>
            <a:pPr marL="0" lvl="0" indent="0" algn="l" rtl="0">
              <a:spcBef>
                <a:spcPts val="1000"/>
              </a:spcBef>
              <a:spcAft>
                <a:spcPts val="0"/>
              </a:spcAft>
              <a:buNone/>
            </a:pPr>
            <a:endParaRPr/>
          </a:p>
        </p:txBody>
      </p:sp>
      <p:sp>
        <p:nvSpPr>
          <p:cNvPr id="2" name="Google Shape;28;p6">
            <a:extLst>
              <a:ext uri="{FF2B5EF4-FFF2-40B4-BE49-F238E27FC236}">
                <a16:creationId xmlns:a16="http://schemas.microsoft.com/office/drawing/2014/main" xmlns="" id="{44946A46-F122-E86D-3804-2D43F5558428}"/>
              </a:ext>
            </a:extLst>
          </p:cNvPr>
          <p:cNvSpPr txBox="1">
            <a:spLocks noGrp="1"/>
          </p:cNvSpPr>
          <p:nvPr>
            <p:ph type="dt" idx="10"/>
          </p:nvPr>
        </p:nvSpPr>
        <p:spPr>
          <a:xfrm>
            <a:off x="838200" y="5843197"/>
            <a:ext cx="2743200" cy="496491"/>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chemeClr val="tx1">
                    <a:lumMod val="75000"/>
                    <a:lumOff val="25000"/>
                  </a:schemeClr>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lang="en-US" dirty="0"/>
          </a:p>
        </p:txBody>
      </p:sp>
      <p:sp>
        <p:nvSpPr>
          <p:cNvPr id="3" name="Google Shape;29;p6">
            <a:extLst>
              <a:ext uri="{FF2B5EF4-FFF2-40B4-BE49-F238E27FC236}">
                <a16:creationId xmlns:a16="http://schemas.microsoft.com/office/drawing/2014/main" xmlns="" id="{9F10316C-ECB1-CFC6-3BCB-04CFE2B78CFC}"/>
              </a:ext>
            </a:extLst>
          </p:cNvPr>
          <p:cNvSpPr txBox="1">
            <a:spLocks noGrp="1"/>
          </p:cNvSpPr>
          <p:nvPr>
            <p:ph type="ftr" idx="11"/>
          </p:nvPr>
        </p:nvSpPr>
        <p:spPr>
          <a:xfrm>
            <a:off x="4038600" y="5843197"/>
            <a:ext cx="4114800" cy="5149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solidFill>
                  <a:schemeClr val="tx1">
                    <a:lumMod val="75000"/>
                    <a:lumOff val="25000"/>
                  </a:schemeClr>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lang="en-US" dirty="0"/>
          </a:p>
        </p:txBody>
      </p:sp>
      <p:sp>
        <p:nvSpPr>
          <p:cNvPr id="4" name="Google Shape;30;p6">
            <a:extLst>
              <a:ext uri="{FF2B5EF4-FFF2-40B4-BE49-F238E27FC236}">
                <a16:creationId xmlns:a16="http://schemas.microsoft.com/office/drawing/2014/main" xmlns="" id="{0DEA5B80-1F4D-0E6B-25A5-3D680CFABCF5}"/>
              </a:ext>
            </a:extLst>
          </p:cNvPr>
          <p:cNvSpPr txBox="1">
            <a:spLocks noGrp="1"/>
          </p:cNvSpPr>
          <p:nvPr>
            <p:ph type="sldNum" idx="12"/>
          </p:nvPr>
        </p:nvSpPr>
        <p:spPr>
          <a:xfrm>
            <a:off x="10169610" y="5862996"/>
            <a:ext cx="2016210" cy="496491"/>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chemeClr val="tx1">
                    <a:lumMod val="75000"/>
                    <a:lumOff val="25000"/>
                  </a:schemeClr>
                </a:solidFill>
                <a:latin typeface="Fira Sans"/>
                <a:ea typeface="Fira Sans"/>
                <a:cs typeface="Fira Sans"/>
                <a:sym typeface="Fira Sans"/>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9pPr>
          </a:lstStyle>
          <a:p>
            <a:fld id="{00000000-1234-1234-1234-123412341234}" type="slidenum">
              <a:rPr lang="en-US" smtClean="0"/>
              <a:pPr/>
              <a:t>78</a:t>
            </a:fld>
            <a:endParaRPr lang="en-US" dirty="0"/>
          </a:p>
        </p:txBody>
      </p:sp>
    </p:spTree>
  </p:cSld>
  <p:clrMapOvr>
    <a:masterClrMapping/>
  </p:clrMapOvr>
</p:sld>
</file>

<file path=ppt/theme/theme1.xml><?xml version="1.0" encoding="utf-8"?>
<a:theme xmlns:a="http://schemas.openxmlformats.org/drawingml/2006/main" name="Office Theme">
  <a:themeElements>
    <a:clrScheme name="Somaiya 1">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2454</TotalTime>
  <Words>1962</Words>
  <Application>Microsoft Office PowerPoint</Application>
  <PresentationFormat>Custom</PresentationFormat>
  <Paragraphs>244</Paragraphs>
  <Slides>78</Slides>
  <Notes>15</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78</vt:i4>
      </vt:variant>
    </vt:vector>
  </HeadingPairs>
  <TitlesOfParts>
    <vt:vector size="87" baseType="lpstr">
      <vt:lpstr>Arial</vt:lpstr>
      <vt:lpstr>Calibri</vt:lpstr>
      <vt:lpstr>Marcellus</vt:lpstr>
      <vt:lpstr>Courier New</vt:lpstr>
      <vt:lpstr>Fira Sans</vt:lpstr>
      <vt:lpstr>Wingdings</vt:lpstr>
      <vt:lpstr>Times New Roman</vt:lpstr>
      <vt:lpstr>Cambria Math</vt:lpstr>
      <vt:lpstr>Office Theme</vt:lpstr>
      <vt:lpstr>Time Series Data Analysis</vt:lpstr>
      <vt:lpstr>PowerPoint Presentation</vt:lpstr>
      <vt:lpstr>PowerPoint Presentation</vt:lpstr>
      <vt:lpstr>Time Series Data</vt:lpstr>
      <vt:lpstr>Time Series Data</vt:lpstr>
      <vt:lpstr>Time Series Data</vt:lpstr>
      <vt:lpstr>Time Series Data</vt:lpstr>
      <vt:lpstr> Uses of Time series</vt:lpstr>
      <vt:lpstr>PowerPoint Presentation</vt:lpstr>
      <vt:lpstr> Uses of Time series</vt:lpstr>
      <vt:lpstr>  Trend, seasonality, cycles and residuals</vt:lpstr>
      <vt:lpstr>Trend, seasonality, cycles and residuals</vt:lpstr>
      <vt:lpstr> Trends</vt:lpstr>
      <vt:lpstr> Seasonal Variation</vt:lpstr>
      <vt:lpstr> Decomposition of Series</vt:lpstr>
      <vt:lpstr>  Decomposition</vt:lpstr>
      <vt:lpstr> Models</vt:lpstr>
      <vt:lpstr>Choosing between Additive and Multiplicative Models</vt:lpstr>
      <vt:lpstr>PowerPoint Presentation</vt:lpstr>
      <vt:lpstr>PowerPoint Presentation</vt:lpstr>
      <vt:lpstr>  Measures of Dependence </vt:lpstr>
      <vt:lpstr>Autocorrelation function (ACF)  </vt:lpstr>
      <vt:lpstr>  </vt:lpstr>
      <vt:lpstr>  </vt:lpstr>
      <vt:lpstr>  </vt:lpstr>
      <vt:lpstr>  </vt:lpstr>
      <vt:lpstr>How to Read and Interpret an ACF Plot </vt:lpstr>
      <vt:lpstr>Autocorrelation Function and Its Purpose </vt:lpstr>
      <vt:lpstr>Autocorrelation function (ACF)   </vt:lpstr>
      <vt:lpstr>  </vt:lpstr>
      <vt:lpstr>  </vt:lpstr>
      <vt:lpstr>  </vt:lpstr>
      <vt:lpstr>  </vt:lpstr>
      <vt:lpstr>PowerPoint Presentation</vt:lpstr>
      <vt:lpstr>Measuring Trend</vt:lpstr>
      <vt:lpstr>Graphic</vt:lpstr>
      <vt:lpstr>Graphic</vt:lpstr>
      <vt:lpstr>  </vt:lpstr>
      <vt:lpstr>Semi-Averages</vt:lpstr>
      <vt:lpstr>  </vt:lpstr>
      <vt:lpstr>  </vt:lpstr>
      <vt:lpstr>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vt:lpstr>
      <vt:lpstr>  </vt:lpstr>
      <vt:lpstr>  </vt:lpstr>
      <vt:lpstr>  </vt:lpstr>
      <vt:lpstr>  </vt:lpstr>
      <vt:lpstr>PowerPoint Presentation</vt:lpstr>
      <vt:lpstr>  </vt:lpstr>
      <vt:lpstr>  </vt:lpstr>
      <vt:lpstr>  </vt:lpstr>
      <vt:lpstr>  </vt:lpstr>
      <vt:lpstr>PowerPoint Presentation</vt:lpstr>
      <vt:lpstr>  </vt:lpstr>
      <vt:lpstr>  </vt:lpstr>
      <vt:lpstr>  </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Pushpendra Kumar Dhansoia</dc:creator>
  <cp:lastModifiedBy>Sharvari</cp:lastModifiedBy>
  <cp:revision>81</cp:revision>
  <dcterms:created xsi:type="dcterms:W3CDTF">2022-02-21T05:08:08Z</dcterms:created>
  <dcterms:modified xsi:type="dcterms:W3CDTF">2026-02-14T01:16:10Z</dcterms:modified>
</cp:coreProperties>
</file>