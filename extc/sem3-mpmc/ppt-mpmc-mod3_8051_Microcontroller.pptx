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89" r:id="rId22"/>
    <p:sldId id="290" r:id="rId23"/>
    <p:sldId id="291" r:id="rId24"/>
    <p:sldId id="292" r:id="rId25"/>
    <p:sldId id="311" r:id="rId26"/>
    <p:sldId id="312" r:id="rId27"/>
    <p:sldId id="293" r:id="rId28"/>
    <p:sldId id="313" r:id="rId29"/>
    <p:sldId id="314" r:id="rId30"/>
    <p:sldId id="315" r:id="rId31"/>
    <p:sldId id="296" r:id="rId32"/>
    <p:sldId id="294" r:id="rId33"/>
    <p:sldId id="319" r:id="rId34"/>
    <p:sldId id="297" r:id="rId35"/>
    <p:sldId id="320" r:id="rId36"/>
    <p:sldId id="298" r:id="rId37"/>
    <p:sldId id="321" r:id="rId38"/>
    <p:sldId id="299" r:id="rId39"/>
    <p:sldId id="300" r:id="rId40"/>
    <p:sldId id="301" r:id="rId41"/>
    <p:sldId id="322" r:id="rId42"/>
    <p:sldId id="277" r:id="rId43"/>
    <p:sldId id="278" r:id="rId44"/>
    <p:sldId id="283" r:id="rId45"/>
    <p:sldId id="308" r:id="rId46"/>
    <p:sldId id="309" r:id="rId47"/>
    <p:sldId id="285" r:id="rId48"/>
    <p:sldId id="310" r:id="rId49"/>
    <p:sldId id="287" r:id="rId50"/>
    <p:sldId id="279" r:id="rId51"/>
    <p:sldId id="280" r:id="rId52"/>
    <p:sldId id="281" r:id="rId53"/>
    <p:sldId id="288" r:id="rId54"/>
    <p:sldId id="282" r:id="rId55"/>
    <p:sldId id="284"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62" autoAdjust="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17.wmf"/><Relationship Id="rId1" Type="http://schemas.openxmlformats.org/officeDocument/2006/relationships/image" Target="../media/image23.wmf"/><Relationship Id="rId6" Type="http://schemas.openxmlformats.org/officeDocument/2006/relationships/image" Target="../media/image26.wmf"/><Relationship Id="rId5" Type="http://schemas.openxmlformats.org/officeDocument/2006/relationships/image" Target="../media/image15.wmf"/><Relationship Id="rId4"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17.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30:42.510"/>
    </inkml:context>
    <inkml:brush xml:id="br0">
      <inkml:brushProperty name="width" value="0.05292" units="cm"/>
      <inkml:brushProperty name="height" value="0.05292" units="cm"/>
      <inkml:brushProperty name="color" value="#FF0000"/>
    </inkml:brush>
  </inkml:definitions>
  <inkml:trace contextRef="#ctx0" brushRef="#br0">10525 8569 359,'0'0'24,"0"0"16,0 0 26,0 0-10,0 0 20,0 0-26,0 0-14,0 0-1,-19-21 1,19 21 7,0 0-7,0 0-5,0 0-3,0 0-15,0 0-9,0 0 4,0 0-8,31 0 8,26-3 12,28-11 9,8-6-1,8 1-20,-3-3-3,-13 2 3,-5 0-3,-18 2-4,-8 6-1,-22 2 0,-6 2 5,-15 7-5,-9-4 1,-2 5-4,0 0 0,0 0-36,-22 6-29,-7 12-33,-2 2-33,-10 4-119</inkml:trace>
  <inkml:trace contextRef="#ctx0" brushRef="#br0" timeOffset="185.8599">10722 8726 249,'0'0'253,"0"0"-229,0 0 38,0 0 52,0 0-13,0 0-16,185 25-35,-81-50-26,12-5-13,22-3-7,21 2-3,26 7-2,16-2-114,-14-1-1</inkml:trace>
  <inkml:trace contextRef="#ctx0" brushRef="#br0" timeOffset="2775.023">14286 9029 586,'0'0'15,"0"0"-6,0 0 9,0 0 38,0 0-15,0 0-27,58-22-5,-29 18-9,2 3 5,2-2-5,5 3 0,-7 0-64,-6 0-145</inkml:trace>
  <inkml:trace contextRef="#ctx0" brushRef="#br0" timeOffset="2909.9">14397 9208 498,'0'0'0</inkml:trace>
  <inkml:trace contextRef="#ctx0" brushRef="#br0" timeOffset="11471.9736">19497 5328 582,'0'0'191,"0"0"-112,0 0 37,0 0-44,0 0-47,0 0-16,0 0-9,-22 14-2,22 14 2,0 8 10,0 8 21,0 2-6,0 4 0,0-1 2,0-3-20,0-2 11,0-7-13,0-4-3,0-6-2,0-4 7,0-9-7,0-5-52,9-9-71,4 0-62,-8-12-192</inkml:trace>
  <inkml:trace contextRef="#ctx0" brushRef="#br0" timeOffset="11787.596">19168 5395 642,'0'0'60,"0"0"40,0 0-56,0 0-26,133-83-9,-63 64-4,1 4 5,-4-4 1,-7 3 10,-6 1-2,-10-2 5,-8 4 8,-5 2-9,-8 3-6,-6 2-4,-8 6-13,-7 0-2,0 0-4,-2 11 6,0 13-6,0 6-46,-17 2-74,-8 0-155</inkml:trace>
  <inkml:trace contextRef="#ctx0" brushRef="#br0" timeOffset="12096.5481">19805 5548 757,'0'0'85,"0"0"36,0 0-32,0 0-66,0 0-23,0 0 0,38 62 4,-23-33 6,-3 0 1,-6-5-4,1 3 0,-7-5 2,0-2-9,0-2 0,0-1 9,-11-4-9,-6-3-21,-4-8-88,3-2-146</inkml:trace>
  <inkml:trace contextRef="#ctx0" brushRef="#br0" timeOffset="12265.962">19747 5349 763,'0'0'38,"0"0"29,0 0-5,0 0-62,0 0-12,0 0-102,48 37-247</inkml:trace>
  <inkml:trace contextRef="#ctx0" brushRef="#br0" timeOffset="13628.9564">20113 5574 526,'0'0'171,"0"0"-71,0 0-43,0 0-38,0 0-18,0 0-1,31 46 17,-20-24-1,-8 0-1,6 1 3,-7-3-7,0-3-1,2-3-7,-2-3 2,5-3-1,-7-7-4,0-1 2,6 0 4,3 0-2,3-5 9,-3-10-7,4-11-3,3 1 15,2-5-3,-8 4-9,2 3-1,-3 7-1,-3 7 2,-4 4 5,4 3 1,-4 2-10,-2 0-1,0 0-1,4 0-2,5 15-11,-3 7 13,6 1 0,-1 2 0,0-6 9,-2 0-9,2-7 0,0-4 0,-2-3 4,2-5 0,0 0-2,7 0-2,5-3 10,-6-15-9,6-3 2,-5 0 4,-3-4-5,1 6 0,-3 1-1,1 2-1,-3 6 10,-7 1-6,5 4 0,-4 3-3,-3 2-1,2 0-1,3 0-4,4 9 4,-4 9-1,4 2 2,2 0 2,1 1 0,1-3 2,1-1-4,0-2 0,10-6 1,-4-2 6,5-7-5,-1 0 2,2 0-1,-1-4 0,-2-12 3,-2-4-6,0-2 2,-10-3 2,-1 0-3,-8-3 0,-2-1 2,-2 3-3,0 4 2,0 2-2,0 6 1,-6 2-2,-6 2 1,1 4 0,0 2 3,-3 4-3,1 0-2,-3 0-1,-3 13-1,3 6 3,1 7-2,1 4 2,3 2 1,7 1 0,-2-4-5,6 2 5,0-4 0,0 0 2,0-1 0,8-4-4,7-2 2,1-4 0,1-4 1,4 0-1,-7-4 1,9-3 2,0-5-3,2 0 6,-2 0-5,3-7 0,0-11 4,1 0-5,0-6 0,-7-6 4,1 0-3,-4-9 0,-9 2-1,-1 2 2,-5 3-2,-2 6 0,0 8 0,0 4 4,-2 5-4,-5 2 0,5 2 0,2 5 1,0-3-1,0 3-1,9 0-5,19 0 6,8 0-6,3 10 3,-6 15 2,-10 4-2,-13 3 2,-10 4-3,0 0 4,-8-4 1,-8-1-1,0-4 5,5-2 5,7-2-3,-3-6-5,7-3 2,0-4-1,0-4-2,0-2-1,22-2 6,0-2 1,12 0-5,0 0 1,4-12-3,-3-3-54,5-4-88,5-1-184</inkml:trace>
  <inkml:trace contextRef="#ctx0" brushRef="#br0" timeOffset="14104.7329">21894 4949 519,'0'0'137,"0"0"-4,0 0-60,0 0-26,0 0-27,0 0-17,0 0 7,-39 80 23,27-20-3,-3 13 21,-4 8-27,9 4 3,-13 5 1,5-2-10,-7-2 3,1-7 4,2-7-3,-1-12-5,6-9-5,3-5-3,10-12-1,-3-7-6,5-7 1,2-6 0,0-3 1,0-8-4,0-3-82,0 0-76,24-16-256</inkml:trace>
  <inkml:trace contextRef="#ctx0" brushRef="#br0" timeOffset="15129.6594">22173 5336 456,'0'0'152,"0"0"-38,0 0-19,0 0-44,0 0-6,0 0-8,4-29-4,-4 29-27,0 0-4,-4 7 4,-22 11 5,-4 10 2,-6 7 8,2 8-4,6 3-6,8-2-3,9-1-4,1-4-3,10-7 0,0-1-1,8-7 2,12-4 0,12-8 3,9-6-1,8-6-1,0 0 2,5 0-3,-6-11 2,4-6-4,-7-5-8,-1-2 6,-4-3 1,-7-1 2,-4 3-1,-6 1 0,-7 1 0,-10 5 8,1 2-8,-7 4 2,0 3-2,0 2 4,0 2 0,0 5-4,-13 0 0,-10 0-1,1 0 1,-6 17 1,5 5-1,3 4 0,-1 2-1,8 0 1,7 1 0,6-4 1,0-1 1,0-5-1,11-4-1,9-4 4,9-7 0,7-4-1,-1 0-2,3 0 5,-4-12-1,3-9-5,-6 0 6,-4-4-5,-9-1 8,-7 0-6,-7-1 11,-4 0-2,0 8-12,-7 2-5,-21 5 3,-8 6-1,3 6-1,4 0-30,4 0-30,12 0-62,13 6-159</inkml:trace>
  <inkml:trace contextRef="#ctx0" brushRef="#br0" timeOffset="16465.7138">22953 5418 343,'0'0'265,"0"0"-113,0 0-46,0 0-37,0 0-25,0 0-3,2-26-2,-2 26-14,0 0-12,0 0-12,0 10-1,-2 14 0,-12 10 1,1 2-1,4 2 1,0-1 3,9-8-3,0-2 3,0-8-2,0-2-1,11-7 4,7-5-5,5-3 6,4-2 2,-4 0-6,6 0 4,-4-14 0,0-3-6,-9-3 5,-1-3-3,-5-2-1,0-2 1,-3 1 0,-5 4-1,0 4-1,-2 4-1,0 4 1,0 4 6,0 1 3,0 5 3,0 0-11,0 0 1,0 0-2,0 0-6,0 17-1,0 12 6,-2 0 1,0 2-4,2-2 6,0 0-2,0-5 4,0-1-4,0-5 0,6-3 5,4-8-5,3 0 1,0-7-5,5 0-6,6 0-6,-4 0-15,5-12 11,-9-2 9,1-3 8,-5-1 3,-2 0 0,-1 1 1,-1-2 3,-2 1-2,1 0 8,-5 3 1,0 2 4,0 6-1,-2 2-4,0 5-5,0 0-1,0 0-4,0 0-6,0 5-4,0 12 2,0 7 7,0 1 1,0-1 2,0-5-2,0-3 0,0-3 1,0-8-1,0 0 0,0-3 4,0-2-2,10 0 3,1 0 1,4-7 2,3-11-4,7-5-2,-3-5 0,2-5-2,-4 5 1,1 6-1,-13 6-1,-1 6 1,-5 6 4,-2 4-4,0 0 0,0 0-2,0 0-5,2 0 1,6 8-3,-6 9 9,2 0-2,0 1 2,3 0 0,5-1-3,-4-2 6,7-1-3,6-4 1,-1-3 4,2-3-4,6-3 1,0-1 3,-8 0-3,5 0 1,-10-3-3,-3-11 1,-4-6 1,1-2-1,-7-3 3,-1-5-4,8 2 0,-5-2 2,2 0-2,1 6 1,-1 0-1,-6 5 1,0 4-1,0 4 1,0 10 13,0-1-6,0 2-6,0 0-2,0 0-11,0 17 3,-8 7 7,-1 7 1,5 1 2,-7 0-2,8-2 2,3-2-2,0-4 0,0-2 0,0-1 0,0-3-1,0-7-15,0-1-45,0-3-82,0-7-154</inkml:trace>
  <inkml:trace contextRef="#ctx0" brushRef="#br0" timeOffset="17237.5756">23731 5479 553,'0'0'156,"0"0"-25,0 0-77,0 0-39,0 0-8,0 0-6,124-23 6,-68 17-3,0 0 4,-4-4 14,-15 0-21,-3 0 8,-5-4-3,0 4-1,-7 0 23,-7-2-25,-10 2 22,-3 1-9,-2 0 2,0-2-2,0 4-5,0-1-4,0 1-4,-9 4-2,1 1-2,-4 2-4,-1 0 3,-2 0 0,-1 5 0,0 12 0,3 1-1,0 3 4,-1-1-2,7 6 1,3-1 0,4-1 1,0 0-1,0-6 0,0-2 2,2-4 0,7-6-4,5-3 5,3-3-2,3 0 13,3 0-13,1-15 0,-6-5 5,0-3-5,-7 2 1,0-1-2,-9 4 4,1 2-4,6 2 1,-7 4-1,4 0 1,3 5 1,3-2-4,1 5 2,-5 2-5,2 0 4,-4 0-2,0 2-13,-1 14 15,-3 2-2,-2 4 3,0 4 0,0 3-6,-4 0 6,-7-3 0,-1 0-2,4-3 1,6-3 2,2-5 1,0-4-2,0-4 0,0 0 4,10-2-1,13 0 4,4-4 6,-7 2-13,0-3-4,-13 0-91,-5 0-79,-2 0-554</inkml:trace>
  <inkml:trace contextRef="#ctx0" brushRef="#br0" timeOffset="20205.4384">19696 5382 552,'0'0'79,"0"0"9,0 0-51,0 0-14,0 0-19,0 0-4,0 0-6,-20 27 6,15-18 2,3 3-1,0 0 0,2-1 6,0 0-2,0-3 0,2-1-3,12-7 3,3 0 8,8 0 13,-3 0 4,3-3-18,0-11 0,-8 2-3,-3-2 5,-4-1 1,-7 3 15,-3-2-5,0 2 3,0 4 1,0 1-9,-3 5-17,-18-1-2,2 3-1,-7 0 1,-3 0-1,2 3 0,5 6-19,2-1-90,13-3-45,7-5-281</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31:59.134"/>
    </inkml:context>
    <inkml:brush xml:id="br0">
      <inkml:brushProperty name="width" value="0.05292" units="cm"/>
      <inkml:brushProperty name="height" value="0.05292" units="cm"/>
      <inkml:brushProperty name="color" value="#FF0000"/>
    </inkml:brush>
  </inkml:definitions>
  <inkml:trace contextRef="#ctx0" brushRef="#br0">1174 4868 143,'0'0'172,"0"0"-132,0 0 31,0 0-10,0 0-9,0 0 6,0 0-18,-29-8 8,27 8 3,-3 0-22,2 0 0,2 0 3,-3 0-12,-1 0 2,2 0-7,1 0 11,-2 0 7,-1 0-4,3-2 5,2 0-1,-2-4-12,2-2-5,0-3-12,0-6-1,0-1-3,11 2 0,5-1-3,3 3-3,2 1 6,-1 7 0,0 5 0,-2 1-7,-2 0 6,-3 1 1,-2 12-6,-4 8 5,-5 2-5,-2 0 6,0 8 0,-6-4 1,-6 0 4,-1 1-1,1-6-4,8-5 0,0 0-3,4-8 1,0 0-1,0-3-3,0-2 4,2-3 0,9 2 1,7-1-1,2 0 2,2 3 0,0 0 0,1 1 5,-3 0-11,0 3 6,-4 2 0,-10-1-1,3 1 1,-7-2 0,-2 1 1,0 4-1,0 0 16,-11 4-1,-13 1 0,-3 1 2,-2-4-11,-6-1-4,7 0-1,-1-8 5,8-2-7,-1-5 1,15 0-36,1-16-64,6-17-136,0-3-478</inkml:trace>
  <inkml:trace contextRef="#ctx0" brushRef="#br0" timeOffset="4409.2593">1535 4717 467,'0'0'119,"0"0"-62,0 0 45,0 0-45,0 0-37,0 0 8,0 0-10,-44 0-4,42-7 19,-1 0-2,0-2-3,3-3 1,0 1-15,0-4-1,3-1-12,15 0 0,2 5 1,0-1-2,0 9 0,3 3-3,-2 0 0,0 10 2,-1 14-2,-9 6 3,-5 6 1,-6 4-1,0 0 0,0 1 3,-9-5-3,-9-5 0,8-4-2,-3-3 4,3-4-1,0-4-1,10-4 0,-1-6-1,1-4 0,0-2-2,0 0 3,0 0 0,0 0 0,16-8 15,12-12 4,13-3-3,1-3-12,5 5-1,0 0 0,-2 2 1,-3-2-8,-5 1-12,4 1-91,-10-4-83,-4 3-314</inkml:trace>
  <inkml:trace contextRef="#ctx0" brushRef="#br0" timeOffset="4620.5234">2097 4654 576,'0'0'220,"0"0"-176,0 0 19,0 0-59,0 0-4,0 0 0,154-99 0,-95 73-18,9 1-115,3 1-120,-7-5-74</inkml:trace>
  <inkml:trace contextRef="#ctx0" brushRef="#br0" timeOffset="5166.423">2732 4284 674,'0'0'52,"0"0"24,0 0-60,0 0-16,0 0-5,0 0 5,3 61 20,8-29-7,-1-2 7,9 4 3,-3-1-11,1-1-2,-4-4-1,3-2-7,-7-4 2,0-6-3,-7-4 3,3-4-3,-3-4 4,-2-4-3,0 0-1,0 0 9,0 0 17,0-14 54,-9-14-65,-7-6-3,0-5 1,-1-5-1,2-2 3,7-3-7,0 6 0,8 2-3,0 2 5,0 3-10,6 4 4,12 4-5,2 8-7,0 5 6,-2 10-2,0 5 0,2 0 2,-4 12-2,1 16-3,-6 3 5,-9 6 0,-2 3 2,-6-1 4,-21 0-1,-4 0-4,0-6 1,2-6-1,7-5-36,8-8-50,10-9-30,4-5-96,0 0-360</inkml:trace>
  <inkml:trace contextRef="#ctx0" brushRef="#br0" timeOffset="5380.0493">3176 4103 760,'0'0'64,"0"0"57,0 0-57,0 0-57,0 0-7,0 0-7,22 51 7,-15-13 1,-1-1 6,-4 1-7,3-4 1,-5 0-1,0-4-12,0-12-180</inkml:trace>
  <inkml:trace contextRef="#ctx0" brushRef="#br0" timeOffset="5541.2342">2986 3950 900,'0'0'15,"0"0"37,0 0-52,0 0-32,0 0-101,0 0-253</inkml:trace>
  <inkml:trace contextRef="#ctx0" brushRef="#br0" timeOffset="6030.085">3454 4037 378,'0'0'443,"0"0"-414,0 0-29,0 0 0,0 0 3,18 109 6,-6-78-2,1-3-4,-4-8 4,-1-2-7,-3-8 0,0-4 5,-3-4-3,-2-2 0,2 0 2,-2 0 4,0-4 1,9-15 27,-5-10-29,-2-5 15,5-7-10,-2 3-6,-3 4 4,5 9-4,-1 6 6,3 5-1,-3 6-8,6 4-3,3 4 0,6 0-3,8 0 1,2 10-3,4 4 5,1 2 0,-2 0 2,-7-2 3,-1 0-1,-4-3 3,-10-3 1,3-3-5,-6-2 0,-3 0-2,5 1-1,1-1 0,2-2-20,-1-1-77,-5 0-94,5 0-330</inkml:trace>
  <inkml:trace contextRef="#ctx0" brushRef="#br0" timeOffset="6493.2892">4139 3743 443,'0'0'108,"0"0"-58,0 0 6,0 0-19,0 0 0,0 0-5,-123 77-4,114-60-17,9-4 3,0 0-9,3 4 4,23-1-1,10 2 4,8 0 3,-2-2-14,7 3 2,-13-2 3,0 3-3,-14-1 1,-8-4-4,-5-3 2,-6-2 0,-3 1-2,0-6 7,0 2 0,0 1-1,-14 1 7,-15 4-7,-12 3-4,-1 1-2,-7 8-41,-5-1-165</inkml:trace>
  <inkml:trace contextRef="#ctx0" brushRef="#br0" timeOffset="7637.0423">1655 5828 554,'0'0'139,"0"0"-49,0 0 7,0 0-65,0 0-32,0 0 3,0 0-3,19 69 15,2-34 8,1-4-13,-2 1 8,0 1-13,-3-4-5,-2 1 6,-8-1-2,0-5 2,-5-2-6,-2-8-1,0-8-76,0-6-125,0 0-308</inkml:trace>
  <inkml:trace contextRef="#ctx0" brushRef="#br0" timeOffset="7852.3745">1539 5929 401,'0'0'271,"0"0"-235,0 0 44,-10-104-50,34 75-23,7 3-7,5-1 5,4 5-4,-3 8 2,-2 7-3,-4 7-3,-5 0-6,-4 15-95,-8 17-120</inkml:trace>
  <inkml:trace contextRef="#ctx0" brushRef="#br0" timeOffset="8016.5009">1709 6296 554,'0'0'41,"0"0"-15,0 0-16,131-47-6,-66 14-4,-3-1-194</inkml:trace>
  <inkml:trace contextRef="#ctx0" brushRef="#br0" timeOffset="8298.444">2183 5678 655,'0'0'30,"0"0"74,0 0-34,0 0-47,0 0-14,0 0-9,-8-3 0,16 28 7,8 13 16,-3 1 5,1 5-16,-1 2-3,-1-4-5,-4 0 6,-1-5-9,0-4 6,-3-2-7,3-8-51,-7-6-56,9-10-126,-5-7-361</inkml:trace>
  <inkml:trace contextRef="#ctx0" brushRef="#br0" timeOffset="8745.1017">2440 5664 511,'0'0'86,"0"0"26,0 0-65,0 0-28,0 0 0,0 0-3,-56 118 0,54-81 0,2-5 1,0-6-5,9-3-11,13-10 7,14-5 0,-1-8-7,4 0 2,-6 0 5,1-21-5,-7-4 20,-4-5-9,-7 1 4,-3-5 16,-7 7 0,-6-2 6,0 7-15,-14 5-9,-11 7-2,-8 8-14,-9 2 5,-6 3-6,2 19 1,3 0-2,12-1-8,16-6-89,15-8-43,0-7-285</inkml:trace>
  <inkml:trace contextRef="#ctx0" brushRef="#br0" timeOffset="9312.9157">3253 5270 662,'0'0'85,"0"0"21,0 0-60,0 0-39,0 0-3,0 0-4,0 78 5,5-40 0,4 0 14,5 0-6,-3-1-1,-3-8-4,6 2-5,-7-7 4,-3-7-7,-2-2 1,0-8 2,-2 0-2,0-7 2,0 0 3,0 0 2,0 0 38,-2-11 18,-11-11-51,-1-10-1,6-10 3,1-8-3,5-10 4,2-8-11,0 2-1,7 4-4,12 12 1,1 11-2,3 13 1,-6 10-2,-1 12 1,-1 4 0,6 0-2,-1 18-1,-5 16 4,-7 10-4,-8 7 8,0 5-4,-27 0 3,-12-1-3,-3-4 4,-2-3-4,1-5-56,7-11-48,8-15-62,13-17-324</inkml:trace>
  <inkml:trace contextRef="#ctx0" brushRef="#br0" timeOffset="9891.1944">3680 5034 642,'0'0'145,"0"0"-95,0 0 10,0 0-51,0 0-6,0 0 3,-112 133-6,108-97 5,4-1-5,0-7 1,8-3 7,21-6-6,-2-4 7,9-6 4,-5-7-5,-2-2 9,-2 0-1,-5-16 23,3-8-6,-8-2-14,-3-4-3,-8-1 17,-6 1-13,0 4 12,-6 4-22,-16 6-2,-7 10-5,-7 6-3,-5 0 0,-3 10-1,7 14-5,2 3-52,20-3-77,9-9-156</inkml:trace>
  <inkml:trace contextRef="#ctx0" brushRef="#br0" timeOffset="10529.299">3851 5201 722,'0'0'38,"0"0"-1,0 0-25,56-109-12,-37 76 5,-1 3-1,-4 4 4,-1 6 16,-5 6 8,-4 6 5,-4 6-10,0 0-20,0 2-2,2 0-5,-1 0-2,11 0-7,0 10 9,-1 8 0,-3 4 4,2 2-4,-6 4 0,-2-2 0,5 0 1,-1-4 1,6-2 2,1-6-3,2-6 2,3-6-1,9-2 3,9 0-1,-1-20 5,4-6-1,-6-1-8,-4-6 5,-7 3-4,-6-4 0,-5 0 3,-9 0-4,-2-2 0,0 1 0,-2 1 5,-13 7-4,-4 7-1,6 3 0,-3 10 3,8 0-3,-1 3 28,2 2 2,2 2 1,5 0-10,0 0-8,0 0-13,0 6-6,0 18 5,0 6 2,0 2 5,12 3-3,5-5-3,8-2 7,-2-4-7,-2-4 0,-4 0 5,4 1-5,-2-7-29,-2-2-80,-6-7-292</inkml:trace>
  <inkml:trace contextRef="#ctx0" brushRef="#br0" timeOffset="10696.4092">4243 4914 758,'0'0'62,"0"0"-34,0 0-1,158-139-25,-94 100-2,-2-5-115</inkml:trace>
  <inkml:trace contextRef="#ctx0" brushRef="#br0" timeOffset="18103.3118">20171 4881 656,'0'0'34,"0"0"70,0 0-30,0 0-22,0 0-3,0 0-8,0 0-13,0 0-11,6-57-17,-6 59-1,0 21 1,0 10 6,0 15 10,0 1 4,0 6-1,0 3 1,0-5-12,0-4-4,0-10 10,0-6-7,0-8-6,0-9 2,0-7-3,0-5 6,0-4-6,0 0 2,0 0 8,0 0 12,5-13 2,-1-8-10,6-8-9,-7-4 4,-3-6-4,3-5-4,-1-2 7,5 0-7,-5-4 2,5 8 1,2-1-1,4 6 0,3 5-3,3-1-1,3 5-2,8 2 1,1 6-4,-2 4 5,0 8-6,-4 6 6,-8 2 0,-1 0-2,-5 8 0,1 10 3,-12 7-1,0 0 0,0 1 1,0 1-1,-21-3 1,-1-3 0,-7-3 2,3-1 0,1-1 4,7-4-6,3 0-29,5-2-25,6 2-23,4 0-52,0 0-62,25 1-155</inkml:trace>
  <inkml:trace contextRef="#ctx0" brushRef="#br0" timeOffset="18515.3419">20827 4891 679,'0'0'33,"0"0"74,0 0-42,0 0-24,0 0-17,0 0-24,-12-28 0,-3 49-1,-1 9 2,-5 6 9,6 7-7,2 1 8,6-3-2,7-8-2,0-8 0,0-8-5,2-3 1,18-8 0,2-6 1,6 0 3,3 0 10,-2-14-8,-5-6 3,-6-4 2,-5-8 7,-1-2 3,-10-4-5,-2 0-8,0 6-4,-11 5-7,-20 13-2,-8 9 0,-5 5-4,1 0-42,10 12-49,11 11-111,17-4-419</inkml:trace>
  <inkml:trace contextRef="#ctx0" brushRef="#br0" timeOffset="19153.1853">20987 5124 430,'0'0'317,"0"0"-244,0 0 14,0 0-59,71-104-7,-57 87-11,-1-1-6,-7 2 3,2 2 7,-6 1-8,-2 3 10,4 3-8,3 0-3,-6 3-5,4 4-9,-1 0 5,4 0 0,-6 0 3,2 9 0,3 7 0,-1 6-3,1 5 4,-2 2 0,4 5 1,-7-7-1,-1-1 0,2-9 0,4-5 5,0-2-5,6-3 8,5-7 0,4 0-1,7 0 10,-7-5-14,5-13 2,-4-5 0,-2-2-5,-2-8 6,-4-2-6,-8-3 1,1-5 3,4 2-3,-8 2 0,-4 1 1,0 8-2,0 2 4,0 8 7,0 6 10,0 6-1,0 4-1,0 4-9,0 0-5,0 0-5,0 2-1,-2 22-9,-9 8 10,2 7 1,2 5-1,0 3 4,3 2-1,4-1-2,0-2 3,0-7-3,0-8 1,0-9-1,0-6-1,0-6-28,0-4-64,2-6-130,-2 0-454</inkml:trace>
  <inkml:trace contextRef="#ctx0" brushRef="#br0" timeOffset="19337.0566">21328 4884 767,'0'0'45,"0"0"52,0 0-53,120-63-41,-64 54 4,2 4-6,7 0-2,-5 5-45,-2-2-147,-10 2-409</inkml:trace>
  <inkml:trace contextRef="#ctx0" brushRef="#br0" timeOffset="20487.2789">22171 4726 355,'0'0'119,"0"0"0,0 0-26,0 0-35,0 0-25,0 0-19,-36-9 5,20 12-1,-1 13 8,-10 6-3,2 7 2,3 5-7,-1 3 0,10 5-7,9 0 9,2 1-19,2-8 3,0-4-4,15-7 3,14-7 2,6-8-5,6-6 8,0-3 11,5 0-3,-2-15-10,-2-5 4,-3-6-6,-9-4 5,-2-8 2,-4 0 12,-13-3 1,-2 0-7,-9 5-1,0 5-6,-12 4-8,-18 6-2,-13 7 0,-5 5 0,-6 4-2,8 5 4,9 0-2,15 0 0,9 0-68,5 8-31,8 1-69,8-4-275</inkml:trace>
  <inkml:trace contextRef="#ctx0" brushRef="#br0" timeOffset="71369.1774">5690 5944 613,'0'0'17,"0"0"-9,0 0 12,0 0 36,0 0 16,0 0-15,0 0-32,0 0-2,0 0-16,-80-44 4,71 69-10,-2 8-1,-3 6 18,8 2-14,2 3 0,-1-1 1,5-2-3,0-4 14,0-6-15,0-4 2,0-10 4,0-4-2,0-8-3,0-1 0,0-2-2,0-2 0,0 0-2,5 0 2,-5 0 18,0 0 12,0-10 23,0-14-25,0-6-27,0-8 5,0-5-6,0-1 0,0-2-1,0 0 0,8 3 1,8-1 4,8 5-4,-1 7-2,-3 11 2,-5 7-4,-1 11 4,-5 3 0,-2 0-7,4 8 5,-5 13 1,3 4 1,-7 1 3,-2 1-2,0-4-1,0 0 1,-11-2-1,-3 0 3,-1-3-1,1-1-2,6-5-33,-1 0-31,3-1-12,1-5-66,5-5-126</inkml:trace>
  <inkml:trace contextRef="#ctx0" brushRef="#br0" timeOffset="71806.1344">5775 6011 583,'0'0'16,"0"0"-14,0 0 18,0 0 5,0 0 8,0 0-12,-20 75-7,24-65-3,10-2 11,1-4-2,0-1-4,1-3-6,5 0 5,-6 0-4,1 0-6,-4 0 6,-4 0 0,1 0 5,-6-5 13,5-7-1,-6-4-5,-2-2-12,0-4 2,0 1 3,0 1-11,-13 2-1,1 6 3,-1 3-7,0 2 0,6 5 0,-5 0 0,7 2 3,-2 0-3,-1 0-7,4 0 6,-2 11-31,-4 6-40,9 1-52,-1 0-112</inkml:trace>
  <inkml:trace contextRef="#ctx0" brushRef="#br0" timeOffset="72599.3159">5991 6092 570,'0'0'54,"0"0"-51,0 0 6,0 0 36,0 0-12,0 0-18,90-44 2,-75 25-10,-6-1 4,-2-1 14,-5-1 4,-2-3 9,0 1-21,-4 2 3,-10 2 0,2 4-14,4 4 0,1 2 1,0 4-7,5 3 1,2 3-1,0-3 3,0 1-6,0 0 1,0 2-1,0 0 3,7 0-1,2 0 1,6 2-2,-1 10 4,1 2-4,4 2 2,-9-2 0,3 4 0,-1 1 0,-5-1 0,-4-1 0,2-1 0,-5-2 5,8-5-4,-6-2-1,2-2 2,-2-3-2,5-2 4,1 0-4,6 0 3,7-7 7,-4-9-8,1-4 0,-3-4 3,-3 3-4,-4-6 2,-3-3-3,-3-1 0,-2-4 6,0 0-6,0 3-1,-13 6 1,4 6 4,-4 4 1,0 6-5,3 5 4,4 1 17,-1 4-8,5 0 3,0 0-6,-6 4-10,4 18-2,0 7 2,2 9 0,2 1 6,0 0-5,0-1 0,8-3 4,6-3-4,0-4 2,1-2-3,-2-4 0,-2-3 3,0-6-3,-4-3-14,-5-1-42,-2-4-49,0-3-83,0-2-227</inkml:trace>
  <inkml:trace contextRef="#ctx0" brushRef="#br0" timeOffset="72781.3003">6205 5839 644,'0'0'18,"0"0"-17,65-101-1,-30 70 10,3 4-8,4 6 0,-6 8-2,2 6-8,-11 7-168,-13 0-245</inkml:trace>
  <inkml:trace contextRef="#ctx0" brushRef="#br0" timeOffset="73131.3385">6633 5488 580,'0'0'158,"0"0"-158,0 0 80,0 0 2,0 0-46,0 0-33,0 69 4,15-8 16,1 10 3,9 3-13,2-2-2,2-4-5,-2-4-1,-1-3-1,-7-2-4,-2-1-117,-10-12-201</inkml:trace>
  <inkml:trace contextRef="#ctx0" brushRef="#br0" timeOffset="89453.3383">19451 11941 304,'0'0'84,"0"0"1,0 0-30,0 0-17,0 0-15,0 0 6,0 0-4,37-14 1,-14 5 8,6-2-18,0 1 10,-1 0-3,2 6-8,-3 4-4,-5 0-4,-1 14-7,-1 19 7,-3 6-7,-10 14 0,-7 7 11,0 8-10,0 8 19,-18 6 1,-8 8 10,-2 2 1,4 1-10,4-3 1,7-5-6,3-8-9,10-7 1,0-4-5,0-5-4,7-9 9,7-10-9,-6-12 0,1-10 2,-9-7-2,0-9 2,0-3-2,0-1 0,0 2 11,0 2-11,-3 4 1,-20 6 0,-2 8 1,3 9-3,-3 1 1,10 7 0,-3 7-2,5 12 2,1 9 0,3 9-1,5 8 2,2 6 2,0 7-3,-5 7-1,3 1 0,4-1 2,0 3-1,0-3 0,13-7 3,2 5-2,3-3-1,-4-1 0,-1 1 14,-2-11-14,-7 0 1,4 3 8,-4-1-2,-3 0-3,2 0-4,4-8 2,-7 0-4,0 0 2,0-4 0,0-11 10,-7-6-9,1-11 2,-6-1-2,1-3 7,3 1 3,-4-3-6,-2-4 0,3-2 3,9-4-1,-2-7 0,-1-8-7,5-2 4,-2-7-2,2-3-2,-2 0 2,0-3 6,-5 0-7,5 0 0,2-3 4,-4 2-4,3-1 0,-12-2 6,-3 0-5,-10 0-2,-5 0 0,-6-9-11,2-12-61,10-13-72,8-19-196</inkml:trace>
  <inkml:trace contextRef="#ctx0" brushRef="#br0" timeOffset="90280.227">20443 13808 614,'0'0'42,"0"0"91,0 0-78,0 0-19,0 0-30,0 0-4,0 0 21,-29 88 6,29-43-8,-2 4 10,-5 4-8,3 0 2,-1-2-17,-4-1 2,5-6 11,-7-8-15,8-4-1,-4-8 5,3-10-4,2-4-6,2-8 6,0-2-6,0 0 14,0 0-4,0-22 37,0-11-33,0-8-13,0-10 6,4-2-4,10-3-3,2-2 6,8 2-6,5 3 0,2 5-2,7 11 1,-1 8 0,2 9 1,-1 11 0,-7 6-1,-2 3-4,-9 0 0,-7 20 4,-4 7-2,-9 7 3,0-5-3,0 1 6,-22-3-5,-5-4 3,-2-2-1,-4-6 2,4-1-1,4-3 1,9-4-2,8-3-2,0 1-2,8-3-41,0 0-22,0-2-17,12 0-48,15 0-25,8 0-143</inkml:trace>
  <inkml:trace contextRef="#ctx0" brushRef="#br0" timeOffset="90674.567">20942 14011 491,'0'0'101,"0"0"32,0 0-49,0 0-27,0 0-49,0 0-7,-7 14 14,-6 9 1,3 5 0,0 3 9,8-4-10,2 4 7,0-3-13,0-4 1,20-2 8,2-8-13,-2-4 6,5-6 2,1-4-4,-7 0 14,7-6-9,-8-12-1,-2-10 4,-5-4-5,-7-9 8,-4-2-5,0 3-14,-18 3 16,-13 12-16,-5 7 1,1 7-4,-10 7 4,3 4-2,2 0 0,7 7-8,6 12-11,15 6-89,12-2-59,0 0-186</inkml:trace>
  <inkml:trace contextRef="#ctx0" brushRef="#br0" timeOffset="91335.0003">21183 14245 729,'0'0'50,"0"0"50,0 0-69,0 0-3,0 0-18,74-125-2,-61 101 0,1-3 0,-4 1 0,-1 1-5,2 4-1,3 4 2,-10 5-4,6 6 0,-8 4 0,4 2 0,3 0-4,5 0 1,3 8 2,-3 8-1,-1 2 2,-4 5-6,-7 0 6,-2 4 0,0-1 2,0-2 12,-7 0-6,3-5 14,1 2-11,3-5-3,0-4 0,0-3-4,0-4-2,14-5 11,6 0-6,11 0 11,4-5-17,1-9 2,1-7 2,-9-2-4,-1-3 2,-11-3-3,-3-5 4,-11 2-4,-2-2 0,0 0 0,0-1-2,-15 3 2,1 6 4,-1 6-4,1 5 4,5 8 10,5 3-6,4 4 4,-2 0-5,-3 0-7,1 16-1,0 11 1,4 4 1,0 8 14,0-2-12,0 2-1,0-2 6,2-2-6,4-2-1,1-2-1,-5-3 0,0-4-4,-2 0-20,0-7-86,0-10-133</inkml:trace>
  <inkml:trace contextRef="#ctx0" brushRef="#br0" timeOffset="91532.258">21602 14006 703,'0'0'15,"0"0"101,0 0-68,0 0-34,120-51-13,-77 49 1,7 2-2,7-3-5,-1 3-49,4 0-148,-2-4-430</inkml:trace>
  <inkml:trace contextRef="#ctx0" brushRef="#br0" timeOffset="92123.0824">22295 13820 518,'0'0'93,"0"0"25,0 0-37,0 0-35,0 0-2,0 0-14,-33-94-7,42 80-3,8 3-10,13 4-2,0 2-8,9 5 0,-6 0 3,7 0-2,-12 0 5,0 12-6,-6 8 1,-7 5-8,-7 3 7,-8 3 0,0 6 2,-16-1-2,-18 2 0,1-1 0,-2-3 5,-6 0-4,3-3-1,5-4 0,8 1 3,7-6-3,9-6 0,9-4-3,0-4 7,0-7 2,27 1-2,15-2 54,12 0-24,4 0-20,-2-2-6,2-7-3,4 1-1,5 1 9,-5 2-5,-10 1-7,-15 0 5,-14 0-5,-12 4 2,-6-3-3,-5 3 4,0 0-9,0 0-6,-27 0-69,-9 0-38,-15 0-118</inkml:trace>
  <inkml:trace contextRef="#ctx0" brushRef="#br0" timeOffset="108987.4906">20911 13999 161,'0'0'189,"0"0"-138,0 0 3,0 0-15,0 0-15,0 0-18,0 0-1,0 0 14,-5 0 0,5 0 16,0 0-14,0 0 9,0 0-5,0 0-13,0 0 6,0 0-5,0 0-10,0 0-2,0 0-1,-2 0 5,-2 0-5,-4 0 0,0 9 1,-5 4 0,4-1-1,5 0 4,-4-2-4,4 1 0,4 2 0,-2 1 2,0 0-3,2-2 4,0 2-2,0-5-1,0 3 5,0-3-3,0-4-2,0 4 1,0-3 0,0-4 1,0 2-2,2-2 8,2-2-7,6 2 9,-4 0-1,2-2-4,4 2 3,-5 1-5,2-3-2,-3 3 4,0-1-4,2 0-2,-6 0 2,-2-2 1,5 0-1,-5 0-1,0 0 0,0 0 2,2 0-1,-2 0-1,6 0 1,1 0 3,-2 0 1,-1 0-5,3 0 0,-5 0 5,0 0-4,0 0-1,-2 0 1,0 0 0,0 0 0,0 0-1,0 0 1,0 0 0,0 0-1,0 3 0,0-3 1,0 0 1,0 0-4,0 5 1,0-5 1,-8 0-69,-6 0-307</inkml:trace>
  <inkml:trace contextRef="#ctx0" brushRef="#br0" timeOffset="133570.4529">20540 15497 296,'0'0'89,"0"0"-82,0 0-5,0 0 0,0 0 2,0 0-4,0 0-9,0 0-158</inkml:trace>
  <inkml:trace contextRef="#ctx0" brushRef="#br0" timeOffset="142004.067">4909 9651 482,'0'0'26,"0"0"38,0 0-9,0 0 18,0 0-28,0 0-9,0 0 0,0 0-3,-50-61-12,36 61 2,-10 0-4,-12 0-8,-8 15-6,-10 11-4,3 6 10,-3 10-4,0 14-4,-1 15 9,9 13-9,1 11 4,4 7-3,7 6 4,9 4 3,7 4-10,9 6 3,9 3-1,0-2-3,2 2 4,20-2 0,5-5-1,4-6-3,2-5-6,-2-9 5,-2-8 1,0-11 0,-4-11 6,-2-13-4,-13-6 0,0-3-2,-9 0 1,-1 4-1,-11 4 6,-20 7-5,-15 2 2,-14 0 7,-7-1-10,-3-2 18,12-4-6,8-3-1,16-9-3,14-2-5,11-1-3,9 2-2,0 3-5,14 7 7,14 2 0,1 10 1,5 2-1,-10 8 6,-3 3-1,-13 6-5,-3 0 1,-3 1 4,-2-9-4,0-6 11,0-6-3,0-4-1,0-3 8,4-3-8,5-8-2,0-6 3,4-6-7,8-8 0,-1-8 3,4-10-3,5-8-4,6 0 2,15-12 0,6-20 12,4-5-11,-4-2-1,-8 1-25,-11 6-27,-14 8-45,-2 4-37,-21 1-108</inkml:trace>
  <inkml:trace contextRef="#ctx0" brushRef="#br0" timeOffset="142954.7447">1238 12136 707,'0'0'11,"0"0"19,0 0 27,0 0-2,0 0-32,0 0-23,-13 7-1,13 26 1,9 12 23,5 6-6,-1 5 20,0 1-12,3-3-4,-5-3-5,0-4 3,-2-5-7,-5-6 2,3-6-1,-5-4-8,-2-6 1,0-6 2,0-5-5,1-6 2,-1-3 0,0 0 0,0 0 16,0 0 17,0 0 11,0-14-10,-5-14-36,-10-13 6,-5-9-9,11-9 0,-5-9 3,3-3-1,4 1-4,7 1-4,0 4 2,0 5 4,13 9-13,10 9 5,-3 14 6,2 10 0,-2 8-3,4 2 2,2 8 5,-5 0-5,2 0 3,-3 11-3,-5 14 1,-1 3-2,-7 7 4,-7-2-1,0-1 4,0 2 3,-7-3-4,-9-4 2,-1-4-2,1-3 1,1-4-1,0-3-1,5-1 0,6-7-2,-3-1-34,7 2-27,0 0-35,0 2-32,0-3-73,0-2-137</inkml:trace>
  <inkml:trace contextRef="#ctx0" brushRef="#br0" timeOffset="143376.4009">1737 12187 175,'0'0'507,"0"0"-504,0 0 52,0 0 1,0 0-40,0 0-8,-21 48 0,16-17 8,5 3 14,0-4-5,0 0 5,0-5-13,6-4 0,13-5-9,-2-6-5,4-3 2,1-5 3,2-2 8,-4 0 12,3-5-3,-9-9-2,-3-2 0,-11-4 2,0-2-3,-6-2-10,-22 4-2,-3 5-3,-10 3-7,-7 5-5,3 5 5,5 2 2,7 0-1,12 0 1,6 0 3,8 0-10,2 0-2,5 0-80,0 2-22,16 5-44,16-7-60,1 0-107</inkml:trace>
  <inkml:trace contextRef="#ctx0" brushRef="#br0" timeOffset="144177.0238">2077 12290 524,'0'0'10,"0"0"24,0 0 92,0 0-14,0 0-59,0 0-19,46-24-14,-30 2 9,-3 0-21,-6 1 13,-2-3-5,-5-2-2,0 1 4,0 0-7,-16 2 11,1 6-3,-1 3-15,1 1 10,5 6-9,1-1-3,9 4 13,0 2-15,0-1-5,0 1-12,0-3 4,11-1 13,1 0 5,0 4-4,1 2-2,-3 0 0,1 0 0,1 0-3,-1 12 1,-3 4 1,2 4-1,-1 2 3,-2 4 2,3-1 1,-3-2-2,6-2 5,1-3-6,-1-4 0,5-4-5,4-5 5,7-5 2,10 0 0,7-3-1,3-18 10,-5-5-3,-1-3-1,-8-6-1,-12-4-5,-10 2 4,-8-5-5,-5 0-4,0 0 4,-11 0 5,-12 4-4,3 1 2,-4 8 5,4 4-4,4 9 0,5 7 7,2 2 1,9 5 2,0 2-11,0 0-3,0 0-5,0 13-5,0 16 4,0 12 6,11 1 1,7-1 1,0-4-2,2-2 0,0-3 5,2 1-5,-6-5 0,-1 0 2,-3-3 0,-6-7-2,1-3-29,-3 0-26,-4-5-56,0-4-38,0-6-88</inkml:trace>
  <inkml:trace contextRef="#ctx0" brushRef="#br0" timeOffset="144367.1606">2409 11863 804,'0'0'4,"0"0"-1,0 0 28,65-105-20,-18 77-7,8 6-4,1 3-1,-3 1-17,-1-1-135,-10 3-243</inkml:trace>
  <inkml:trace contextRef="#ctx0" brushRef="#br0" timeOffset="144994.3859">2911 11511 478,'0'0'140,"0"0"-99,0 0 54,0 0-31,0 0-10,0 0-48,-3-101 2,23 84-2,7 5-5,-4 7 5,-6 2-5,-8 3-1,-2 0-7,-6 20 0,-1 10 7,0 11 7,0 3-4,0 6 1,0 0 1,0-4-2,0-2-1,14-7-2,7-7 0,3-2-1,5-4 5,0-1-1,5 0 1,-4-5 1,2-2 8,-5-2-3,-8-2 3,0-2 7,-11-4-3,-6-2 5,-2-3-5,0-1 1,0 6 8,0-1-13,-19 9-7,-20 6 9,-5 4-12,-12 2 9,5 1-12,7-8 0,8 1-29,5-2-90,3-1-45,4-7-199</inkml:trace>
  <inkml:trace contextRef="#ctx0" brushRef="#br0" timeOffset="210791.4063">21595 8365 130,'0'0'61,"0"0"19,0 0-18,0 0-10,0 0-10,0 0-2,0 0 20,0 0-7,65-51 1,-65 48 4,2 2-8,-2-2-1,0 2-5,0 1-7,0 0-8,0 0-1,0 0-6,0 0-12,0-3 1,0 0-6,-2-1-1,-7-3 7,-5 0-6,-3-1 8,-1-3-7,1 0-4,-4 1 10,7-3-5,6 1 3,-3 0 2,7-2 0,-4 2-3,3-2-1,5 2-5,0-2 18,0-1-17,0 1-1,0-1-2,7 3-1,14 2 0,-3 1-1,9 3 1,-1 3 1,-6 3-1,2 0-3,-4 0 1,-4 2 0,1 12 0,-2 5-2,-6 6-2,-2 1 6,-5 6-3,0 3 3,-7 9-2,-11 0 4,-11 0-2,0 2 1,0-5-1,3 2 2,8-5-2,-5-1 0,12-8-1,5-5 2,6-4 0,0-6-1,0-1 0,24-9 1,8-4 5,8 0-4,4 0 4,0-13-4,-8-1 0,-7-4-1,-8 3 0,-13-4 2,-2-3 2,-6 0-4,0-5 0,0 2-1,-12 1-4,-6 0 4,-7 4-8,-2 4 8,-2 4-5,1 6 4,-4 3-10,6 3-20,10 0-12,7 0-67,9 0-86,0-1-147</inkml:trace>
  <inkml:trace contextRef="#ctx0" brushRef="#br0" timeOffset="211347.3059">22107 8153 424,'0'0'162,"0"0"-63,0 0-4,0 0-20,0 0-2,0 0-34,-44-82-19,44 68 3,14 0-15,8 2-7,0 4 0,7 5-1,-2 3-2,-2 0-1,-8 7-3,-5 24-1,-12 10 1,0 9 2,-2 6 3,-25-1 1,-4-5 4,-5-4-1,5-10-3,8-6 7,7-8-7,10-6 0,-1-6 0,7-4 3,0-4 7,0-2 5,0 0 0,7 0 5,22 0 2,11-14-8,9-6-9,9-6 1,0-2-6,0-4-12,-4-1-64,-11 1-55,-3 2-48,-12 5-33,-8-2-242</inkml:trace>
  <inkml:trace contextRef="#ctx0" brushRef="#br0" timeOffset="211611.1403">22565 8035 390,'0'0'122,"0"0"-6,0 0-37,0 0-39,0 0-10,0 0-13,-31 10-15,40 9 28,13 2 1,9 5-13,2 2 0,-1 4-5,-10-4 2,-2 1-6,-6-4-6,-8-1 15,-4-3-8,-2-8-2,0-1 0,0-3-6,-8-1 9,-21-1-11,-14-3 15,-6-1-15,0-3-90,5 0-137</inkml:trace>
  <inkml:trace contextRef="#ctx0" brushRef="#br0" timeOffset="211788.2709">22667 7965 225,'0'0'386,"0"0"-377,127-49 10,-75 44-19,-5 1-12,-7 4-135,-13 0-204</inkml:trace>
  <inkml:trace contextRef="#ctx0" brushRef="#br0" timeOffset="212269.312">22989 7907 39,'0'0'237,"0"0"-128,0 0 18,0 0-45,0 0-2,0 0-21,-14-37-17,12 37 0,2 0-14,0 0-11,0 0-17,-7 11-1,5 15 1,-2 6 4,-1 1 1,3 3 5,0 1-4,2-4 0,0-8-1,0-4-1,2-4 5,9-2-3,2-8-1,5-2 6,5-5-1,-6 0-1,8 0-6,-9-3 1,-3-11 4,3-1-8,-10-4 2,3 1 3,-7-3-5,-2 7 0,0-3 1,0 2 2,0 3-3,0 3 1,0 1 10,0 4 24,0 4-3,0 0-5,0 0 4,0 0-23,0 0-8,0 21-4,0 6 4,-4 1 5,4 4 3,-2 2-7,-3-2-1,3 3 3,-2 0-3,-4-3 0,0 0 0,-3-3-33,1-5-103,-3-8-131</inkml:trace>
  <inkml:trace contextRef="#ctx0" brushRef="#br0" timeOffset="214142.9678">21573 8247 266,'0'0'228,"0"0"-143,0 0 5,0 0-21,0 0-22,0 0-22,0 0-13,64-14 2,-8 0-2,9-2 4,7 2-5,-1 0-6,2-2 9,-1 4-9,-8 1 3,-3-1-3,-15 5-2,-13 1-1,-8-1 1,-12 4-3,-1 1 0,-10 0 1,0 0-1,0 2 0,-1 0-10,-1 0-56,0 0-38,0 0-62,-14 2-37,-8 4-152</inkml:trace>
  <inkml:trace contextRef="#ctx0" brushRef="#br0" timeOffset="214504.4434">21577 8453 394,'0'0'104,"0"0"-20,143-14 12,-72-1-48,12 1-16,4 2-9,2 0-16,-4 2 1,-5-2 1,-18-1-8,-8 4 1,-11-1 1,-12 1-1,-8 1 14,-8 3-10,-10 1 1,-2 4-3,-1 0 0,-2 0-4,0 0-4,0 0-5,0 0-41,0 0-81,0 0 9,0 0-34,-6 4-184</inkml:trace>
  <inkml:trace contextRef="#ctx0" brushRef="#br0" timeOffset="214992.2139">22522 8315 402,'0'0'127,"0"0"-36,0 0-18,0 0-34,0 0-11,114-36-8,-56 27-17,2-4 5,3 3-3,-7-2-1,-7 3 1,-7 0 1,-2 0 11,-14 4 7,-9-1-14,-9 3-2,-3-2 3,-3 3-2,-2 2 4,0 0-13,0 0-6,0 0-17,0 0 19,-2 0-27,-9 0-27,-3 12 2,3-4-12,3 0-51,-4 0-68</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6T20:06:11.841"/>
    </inkml:context>
    <inkml:brush xml:id="br0">
      <inkml:brushProperty name="width" value="0.05292" units="cm"/>
      <inkml:brushProperty name="height" value="0.05292" units="cm"/>
    </inkml:brush>
  </inkml:definitions>
  <inkml:trace contextRef="#ctx0" brushRef="#br0">1439 17661</inkml:trace>
  <inkml:trace contextRef="#ctx0" brushRef="#br0" timeOffset="35876.6372">12924 10443,'24'0,"1"0,0 0,0 0,0 0,-1 0,1 0,0 0,25 0,-26 0,1 0,0 0,0 0,0 0,24 0,-24-25,0 25,0 0,24 0,-24 0,0 0,25 0,-26 0,26 0,0 0,-26 0,1 0,25 0,-25 0,-1 0,1 0,0-25,25 25,-26 0,1 0,25-25,-25 25,-1 0,26 0,-25 0,-25-24,25 24,-1 0,-48 0,48 0,1 0,-25-25,25 25,25 0,-26 0,1 0,0 0,0 0,0-25,-1 25,1 0,0 0,0 0,0 0,0 0,-1 0,1 0,0 0,0 0,0 0,-1 0,1 0,0 0,0 0,0 0,-1 0,1 0,25 0,-25 0,-1 0,26 0,-25 0,0 0,-1 0,1 0,-25 25,25-25,0 0,0 0,-1 0</inkml:trace>
  <inkml:trace contextRef="#ctx0" brushRef="#br0" timeOffset="42805.0513">7392 10443,'25'0,"0"0,24 0,-24 0,0 0,0 0,0 0,24 0,-24 0,25 0,-26 0,1 0,0 0,0 0,0 0,-1 0,1 0,0 0,0 0,0-25,24 25,-24 0,0 0,24 0,-24 0,0 0,25 0,-25 0,-25-25,24 25,1 0,0 0</inkml:trace>
  <inkml:trace contextRef="#ctx0" brushRef="#br0" timeOffset="48284.9492">19422 10468,'25'0,"0"0,0 0,0 0,-1 0,26 0,0 0,-1 0,1 0,-1-25,1 25,0-25,-1 25,-24 0,0 0,0 0,0-25,-1 25,26 0,-25 0,0 0,-1 0,26 0,-25-25,24 25,1-24,-25 24,24 0,-24-25,25 25,-25-25,-1 25,26 0,-25 0,0 0,24 0,-24 0,25 0,-26 0,26 0,-25 0,0 0,0 0,-25 25,24-25,1 0,0 0,0 25,0-25,-1 0,1 0,0 0,25 0,-26 0,51 0,-26 0,1 0,-25 0,0 0,24 0,-24 0,0 0,0 0,-1 0,26 0,-25 0,0 0,-1 0,1 0,0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37:20.650"/>
    </inkml:context>
    <inkml:brush xml:id="br0">
      <inkml:brushProperty name="width" value="0.05292" units="cm"/>
      <inkml:brushProperty name="height" value="0.05292" units="cm"/>
      <inkml:brushProperty name="color" value="#FF0000"/>
    </inkml:brush>
  </inkml:definitions>
  <inkml:trace contextRef="#ctx0" brushRef="#br0">19396 5634 465,'0'0'9,"0"0"-1,0 0 36,0 0 7,0 0-15,0 0-22,0 0-5,-6 7 4,6-6-6,0-1-1,0 3 13,0-3-15,0 0 7,0 0-11,0 1 7,14 2 8,10 1-2,15 2 4,5-2-5,7 4-4,12-2 11,6 2-10,5 2-9,-1-1 9,-2 2-9,-11-2 3,-4 2-3,-2-5 0,-12 0 0,-11-4 3,-2-1 0,-7 2 4,-8-3-1,-3 0-2,-4 0 5,-6 0-4,-1 0 2,0 0 6,0 0-6,0 0 1,0 0 1,0 0-7,0 0 6,0 0-6,0 0-2,0 0 5,0 0-4,0 0 4,0 0-5,0 0 0,0 0 3,0 0-3,0 0 0,0 0 1,0 0 0,0 0 2,0 0-1,0 0 0,0 0 5,0 0-6,0 0 3,0 0-3,0 0 0,0 0 1,0 0-2,0 0 0,0 0 2,0 0-1,0 0 1,0 0-2,0 0 5,0 0-5,0 0 2,0 0-2,0 0 6,0 0-3,0 0-2,0 0-1,0 0 0,0 0 2,0 0-2,0 0 0,0 0 0,0 0 5,0 0-7,0 0 2,0 0 0,0 0 3,0 0-3,0 0-1,0 0-2,3 0 0,-3 0-21,0 0-44,0-12-87</inkml:trace>
  <inkml:trace contextRef="#ctx0" brushRef="#br0" timeOffset="6398.1309">11802 6381 507,'0'0'38,"0"0"-35,0 0 7,0 0 22,0 0-2,0 0-2,0 0-3,0 0-10,-48-23-13,48 23-2,0 0 2,0 0-1,0 0-2,0 0-4,0 0-11,6 0 16,19 0 32,13 0-3,8 0-13,8 0-4,4 0 3,2 0-12,2 2-1,7 3 3,1-5-2,-4 0 1,1 0 1,0 0-4,5 0 3,-12 0-3,-2 0-1,-5-5 2,-14 1-1,-10 1 6,-12-1-1,-7 4 5,-2-3 1,-8 3-11,0 0-1,0 0 0,0 0-4,0 0 3,0 0 1,0 0 1,0 0 6,0 0-3,0 0-1,0 0 1,0 0-2,0 0 2,0 0-1,0 0-1,0 0 9,2 0-11,-2 0 2,0 0 8,0 0-5,0 0 1,0 0 4,0 0-7,0 0 14,0 0-11,5 0-5,-5 0 12,0 0-11,0 0 2,0 0 2,0 0-2,0 0 2,0 0-6,0 0 0,0-1 10,0-2-10,0 2-2,-27-6-53,-29-1-107,-31-6-134</inkml:trace>
  <inkml:trace contextRef="#ctx0" brushRef="#br0" timeOffset="8416.0728">5956 5596 340,'0'0'0,"0"0"-52,0 0 52,0 0-1,0 0 1,0 0 0,4 38 13,7-36 0,5 1 6,1 0 9,10 1-10,4 0 7,12 5-5,8-4-4,5 6-1,7-1-10,5 0-2,4-2 2,-1-2-5,0 0 2,-8-4-2,-7 0 3,-5 0 1,-16-2 18,-8 0-11,-11 0 5,-7 0-3,-6 0 9,-3 0 5,0 1 8,0-1 10,0 2-19,0-2-16,0 2-10,0-2 1,0 0 7,0 3 1,0-3-5,0 0 8,0 0-5,0 0 1,0 0 3,0 0-2,0 0-2,0 0 0,0 0-6,0 0 10,0 0-11,0 0 4,0 0 6,0 0-4,0 0 2,0 0 2,0 0-3,0 0 7,0 0-8,0 0 0,0 0 2,0 0-5,0 0 7,0 0-2,0 0-6,0 0 9,0 0-7,0 0-4,0 0 2,0 0-1,0 0-1,0 0 0,0 0 1,0 0 0,0 0-1,0 0 0,0 0-2,0 0 2,0 0 0,0 0 0,0 0 0,0 0-3,0 0 1,3 0-2,-3 0 4,0 0 0,0 0 0,0 0 0,0 0 1,0 0 6,0 0-6,0 0 0,0 0 5,0 0-6,0 0 0,0 0 4,0 0-1,0 0 3,0 0-6,0 0 3,0 0-2,0 0-1,0 0 0,0 0 0,0 0-2,0 0 1,0 0-6,0 0 6,0 0-5,0 0 8,0 0-3,0 0 1,0 0-5,0 0 4,0 0-3,0 0 4,0 0-5,0 0 5,0 0 0,0 0 2,0 0 1,0 0-2,0 0-1,0 0 2,0 0-1,0 0-1,0 0-1,0 0-6,0 0 7,0 0 6,0 0-6,0 0 1,0 0 0,0 0-1,0 0 1,0 0-2,0 0 3,0 0-3,0 0 1,0 0 0,0 0 4,0 0-4,0 0-1,0 0 1,0 0 0,0 0 2,0 0-2,0 0 0,0 0-1,0 0 2,0 0-1,0 0 1,0 0 1,0 0-2,0 0 0,0 0 2,0 0 0,0 0-2,0 0 0,0 0 0,0 0 0,0 0 3,0 0-3,0 0-1,0 0-3,0 0 4,0 0-1,0 0 0,0 0-2,0 0 2,0 0-5,0 0 3,0 0 0,0 0-2,0 0 3,0 0-1,0 0-1,0 0 3,0 0-3,0 0 4,0 0-3,0 0 3,0 0-7,0 0 6,0 0-3,0 0-1,0 0-3,0 0-5,0 0 6,0 0-17,0 0-14,0 0-21,7 0-29,0-3-5,6-4-44,0-5-214</inkml:trace>
  <inkml:trace contextRef="#ctx0" brushRef="#br0" timeOffset="14236.9249">15405 7221 421,'0'0'32,"0"0"-25,0 0 9,0 0 24,0 0-11,0 0-13,0 0-14,0 0 0,25 0 6,-8 0 2,1 0 6,8 0 5,4 0-5,-3 0 8,4 0-4,-2 0-11,0 0 4,6 0-7,-3 0 1,-5 0 0,-7-2-7,1 0 5,-4 2-5,-9-2 0,1 2 5,-5-3-4,1 2 0,-2 1 3,-3 0-4,0 0 0,0 0-24,0 0-98,-10 0-133</inkml:trace>
  <inkml:trace contextRef="#ctx0" brushRef="#br0" timeOffset="14477.1281">15536 7311 233,'0'0'294,"0"0"-242,0 0-20,0 0 35,0 0-26,0 0-22,70-26-11,-41 22 3,4 0-10,5 2 3,4 0-1,1-1-3,1 3 0,-1 0-38,-1 0-119,-4-3-100</inkml:trace>
  <inkml:trace contextRef="#ctx0" brushRef="#br0" timeOffset="48892.6902">19540 8083 14,'0'0'59,"0"0"-59,0 0-10,0 0 2,0 0 6,0 0-6,0 0 7,0 0-2,-13 0-13,13 0 0,0 0 16,0 0 1,0 0-1</inkml:trace>
  <inkml:trace contextRef="#ctx0" brushRef="#br0" timeOffset="62864.6622">19977 6389 254,'0'0'34,"0"0"-1,0 0 3,0 0 8,0 0-10,0 0-8,0 0-6,0 0 5,0 0 15,0 0-13,0 0 11,0 0-11,0 0-2,0 0-6,0 0-8,0 0-1,0 0 1,0 0-3,0 0-1,13 0-2,10 0-3,8-7 7,9-1 0,0 1 5,3-2 3,-4 4-6,-1-2 4,1-1-7,-8 4-7,-2-2 9,0 2-9,-5 2-1,-6-1 3,-5 0-2,0 1-1,-8 0 0,-3 2 0,0 0 0,-2 0 0,0 0 0,0 0 0,0 0-4,0 0 1,0 0-12,0 0-54,0 0-2,-2 0-80,-11 4-115</inkml:trace>
  <inkml:trace contextRef="#ctx0" brushRef="#br0" timeOffset="73612.1544">8747 8168 210,'0'0'6,"0"0"8,0 0 27,0 0-14,0 0-8,0 0 21,0 0-10,-13-39 0,12 37-13,-3-1 17,-1 3-17,5 0 12,-2 0-4,0-2 8,0 2-8,-1 0 3,-4 0-12,7 0-8,-2 0 8,0 0-2,2 0 2,0 0-16,0 0-8,0 0 7,20 0 1,16 0 1,13 0 8,20 0-8,12 0 6,12-5-7,7-2-3,10-2-62,5-2-59,3-1-84</inkml:trace>
  <inkml:trace contextRef="#ctx0" brushRef="#br0" timeOffset="74669.9864">14356 8161 454,'0'0'9,"0"0"-9,0 0 2,0 0-2,0 0 9,0 0 32,15-44-2,5 38-28,16 2 7,3 1-1,15 2 3,11 1 15,1 0-18,15 0-4,4 0 4,3 0-13,11 0 1,1 1 2,0 8-6,-3-3 7,-8-1-6,-3 0-2,-11-5 3,-7 0-3,-12 0-5,-16 0-47,-16 0-54,-15 0-55,-9 0-231</inkml:trace>
  <inkml:trace contextRef="#ctx0" brushRef="#br0" timeOffset="74828.8413">15135 8296 773,'0'0'0,"0"0"-9,199-21-2,-57-7-6,30-4-32,19-1-110,15 2-61</inkml:trace>
  <inkml:trace contextRef="#ctx0" brushRef="#br0" timeOffset="90016.1817">19881 11944 120,'0'0'0,"0"0"-22,-143-40 5,81 23-64</inkml:trace>
  <inkml:trace contextRef="#ctx0" brushRef="#br0" timeOffset="126457.4931">22665 10546 468,'0'0'48,"0"0"44,0 0-25,0 0-16,0 0-5,0 0 0,0 0-17,0 0-3,0 0-5,-4-58-13,4 58 5,0 0-12,18 0 2,6 2-1,5 21-2,2 10 0,-2 13-2,0 16 2,-6 16 0,-13 16 1,-4 12 0,-6 9 4,-8-1-5,-11-2 4,-8-7 2,4-9-3,5-12 8,7-12-8,11-9 3,0-9-1,13-4-3,24-7 2,5-4 1,5-7-3,4-4 4,-13-3-4,-2-8-1,-9-1 2,-12-3-3,-11 0-2,-4 3 1,0 6 2,-9 9-1,-16 3 0,-10 8 2,0 4-2,1 4 3,5 4-3,7 4 0,11 7 0,7 5 0,4 2 1,0 2-1,0-5 1,6-8 0,9-5-1,6-6 9,-4-2-8,3-5 10,3-7-7,-6-6 0,-3-5 10,-5-6-4,-7-5 1,-2-4 1,0-4 4,0 3-2,-22 0 3,-12 1-4,-10 0-1,-11-4-8,-5 0 2,-6-4-3,-3-2-1,-7 0-2,1 0 0,0 0-16,-5-10-62,-2-8-60,-5-2-220</inkml:trace>
  <inkml:trace contextRef="#ctx0" brushRef="#br0" timeOffset="134968.1943">11216 14740 112,'0'0'39,"0"0"-27,0 0 49,0 0-6,0 0-17,0 0-6,0 0-4,0-6 2,0 6 8,0 0-1,0 0-12,0 0-7,0-4-3,0 4-4,0 0 0,0 0 0,0 0 2,0 0 7,0 0-4,0 0-3,0 0 5,0 0-11,0 0 8,0 0-4,0 0-4,0 0 3,0 0-4,0 0-4,0 0 6,0 0-8,0 0 0,0 0 3,0 0-2,0 0 2,0 0-3,0 0 0,0 0 0,0 0 0,0 0 0,0 0 5,8 0-3,3 0 1,-3 0-1,5 4 1,3-1 4,-1-1-3,6-1-2,-6 3-1,3-1 4,0-3-2,2 2-3,0 0 0,-5-1 2,-1 1 2,4-2-1,0 3 0,-2-2-2,1 3 1,-1-1-2,1 0 0,8 4 1,-2-3 0,-1 0-1,0-3 0,0 2 3,0-2 0,-2 4-3,3-3 1,-3 0 3,-5-1-4,-1-1 0,1 0 1,-1 2-1,-1 0 2,3-2-2,-1 3 0,8-3 2,-5 0-2,4 2 0,-2 0 1,-2 0 0,2-1-1,-5 3 0,3-1 2,-4-1-2,1 0 0,-1 0 0,1 2 0,0-4 1,8 5-1,-5-2 0,5-1 0,-4 0 1,1 0-1,5-2 0,-8 0 0,6 2 1,-5-1 0,-4 2-1,8-1 0,-6 0 0,-1 0 0,-2 0-1,3 2 1,-3-2 0,3 2 1,2-2-1,-6-2 0,7 0 1,2 3-1,-2-3 0,-2 3 0,6-3 1,-5 0 1,5 2-2,-4-2 0,-1 2-5,6 0 5,-1-2 0,-1 3 0,5 0 2,-4-3-1,-4 4-1,-1-3 0,5 4-1,-6-3-2,1 0 3,5 1 4,-6-3-2,6 0-4,-3 0 2,-3 0-2,8 0 4,-2 0-4,-2 0 3,6 0-1,-2 0 3,-3 0-2,3 0 0,2 0 0,-8 0-2,2 3-1,-5-3 2,1 2 2,-2-2 0,3 0-1,3 0-1,-4 0 1,-1 0 2,1 0-3,6 0 0,-5 0 3,4 0-3,-2 0 0,-4 0 0,-1 0 2,1 0 0,2 0-2,-7 0 0,1 0 0,5 0 0,3 0 0,-2 0 2,-3 0-2,8 0 1,-5 0-1,-3 0-1,0 0-1,1 0 2,5 0 3,-6 0-2,1 0-1,-3 0 1,3 0-1,-1 0-1,-1 0 1,0 0 1,1 0-1,-2 0-2,3 0 2,-5 0 4,-3 0-4,4 0 0,-1 0 0,0 0 0,-2 0 0,2 4 0,5-2 0,-3-1 2,0 1-2,3-2 0,-3 3 0,-1-3 0,-6 0 0,3 0 1,-3 0-1,4 0 0,-1 0 0,-3 2 1,6-2 1,-1 0-2,-1 0 0,4 0 3,-3 0-3,3 2-2,-5-2 1,-5 0 2,5 0 3,-4 0-1,-3 0-1,-2 0-2,0 0 6,0 0 12,0 0-7,0 0 3,0 0 1,0 0-5,0 0-9,0 0 2,0 0-3,-14 0-6,-21 0-16,-22 0-102,-15 0-202</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40:05.796"/>
    </inkml:context>
    <inkml:brush xml:id="br0">
      <inkml:brushProperty name="width" value="0.05292" units="cm"/>
      <inkml:brushProperty name="height" value="0.05292" units="cm"/>
      <inkml:brushProperty name="color" value="#FF0000"/>
    </inkml:brush>
  </inkml:definitions>
  <inkml:trace contextRef="#ctx0" brushRef="#br0">20906 7511 649,'0'0'0,"0"0"9,0 0-9,0 0 23,0 0-18,154 0 8,-73 0 2,8 0-7,9 0 1,11 0 1,14 0-5,6 0 5,4 6-9,-3-2 22,-9 0-2,-21 0-21,-13 0-3,-29-1 2,-23-1-87,-17-1-90,-18-1-115</inkml:trace>
  <inkml:trace contextRef="#ctx0" brushRef="#br0" timeOffset="159.1094">21647 7703 574,'0'0'7,"154"-5"0,-34-10-7,34-4-39,15-9-441</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42:49.500"/>
    </inkml:context>
    <inkml:brush xml:id="br0">
      <inkml:brushProperty name="width" value="0.05292" units="cm"/>
      <inkml:brushProperty name="height" value="0.05292" units="cm"/>
      <inkml:brushProperty name="color" value="#FF0000"/>
    </inkml:brush>
  </inkml:definitions>
  <inkml:trace contextRef="#ctx0" brushRef="#br0">19356 6791 208,'0'0'143,"0"0"-129,0 0 49,0 0 16,0 0-37,0 0-18,-1-3-12,1 3-2,0 0 2,0 0 3,0 5 12,11 5-4,7 1-2,13-1 1,9 0-1,16 0-9,4-5 1,14 4-7,8-2 0,3 0-3,-7-1-1,-7 2-1,-15-2 1,-16 2-2,-13-4 0,-13-1 0,-13-1-6,-1-2 3,0 3 3,0 1 3,-11 0-3,-8 0-30,-8-1-85,-9-3-126</inkml:trace>
  <inkml:trace contextRef="#ctx0" brushRef="#br0" timeOffset="1408.8216">2870 7561 506,'0'0'30,"0"0"-14,0 0 12,0 0-1,0 0 0,0 0-10,25 0-3,-14 0 28,3 0-7,-6 0-8,5 0-7,1 0-7,1 0-7,7 0 5,-2 0-3,8 0-4,-2 0 2,-1-1-5,-5-2-1,-2 2 0,-7-2-17,-2 0-54,-3 1-96,-4-3-51</inkml:trace>
  <inkml:trace contextRef="#ctx0" brushRef="#br0" timeOffset="1655.9856">2984 7546 562,'0'0'46,"0"0"-15,0 0 23,0 0-16,0 0-24,0 0-3,73-10-2,-32-2-2,3-5-6,6 3-1,-6 2-2,-4 1-105,-11-1-123</inkml:trace>
  <inkml:trace contextRef="#ctx0" brushRef="#br0" timeOffset="2193.0096">2941 7458 446,'0'0'46,"0"0"-23,0 0 18,0 0-15,0 0-9,0 0 1,71-9 0,-43 5-11,-11 3 4,4 1-1,-10 0-3,0 0-7,0 0 1,-2 0-1,0 0 8,4 0-7,-3 0 0,3 0-1,-7 1 4,3-1-3,-5 0-1,4 0 0,-7 2 0,-1-2 0,0 0-2,0 0-26,0 0-106</inkml:trace>
  <inkml:trace contextRef="#ctx0" brushRef="#br0" timeOffset="15862.161">18686 6803 295,'0'0'33,"0"0"-24,0 0 10,0 0 15,0 0-17,0 0-14,0 0 0,11-1 1,-11 1 1,5-2 6,2 2 1,-5 0 6,0-2-1,7 0-3,-5-1-7,10-1 10,-3 3-9,5-3 1,-1 2 0,3-2-6,-3 0 2,6 1-2,-6 2 2,-2-2 11,6 2-6,-6-4-4,2 1 4,1 3-3,2-1 5,1 0-5,0-1-3,-6 3 7,1-2-8,-1 2 1,3-2 9,-1 0-9,-1 2 7,3 0-5,1 0-3,-3 0 7,6 0-8,-6 0 0,3 0 4,-2 0-3,-1 0 1,1 0-2,2 0-1,-2 0 4,-8 0-4,5 0-1,-1 0 4,-1 0-2,3 0 0,-6 0-1,3 0 0,1 0 7,1 2-8,1 0 0,-1 0 6,0 1-4,-4-1-2,3 0 0,3-1 3,0 3-1,6-4-1,-6 5-1,0-1 3,3-3-3,0 3 2,5-1-1,-6 1 0,7 0 0,-4-1-1,3 1 0,-1-1 5,-1-1-5,-4 0 4,8 1-3,-9-1 2,5 0-2,0 1-1,-6-1 1,1 0 1,-2-1-2,1 4 0,-1-3 0,1 1 1,-1 0 4,1-2-5,-1 2 0,1 1 9,1-3-8,-1 4 1,1-3 5,-5-2-3,-1 0 1,-5 0-5,-2 0 2,-3 0-1,0 0-1,0 3-8,0-1-163,-29-2-250</inkml:trace>
  <inkml:trace contextRef="#ctx0" brushRef="#br0" timeOffset="32221.9615">8347 8124 207,'0'0'111,"0"0"-78,0 0 6,0 0 8,0 0-3,0 0-7,0 0-8,0 0-6,0 0 0,0 0-9,0 0-5,0 0-3,0 0-6,3 0 0,-1 0 0,9 3 0,-7 1 1,7 1-1,3-2 1,1 1 2,8 2-2,4 1 1,2-2-1,4-1 0,0 1 2,5-4-2,-4 3 0,2-2-1,-2 0 1,1 2 0,0-2-1,-4 0 0,3-2 2,-3 0-1,-2 2 0,0-2-1,0 2 0,-2 2 1,2-2-1,4 2-1,0-2-15,8 2-75,-1-3-23,-2 2-57</inkml:trace>
  <inkml:trace contextRef="#ctx0" brushRef="#br0" timeOffset="32613.7217">10398 8205 137,'0'0'5,"0"0"-2,0 0 1,0 0-2,0 0 0,141 6-2,-110-6 0,5 0-17,-1 0-119</inkml:trace>
  <inkml:trace contextRef="#ctx0" brushRef="#br0" timeOffset="32913.3835">11950 8197 249,'0'0'13,"0"0"-11,0 0 11,0 0-7,0 0-3,0 0-3,140 0-73</inkml:trace>
  <inkml:trace contextRef="#ctx0" brushRef="#br0" timeOffset="33161.248">13231 8205 129,'0'0'0</inkml:trace>
  <inkml:trace contextRef="#ctx0" brushRef="#br0" timeOffset="33407.2728">14670 8311 568,'0'0'17,"0"0"-16,0 0-1,0 0-1,0 0-5,0 0-84,120-8-211</inkml:trace>
  <inkml:trace contextRef="#ctx0" brushRef="#br0" timeOffset="45812.239">11451 9595 0,'0'0'16,"0"0"0,0 0-9,0 0-5,0 0-2,0 0 0,0 0 1,0 0-2,2 0 2,-2 0 0,0 0-1,0 0 0,0 0 6,0 0-4,0 0 6,0 0-6,0 0 0,0 0 3,0 0 2,0 0 0,0 0 4,0 0-1,0 0-2,0-2-1,0-1 1,0 2 1,0-3-1,0 2-4,0-3 2,0 5 5,0-3 4,0 1 1,0 0-7,0 2-5,0-2-2,0-1 0,0 1 2,0 2-1,2-3 3,-2 1 0,0 0-5,0 0 2,2-1-3,-2 3 3,0-1-3,0-1 0,0 0-1,0-1-1,0 2-10,0-1 6,0 0-6,0-2-8,0 1-10,0 2-9,0-1-51</inkml:trace>
  <inkml:trace contextRef="#ctx0" brushRef="#br0" timeOffset="46966.566">11794 9590 43,'0'0'41,"0"0"-24,0 0-5,0 0-12,0 0-4,0 0-104</inkml:trace>
  <inkml:trace contextRef="#ctx0" brushRef="#br0" timeOffset="54797.418">15390 10305 249,'0'0'88,"0"0"-76,0 0 30,0 0 9,0 0-51,0 0 6,0 0 8,0 0-1,0 0-3,4 0-2,3 0-2,-1 0-3,7 0 8,3 0-2,2 2-5,4 5 10,3-2-6,4 1-1,2 0 4,-1 0-2,10 0-3,-3-2 10,1 2-4,4 1 7,-1 0-6,-4-2-1,1 2-2,-10 0 2,2-2-5,-3 1 0,0 0-2,-8-2 1,2 0 0,-1-2 2,2 0-4,-2 1 3,0 0-5,5 1 4,-1 1-2,-4-5 3,5 2-3,-10 3-3,2-5 4,-1 2-3,3 3 2,-9-5-2,4 5-1,-3-3-1,3 0 2,-5-2 2,-5 0 3,-1 0-7,3 0 3,-3 0 5,-3 0-2,2 0-1,-2 0 6,0 0-8,0 0 2,0 0-5,6 0-13,7 0-20,1 0-178</inkml:trace>
  <inkml:trace contextRef="#ctx0" brushRef="#br0" timeOffset="69915.6893">1705 10619 326,'0'0'17,"0"0"-7,0 0 35,0 0 22,0 0-34,0 0 5,0 0-5,0 0-6,-29-18 13,21 14-6,4 3-7,0-3-8,-1 2-2,-1-1 6,2 1-8,-2 0-5,3 2 7,3 0-2,0 0-1,0 0-6,0 0-8,0 0 8,0 0-8,0 0 0,0 0-6,0 0-1,0 0 7,9 0 3,12 0-2,13 4 4,11 3 7,8-4-11,10 4 8,1-3-8,7-2 0,-1-2 0,-1 0 0,-2 0 2,-3 0-1,-6 0-1,-4 0 1,-10 0-2,-11 0 2,-12 0-2,-13-2 3,2 2-6,-10 0 6,0 0-3,0 0 6,0 0-2,0 0-3,0 0-1,0 0 0,0 0 1,0 0-1,0 0 0,0 0 1,0 0-1,0 0 0,0 0 5,0 0-1,0 0-4,0 0 7,0 0-2,0 0 9,0-2-5,0 2 2,0 0 1,0 0 1,0 0-10,0 0 2,0 0-4,0 0 4,0 0-5,0 0-1,4 0 0,19 0-13,21 0-65,27 0-175</inkml:trace>
  <inkml:trace contextRef="#ctx0" brushRef="#br0" timeOffset="84996.0798">5489 12843 74,'0'0'119,"0"0"-117,0 0 13,0 0 3,0 0-7,0 0 1,0 0 6,0 0-8,-91-46 13,87 42 2,-3 0 8,1-1 1,-2-2-6,-5 2 9,4 0-14,-4 3 10,0-4-3,-3 5-5,3-4 5,2 3-5,1 2 6,4-2 1,2 2-10,4 0-5,0 0 2,0 0-15,0 0-4,0 0-11,6 0 11,21 0 11,15 0-1,16 0 8,16 0-8,13 0-6,9 0 8,2 0-12,2 0 0,1 0 7,-8 0-6,-6 0 0,-16 0 3,-13 0-3,-16 0-1,-13 0 1,-13 0 1,-7 0 2,-9 0-4,0 0 0,0 0 17,0 0-7,0 0-7,0 0-3,0 0-3,0 0 3,0 0-6,0 6 6,11 4 0,4 0-22,15-1-15,12-6-106,12-3-174</inkml:trace>
  <inkml:trace contextRef="#ctx0" brushRef="#br0" timeOffset="131751.96">1981 15642 145,'0'0'47,"0"0"13,0 0-17,0 0-7,0 0-2,0 0 1,-127-5-11,111 5-2,-5 0-5,5 0-1,-3 0-6,4 4 1,-1 2 5,1-2 0,1-1-2,1 2 8,1-1-9,2-2 13,0-1-2,1 2-11,5-3 1,2 0 15,2 0-5,0 0-2,0 0-13,0 0-3,0 0 1,0 0-7,0 0 2,0 0 12,0 0-5,0 0 6,0 0-15,0 0-6,0 0 3,12 0 3,11 0 6,9 0 2,13 0-8,4 0 0,4 0-5,1 0 5,-3 0 7,0 0-7,-8-3 0,-1 2 3,-7 1 0,-4-2 1,5-2-4,0 2 2,2-1 4,2 0-2,1-1-2,-2 4-2,-3 0 0,-3 0 4,-2 0-4,-2 0 0,-2 0 3,2-2-3,-2-1 0,2 2 1,-2-3 4,-2 4 0,-4 0-5,0 0 0,-5 0 7,-3 0-7,-5 0 0,2 0 0,-6 0 3,5 0 0,-3 0 0,1 0-2,0-3 8,0 2-4,-5-1-2,0 2 5,-2 0-6,0 0 2,0 0 0,0 0 0,0 0 3,0 0-7,0 0-2,0 0-11,0 0-1,0 0 9,0 0-6,0 0-20,0 3-48,0 8-48,0 1-20,0-4-159</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18T08:45:25.666"/>
    </inkml:context>
    <inkml:brush xml:id="br0">
      <inkml:brushProperty name="width" value="0.05292" units="cm"/>
      <inkml:brushProperty name="height" value="0.05292" units="cm"/>
      <inkml:brushProperty name="color" value="#FF0000"/>
    </inkml:brush>
  </inkml:definitions>
  <inkml:trace contextRef="#ctx0" brushRef="#br0">5227 5095 224,'0'0'0</inkml:trace>
  <inkml:trace contextRef="#ctx0" brushRef="#br0" timeOffset="107.8069">4866 5027 68,'0'0'57,"0"0"-56,-139-39 22,91 27-46,-10 5 28,-5-3-11,-13 1-53</inkml:trace>
  <inkml:trace contextRef="#ctx0" brushRef="#br0" timeOffset="1465.6806">2685 4975 149,'0'0'54,"0"0"-34,0 0-13,0 0 26,0 0 30,0 0-55,0-33 13,0 33 18,0 0-23,0 0 0,0 0 8,0 0-9,0 0-11,0 0 0,0 0-2,13 0 4,6 0 4,-1 0-7,3 0 9,4 0 10,2 5-10,2-2-1,-2 2-7,0 1 6,0 2-8,-4-2 5,2 0 1,0-2-1,-4 2 3,5-2 0,-7-2-3,8 0 11,0 2-17,2 0 3,-2-3 8,-1 4-10,2-3 9,-7-2-10,8 2 6,-2 1 1,2-3-4,-3 5-2,2-1 5,1-2-6,-2 1 5,0-3-4,-7 3-1,4-1 6,-4-2-7,2 2 0,0-2 5,5 0 2,-4 0-6,-4 0 0,2 0 2,-1 0 3,-1 0-6,8 0 1,2 0 2,-1 0 7,11 0-10,0 0 6,3-4-3,-3-2 2,2 2-2,-1-3 2,-2 2-1,-3-2-1,-3 6 0,2-6-3,-12 7 1,4-1 3,-8-1-4,5 0 0,-4 2 4,4 0-4,-1 0 4,2 0-3,1 0 2,-4 0-3,-1 0 0,-1 0 1,-3 0 0,-5 0 1,-5 0-2,0 0 0,-4 0 0,-1 0 0,-1 0 0,0 0 0,0 0 3,0 0-1,3 0-2,-1 0-4,3 0 4,1 0 0,3 0 2,5 2-3,7 1 1,9-3-85,6 0-150</inkml:trace>
  <inkml:trace contextRef="#ctx0" brushRef="#br0" timeOffset="9593.2106">2542 7386 156,'0'0'38,"0"0"0,0 0-12,0 0-4,0 0 5,0 0-9,0 0-3,0 0-5,0-3 9,0 3 15,0 0-8,0 0-7,0 0-2,0 0-8,0 0 0,0 0-5,0 0-4,0 0 2,0 0-2,0 0-7,0 0 7,14 0 0,6 0 4,2 0-3,14 0 3,-1 3 4,7-3-6,3 0-1,9 0 6,-2 3-5,-3 1-2,4-2 1,-5 0 2,-3 0 0,-2-1-3,-5-1 1,-7 3-2,-8 0 3,-6-2-2,-1 1 1,-8 0-1,1 2 1,1-4 5,-6 2-5,1-2 6,-1 0-5,-4 0 1,0 0 2,0 0-5,0 3 13,0-3-5,0 0 1,0 0 1,0 0-10,0 0 0,2 1 0,0 3 1,7 0 2,3-4-3,5 0-1,5 0-11,10 0-53,3 0-88</inkml:trace>
  <inkml:trace contextRef="#ctx0" brushRef="#br0" timeOffset="22841.3605">6516 8087 350,'0'0'8,"0"0"-3,0 0-4,0 0 12,0 0 14,0 0 5,0 0-2,0 0-5,3-12-13,13 12 0,9 0 2,8 0 6,16 6-4,13 2-14,11-2 5,10 0-2,6 0-4,3-2 5,1 2-4,-6-4-1,-10 1-1,-19-1 1,-21-2 2,-21 0-3,-6 3 0,-10-3 0,0 2 2,0 0 10,-10 0 6,-10 4-18,-5 0 3,-4 5-3,7-4 0,-2 3-51,-1-1-58,3-4-96</inkml:trace>
  <inkml:trace contextRef="#ctx0" brushRef="#br0" timeOffset="26764.4889">13974 9440 371,'0'0'104,"0"0"-87,0 0 15,0 0 18,0 0-10,0 0 2,0 0-14,-2-8-18,2 8 5,0 0 10,0-1-19,0 1 7,0 0-5,0 0-7,0 0-1,0 0 0,0 0-7,0 0-30,0 8-38,0-1-116,0 2-202</inkml:trace>
  <inkml:trace contextRef="#ctx0" brushRef="#br0" timeOffset="27343.0188">13933 9939 107,'0'0'314,"0"0"-294,0 0-12,0 0-5,0 0-2,0 0-1,0 0-25,0 0-126</inkml:trace>
  <inkml:trace contextRef="#ctx0" brushRef="#br0" timeOffset="31747.0447">13972 9485 416,'0'0'18,"0"0"-16,0 0 9,0 0 17,0 0-8,0 0-20,0 0-13,0 0 13,0 0 14,0 0-14,0 0-18,0 1-71,-8 3-127</inkml:trace>
  <inkml:trace contextRef="#ctx0" brushRef="#br0" timeOffset="32481.331">13943 9960 262,'0'0'153,"0"0"-133,0 0 14,0 0 6,0 0 4,0 0-14,2 0-27,-2 0 0,0 0-3,0 0-14,2 0 5,0 0-48,-2 0-87,0-7-191</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09:51:35.011"/>
    </inkml:context>
    <inkml:brush xml:id="br0">
      <inkml:brushProperty name="width" value="0.05292" units="cm"/>
      <inkml:brushProperty name="height" value="0.05292" units="cm"/>
      <inkml:brushProperty name="color" value="#FF0000"/>
    </inkml:brush>
  </inkml:definitions>
  <inkml:trace contextRef="#ctx0" brushRef="#br0">12830 9517 670,'0'-9'17,"0"2"-5,-2-1 14,-2 0 15,-1 4-8,5-1-15,-2 3-1,2 2-6,0 0-6,7 0 1,-7 2 3,0 7-2,2 7 21,-4 3-11,-3 18 6,1 11-5,-1 6-4,-5 1 8,5-8-8,-2-7-5,3-8-5,4-7-2,2-9 1,0-7 0,9-4-1,0-7 1,3-6 2,6-9 0,6-4-5,3-5 3,0-2 3,-2 2-6,-7 1 1,-5 5 4,-4 4-5,-1 6 1,-8 1 3,0 2-4,-2 2 0,0 5 2,-2 0-2,2 0 1,0 0 3,0 0 2,-7 7-3,2 7 12,2 8-1,-9 10-5,7 4-1,-3 4 2,8-1-5,0-2-2,0-5-2,4-1 1,5-7-1,1-2-1,-5-8 0,9-1-9,-10-10-37,8 3-14,-2-6-39,2-4-2,2-1-35,-4-4-64,4-2-100</inkml:trace>
  <inkml:trace contextRef="#ctx0" brushRef="#br0" timeOffset="336.6753">13220 9661 346,'0'-22'183,"0"2"-147,-2 2 43,2 2-18,0 2-2,0 0 3,2 6-18,-2 0-5,5 4-2,-5-1-10,0 5-17,2 3 7,-2 1-6,4 4 19,4 9-2,-2 8-9,5 8-3,3 6-4,-8 5-3,5 3-4,-7-3-2,4-5-1,-8 2 1,-3-7-3,-4-5-22,5 0-42,-3-7-41,1-8-70,8-4-38</inkml:trace>
  <inkml:trace contextRef="#ctx0" brushRef="#br0" timeOffset="689.8167">13483 9599 578,'3'-18'82,"-3"6"-32,-3 2 28,-4 6-32,4 1-5,2 3-14,-1 0-10,-7 5 0,5 2 6,-8 4 4,-3 3 4,-3 7-3,-2 8-10,2 5-3,-2 2-2,-1 2-7,6 1-2,9-7-1,-1-6-3,12-5 0,3-5-1,7-5 1,11-5 2,5-4-2,5 0 0,-1-4-16,5 0-44,-8-3-61,6 0 34,-10-2-74,-1-2-158</inkml:trace>
  <inkml:trace contextRef="#ctx0" brushRef="#br0" timeOffset="1342.4163">13706 9691 203,'-4'-14'392,"2"5"-333,-5 0 13,2 6 2,3 0-18,0 1-28,2 4-17,0 1 5,0 0 0,2 6 13,0 5-6,3 5-13,4 6-7,-7 1 3,7-3 0,-8 2-4,2-6 0,1-3 0,-4-4-1,6-3 1,-6-4-1,0-2-1,0-3 2,0 0-2,0-3-5,0 0 5,-6-6 6,2 0-3,1-8 0,-5 0-3,4-8-7,-5-3 7,4-4 3,5-7-2,0-4 2,10-9 7,3-3-7,5 2-2,9 0 3,-1 9-4,3 10 0,0 10-5,-9 10-6,-7 9 6,-3 10 5,-6 9 3,-8 13 3,-6 3-5,6 7-1,-5 2 1,3-6 0,-1-3-1,14-7 0,-1-5 0,9-4 0,8-2 2,-1 0-1,5 4 0,0 5-1,0 0 1,-10 2-1,-1 0 2,-5 0 10,-7-6 8,-6 0 2,0-2-5,-11-1-10,-5 3-6,-7-2 2,-4 1-5,0 3 2,-4-6-33,-1-1-30,3-7-93,2-1-277</inkml:trace>
  <inkml:trace contextRef="#ctx0" brushRef="#br0" timeOffset="3570.7218">13827 17660 766,'-7'-6'60,"5"0"-7,-1 3 15,-1-2-27,4 5-21,0 2-13,0 4 10,3 6 1,-2 5 5,2 6-1,1 5-11,3 0 2,-5 4-8,0-1-3,-1 1 0,-1 0-2,0-2-32,0-2-37,-1-4-41,8-4-54,0-2-177</inkml:trace>
  <inkml:trace contextRef="#ctx0" brushRef="#br0" timeOffset="4124.2016">14273 17752 505,'-14'6'174,"-1"-3"-148,-3-2 54,-5-1-8,6-1-20,1-2-10,1-3-13,1-2 0,3-1-7,2-6-6,2-2-4,5-4-9,2-1 9,3-2-12,10 2-1,0 0 1,1 8 0,1 4-7,-1 12 4,-4 12 1,-1 10 4,1 10 1,-8 13-1,-9 2-2,-2 1 5,-6-1-1,-8-5-1,-3-9-2,5-6 2,-3-12-2,8-5-1,3-7-1,11-7-7,4-4 3,-2 0 5,9-2 3,-1-1-3,4 6 1,1-1-1,-1 4 3,7 4-3,3-1 4,1 9-2,11-1-2,-1 1-13,0 2-46,3-5-22,-7 4-61,-2-3-114</inkml:trace>
  <inkml:trace contextRef="#ctx0" brushRef="#br0" timeOffset="4664.1693">14593 17861 728,'-17'-6'31,"-8"-5"21,5-1 15,3 0-37,-4-3 0,5-4-12,3-5-8,6-3 2,-2 0 8,7-4-11,7 4 1,6-1-8,2 2-1,9 8 3,-2 1-4,0 8 0,3 3-5,-5 8-5,-5 2 8,1 14 1,-2 4 1,-9 8 9,-3 8-5,-3 2 0,-6 4-4,1 0 3,-3-3 1,-2-1 4,8-5-8,0 0 4,5-7-4,10-10 0,-1 0 0,3-6 0,-1-4 1,8-8 5,-3-3-3,1-2 2,-3-7-2,1 3 0,-3-8 0,-8-1 4,-2-2 10,-4-3 5,-5 2-12,-6-1-7,-10 5-3,4 3-1,-62-17-6,68 31 6,1 4-29,8 0-83,0-3-126</inkml:trace>
  <inkml:trace contextRef="#ctx0" brushRef="#br0" timeOffset="5774.2892">15177 17587 558,'-17'-7'73,"-1"-3"-32,-4 4 47,8-6-33,1 6-16,9 0-3,-4 0-2,6 1-5,0 5-9,2 0 5,0 0-17,0 5 4,0 5 8,0 7-2,-2 2-10,4 9 1,-2 2-6,2 4-3,5 2 1,-3-2-1,5-2 0,-4-4 0,0-1 1,3-5 4,-5-4-5,-3 0-1,0-4 1,0-6 5,0-1-4,0-2-1,0-3-2,0-2 2,0-7 3,0 0 4,0-1-2,-3-6 7,1-4-7,-5 0 1,5-1-5,0 2 0,2-1-1,2 0-1,7-3 0,-2-2-4,8-4 5,10-1 0,2-2 1,2 6 1,2 2-1,-4 4-1,-8 5-4,0 10-7,-11 3 6,-1 8 5,-2 4 0,-5 6 3,0 5-1,0 0 1,-4 3 0,-2-3-6,2-3 1,-7-8 2,5 0-1,-7-7 3,3 4-1,4-8-1,-6 2 3,8-3-4,-5-3 1,7 2 0,-2-4-5,-4 1 5,6-1-1,-2-4-9,4 1 10,0-2-1,4-2 0,-2 4 1,10-1-2,-9 4 3,9 1-2,-8 2 0,6-1 1,1 3 0,-5 3-3,6 3 3,1-1-1,-2 4 1,-2-1 0,2 7 1,0-3-2,-6 2 0,2-1 1,-5 1 0,-9-2 1,3 7-2,-9-2 3,6 3-1,-14 1 1,4-1-1,-8-1-1,3 0 8,-3-3-6,-2-7 1,8 0-2,-6-6-1,7-3 2,-2-1-2,4-5 0,3 1-2,8 0-47,-4-2-57,5 2-159</inkml:trace>
  <inkml:trace contextRef="#ctx0" brushRef="#br0" timeOffset="6359.8436">15459 17650 634,'0'0'125,"0"0"-83,0 0-10,2 0-17,0 0 23,6 4-8,-3 4-4,9-2 1,-3 6-7,-3-1 1,4 4-7,1 2-3,1-5 0,1 2-9,-1 2 4,-3-7-6,-5 0 3,3-4-4,-4 0 1,-3-5 0,5-5 3,-5 1 9,2-6-8,3-3 0,-2-6-1,-5 0 9,0-4-5,-5 0 6,-2 6 2,3 2-1,0-2-1,-3 11 0,5-2-1,2 8-12,-3 0-4,3 5 4,-2 4 12,-5 8-2,4 10-3,0 5 1,-4 8-3,3 4 3,4 0-7,0 2 0,4-3 0,5-5 0,-8-3-1,4-9 0,2 1-25,-4-9-24,-3-2-58,2-6-82,7-8-294</inkml:trace>
  <inkml:trace contextRef="#ctx0" brushRef="#br0" timeOffset="7282.815">15789 17654 618,'0'-9'137,"-2"2"-46,-4 5-6,4-3-44,2 5-26,0 9-6,2 1 21,6 6-13,-6 7-5,-1 6-9,4 5-1,0 0 0,-3-4-2,0-2-8,-2-3-12,0-7 0,0-8-11,0-5 4,0-3-3,0-5 2,0-8 28,0 6 0,0-7 4,0 0 4,0-5 11,2 2 1,10 1 3,-1-3 0,4 2-7,3-2-6,0 0-4,6-2-4,1 1 2,-5-3-1,7 2-3,-8 1 1,4-5 1,-7 6 3,-3-1-3,1 2 7,-12 2-3,2 0 1,0 3 1,-8 4 2,2-1 1,-2 4-2,-1 2-9,-6 2 1,-3 6-1,-1 2 2,-6 8 1,6 2-2,-1 1 0,3 2 0,7-1 0,-4 2-1,8 0 0,4 0 1,1-4 2,6 0-3,2-1 0,-5-6-7,8-3 7,1-4 2,6-8 2,1-4-4,3-8 0,4-6-8,0-4 4,-1 4-1,-8 0-4,3 0 9,-10 4 0,-6 0 1,0 4-1,-5 0 0,-2 2 3,-2 6-3,0 1 2,-3 4 0,0 1-1,3 1 2,-7 6 0,5-3 5,-5 8-4,2 2-2,0 4-2,5 0 1,4-1 0,7 2-1,1-1 0,0 5 0,1-8 3,1 3-2,1 0 0,-7-2 1,2-4-1,-6 2 2,-6-5-2,-4 0 2,-6 0-3,-1-4-15,-2 3-27,-12-3-54,2-2-38,-6 6-235</inkml:trace>
  <inkml:trace contextRef="#ctx0" brushRef="#br0" timeOffset="7552.9594">15808 17749 433,'2'-7'274,"3"0"-225,-2 2 15,-1-1-20,-2 5-27,0 1-4,0 3 35,0 1-8,-10 8-15,2-2-13,-5 4-4,-8 3-6,1-3-2,3 0-32,-8-2-64,5-3-91,-3 3-231</inkml:trace>
  <inkml:trace contextRef="#ctx0" brushRef="#br0" timeOffset="12463.9412">22131 5328 751,'-10'-4'16,"6"0"10,-3 1 26,4 6-35,3 1-15,3 4 5,2 8 2,-3 10 14,-2 9 14,2 9-11,-4 9-7,2 3-4,-2 4 2,-7-4-6,5-3 4,1-11-11,-6-6-1,7-12 1,2-8-1,-2-6-2,-3-6 6,5-4 9,5-6 16,-5-4-25,0-6-2,0-8 1,0-8-6,0-8 0,-5-4 0,5-5 2,5-5 0,-3-2-2,2-2 0,6 5 0,-5 0 0,5 10 0,-4 11 0,4 6-3,1 6 0,-3 8 2,13 1 1,-1-2 0,6 3 2,8 3-2,1 0-6,-1 9-48,-5 7 2,-4 6-31,-8 14-46,-8 4-130</inkml:trace>
  <inkml:trace contextRef="#ctx0" brushRef="#br0" timeOffset="12697.1091">22246 5542 706,'-9'0'44,"3"-1"8,4-3 17,2-5-65,6 1-3,17-1-1,0-6 1,16 1-1,1-1 0,2 1 0,-6 5-38,-7 3-52,-9 9-50,-16 4-45</inkml:trace>
  <inkml:trace contextRef="#ctx0" brushRef="#br0" timeOffset="13865.6675">22239 5711 479,'-32'36'57,"6"-4"26,4-6 33,2-6-55,12-8-37,0-4-17,8-4 0,12-8 11,10-6-4,8-6-9,14-4-5,12-9-3,-1 0-42,3-3-31,-5 0-33,-3 0 11,-8 0 58,-7-3 40,-7 5 6,-4 0 20,-11 6 40,-9 6 17,1 4-21,-5 8 8,0 3-41,0 3-26,-2 0 1,2 11 0,-3 1 15,3 6 8,-1 6-1,1 3-10,-3-1-4,6-2-3,-2-2-3,4-7-4,2-2 2,-5-8 0,7-1 1,-5-1 2,8-7-3,1-3 1,1-3-5,3-4 3,-3-4 1,1-2-2,-1 2-2,-1 0 1,-9 4-1,6 5 0,-8 6-3,-2-1 0,2 6-2,2 3 5,3 2 0,-1 3 0,4 5 0,3-1 2,1-2 0,-6 0-2,3-4 2,3-3 0,-1-5-1,0-2 2,3-5-1,9-8-1,-8-3 2,10-3-1,-5-8-3,3-5 2,0-2 3,2-1-4,-12 3 0,1 8 2,-5 9 0,-9 9 1,-2 4-3,2 4-8,-2 5 4,2 4 4,-2 5 0,2 4 4,5 6 0,-4 0-3,1-2 6,7-2-5,0-2 0,-2-4 1,2-6-1,5-2 1,4-8 8,2-4-5,7-6-6,6-3 4,-1-6-2,-1-4 1,-6-1-1,-2-3 2,-7-1-1,-5-4-2,-2-4 2,-6-2-1,-3 0-1,-2-3-1,-2 6 0,-1 4 2,1 8-1,0 2 5,2 5 4,-2 8-5,-4 3 0,5 0-2,-1 5-3,2 2-7,0 2-5,2 5 11,-2 4 0,0 10 2,0 5 2,0 9-3,-2 5 0,4 6-2,-2 0 2,0 2 0,1-4 0,7-1 3,-1-9-3,4-10 0,2-6 2,12-8 1,-3-8 3,9-6-2,3-7-2,-1-1 0,-4-2 3,-4-1-2,-12-2 2,-6 2 8,-10-1-3,-1-2-8,-9-3-2,-10-1 0,3 5-5,-4 3-5,4 2-39,-3 8-76,6 4-208</inkml:trace>
  <inkml:trace contextRef="#ctx0" brushRef="#br0" timeOffset="16431.8446">23940 5220 682,'0'-7'59,"0"0"-24,2-5 20,5-3-44,8-1-9,13-2 0,-1-2 0,2-1 4,0 4 6,-8-4 24,-5 1-5,-6 3 0,-2-1-5,-8 4-8,-8 2-3,3 3-5,-9 4-7,1 3-1,-2 2 4,-6 7-5,-1 2 5,-1 6-1,4 5-1,-2-1-3,13 5 0,-4 2-1,12 2 0,5 0 0,3-2 0,6-1 2,4-4 4,7-7-4,6-7-2,9-7 0,9-9-40,4-7-19,3-3 9,-1-8 14,-7-1 24,-6-2 10,-9-1 2,1-1 4,-12 1-1,-1 4-1,-6 0 14,-6 7 10,-4 4 3,-5 2-2,0 3-7,-10 6-11,-1 1-6,3 4-2,-11 5 0,-2 3-1,-2 4 2,1 4 1,-5 2 1,4 1-4,2 3 4,7-2-3,-1 3-2,5 0 2,5-2-1,8-2 0,1-5 0,4 0 0,-2-6 4,3-3 1,1-7 0,0-3 0,5-5 0,1-4-1,2-6 1,-2-1-3,-1-8 2,-1-5-3,-1-2-1,-10-1 3,8-4-3,-11 1 4,-5 0-3,-1 1 2,3 5 4,-3 4 0,3 6 4,-1 4-2,4 6 7,0 6-12,-3 4-4,3 2-6,0 2-3,3 4 4,-3 4 5,0 5 0,0 8 0,0 5 0,2 4 3,2 4-3,3 1 0,15 64 1,-13-87-1,-2 2 1,-1-5 0,-1-1 1,6 10-2,1-7 0,0 1 1,-3-7-1,1-3 3,3 0-2,3-4 1,-1 0 1,1-3-1,1-2 0,-3-1-1,1-4 1,-3 0-1,1-5 1,-3-1-2,3 0-2,-7-4 2,3-2 1,-7-2-1,0 2 0,-4 2 0,0 5 0,-7 2-5,5 9 1,-8 2 4,3 6 0,1 0-2,-6 7 0,-1 3-1,1 2 3,-1 6-2,2 4-1,1 2 2,3 1 1,5 4 1,4-4 0,0 0-1,4-5 0,2-6 0,1-4 0,1-4-2,0-3 2,1-8 1,5-1 4,-1-6-3,5-2 1,-4-4-1,3-4 3,-4-3-5,-4-5 2,2-2-2,-8-2 2,-3-1-1,0-1 0,0-1 0,-7 3-1,0 2 0,-2 2 1,3 3 2,-1 6-2,-1 5 1,7 2 0,-4 2 1,2 4 0,3 4-3,0 0 2,0 2-4,0 0 2,0 0-5,0 2 0,8 0 1,-7 4 3,12 2-1,-5 4-1,3 6 3,1 4 0,1 4 0,-9 2 1,8 0-1,-10 2 1,4 0-2,-1-4 3,-1-1-4,0-3 4,2-2-2,-4-4 1,2-5-1,5 0 1,-7-3-1,2-5-5,4-1 5,-2-2 6,3-3-2,5-6-3,3 0 2,0-5 1,6-4-4,-3 0 3,3-6-3,-8-1 1,1-1-1,-1-2 0,-3-2 1,-8 2 0,-4 3 0,0 2 0,-4 3-2,-6 4-2,4 3 2,-3 4 1,5 3-2,-3 4 2,4 2-3,1 0 1,0 0-2,0 4 2,2 2 0,-9 1 0,-1 10 1,2 3 1,-1 4-1,3 4 1,1 1 0,3-2 0,4-3 1,3-5-1,1-2-1,3-7 0,5-2 0,-6-4 1,6-2 4,1-6-1,6-1-3,8-6 1,-2-3-3,2-2 2,-6-1-4,0-3 3,-3 1-1,-2 1 2,-7 0-2,0 0 2,-2-2 1,-5 2 0,-1 0 0,-1 2 0,-2-1 0,-2 5-1,-3-1-2,3 5-1,-7 2 3,5-1-5,2 7 4,-7 0-5,4 3 4,-6 1 0,0 4 0,-2 4-1,4 2 0,-2 2 3,-1 6 1,6 0-1,-5 1 0,3-2-2,2-1 2,6-3 0,0-3-1,3-2 1,6-7 0,-7-1 0,9-6 3,-3 0 0,3-6 0,3-1-2,2-5 4,-3-1-1,0-2-4,-1 0 3,-6-1-2,3-2-1,-2 0 0,0-2 3,-1-4-1,1 2-2,-7-4 1,0-1 0,0 3 1,-5 1-1,0 0 0,2 5 0,-4 3 0,0 2 3,5 6-2,-5-2 0,5 5-2,0 2 1,0 0 1,2 2-2,0 2-2,0 0-2,0 0-3,0 2-3,0 4 8,2 2 2,2 8 0,5 4 0,-5 8 0,6 6 1,-2 2-2,-1 3 1,-3-2-1,-1 0 0,2-3 1,-5-4 3,2-4-2,-2-2 1,0-4 1,0-3-2,0-5-1,0-3-60,2-1-102,-4 0-154</inkml:trace>
  <inkml:trace contextRef="#ctx0" brushRef="#br0" timeOffset="20999.8224">22320 5534 163,'-2'-2'223,"0"0"-197,-4 0 12,6-1 3,0 3-8,0 0-1,-3 0 0,3 0-15,0 0-2,-1 0 5,-1 0-3,0 0-8,2 0 2,-2 0 4,-3 0 5,1 0 4,1 3-1,-6-1-10,3 0-4,-5 3-1,2-4 1,0 2 1,-2 1-1,2-1 1,0 1 4,-2-2 1,0 3 4,4-4-9,-6 1-3,6 0 5,-2-2-2,-1 2-5,2 1-3,0-1 1,0 0-3,6-2 0,-2 0 1,4 0 1,0 0-1,0 0-1,-2 0-1,-3 1-12,1-1-43,2 2-42,0 0-52,2 1-158</inkml:trace>
  <inkml:trace contextRef="#ctx0" brushRef="#br0" timeOffset="32484.0278">13869 9910 262,'-5'-4'96,"3"0"-61,0 2-13,2-3 8,-4 3 0,2 2-13,-5 0-2,5 0 5,-1 0 2,-5 0 2,7-1-5,-1 1 8,0 0-9,-5 0-2,3 1-4,-3 1-2,-2 1-3,-2 1 5,5 0-5,-5 2 0,6-2 15,-4-2-7,5 2 4,-6-2-3,6-2-8,-5 2 2,7-2 0,-2 1-5,-4-1-5,3 0 2,4 0 1,-6 0 0,5 0 1,2 0-3,0 0-2,0 0 1,2 0-11,-2-1-57,8-6-82,-3 0-278</inkml:trace>
  <inkml:trace contextRef="#ctx0" brushRef="#br0" timeOffset="65242.711">22395 6216 628,'5'8'0,"-3"-3"-15,-2-5 15,0-3 34,0 1-6,0 2-22,3 0 0,0-4 6,7 0 13,3-2 7,9-6-2,16-4-1,19-7 1,27-4-10,18-9-9,32-5 3,28-5-11,15 3 2,10-2-5,0 5 1,-6 8-1,-25 8 0,-24 6-20,-28 10-33,-23 5-21,-31 6-36,0 23-14,-65-16-56</inkml:trace>
  <inkml:trace contextRef="#ctx0" brushRef="#br0" timeOffset="65423.687">22924 6300 803,'-20'24'7,"18"-14"6,22-11-6,26-18 5,35-7-4,39-10-8,32-13-31,35-6-235</inkml:trace>
  <inkml:trace contextRef="#ctx0" brushRef="#br0" timeOffset="172434.6655">804 7444 510,'-4'0'147,"-2"0"-97,3-3 18,-2 1-34,2 0 4,1 0-1,2-1-6,0-2-10,0 3 1,0-2 5,-2 0 1,2 0-8,0-2-2,0 2-11,2-4 7,3-1-14,3 0-1,2-1 1,1-3 2,3 4-2,0 3-1,5 4-4,1 7 4,4 10 1,1 3 0,4 6 2,0 4-6,0 0 5,-4 2-1,-3 2 2,-7-1 0,-4-4 4,-7 2-5,-4-2 2,-2-6-1,-4-2 4,-1-4-5,-1-5 0,3-3 10,-2-7 16,0 0-6,-1-5-11,-6-3 4,1-4 4,-5-4-12,5-4 0,0-2 1,3-2-6,4-2 1,1-5-2,3-2-1,4-8 1,5-1-2,4-2 3,0 2-1,1 4 2,5 6-2,-4 1-1,3 7 1,-3 2 1,-4 7 2,1 1 0,-7 3-3,2 7-7,-3 3-33,-2-2-27,2 3-51,3 0-94,-1 3-221</inkml:trace>
  <inkml:trace contextRef="#ctx0" brushRef="#br0" timeOffset="173596.1317">1416 7400 103,'-1'0'530,"-4"-3"-482,5 1 8,0 0-10,0 0-7,0-3 3,0 5 2,0 0-8,0 0-6,0-3 2,-2 6-7,0-3-6,2 0-19,-2 0 3,-7 5-3,4 4 4,-9 4-4,-3 3 1,-3 4 0,2 2-1,5 0 0,-3 2-2,5 0-1,-3 0 3,8 1-5,-1 0 0,5 2 5,2-3-7,2 0 4,5-4 3,-1-1-1,10-4 3,-4-1-1,8-4-1,-1-4 1,-1-6-1,3 0 0,-4-8 8,3 0-4,1-6-1,-4-2 2,1-2-3,-3-2 6,-5-2-2,-5 2-2,-5-4 2,0 4 12,0-1-7,-1 2-4,-5 1 0,-2 4 0,0-1-5,-1 4-2,-3 2-2,-1 4 0,-3 1-2,1 4-16,-5 2-30,0 1-30,4 3-41,3 1-183</inkml:trace>
  <inkml:trace contextRef="#ctx0" brushRef="#br0" timeOffset="174866.6759">1410 7453 494,'0'-1'32,"-2"-2"24,2 3-13,-2-2-23,2 0 26,0 1-15,0-2-2,0 1-7,0 0-6,-2 0 4,2 0-9,-2 2 11,-5-1-6,7 1 7,7 0-7,-14 0-5,14 0-2,-7 0-8,-7 0-1,7 0-2,0 1-5,0-1 1,0 2 2,7 0 3,-3 0 2,0 3-2,7-2 2,-1 2-1,-2 0 1,-1 2 0,1-1 0,0 3-2,-2 0 2,-1-2 1,1 5-2,-4-2 0,0 1 0,1-1 4,0-2-4,-3-1 1,0 1 0,0-4 0,0 1-1,0-3 0,0 0 1,0-2-1,0 0 2,-3 0-2,3 0 2,0 0 1,0 0-2,0-2 0,0 2 1,0 0 1,0 0 2,0 0 3,0 0 6,0 0-3,0 0-2,0 0-5,3-2-1,-3 2-3,0-3-36,2 1-150</inkml:trace>
  <inkml:trace contextRef="#ctx0" brushRef="#br0" timeOffset="177505.1977">1668 7323 529,'-8'5'58,"1"0"-27,-7-3 7,10 0-11,-2 0 4,1-2-22,1 1-7,4-1 1,0 0 1,0 0 1,2 2-5,0-2 6,5 0 38,1 3-7,13-6-15,6 0-3,8-3-11,8-4 3,1-2-2,1 0-3,-5 2-1,-4 2-3,-12 0 7,-6 2-8,-7 4 11,-4 0-2,-3 2 10,-4 0-13,2 0-4,-4 0-3,0 2 2,0-2-2,0 0-40,2 0-33,0 2-28,0-2-104</inkml:trace>
  <inkml:trace contextRef="#ctx0" brushRef="#br0" timeOffset="180698.935">2313 6938 439,'-3'-6'139,"-1"1"-99,0-4 48,-1 3-43,5-2 10,5-1-37,-1 0 1,3-3 0,4-2 4,2 0 1,5 4-2,1-1-11,0 6-3,1 2-3,9 8-2,-2 5 1,7 10 2,-1 8-4,0 4 5,1 4-5,-5 0-2,-5-2 2,-5-2 1,-9-2-3,-10-6 3,0-1 4,-2-8-1,-6 0 7,-2-8 1,-1 0 15,0-5 1,-5-4-7,6-5-6,-9-7-2,-1-4 3,-2-8-11,4-6-1,1-2 0,1 0-4,3 0-1,3 3 3,6 4-4,2-1 0,4 2 0,4 0 0,6-3 0,1 2-3,5-2 3,9 0 2,-1 3-2,-1 5-21,-3 3-27,-1 8-34,-6 6-16,1 6-60,-1 4-133</inkml:trace>
  <inkml:trace contextRef="#ctx0" brushRef="#br0" timeOffset="181126.0829">2811 6895 597,'-3'3'86,"1"-3"-7,2-6-31,4-4-37,9-7-1,5-4-7,9-6 10,4-2 7,5 0-1,-3 5 5,-4 2-2,-6 6 0,-11 4-6,-2 4-1,-5 4 1,-3 4-4,-2 0-12,-2 0 0,2 6 0,0 6 9,0 10-1,2 12 10,0 12 2,-1 7-5,4 5-8,2 0 5,0 0-7,4-8-5,-2-3 4,0-5-1,0-4-2,-6-2-1,3-6 0,-4-2-39,-2-6-63,0-2-69,-2-8-149</inkml:trace>
  <inkml:trace contextRef="#ctx0" brushRef="#br0" timeOffset="181316.6606">2955 7175 468,'2'-14'330,"9"-2"-294,3-5 42,-1 0-41,4-5-21,18-1-7,2-1-5,5 2-4,1 4-38,-7 4-113,-8 6-287</inkml:trace>
  <inkml:trace contextRef="#ctx0" brushRef="#br0" timeOffset="235669.8343">8626 2583 553,'-2'-2'175,"-3"-1"-101,0-1 2,1 3-39,4-1-18,4 2-10,-4 0-9,0 2-2,3 1 2,1 9 10,-1 5 6,6 10 8,-5 5 2,5 9-8,-5-1-4,-1-1-10,4-2-3,-3-4 1,-2-8 3,5-4-2,-6-5-2,2-5 0,-1-4 3,0-3-1,4-4 3,-6 0 1,0-3 4,0-2-3,0-4-5,-6 0 1,4-8-4,0-3 2,-2-1 0,-3-3-1,-1-3 0,-2 1 0,-1-4 2,5 0 2,-4 0-1,3-4-1,1-2-2,6 0-1,0-1 0,2 1 0,7 7-1,3 0-2,1 7-1,1 3 2,1 6-1,1 1 1,1 5-1,1 6-2,3 1-1,-2 8 1,-1 8 3,2 5 2,-4 8-1,-5 5 1,-6 2 1,-1 0 0,-9-2-1,-4-2 0,0-3-1,-4-5 0,0-5 1,2-2-1,-1-5 0,6-2 0,-1-5 1,5-3 1,2-2 4,0 0 2,0-5-7,0-1-3,0-4 1,0-4 2,7-4-2,1-5-1,6 2 0,3-3 0,8 2 1,2 3-1,-2 7 1,-1 5-4,2 4 3,1 6 3,0 4 0,-2 8-3,-5 1 2,-3 4 1,-3-1 0,-3 2-1,-9-3 1,-2-1 0,-6-3 7,-3-3-5,2-5 6,0-3-1,-1-3 2,-1-1-3,-3-5 2,1-2-2,1-4-6,-3-7 3,5-2-5,2-6 5,4-3-4,4-3 1,4-2-1,5 7-6,5 1 5,-1 6 0,1 5 1,4 4-1,-2 3 2,0 2 0,-5 2-3,3-2 1,-3 5-2,3 2 4,-3 2 0,-2-2 0,2 2-1,-6 0-1,2-2-1,-7 3 3,6-3 0,-8 0 0,2 0-1,-4 0 1,2 3-8,0-1 7,0 2 0,-6 6 2,6 0-3,0 2 2,-2 2-1,2 3 1,0 0 2,-2 1 1,2 0-3,0 3 0,2-3 0,-2-3 0,2 2 0,6-3-3,-4-2 3,0-4 0,3-1-1,-3-5 0,8 1-3,-1-8 4,3 0 1,3-5 3,1-2-1,-1-5-1,4 2-1,-6-3 2,-8 0 1,0-3-1,-9 1 3,-3 0-6,-2 0 1,-4 5 2,-2-2-3,-1 5-3,-1 4 0,-3 4 2,-5 4-5,2 4-1,-2 2-28,3 2-29,5 2-60,5 0-95</inkml:trace>
  <inkml:trace contextRef="#ctx0" brushRef="#br0" timeOffset="236231.8842">9538 2348 531,'0'-4'151,"0"2"-66,0 0-27,-2 0-22,0 2-5,-1-2-7,-4 4-12,3 0-6,-5 4 3,1 2 1,-6 1-7,3 4-2,-1 0-1,1 4 2,7 1-2,2 0 2,0 2-2,4 0 1,2-1-1,-2-2 3,7-3-3,1-2 1,-2-4-1,1-4 0,3-4 6,-2-5-5,8-4 4,-2-3-5,-1-4 0,-1-2 2,-8 1-2,3-4 2,-9 1 3,-2 0 15,-5 0 10,1 2 1,-3 1-6,2 5-1,0 3-9,5 5-9,-1 2-4,3 0-2,0 4-7,0 2-10,3 4 15,-1 7 4,7 6-2,-3 7 2,8 8 0,2 0 0,-1 5 1,8 0-2,-6-1 7,-3-1-8,1-4-64,-1-6-72,-5-5-159</inkml:trace>
  <inkml:trace contextRef="#ctx0" brushRef="#br0" timeOffset="236599.7871">9738 2479 580,'-4'-17'123,"2"5"-84,-3 2 5,10 5-25,1 0-17,5 3 4,3 6-2,2 4 6,-1 7-1,3 4-1,2 3-4,-4 0 7,-3 2 6,-5-7 17,0-5-4,-6-5 29,0-2 3,-2-7-3,0-3 6,-2-2-46,-2-6-5,-3-4-1,-5-8 1,5-3-7,4-6-6,-4 0 1,7 0-2,2 1-2,5 8-1,-3 4-47,-2 4-41,9 7-55,5 2 32,11-1-101</inkml:trace>
  <inkml:trace contextRef="#ctx0" brushRef="#br0" timeOffset="237102.1357">10142 2284 566,'-5'-2'110,"-4"2"-19,5-2-39,-7 2-6,6 0-15,-4 4-14,3 1-6,-5 6 6,-2 1-4,6 4 3,-7 2-12,5 4-1,3 2 1,-1 0-4,7 2 0,7-4 3,-1-2-1,3-6 1,0 1 1,3-10-1,1 0 4,2-8 2,-4-3-9,3-6 5,-3-2-4,-2-2 4,2-1-4,2-46-1,-13 51 3,0 0 8,0 0 3,0 2 8,-2-10-2,2 1 4,0 5-16,0 6 4,0 3-7,0 3-5,2 2-3,-2 0-13,2 6 14,1 3 2,6 5 4,-3 5-3,5 6 3,1-2-2,-3 3-2,-1 0-32,-6 0-57,6-4-57,-4-3-89</inkml:trace>
  <inkml:trace contextRef="#ctx0" brushRef="#br0" timeOffset="237710.8317">10327 2392 510,'9'-18'103,"-5"0"-36,5 4-7,-2 0-11,6 3-23,-6 6-3,-1 5-15,3 4 2,-2 4 5,2 6 1,-5 4-10,6 0 2,-6 4-1,-4-4 0,0-2-7,0-4 5,-2-4 3,0-2-4,-5-2 5,7-4 8,0-2 26,-3-4-24,3-2-14,0-6-3,0-7 1,10-4-3,-6-1 0,9-1-2,-1 3 2,1 6-5,1 5 0,0 7 2,1 4-5,-2 7 6,-3 10 1,2 2 2,-2 6 0,-5 3-1,2 0 0,-7-2 1,0-4 2,-2-4-2,-5-6 2,4-2-1,2-6 9,-1-2 3,-4-2 13,5-4-11,1-6-6,-2-4-5,4-8-3,5-4 0,-1-4-1,10-3-1,4 6-3,0 0-1,5 8-2,4 7 5,-2 8-4,2 6 4,-7 7 0,4 7 2,-8 5 2,2 5-2,-11-1 4,2 3-4,-11 1-1,-2-3 0,-7 0-78,5-2-136</inkml:trace>
  <inkml:trace contextRef="#ctx0" brushRef="#br0" timeOffset="238236.3327">11513 2115 711,'-2'-9'103,"-4"0"-14,0-1-38,-5 8-29,5 2-17,-11 7 2,-2 2 3,-2 8 4,-5 4 9,4 2-11,0 0-9,4 4 4,4-1-5,5-5-2,9 4 0,7-4 0,2 0 3,11-1 2,2-3-4,5-3-1,2-2-2,0 1 2,-6-3-1,-6-1 1,-3 0 0,-8-4 4,1 0-3,-7 1 6,-2-2 8,-7 4 7,-7 1-18,-11 5-1,-2 1-3,0-1-4,-2-1-78,7-4-92,8-2-505</inkml:trace>
  <inkml:trace contextRef="#ctx0" brushRef="#br0" timeOffset="238521.5355">11742 2118 699,'-2'-7'136,"0"3"-53,0 1-40,-3 3-23,5 2-20,0 3 2,5 5 30,-5 10 11,0 10-20,0 7 1,0 7-14,0 0-4,0-4 1,2 0-4,0-7-3,0-4 0,6-3-1,-6-4-75,0-4-63,0-4-203</inkml:trace>
  <inkml:trace contextRef="#ctx0" brushRef="#br0" timeOffset="239359.725">11646 2322 520,'9'-8'94,"5"-1"-46,3-3-2,10-1-34,4-3 13,8-1-12,-6 1-6,3 0 0,-5 4 5,-7 0 2,-2 2 0,3 2 27,-9 2-36,-7 3 9,-3 1 5,-4-1 16,-2 1 10,-2 2-39,-2 5-6,-5-1-1,-6 6-2,3 2 3,-6 6 0,3 6 4,-8 3-2,6 4-2,1-2 0,3-2 0,6-3 0,2-6 0,5-4 0,7-5 6,0-2-4,4-2-1,5-5 2,-1-5-3,5-2-6,-2-4-3,0-3 9,-5 0-3,3-2 3,-7 0 4,-5 2-2,-2 2 2,0 0 16,-2 4-8,0 0 7,-2 4-5,2 2-13,0 2-1,0 2-9,0 6 9,8 4 2,-4 4-1,0-1 0,7 5 1,3-8 4,-1 2-3,3-5-3,-3-1 1,1-6 3,-3-2 3,-3-4-4,4-6-3,-1-4-1,0-3-4,-2-8-3,2 1 5,0-5 3,-7 2 0,-1-4 0,2 4 2,-5 1 7,-8 3 9,8 7 2,-2 4-5,-2 8-12,-1 4-3,5 6-4,-3 2 1,2 9 3,-1 4 1,0 9 3,0 8-1,6 8 33,-1 3-26,9-1-3,2-4-5,-3-3-1,-3-12-1,4 0-38,-5-8-58,-3-3-151</inkml:trace>
  <inkml:trace contextRef="#ctx0" brushRef="#br0" timeOffset="240299.104">12072 2372 621,'-14'4'156,"11"-3"-98,3-2 0,6-7-38,14-2-10,6-4-5,11-4 8,14-3-4,-6 0-5,-5 3-1,-7-1-1,-13 10 0,-7-2 5,-4 6 2,-6-2-4,-3 5 2,0-1 3,0 3 0,0-2-4,0 2-3,-5 0-3,-2 4-6,3-1 3,0 8 1,-5 1 2,9 4 1,-5 6-1,5 2 1,0 0 0,3 3-1,-1-4 3,2-1 0,5-6 0,2 0-1,-5-6 3,8-2-1,0-6 1,1-4 2,1-2-4,5-3-1,-2-7-2,-4 2 0,1-5-8,-3-1 5,1 0 3,-5-2 1,-5-2 0,-2 0 0,-4 1 8,2 2 6,-2 5 8,-2 3-14,-1 6-5,3 0-4,2 5-10,-2 7 4,0 3 6,-6 8 0,6 6 1,2 5-1,0 2 0,10-4 1,-4-1 0,5-6-1,3-1 2,2-9 0,6-2 2,-3-6-3,4-4 3,-1-6-4,5-6 4,-4-4-3,-4-6 0,-1 0-1,-3-4 2,-3 0 2,-3-1-3,-9 3 1,2 1-2,-4 4 0,-6 5 2,7 7 0,1 2-2,-2 5-1,2 2-6,0 2-7,0 5 13,2-2 1,-1 8 0,9 3-1,-4 5 2,6 7-2,-1 2 0,3 0 1,-3 2 1,-3-6 0,4-1-1,-3-6 0,-3-5 0,3-1-2,-4-6 2,-5-2 0,-3 2 4,-10-2 2,-5 5-6,-8 6-62,-11 4-220</inkml:trace>
  <inkml:trace contextRef="#ctx0" brushRef="#br0" timeOffset="241430.2547">13196 2289 655,'0'-5'117,"0"-3"-25,0 3-15,0 0-29,2 3-24,0-3-6,0 3-1,6 2-12,-2 2-3,-2 7 15,7 7-2,5 10 1,7 6-4,-6 8-6,-3 2-3,-1 4-2,-7-3 1,-1-8 0,0-2 0,-5-9 2,2-10-2,-2-9 1,1-2 11,5-6-6,-4-4-2,2-8-2,0 0-1,6-3-3,-1 0 0,-3-1-4,2 10 1,-3 2-4,5 4 1,-4 4 4,5 8 2,3 5 0,3 1 2,6 4 0,1 0-2,3-3 0,0-1 0,0-5 6,-3-2-5,-6-8 3,-3 0 0,-1-8 4,-3-4-1,-2-6 10,1-7-11,4-3 11,-9-6 0,2-4-3,-7-3 0,-2 0-1,-6 1-4,2 0-2,-5 4-4,-3 4-2,5 10-2,3 6 1,2 6-14,-3 6-14,4 9-32,1 4-13,0 5-58,-3 8-95,10 5-418</inkml:trace>
  <inkml:trace contextRef="#ctx0" brushRef="#br0" timeOffset="241828.6391">13964 2377 609,'-4'-3'126,"-1"1"-47,-3 0-19,6 2-37,-2 0-21,4 4 2,-8 6 10,6 4 2,0 6 9,-5 8-16,5 5-2,2-2 0,9 3-4,-3-2 3,8-6-1,1-4 0,6-7 1,-3-8 10,-3-5 8,1-5 0,4-8-8,-4-2 4,2-7 4,-3-5 10,-3-3-3,-1-4-9,-9-2-7,-9 2-6,1 3-5,-4 8-4,-3 5-5,4 8-4,-4 6-13,-3 5-50,3 6-71,0 5-171</inkml:trace>
  <inkml:trace contextRef="#ctx0" brushRef="#br0" timeOffset="242291.9923">14232 2537 696,'-2'5'112,"2"-3"-39,2-4-7,12-3-42,73-46-14,-60 39-6,-11-2 1,5 2 6,-12-1 10,18-8 13,-14 1-3,-3 3-14,-15 3-7,0 2-4,1 1-5,-5 2 3,3 4-2,-2-2-2,5 5-1,3 1-8,6-1 1,5 0 2,-7 4-5,7 1 7,3 6-4,-1 3 7,-3 6 1,-4 6 0,0 2 0,-6 0-1,-4 2 1,0 0 0,4 0 3,-4-2 3,4-4-4,0-1 4,4-5 4,0-7-6,9-5 18,8-4-3,3-5-9,10-5-6,-2-6-4,7-3-28,-6-1-80,-4 1-213</inkml:trace>
  <inkml:trace contextRef="#ctx0" brushRef="#br0" timeOffset="242853.8939">15037 2328 582,'-14'-4'174,"0"2"-107,4-4 18,-3 0-42,2 1-20,-3 2-5,1 3-7,-3 3 1,3-1 9,-12 8 1,5 7-3,-6 5-8,1 2-1,7 2-10,1 3 3,5-2-2,6-3 1,6-2 1,4-2-1,8-4-1,0-5 1,7-7-2,7-7-1,1-5-10,4-3-7,-2-10 4,-2-1 6,-7-5 7,-3 0 0,-5-4 2,-3 2 2,-5-5-2,-6 0 0,-6 0 4,3 2 9,-5 1 8,2 4-7,-1 3 10,3 3-9,-2 9 3,6 4-16,2 3-3,0 6-5,0 3-18,2 6 23,8 9 1,-6 9 2,8 7-1,3 7-1,0 1 5,-1-1-6,-1-7 1,1-3 1,-1-1 1,-7-7 1,4 0-4,-9-4-42,2-2-123,-3-3-325</inkml:trace>
  <inkml:trace contextRef="#ctx0" brushRef="#br0" timeOffset="243336.7005">15463 2188 594,'0'-17'149,"0"5"-34,0 3-29,-4 2-40,-8 3-10,-1 3-7,-3 1-5,-1 1-11,-8 3-7,7 3-2,-2 0-4,6 3-1,6 0 1,-3 1-4,9 0 3,0 0 1,2 3 1,4 6 0,5 6 0,-3 6-1,-2 4 0,1 6 3,-4 2-3,-2 2-2,-4-3 2,3-4 9,2-4 1,0-9-2,7-8 0,-2-4 0,-3-8 6,9-2-4,0-4 0,3-7-10,3 2 0,1-6-30,5 0-93,-6-4-235</inkml:trace>
  <inkml:trace contextRef="#ctx0" brushRef="#br0" timeOffset="243822.4285">15686 2285 401,'-9'-7'296,"4"-1"-217,-1 4-14,3 2-34,3 4-18,-2 0 0,-5 3 19,3 6-2,0 5-7,-3 3-2,3 10-7,-1 3 2,0 4-13,3 0 0,0 0 0,2 1 2,2-7-2,0-7-1,3-2 2,-4-7 0,3-8 2,-4-3 15,0-3 6,0-1 10,0-6-13,0-2-16,0-6 0,0-9 2,0-5 4,0-6-2,2-5-8,7-4 3,-1 0-4,6 0 9,-1 3-7,3 6-5,-3 5 1,0 7-2,1 6 0,-3 4-1,1 6 1,-4 2-10,3 3-32,2 4-24,1 5-60,-2 7-112</inkml:trace>
  <inkml:trace contextRef="#ctx0" brushRef="#br0" timeOffset="244020.3401">15675 2490 628,'-3'4'216,"3"-4"-186,7-4-18,8-5-4,10-5-8,4 2-26,4-5-110,6 0-155</inkml:trace>
  <inkml:trace contextRef="#ctx0" brushRef="#br0" timeOffset="244244.9963">16007 2227 581,'-2'-15'133,"-8"1"-23,6 1-10,2 5-32,-5 2-28,7 4-13,-2 2-6,2 0-21,-2 7 4,2 5 12,-2 8 9,2 6-8,-3 6-3,-1 2-9,8-3-1,-4 1-3,3-1 3,-3-4-3,0 0-1,2-5-21,-2-4-106,-2-2-251</inkml:trace>
  <inkml:trace contextRef="#ctx0" brushRef="#br0" timeOffset="245503.2759">16510 2394 656,'-15'-8'82,"-1"-1"-16,1 4-26,1-4-12,5 0-5,3-1 13,-8 2 2,3 0-2,-2-1-9,4 4-11,-5 5-9,1 2-3,-2 4 0,-1 3 1,-2 4 5,0 1-3,3 2-2,-5 2 1,-1 2 2,4 0-6,3 4-2,1-4 1,9 0 0,-3-2-2,12-4 2,-3-1 4,2-6 0,9-4 4,3-6-8,11-3 4,0-6-2,0-4 0,2 0-1,-3-3 0,-6-2-2,3 1 0,-6-4 2,-1-1-2,-1 4 2,-3-3 0,-9 4-1,2 3 3,-5 8-4,0 0-4,0 5 4,-2 4-6,2 0-4,0 3 5,-4 1 4,4 6 0,-4 0 1,-4 6 0,6 2 0,2 2 0,0 0 1,5-2-4,2-1 6,-1-3-6,5-7 2,1-1 1,2-4-2,5-4 2,8-6-5,-2-2-9,3-6 9,1-4 0,0 0 4,-2-3 1,-5 0 0,3 0 2,0-4-1,-8 1-1,1-2 6,-3 2-4,-3-3-1,-3 8 4,-5 0-2,-4 7-3,-2 5-6,-7 6 5,-3 3-5,2 6 4,-3 5-1,-3 2 3,-5 6-2,8 0 1,-2 8 1,10-3-1,-4 2 2,7-4-1,2-5 0,4 3-5,5-11 5,3-1 5,0-6-1,3-2-2,-2-7 0,3-3-1,0-1 3,1-7-1,-2-1-2,1-5 0,-1 1 0,-3-4 4,-1 4 11,-9 2-1,0 6-10,0 7-5,-2 3-6,5 5-7,-5 8 6,0 4 7,-5 7 1,5 9 5,0 5-6,0 8 1,0 1-1,0-2 3,-2 1-3,0-2 2,0 0-2,0-1 2,-3 6-1,5-3-2,0-6-4,0-5 5,5-10-12,-12-12 12,5-8 7,-1-8-7,-1-7 5,-4-4-3,7-13 3,1-9 1,9-7-2,-2-4-4,6 2 9,-1 4-5,5 5-3,-2 7-1,-1 8 0,3 2 0,6 2-49,-3 3-62,5 1-150</inkml:trace>
  <inkml:trace contextRef="#ctx0" brushRef="#br0" timeOffset="245998.8529">17193 1874 651,'-12'-11'96,"10"-1"-3,2-2-53,2 3-17,8 1-16,-2 0 3,0 2-1,5 2 1,-5 5-2,3-1 6,1 5-9,-6 7 0,3 7 1,5 9 0,-12 6 0,7 9-3,-7 10 3,-2 3 10,-2-2 5,-3 4-3,-1-6 7,2-1-14,-6-8 2,6 0-7,-5-7-1,7-6-5,2-4 3,0-4 0,4-3-2,5-6-1,-6-1 0,8-2 7,-7-5-7,5 2 7,-7-5 18,4 0-8,0-2-10,-3-1 1,0 3-7,-3 0 7,2-3-8,-2 3-2,-5 0-5,-6 3 2,-4-3-36,-10 5-80,-8 4-275</inkml:trace>
  <inkml:trace contextRef="#ctx0" brushRef="#br0" timeOffset="302990.0734">19484 9569 386,'-11'0'30,"-2"0"-12,-1 0 20,1-3-7,6 3-3,-6-2-3,9 2-1,-5-5-6,5 5 6,3-2 7,1 0-10,-7 2 0,7 0 0,0 0-12,0 2-1,7-2 4,-2 4 9,6-1-5,4-3 7,10 2-7,6-4 2,12-3 0,3-2-15,10-2 7,0-3-4,-1-1-3,-6 1 0,-2 3 0,-7 1-3,-2 2 2,-9 2-1,-9 1 1,-4 3-2,-5 3 1,-4-1-1,-5 3 0,-2 2-24,-2 3-32,-7 2-30,-3 2-60,-4 4-153</inkml:trace>
  <inkml:trace contextRef="#ctx0" brushRef="#br0" timeOffset="303238.9817">19433 9777 697,'-5'9'31,"10"-8"-28,4-4 10,9-4 32,18-1-20,10-4-6,14-2-4,14-6-9,6-2-4,2 1-2,-5-2-21,-2 2-40,-10 4-104,-7 3-144</inkml:trace>
  <inkml:trace contextRef="#ctx0" brushRef="#br0" timeOffset="389865.0676">5857 8903 676,'-4'4'53,"-3"-2"0,7-2-21,0 0-7,0 0-23,2 4 4,5 2 15,0 7 6,2 4 5,2 10-1,-2 3-9,2 3-3,-2 6-5,-3-2-7,4 2 0,-6-4-6,-2 0 1,-2-3-2,0-4-2,5-5-78,-3-4-70,0-5-279</inkml:trace>
  <inkml:trace contextRef="#ctx0" brushRef="#br0" timeOffset="390323.0081">6124 8782 556,'-4'0'90,"2"5"-54,-4 2 14,-1 4-13,-2 3-18,2 7 3,-1 6 4,1 5-3,0 4-8,2 0 1,5 3-7,0-3-9,7-2 2,0-6-2,6-5 2,3-4 3,-3-5-5,3-4 0,-3-4 8,0-4-8,-5-2 10,-2-5 22,-4 0-16,-2-3 10,0 0-12,-2-4-14,-4 4-2,-4-2 0,-5-1 2,-4 6 9,0-1-9,-3 3-15,1 3-39,2 5-26,5 3-26,3 2-95</inkml:trace>
  <inkml:trace contextRef="#ctx0" brushRef="#br0" timeOffset="390952.791">7418 9111 599,'-4'-7'107,"-4"-1"-27,6-3 3,-4 1-30,1 0 0,3 2-5,-2 2 1,2 3-16,-3 1-19,3 4-12,2 1 10,-3 6-8,1 6 2,2 7 3,0 7-6,2 5-1,1 0 3,6 0-4,-3-1 3,-1-4-4,1-3-3,-4-3-38,1-6-38,4-3-55,-4-3-144</inkml:trace>
  <inkml:trace contextRef="#ctx0" brushRef="#br0" timeOffset="391372.3951">7616 8983 653,'-2'-2'80,"-5"-1"-14,7 3-23,-4 1-29,1 3-5,-3 1 7,4 4 4,-1 5-2,-1 2 5,-1 7 2,5 5-2,0 2-8,7 2 1,-2 0-12,6-1-4,2-2-6,3-7 6,1-6 0,6-4 3,-3-6 3,3-4 6,-4-6 0,-3-1-7,-1-6 5,-1 2 2,-5-3 3,-6 3-15,-3-1-3,-10 4 3,2 0 3,-14 2 4,3 2-7,-10 4-2,2 4-55,0 2-40,1 4-74</inkml:trace>
  <inkml:trace contextRef="#ctx0" brushRef="#br0" timeOffset="418424.8566">2197 9807 308,'2'-4'214,"-4"2"-201,-2-1 35,-6 1-17,0 4-17,-1 3-12,1 2 28,-1 1 37,5 2-51,-4-1-11,6 1-3,0 3-1,-5 5 5,0 2 0,0 4 1,2 0-4,7-2 0,0 0-3,5-8 0,4 0 2,3-6 1,4-3 2,7-4-4,2-2 3,1-6-4,1 3 0,-2-2 0,-1 3 0,-4 6 1,-5 3-1,-1 2 1,-3 2 1,-9 7 12,-2 2 11,-6 5-9,-7 5-8,-8-2-1,1 4-3,-4-8-2,2-2 0,0-6-2,6-3-23,0-7-44,5-3-143</inkml:trace>
  <inkml:trace contextRef="#ctx0" brushRef="#br0" timeOffset="418792.1066">2382 9761 476,'-2'0'17,"-2"0"107,-2 2-42,4-2-60,0 2-15,4 0-5,4 5-2,-2 0 8,7 5 23,3 5-5,3 1-3,3 1-7,-1 3-3,2-1-6,33 39 0,-48-54-5,-1 2-1,-1 0 4,-3-2-5,10 6-23,-7-3-69,-2 0-78,-2-6-156</inkml:trace>
  <inkml:trace contextRef="#ctx0" brushRef="#br0" timeOffset="419062.9888">2364 9864 313,'-14'-8'186,"4"-1"-136,1 2 29,0-3-19,0 1-28,9-2-10,-3-1-6,6-2-11,2-1 0,1-2-2,10-4-3,-1 1-7,6 3 7,-4 5 0,-1 1 1,-1 8-1,-3 0-45,2 3-70,5 3-179</inkml:trace>
  <inkml:trace contextRef="#ctx0" brushRef="#br0" timeOffset="419288.1552">2527 10181 461,'11'-6'12,"0"-7"6,3 0 7,-1-5-22,7-5-3,3-3-69</inkml:trace>
  <inkml:trace contextRef="#ctx0" brushRef="#br0" timeOffset="419738.2337">2857 9860 446,'0'0'153,"0"0"-114,0 0 28,0-2-15,0 2-32,0 0-9,0 0-11,0 0-3,5 3 3,1 8 16,5 7-1,5 6-4,7 8-2,-2 4-5,-3 0 1,5-2-1,-6-2-3,-2-3-1,-3-7-2,-1-7-107,-4-6-148</inkml:trace>
  <inkml:trace contextRef="#ctx0" brushRef="#br0" timeOffset="420652.1976">3122 9610 523,'-2'-3'57,"0"-3"6,2-2-5,0 0-28,2 1-13,0 2-7,0 3-5,0 6 16,1 8 1,6 2-9,2 7-10,3 2 4,1 0 2,3 3-8,-1-1 4,-1-2 3,2-4-3,-4-3-2,-6-2-3,-1-5 2,-5-3 0,1-5-1,-1-1 7,-2-1-6,0 1 24,-2-5 3,-3 2-17,-4-6-2,-2-1-1,-5-4 2,1-4-1,-3-3-4,-5-6-1,6-4-3,-3-1 2,2-3-3,1-2-1,14 2-1,-1 3-1,6 4 2,3 5-3,5 9 3,-3 5-4,2 2-1,0 9 0,-4 6 4,6 2 1,-3 9 0,5 0 1,1 4-1,1-3 1,1-2-1,8-2 0,4-3-4,0-2 2,6-1 1,2 2 1,-5-2 0,-4-2 0,-8 4-1,-3-3 1,-5 0-2,-4-1 3,-7 4-2,-6 0 1,-6 2 0,-8 2 0,-7 3-8,-5 4-27,0-5-14,0-1-23,3-5-71,10-8-216</inkml:trace>
  <inkml:trace contextRef="#ctx0" brushRef="#br0" timeOffset="420928.9525">3356 9368 605,'0'-5'60,"0"-2"9,0 4-12,5 1-34,-1 2-7,3 0-5,11 3 3,4 1 2,9 5-2,7 1-7,5-1-4,-3 2-1,-3-4 1,-4 2 0,-5-4-3,-8 2 0,-3-4-53,-3 1-99,-7-1-250</inkml:trace>
  <inkml:trace contextRef="#ctx0" brushRef="#br0" timeOffset="421155.7784">3628 9252 552,'-8'-3'56,"-2"3"-39,1 7 14,7 5-9,0 10-8,2 7-8,-3 10-3,2 7-1,-7 3-2,4 1-34,0-4-109</inkml:trace>
  <inkml:trace contextRef="#ctx0" brushRef="#br0" timeOffset="502384.4349">16638 4038 180,'-7'7'35,"-4"-2"-70,-5 5 2,3 4 33,-8 4 83,4 4-83,-1 5-29,-5 3 29,4 8 0,-9 3 0,2 5-55</inkml:trace>
  <inkml:trace contextRef="#ctx0" brushRef="#br0" timeOffset="573070.0616">989 8207 415,'-7'1'78,"-1"5"-28,0-6-6,2 1-1,-1-2-3,3 2-6,-1-1 2,4 2-7,-5-4 3,3 2-3,2 0-7,-1 0-14,2-1-4,2 1-4,-1-6 5,8 3 0,1-8-2,15-6 0,6-7-2,9-5 2,6-6-1,6 4 2,-4 0-5,-5 4 2,-6 8-2,-7 7-2,-10 4 1,-10 5-2,1 6 2,-5 1-21,-1 3-17,-1 2-23,-2 0-46,0 7-27,-4-2-135</inkml:trace>
  <inkml:trace contextRef="#ctx0" brushRef="#br0" timeOffset="573321.1032">1190 8277 390,'0'2'102,"0"-2"-88,2-2 6,1 2 41,11-3-6,7-8-15,6-3-18,8-4-12,12-8-1,6-6-7,5 0 0,2 1-2,10-1-4,-11 1-49,9 4-77,-8 0-135</inkml:trace>
  <inkml:trace contextRef="#ctx0" brushRef="#br0" timeOffset="573835.6148">2677 7614 484,'-12'14'49,"1"-2"-4,3-7 22,0-2-16,2-3 54,1-3-97,5 3-7,-2-3 3,2 1-4,2-2 14,9-7-10,7-4 1,5-5 0,6-6 4,4-2 2,3-1-5,-2 3-5,3-2 0,-4 7 2,-6 2-3,-7 6-1,-7 8-7,-5 3-20,-5 4-5,-3 9-35,-5 4-77,-5 8-113</inkml:trace>
  <inkml:trace contextRef="#ctx0" brushRef="#br0" timeOffset="574081.7622">2725 7798 666,'2'16'25,"6"-3"-25,-4-8 0,-2-9 3,5-2 22,6-8-1,9-8-14,9-8-1,6-4-8,9-5-1,-2 1-13,-1 3-143,-3 0-237</inkml:trace>
  <inkml:trace contextRef="#ctx0" brushRef="#br0" timeOffset="586320.595">837 4552 601,'-3'-4'20,"-2"-2"45,0 2 6,0-5 3,3 1-44,2 3-22,-2-2 20,2 0-4,0 2-5,0 4-11,-2-2 11,2 6-19,2 5 4,2 9 1,6 12 7,3 11-3,3 10-6,3 2 7,-2-1-10,3-2 4,-3-7-2,-1-8-1,-5-6 0,-3-8-2,4-9-1,-6-6-6,-1-2 0,-3-8 8,1 0 8,8-7-1,-5-9 2,7-4-5,-2-8 0,-1-1-3,-4-2 0,-4 2 2,3 2 6,-10 5-5,5 6 12,-2 9 11,2 6-11,-2 6-16,2 0-9,2 8 9,5 6 6,2 10 16,8 10-10,6 8-5,4 4-4,0 0-1,0-1 0,2-6 2,-3 0-3,-2-5-1,-3-3-35,-1-6-66,-5-6-66,-4-5-51</inkml:trace>
  <inkml:trace contextRef="#ctx0" brushRef="#br0" timeOffset="586542.749">1265 4726 820,'0'0'29,"0"-2"-10,-2-5 19,-2-2-31,8-5-5,7-6-2,9-6-2,7-6-37,6-2-88,7-5-130</inkml:trace>
  <inkml:trace contextRef="#ctx0" brushRef="#br0" timeOffset="587957.3953">1639 4652 617,'12'12'27,"-3"-8"-22,-1-10 25,0-8 18,5-9-13,3-6-20,1-7-7,1 0 0,-3 0 7,-5 6 26,-6 4 5,-6 1-28,-10 4 4,-6 2-1,-8 1-11,-5 4-4,0 0 0,-1 6-3,8 0 0,6 4 2,7-1-5,7 5-5,1-5-6,3 3 11,3-3 0,1 2-1,0 1-5,3 2 5,5 5 0,3 0 1,7 7 2,3 3-1,2 0-1,2 1 3,-5 2-3,0-4 0,-3 0 0,-1-4 2,-7-4-1,0-2-1,-1-1 0,-4-3-2,-1-4 2,4-5 7,0-6-3,2-8-2,6-5-2,-3-8 2,-1 2 1,-1-2-1,-8 2 2,0 4 2,-6 2-6,-4-1-3,0 6 3,-6 2 5,0 3-2,-3 4 4,-1 5-3,3 2 0,1 3 5,5 0-5,4 4-4,1-2-4,0 2-6,0 2-4,0 2 11,0 5 3,1 2 2,2 7-1,-1 6 0,10 3-1,-1 1-1,2-5 1,3 3 0,2-7 0,-3-3 0,1-2-5,2-5 2,-1-4 2,-1-5-2,4-5 3,1-8 7,3-9-5,2-4 2,3-10-2,6-2-1,-12-5 0,4 1 1,-11 0-2,-5 1 3,-8 4 6,-3 2-5,-5 6-4,-4 2 2,-2 8 3,0 1-5,-3 5 0,4 5-3,5 5 2,0-1-10,1 9 3,2 5 8,-2 8 5,-4 7-5,2 6 0,-1 6-1,5-1 4,0-5-6,4 1 3,1-7-6,7-3 6,0-6-4,0-5-3,3-6 1,1-3 5,-3-8 1,5-4 6,-1-8-1,1-3-4,-3-5 5,3 0-6,-5-6 4,-4 3 5,-7-3-7,0 4-1,-5 1 5,-1 8-4,-1 1 3,0 5 11,5 5-14,0 4-2,-3 3-2,5 1-11,5 5 9,-1 7 4,10 8 1,3 13 0,10 9-1,12 5 1,7 10-1,8 1 1,8 0 3,0 1-4,-4-5 1,-2-3-1,-12 0 0,-6-7-1,-10-4 0,-9-8-2,-8-8 3,-6-7 3,-8-8 2,-5-4 6,-5-7-6,-8-7-3,-3-7 1,-8-10-3,-2-8 3,-3-11-1,0-10-2,-2-3 5,-1-3-5,11 0-5,5 0 4,6 5-1,9 6 0,4 4-39,10 6-32,4 4-52,9 1-154</inkml:trace>
  <inkml:trace contextRef="#ctx0" brushRef="#br0" timeOffset="588532.3986">2721 3306 688,'-17'-5'39,"-2"-2"0,9 1 40,-2 2-31,5 2-38,7 2-10,5 5 2,3 0 4,4 12 9,3 5 0,10 7 7,5 6-15,4 5 4,7 1-10,3 3 2,-4-5 3,1 1-5,-8-4 1,-6-5 1,-10-6-2,-3-7-1,-5-3 2,-5-8 1,-2-4 4,-2-3 31,0-3 25,-5-3-33,0-6-26,-10-5-1,-5-8-2,0-7-1,-4-3 3,3 0-6,2 3-8,2-3 11,10 1 0,2 3-1,5-1 0,9-1 1,5 8-2,1 6 0,5 5-2,3 10 4,1 8 0,4 6-1,2 4 1,-8 4 2,3 5-2,-14 1 2,-9 3-2,-6 2 0,-14 0-3,-2 4-9,-5-3-15,-2-8-21,8-3-36,1-7-41,7-11-271</inkml:trace>
  <inkml:trace contextRef="#ctx0" brushRef="#br0" timeOffset="589749.3904">3341 3150 581,'9'-16'49,"-6"2"26,-3 0 25,-1 2-37,-8 5 2,4 0-33,-4 3-9,1 4-18,-4 5-3,-5 8 7,-4 6 8,0 10-3,-2 3-5,3 4-4,6 0-5,5-4 0,9-1-1,6-7-1,4-2 1,3-6 1,3-3-4,2-6-1,0-3-1,2-8 6,4-6 2,3-8-2,-2-4-4,-1-5-4,-1 1 8,-8 1 0,-4 0 6,-6 4-2,-7 0-2,-2 1 3,-4 3 1,-3 4-6,7 3 14,0 1-6,4 6-8,-6 1-3,6 4-3,6-1-2,-4 6 7,4 0 1,13 4 2,0 1 0,1 4-2,9-3-1,-2-4 1,-3 1-3,1-6-13,-8-1 1,-1-3-11,-6-5 20,-2-1 6,-3-4 1,-1-2 3,-4-4-3,2 0 2,-7-2-3,4 2 7,-4 2 4,-1 0-7,-1 4 3,7 2-7,0 3 0,-3 4-7,6 2-9,6 6 15,1 3 1,9 4 2,0 4-1,10 4-1,-2-1 0,2 2 1,-2-5 0,-4-1-1,-8-5 1,-3-4 0,-6-5 5,-2-1-3,-4-4 11,0-1 14,0-10-19,0-3-9,-2-4 8,0-9-7,0 0 3,-1-1 0,2-1-2,-4 1 0,5 5-2,0 0 0,5 6-2,-4 5-5,4 4 1,-1 5-1,5 5 1,5 7 5,4 3 1,12 2 1,5 3 0,0 6 3,-4-4-4,3-1 0,-7 0 1,-6-5 2,-5-1 0,-5-5-3,-1-2-19,-4-3-29,3-8 31,-1-6-46,4-6-6,-3-8 11,-2-5 28,-7 0 5,-3-3 25,-10 1 7,-5 0 56,-4 6-8,-7 3 4,0 3-4,2 8-12,7 1-8,5 5 2,5 6-25,4 1-12,6 0 0,2 4-6,2 6 6,8 8 8,2 6-1,10 7 5,5 8-7,4-1-3,-2 0-1,7-2 6,-7-1-5,-2-3-2,-3-7-2,-6 0-11,-1-5-35,-8-6-23,-1-6-31,-2-2-25,-2-5-65</inkml:trace>
  <inkml:trace contextRef="#ctx0" brushRef="#br0" timeOffset="590423.4257">4324 2733 570,'-23'-7'31,"6"7"43,-1-1-2,5 1-22,3 1-23,8 4-13,-2-1 12,2 6 7,-3 4-5,5 6-9,-3-3 0,6 8-2,4-1 2,-1 4-7,10-1-5,-3 4-2,2-3-2,5-3-2,-3-7 1,-2-4-1,-1-5-1,-3-2-9,-2-5 9,0-6 1,2-5 7,4-6-6,7-11 8,3-8-9,2-5-2,-1-3-2,-3-2 0,-3 2 2,-4 1 1,-10 2 2,1 0-1,-7 10 1,-7 0-1,1 10 5,-5 0 4,-1 10 1,-1 2 0,-1 5-7,4 0-3,-9 9-1,11 1 0,-4 2-4,3-1 3,5 5 0,4 0 0,2 7-3,6-2 3,0 3 0,12 4 1,2-1 0,7-1 0,7-3 0,0-1-1,4-1 3,2-3 2,-1-2-3,-1 0 0,-3-2 1,-8 0 3,0 0 2,-4 0 7,-10 0 0,-3 2 1,-6 3-3,-6-2-5,-6 6 3,-11 4-7,-9 8-3,-5 2-28,-5 2-72,-86 73-135</inkml:trace>
  <inkml:trace contextRef="#ctx0" brushRef="#br0" timeOffset="608929.5288">8352 14464 664,'-49'-163'0,"5"3"-11,7-5-191</inkml:trace>
  <inkml:trace contextRef="#ctx0" brushRef="#br0" timeOffset="630431.6182">12660 14913 421,'-33'-67'0</inkml:trace>
  <inkml:trace contextRef="#ctx0" brushRef="#br0" timeOffset="722128.5786">13459 14829 439,'-4'0'99,"-4"0"-87,4-3 45,0 0-23,4 1-4,0-3-26,2 1 15,2-3-11,-2 0 3,6 2 14,-6-1 1,0-1-8,-2 3 5,2 0-5,5-3-4,-3 0-4,0 0-1,8-2 0,-1-3 1,1 7 0,-2-3 2,2-1-5,3 1 0,-4 4 2,3-1-9,-5 5-4,-3 0 4,-2 5 0,6 2 2,-6 1 3,7 1 1,-7 5-5,5 4 15,-6 6-3,-2 7-4,-1 1 6,-4 6-6,0-2 3,-5 1 0,-4-2-3,6 0-1,-2-4-8,-2 0 8,7-4-7,-6 0-1,8-1 3,0 2-1,2 2-2,15 55 2,-12-74-2,3 1-3,-1-3 3,-1-4-2,6 10 0,5-6 2,-4-1 2,1-4-1,-4-4 8,6 0 1,-3-2-9,-2 0 0,-3 0-1,-4 2 4,-2-2-4,0 2 0,0 2-2,0-2 1,-2 2-3,2 0-6,0 5 10,0 2 10,0 3-7,2 4-3,1 2 5,4 2-4,-3-2 2,3 3-3,-4-3 3,0-4 0,1 0-2,2-2-1,-6-2 1,0-2 2,0-2-3,-6 2 1,2 0 2,4-2-1,-4 0 12,-5 0 1,5-2-7,-8-2 9,6 2-10,-7 0-6,-6 0 3,2-2 3,1 2 0,1-4-7,-4 5 0,4-2-3,2-3 3,2 2-32,-3 2-46,5-6-84</inkml:trace>
  <inkml:trace contextRef="#ctx0" brushRef="#br0" timeOffset="723412.949">14520 15029 762,'-3'-21'37,"2"4"18,-1 1 5,-5 3-7,7 6-19,9 5-34,-8 8 13,11 8 20,-4 10-6,4 8-3,-1 8-5,3 4-8,-12-2 1,7 3-9,-7-5-3,-2-1-3,0-4 2,-7-3-30,3-2-72,-8-6-61,5-4-255</inkml:trace>
  <inkml:trace contextRef="#ctx0" brushRef="#br0" timeOffset="723743.2517">14356 15141 770,'-8'-22'33,"10"-4"-28,14-1 33,18-8-19,12 1 12,12-1-17,12 3-7,-1 3 7,-7 5-3,-10 5 4,-11 10 3,-9 6-2,-13 6-9,2 5 4,-10 7 17,0 8-9,2 7 6,-1 4-9,-1 6 3,-5 2-11,4-1 3,-6-1-7,0-3 0,1-2-2,-3-3-1,-2-2-1,-2-4 0,-3-6-36,2 3-90,2-8-105</inkml:trace>
  <inkml:trace contextRef="#ctx0" brushRef="#br0" timeOffset="723974.4284">14872 14805 750,'-11'-29'0,"2"10"-21,14 4-23,-1 12-173</inkml:trace>
  <inkml:trace contextRef="#ctx0" brushRef="#br0" timeOffset="724859.4497">15250 14933 646,'0'0'126,"-1"3"-111,-1 4 32,-2 5-12,6 8 1,2 8-14,-3 3-7,11 1 5,-8-3-3,6-5-7,-6-3-2,-2-10 0,5-3-5,-6-4 1,-1-4-3,3-1 24,9-7-25,-3-6 12,-3-4-12,8-4 5,-1-3-5,-7 1 4,4 2-2,-1 8-2,-5 4-1,-4 8-7,0 4 6,2 8 2,0 0 6,7 11 2,-4-1-4,6 0 2,0-5-2,-2-1-3,2-5 0,0-4 10,1-5-4,0-5 6,0-2-11,6-9-1,0-2 2,-1-4-1,1-2-2,3 0 6,-8 2-6,-7 2 1,3 8-3,-6 3-6,-3 9-7,2 5 15,-2 5 4,2 7 1,5 0-4,-3 4 2,6 0 0,3-3-2,-6-4 1,10-4 5,-4-4-5,8-4 1,-4-4 1,8-5 3,-3-9-4,4 1-3,4-5 0,-1-3 5,0 0-7,0 0 5,-6 0-2,-4 2-1,-6 2 8,-4 3 0,-6 0-6,-6 4 6,-4 2-6,3 4 1,-9 1-3,1 8 2,-3 5 1,-1 5 1,-1 8 1,0 4-3,5 4 4,1 0-2,8 0 0,6 0 0,1-3-4,9-6 0,8 0 6,1-5-5,4-4-1,5-4 0,-2-2 0,0-5-25,-2 0-43,0-2-39,-9-3-88,-3 0-114</inkml:trace>
  <inkml:trace contextRef="#ctx0" brushRef="#br0" timeOffset="729014.7868">13613 13404 426,'-2'3'110,"-3"-3"-82,3 0 34,2-3-18,0 3-9,0-3-12,0 1 0,0-2 5,0-2-5,-2 0-1,2 0-7,0-2 2,0 2-9,2 0-5,5 0 3,-3 1 0,0 0-6,7-2 4,-1 4-3,-2 1-1,3-1 2,3 6 0,-1 2-2,-1 2 0,1 5 2,-5 6-1,4 3 2,-10 5-1,-1 6 6,-1 7 1,-3 3 2,-7 0-2,2 2 1,-3 1 2,-3-2-5,0-4 4,4-4-9,3-2 3,-4-5 4,5-2-6,-1 0-1,4-4-2,3-4 0,0-2 4,3-2-3,-2-1-2,7-4 2,-4-1 0,5-1 1,-5 0-2,10 2 1,-5 1-1,2 3 0,2 6 1,0 3 0,1 0-1,-1 4 1,1 1-2,-5 2 1,-4 0 0,8 0 2,-9 3 1,5 0-2,-5 0-1,6-2 1,-6 0 1,7-2-1,-6 1-1,8-5 1,0 2 0,0-6 1,-3-3-2,-4 0 0,-2-3 2,1-4 0,-3 0 3,-2-1-1,0 3 4,-7-1 1,3 1 0,-7 2-8,-5 2 1,1 0 0,-3-2 0,-5-2-2,8-2-4,6-3-41,0-7-22,7-5-132</inkml:trace>
  <inkml:trace contextRef="#ctx0" brushRef="#br0" timeOffset="732457.4981">14520 13658 267,'2'-4'46,"3"1"6,-1-1 22,-4 3-14,2-2-19,-2 0-3,2 1-10,6 0 4,-6-1 0,0-1-5,0 2 4,5 1-3,-6-1 3,-1 0-6,3-1-2,-3 1 0,0 2-4,-3 0-19,3 2-10,-6 1 10,-2 2 28,-6 4-16,-11 2-11,-2 4 12,-2 3-11,3-2 0,4 2 0,-3-2 0,6-2-2,7 0 0,1-5-11,9 3 9,-1-5-1,6-2 3,-1 0 2,7-1 3,-1-2-5,13 1 8,-1-3-8,5 0 0,5-3 5,-1 1-4,-4 2 1,-3 0-2,1 2-1,-8 1 0,1 2 1,-5 3-1,-5-1 1,4-2-1,-8 2-1,-4 0 2,-4 0 12,-4 2 5,-11 2-6,2 1-1,-8-3-3,-2-1 9,4-2-11,3-3-5,-3 0 4,8-1-2,3-2-2,1 0-54,9 0-60,4 0-163</inkml:trace>
  <inkml:trace contextRef="#ctx0" brushRef="#br0" timeOffset="733312.982">14732 13791 547,'0'-1'131,"0"-1"-81,2-2 8,9-1-29,1-7 1,7 3-10,6-5 1,6-2-3,-2 0-3,2-2-3,-4 1 1,-2 2-3,-8 0 5,-3 1 0,-8 0 1,2 0-6,-8 2 1,0 2-3,0 2-2,-3 2-4,-6 3-2,-5 5-7,-1 3 7,-1 5 0,-8 4 2,6 4-2,-7 3 0,8-2-1,1 3-3,5 1 1,4 1 2,1-1 0,6 0 0,9-3 1,-5-5 1,7 0 0,-5-5-1,8-3 1,-1-7 0,8 0 1,-4-5 3,3-2-3,5-4-2,2-3 0,-3-4 3,-4 2 0,3-3-2,-5 2 3,-7 1-3,-5 2 0,-2 1 0,4 3-1,-7 5-2,2 1 2,-1-1 0,2 4-5,-1 1 2,-3 0 3,2 6-1,2 1 1,5 4-1,-4 3 1,6 0 0,-7 2 0,7-2 0,-6-2 2,4-2-2,0-4-1,-3 1 1,4-7-2,-7 3 2,7-1 2,-4-2-1,8 0-1,-4-5 4,7 2-3,-2-6-1,-1 1-1,-1 1 1,-1-1 0,-8-1 1,0 6 0,3 1 2,-5 0 0,-2 2-3,0 2-1,0 1 1,2 6 0,2 1 6,6 5-4,-1 2-2,-3 1 0,3-2 1,-4-2-1,-1 0-81,1-2-203</inkml:trace>
  <inkml:trace contextRef="#ctx0" brushRef="#br0" timeOffset="733571.3186">15305 13527 783,'-29'-16'22,"0"6"12,6 2 2,13 0-36,4 8-12,16 3-7,2 2-84,7 1-86</inkml:trace>
  <inkml:trace contextRef="#ctx0" brushRef="#br0" timeOffset="734227.1102">15706 13636 508,'-15'0'107,"1"2"-49,-4 0 28,-4 1-59,2 4 14,-6 2-21,6 4-2,-3 1 13,-4 4-12,7-1-9,-3 0-8,8-1-2,2-4 0,12-2-9,2-4 7,12-2-2,4-6-12,8-3-42,8-4-1,6-5-49,1-2 56,-7 0 48,-6 0 4,-2 2 25,-17 4 42,1 3 3,-9 3-14,0 3-31,-2 1-17,0 1-5,-3 6-2,3 2-1,2 2 2,2 1 1,7 0 1,-5-3-4,8 0 2,-1-4 3,3 0 5,1-5-3,1-5 1,3 0-7,6-5 0,-2-4-1,-3-4-14,-1-2 6,4-2 5,-8-5 3,-3 1 2,-10-1 0,-2-2 6,-9 2 3,0-2 8,-6 3 4,-6 2 0,4 4 2,3 4 9,-1 4-7,5 4-7,6 4-10,1 0-10,3 6-5,3 1 5,-3 8 6,4 7 10,6 10 1,-6 10-4,9 6-4,1 6 0,1 4-4,6-1-4,-5-5 2,1-4-2,-6-4 3,-5-4-4,4-6-12,-8-6-47,2 0-66,1-4-82,-3-4-405</inkml:trace>
  <inkml:trace contextRef="#ctx0" brushRef="#br0" timeOffset="735652.5564">16510 13481 648,'-13'-10'73,"-1"-2"31,6 0-23,-3-2-39,7 4 11,-1 0-23,5 6-1,-3-1-12,3 5-8,-2 0-9,-2 11 8,-9 4 1,-3 5 6,-6 11-12,4 1 5,0 4-8,7-2 0,0-3-3,9-4 3,2-5-1,4-3 1,5-7-1,2-2 1,4-6 2,6-4 0,5-4 2,5-2-4,8-6-4,1-4-9,-6-3 10,5-1-2,-8-4 4,-2 2 1,-9-2 1,-1 0 1,-11 2 0,1 0-1,-7 5 1,0 3-1,-2 5-1,0 3-2,-2 6-5,0 6 5,-9 3 2,7 5 0,-6 6-1,8 1-3,2 1 2,2-2-1,9-4 2,5-4-2,0-2 4,7-7-1,-4-3 6,6-4-5,-7-5 1,1-3 7,4-2-8,-10-4 4,3-5-2,-4-1 7,-8-3-3,-2 1-3,-8 1-4,-2 8 0,-7 3-1,-5 6-1,-7 8-2,-3 2-19,2 4-29,3 4-44,10 0-60,11 1-135</inkml:trace>
  <inkml:trace contextRef="#ctx0" brushRef="#br0" timeOffset="736357.2648">16981 13411 651,'0'-7'117,"2"4"-35,-2-1-54,7-1-22,-3 4 1,6 1-5,-4 4 9,7 5 4,-1 5-5,-6 1-6,5 5 1,-1 0-1,-6 0 4,-3-2-3,-1-4 1,0-5-6,-1-2 8,1-5-5,0 1 0,0-3 15,0-3 33,0-1-4,0-1-36,0-4-4,0-5-3,4-1-1,5-5-3,2 1 0,5-1-1,-1 1 0,10 5 1,-5 1 0,-2 3-2,-3 4 2,-4 3-4,-1 6 0,-6 3 4,5 4 1,-5 6-1,6 4 1,-9 3 0,-1-4-1,0 1 0,-7-1 0,3-5 1,2-5 1,-7-1 0,7-1 1,0-6 1,2-1 0,0-1 5,0-4-4,-2-2 0,2-5 3,0-7-8,2-1 5,2-4-5,7-2 0,3-3 0,5 4-2,4-1 2,6 6-5,-3 3 5,-5 8-4,3 4 3,-6 5 1,0 7 1,0 5 1,0 1-2,-3 6 0,-1 0 1,-9 4 0,4-5-1,-9 2-1,0-3-2,0 0-19,-3-1-59,-6 0-77,5-2-181</inkml:trace>
  <inkml:trace contextRef="#ctx0" brushRef="#br0" timeOffset="737452.2699">17585 13182 465,'0'-2'79,"0"-2"-17,4 2-34,-4 0-5,3 2-15,-3-1-5,0 1-1,0 0 7,-3 0 11,3 0 11,0 0-2,0 0-5,-4 0-7,4 0 2,4 0-7,-4 0-1,0 0-5,5 11 1,-3-7 5,1 4 6,6 3-8,-7 1-5,11 11 3,-7 3-2,4 3-2,0-3-1,-5-1 1,4-4 1,-9-4-1,2 0 4,-4-7-4,-3-3-1,3-2 0,2-1-1,-2-4 3,2 0 12,0 0 44,-2-4-22,2-1-31,0-6-5,0-4 4,0-2-5,2-3-2,7-2-1,-2 0 1,4 2 0,2 1-4,-1 5 4,-4 3-4,1 4 0,3 4-1,-7 5 5,7-1 2,0 6-2,1 2 0,0 1 0,-4 4 2,2 1-2,-7-1 1,4 0 0,-6-3 0,-2 1-1,-2-7 0,-6 1 4,6-5-4,0 1 9,2-2-3,0 0-2,0-3 1,-2-5-4,0-2 7,4-8-8,0-3 0,2-3 0,6 1 0,3 0 3,1 7-6,-3 2 6,-3 5-6,-1 4 0,-4 5-1,3 3 4,3 4 1,-4 5 0,8 2 4,-2 3-9,-5-2 4,1 2 0,-4-1 5,6-5-5,-9 0-7,0-1-32,0-3-38,-5 1-72,0-1-179</inkml:trace>
  <inkml:trace contextRef="#ctx0" brushRef="#br0" timeOffset="737976.6769">17944 12946 526,'0'-2'113,"0"-1"-12,0 3-70,5 5-23,-3 3 17,2 2-1,3 6-6,-3 6-2,0 5-4,4-4 2,-8 3-2,2-3-2,-2-6 1,0-5 0,-2-4-3,-3-1 0,2-5-2,3-1 16,0-2 29,0-4-5,-2-4-40,0-6-1,0-5-1,0-3-2,2-6-2,4 0 1,0 0 0,7 0-1,1 6 1,2 3 1,-1 4-1,-3 4 1,9 3 0,-11 4-1,8 3-1,-3 2 1,2 6 0,4 4-1,-1 3 0,-3 9 1,1 5 2,-4 3-3,5 2 5,-6-1-4,-7 1 7,4-6-8,-8-1 0,-10-4-30,0-4-126,5-1-342</inkml:trace>
  <inkml:trace contextRef="#ctx0" brushRef="#br0" timeOffset="745914.2069">13702 15515 466,'-9'1'34,"2"2"-16,-2-3 20,5-3-9,4 3-13,-2 0-4,2 0 11,0-1 8,2 1-4,-2-3-5,0 3 0,0-1-4,0-2-10,0 3-1,0-1-4,1-2 0,9 1-3,-4-1 3,8-2 1,1 1-1,6 2-1,-1-2 0,-6 0-2,3 4 3,-4 4 1,-2-1 0,-8 0 3,-1 6 9,-2-1 0,-2 1-5,2 1-1,-4 2-3,-4 0 0,4-1 0,0 1 3,-5-1 0,2 1 1,-4 3-5,-2-1-3,-3 2 4,-5 0-2,4 0-2,1-2 3,1-1-4,4-1 2,-1-7-1,6 3-1,-5-2 0,4-2 0,-2-1 1,-2 4 0,4-3-3,-4 0 5,6 1 2,-4-5-4,9 3-1,-1-3 0,-1 2-1,-1-2 0,3 0-1,-5 2 1,5 3 2,-2-2-3,0-1 1,0 6 1,0-1-1,-5 0 1,5 1 0,2 3 0,0 1-2,0-3 1,0 5 2,2-2-2,0 2 2,5 0-2,-5 1 2,2 1 2,6 2-1,-6 1 1,7 3-1,-2 3 3,-2-2-3,6 0 8,-2 0-1,1 0-4,-6-1 0,7 3 1,-8 0 0,4 1-3,2 4 1,-7-4 0,6 5-1,-6-5-5,7 2 3,-7-2 1,0-2 0,6 2-1,-7-3 1,7 3-1,-8-7 1,8 3-1,-6-2-2,5 2 2,-5-1-2,5 0 0,-2-3 2,-3 4 2,5 0-4,-5-1 0,5-1 0,-2-1 1,2 2 0,-6-2-1,10 2 0,-2 0-1,-5-1 0,5-1 2,3 0-1,-3 1 0,1-1 2,-6 1-3,5-1 0,-7 0 8,6-3-7,-8 2 0,0 1 0,0-3-1,3 0 2,-5 0 0,1-2-1,-1 4-1,0-4 0,-1 1 4,-4 1-2,3-3-4,0 4 2,-2-2 0,-4-3 0,6 5 2,-2-3-2,-5 3 2,3-2-2,-4-1 0,-1-2 1,5-3 1,-6 2-1,3-4-2,3-2 2,-5 2-2,4 0 2,-4-4-1,0 6 1,-5-4 0,3-1-1,1 0 1,-1-2 4,5 0-9,-4-4 4,1 2 0,-1-2 2,5 2-2,-1-4 0,2 4 0,-6 0 0,1-4 0,3 4 0,-6 0 0,1 0 0,1 0 0,-1 4 2,9-4-1,-5 0-1,4 0 6,3 0-6,-3 0 0,3-4 0,0 4 0,-3 0-30,-4-5-31,8-4-72,-9-8-112</inkml:trace>
  <inkml:trace contextRef="#ctx0" brushRef="#br0" timeOffset="750736.3606">13700 12462 353,'-2'-2'23,"-6"2"10,6-2-1,-4 2 23,-2 0-12,7 0-3,-1-1 0,0-1-2,-3 2-8,5-2-4,-5-1-8,5 1 1,-2 2-1,0-2-12,-3 2 4,5-2-1,0 2-7,0-1 4,5-1-1,-1 0-5,-1-1 0,6 1-1,-3 0 1,5 2 0,-1 2-1,-2 3 0,3 2-3,3 2 4,-5 4 1,-3 6 1,-4 2 0,-2 6 1,-2 2 1,-2 3 2,-7 3 1,-3 2-1,3-2 0,-2 0 2,4-3-3,-1-3 2,9-3-4,1-4-2,0-2 3,0-1 2,4-5-6,3-1 1,-3-1 0,6-1-1,-6 1 2,5-1-1,-3 1-1,-4-1 2,6 1-1,-4-2-2,-1 0 1,3 0 0,-2 0 0,-2 2 2,6 2-1,-4 1-1,-2 0 2,0 3 1,0-2 3,-2-2-2,0 0 4,0-4 0,0 0-4,0-2 5,-2 1-5,0 0 4,2 0 6,-4-2-4,-6 4-3,4-2 0,-3 1-3,-5 2-3,-1 3-2,-3-3-4,-2 0-57,4 0-43,1-5-129</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04:28.525"/>
    </inkml:context>
    <inkml:brush xml:id="br0">
      <inkml:brushProperty name="width" value="0.05292" units="cm"/>
      <inkml:brushProperty name="height" value="0.05292" units="cm"/>
      <inkml:brushProperty name="color" value="#FF0000"/>
    </inkml:brush>
  </inkml:definitions>
  <inkml:trace contextRef="#ctx0" brushRef="#br0">21533 10940 672,'-4'-8'7,"-4"1"-5,1-1 5,-1 1 17,6 6-4,2-2-12,0 1 0,2 2 5,5 2-3,-3 2 5,8 0-4,-6 4 5,5 2-1,1 2 0,1 2 0,-5 3 0,4-3-9,1-2 2,1 0-2,-3-4 3,4-4 2,-1-6 6,6-3-6,6-7 0,3-5-5,12-4 1,-1-1-6,1 1 6,3 0-7,-5 3 5,-3 4-3,-4 2-1,-4 3 1,-3 6-2,-11 1-1,-10 2-1,-4 2-14,-4 6-43,-10 4-36,-9 5-72,-12 4-130</inkml:trace>
  <inkml:trace contextRef="#ctx0" brushRef="#br0" timeOffset="11815.1685">23060 11684 711,'0'-2'36,"0"-1"41,0 0-46,0 0 1,-5 3-32,5 6-2,0 1 2,-2 7 16,0 8-5,-2 4 3,-4 6-6,-1-1-3,1 1-1,-4-3-1,6 0 0,-5 0-3,5-2-3,-6-1-71,3-4-63,7-2-98</inkml:trace>
  <inkml:trace contextRef="#ctx0" brushRef="#br0" timeOffset="12593.4738">23261 11758 532,'4'-2'71,"-2"0"-10,-2 1-32,0 2-24,-2-1-5,2 11 0,2 0 48,-2 10-18,0 1-5,-4 5-1,0-6-15,-6 1 3,6-2-5,-7-4 0,2-2-5,2-2 2,5-4 0,-7-2 0,5-2 1,4-2-1,-5-2 7,5-2 8,-2-3-9,0-2-5,-1-6-2,1 2-2,2-4 1,2-2-2,1 1 0,6-2 2,-3-2-1,3-1 1,0 6-1,2-2 3,-2 8-2,-5 0-2,4 6 0,-6 3-1,-2 0-4,0 0 1,2 3 3,4 1 2,3 5 1,5 3-1,3 1-1,5 4 0,1-1 1,4 2 2,-2-4-3,1 0 0,-8-2 2,0-2-1,-5-2 0,-2-4 0,-4-1 1,-2-3 5,-3 0 8,-4 0 9,2-3 5,2-1-6,0-1-18,2-8-1,5-3 5,1-6-6,-6-2-1,2-2 4,1-2-1,-5 2-1,2 2 9,2 3-8,-4 6 9,-2 2-10,0 3-3,0 3-1,0 5-1,0-1-2,0 2-31,0 2-43,1-2-64,2 2-142</inkml:trace>
  <inkml:trace contextRef="#ctx0" brushRef="#br0" timeOffset="12857.2877">23838 11644 498,'-2'-4'139,"0"4"-66,-10-2-5,8 4-45,-7 5 1,7 6-3,-6 6-7,6 5 3,-5 3 7,5 4-10,-1-1-4,5-2-3,-3 0-5,3-3-1,3-2 2,2-3-6,-5-5-46,0-1-103,0-1-109</inkml:trace>
  <inkml:trace contextRef="#ctx0" brushRef="#br0" timeOffset="13124.6584">23633 11710 526,'0'-7'47,"4"-2"-10,12-5 27,6-2-23,14-1 4,8-2-22,8-1-5,4 2-3,-6 3-3,0 0-8,-15 5-3,-10 6-2,-10 1 0,-5 6-10,-10 3-35,-8 4-44,4 4-67</inkml:trace>
  <inkml:trace contextRef="#ctx0" brushRef="#br0" timeOffset="13557.7239">24123 11722 555,'-4'-4'56,"-5"0"18,4 2-44,-4 4-5,3 2-6,-3 7-7,-3 4 14,-1 8-11,-1 4 7,4 4-5,-3-1-10,8 0 6,2-4-12,6-4 0,4-2 2,6-6 4,1-5 4,5-4 7,6-5-6,2-5-7,-3-4-3,1-3 7,-3-4-1,-4-2 12,-7-2-4,-7-6 3,-8-2-6,-10 0-6,-6-2-7,-4 6 0,-10 3 0,3 7-4,-2 6 4,4 7-34,4 5-35,6 1-4,0 5-84,11 3-208</inkml:trace>
  <inkml:trace contextRef="#ctx0" brushRef="#br0" timeOffset="14078.3788">24534 11905 665,'-21'6'67,"3"-2"12,1 4-55,1 6-6,5 4-8,2 3-3,2 4-4,5-1-1,-3 2-1,5-4-1,0-2-33,5-1-120,-3-5-197</inkml:trace>
  <inkml:trace contextRef="#ctx0" brushRef="#br0" timeOffset="14385.4187">24729 11694 662,'5'-10'48,"-3"2"73,-2 3-81,0 2-19,0 3-21,2 5 0,7 11 10,-4 5 3,6 9 7,-2 9-7,-2 1-1,-3 1-5,-2 0-5,-2-3 0,-4-4 1,2-2-3,2-3-28,0-6-63,2-5-130</inkml:trace>
  <inkml:trace contextRef="#ctx0" brushRef="#br0" timeOffset="15045.3322">24983 11662 605,'-6'-6'58,"1"4"22,1 0-62,2 6-18,0 4 21,2 8-2,0 4 4,-6 5 1,5 3-11,1 4-3,-2 0-2,-3 0-5,-2-2-1,1-4 0,-1-6 1,1-6 0,3-6 0,1-2 4,2-4 4,0-4-1,2-7-8,-2 0 1,3-8 3,-1-3 6,0-6-12,0 0 7,5-6 0,-3-2 3,5 1-8,-2 4 8,2 5-8,-3 6 5,-1 6-6,-3 7-2,0 2-2,3 7-4,2 4 6,1 10 2,6 4 4,6 9-5,2-2 1,0 1 1,-3-3-2,5-5 1,-11-6 0,1-7 1,-8-2 7,3-5 12,0-2 6,0-4-8,4-4-1,-1-4-5,1-5 3,-7-6-6,4-3-3,-7-7 4,0-3-5,-3-4-6,-3 2 1,0 0-1,-4 7 0,2 6-3,1 7-19,-5 6-50,5 9-42,-8 6-42,3 7-92</inkml:trace>
  <inkml:trace contextRef="#ctx0" brushRef="#br0" timeOffset="15285.1972">25298 11578 508,'-2'-3'127,"2"-3"-12,0 5-72,0-1-31,0 2-9,0 6-1,0 4 13,0 9 2,2 6-4,-2 9-1,0 4-4,1 3-5,2-4-1,-3-2 2,0-6-4,0-2-20,-3-7-78,0-2-119</inkml:trace>
  <inkml:trace contextRef="#ctx0" brushRef="#br0" timeOffset="15554.3235">25171 11576 536,'-2'-10'67,"0"-1"30,4 4-48,2-3-32,9 2-1,3 0-6,6 0-3,5-2 0,0 3-5,2 2-1,-7-2 0,1 4 0,-6 1-1,-1 2 0,-3 2-71,-4 1-54,-2 4-169</inkml:trace>
  <inkml:trace contextRef="#ctx0" brushRef="#br0" timeOffset="17121.0256">25350 12326 586,'-11'-16'86,"3"4"1,2 2-16,1 4-16,0 3-19,3 3-18,2-3-8,0 3-8,0 4 2,-2 4-3,2 4 12,-2 8-1,2 6 8,-2 6-10,2 2-3,2-2 1,0 0-7,2-2 3,1-6 1,-2-2-5,1-5 1,-2-7 0,0-5 0,3 0-1,-5-3-27,2-2-77,-1 0-159</inkml:trace>
  <inkml:trace contextRef="#ctx0" brushRef="#br0" timeOffset="25691.3789">13328 12828 108,'-3'-5'0</inkml:trace>
  <inkml:trace contextRef="#ctx0" brushRef="#br0" timeOffset="32264.4342">13312 12683 514,'-9'-6'13,"-3"-3"-11,3 4-1,1-3 25,4 4 12,2-2 2,-4 2-10,4 0-3,2 0-2,0 2 4,0 0 16,-2 0-11,2 0-10,0 2 0,0 0-7,0-3-10,0 3 4,0 0-5,0 0-3,0 0 1,0 0-2,0 0 1,0 0 1,0-1-1,2 1 0,8-2 2,2-4 1,9 0-2,17-5 2,8-4-3,8-4 4,4 2-5,2-2 1,-4 6-2,-7-3 0,-7 6 1,-6-1-2,-16 7 0,-5 0 1,-3 3 1,-12 1 1,0 1-4,0-1 1,0 0 0,-2 3 1,2-3 0,-5 4-1,0 0 2,1 0-1,2 2 1,-7-3-1,5 2-1,0-1-4,-4-1-48,2 1-45,-1 3-59,1 3-219</inkml:trace>
  <inkml:trace contextRef="#ctx0" brushRef="#br0" timeOffset="38735.4862">13416 13740 498,'0'-2'8,"0"-4"-5,0 0 3,0 1 9,5 0 18,2-2-8,-3 3 2,5 0-7,-5 3 4,1-1 0,0 4 10,-5-2-3,0-2-9,0 4-14,-5 2-4,5 4 1,0 4-1,0 2 0,7 4 1,-5-4 0,11 2 3,-2-6 4,5-1-2,0 0-2,-1-3-1,3-1-1,2-5 0,-6 3-2,1-3-2,-6 0 2,2 0-2,-2 0 0,-5 0 0,-1 0 0,-2 0 1,5 0 1,-6 0 4,0-3 0,0 3-2,2 0-2,2-3 0,5-3 0,0 0-1,11-2-1,0-1-1,7 2 1,2 0-1,0-2 1,2 1-2,3 2 4,-10 0 0,0 2 0,-8 0 1,-3 4-4,-3-2 6,-8 2-1,0 0 1,-2 0-3,0 0 0,0 0-4,0 0 0,0 2 1,0 0-1,-2 1 1,0 2-2,-6 2-29,6 0-55,-7 1-71,1 0-192</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06:24.725"/>
    </inkml:context>
    <inkml:brush xml:id="br0">
      <inkml:brushProperty name="width" value="0.05292" units="cm"/>
      <inkml:brushProperty name="height" value="0.05292" units="cm"/>
      <inkml:brushProperty name="color" value="#FF0000"/>
    </inkml:brush>
  </inkml:definitions>
  <inkml:trace contextRef="#ctx0" brushRef="#br0">7800 10840 396,'-6'-1'10,"3"-2"-5,-2 1 5,0 0 20,3 0 5,0 0 6,2 0-30,-2 0 11,2 0-14,-2-1-1,-1 3-4,3-1-1,-5 1-1,5 0-1,0 0-9,0 0-9,8 1 7,-4 4-5,7-3 6,7 2-13,6 0-48,10 1-31,10-2-59</inkml:trace>
  <inkml:trace contextRef="#ctx0" brushRef="#br0" timeOffset="578.636">15820 11231 536,'-48'-16'0,"-1"1"-58,12-5 46,1 5 12,11 3 1,8 2 1,5 2 9,6 2-7,-3 2-4,9 4-63,0 0 61,7 0-89,-4-3-66</inkml:trace>
  <inkml:trace contextRef="#ctx0" brushRef="#br0" timeOffset="1304.9903">16535 10814 333,'-13'0'53,"-1"0"-2,8-2 6,-3 2-14,7 0-4,-6-2-1,6 2 1,2 0-6,0 0-11,2 0-10,-2 0-9,8 2 7,-2-2-4,15 2-6,10 2 0,15-3-55,24 4-103</inkml:trace>
  <inkml:trace contextRef="#ctx0" brushRef="#br0" timeOffset="2225.3721">21223 10981 283,'9'-5'33,"0"1"-31,-5 0 12,5 0 34,-4 0 19,-5-1-24,2 3-16,0-5-5,-2 4 1,0-4-4,0 1 7,0 1-12,-2 1-2,0 0-1,2-1-1,0 3-2,-5 1 0,0-2 2,1 1 2,2-2 6,-5 3-5,4-1 0,0-1-1,3 3-4,0 0-3,0 0-3,0 0-2,0 0 0,3 3 6,13-3 1,7 0 1,18 2-6,3-2 1,12 0-1,2 1 0,0 1 3,-2-2-5,-6 2 3,-5 0-1,-10-2 2,-5 0 0,-17 0 22,-7 3 7,-6-3-12,0 0-9,-2 0-2,0 0-5,2 0-2,0 0-3,0-3 1,0 3 2,0 0-3,0 0 1,0 0 0,2 0 0,-4 0-1,2 0-1,0 0-2,0 0 2,-2 0-100,-1 4-86</inkml:trace>
  <inkml:trace contextRef="#ctx0" brushRef="#br0" timeOffset="14309.0306">11054 11580 231,'4'-2'27,"7"-1"6,-2-3-16,-3 5 3,4-3 42,-4 2-23,6 0-5,0 0-8,4-1 0,0 3 8,9-5-10,2-2-3,2 2 2,2-1-10,0 0-1,-2 3 1,0 2-4,-5-1-1,-4 2-5,3-2-1,-8 4 8,-1-4 3,-3 4 3,-5-2-8,2 0 0,-4-2 3,-2 2-7,-2 2 4,0-2-4,0-2-3,0 2 1,0 0-1,0 0-1,0 0-1,1 2 1,7 0 0,-4 2-60,4 2-86,0-2-166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11:27.332"/>
    </inkml:context>
    <inkml:brush xml:id="br0">
      <inkml:brushProperty name="width" value="0.05292" units="cm"/>
      <inkml:brushProperty name="height" value="0.05292" units="cm"/>
      <inkml:brushProperty name="color" value="#FF0000"/>
    </inkml:brush>
  </inkml:definitions>
  <inkml:trace contextRef="#ctx0" brushRef="#br0">23666 10712 557,'-4'-6'104,"4"-4"3,-7 0-23,3 0-21,-1-2-8,-6 0-17,2 0 12,3 1-11,-2 4-9,2 0 2,4 3-10,2 1-16,0 3-6,0 6-11,0 6 11,-5 12 4,1 10-3,0 12 4,2 4-4,-6 2 1,6-2 0,0-2-2,0-6 1,2-6-1,0-5 0,-5-6 0,5-8-24,-2-2-47,0-6-44,-2-4-21,2-5-202</inkml:trace>
  <inkml:trace contextRef="#ctx0" brushRef="#br0" timeOffset="659.8564">23336 10722 249,'-5'0'76,"-1"2"-30,2-4 1,2 0-30,-6 0-13,6-4-1,-2 2 0,-3-3-2,1 2 1,4 1 13,-8 1 10,6-2 14,2 3 5,-5 2-1,5-2 10,-2-1-18,4 3-4,-2 0-8,-4-1 4,2 1-3,0 0-7,-5 0 3,4 0 1,1 0-10,2 1-2,2-1-2,2 0 0,2 0 14,12 0 26,11-1-33,8-7-10,17 0 9,9-4-12,7-3 9,2 1-3,-7 1 4,5 1-2,-6 1-1,-4 1 6,-6 2-4,-12 3 0,-16 0-2,-9 3 2,-6 0 2,-4 2-11,-5 0-1,0 0-2,0 0 1,0 0-5,-2 0 3,-1 2 1,1 0-13,-5 3-48,1 3-51,-3-1-98</inkml:trace>
  <inkml:trace contextRef="#ctx0" brushRef="#br0" timeOffset="1726.467">23934 10968 283,'0'-8'282,"0"1"-191,-2-3 21,-6-1-45,4 0-23,-3 4-9,3-1 1,-1 4-16,-1 1-3,2 3-8,-1 0-7,-6 3 2,0 5 3,-9 7 2,-1 3-4,-1 6 1,1 2-4,6 4 1,7-4-2,-1 0 3,11-5-3,5-4 6,-1-5-5,10-6 5,6-2 11,6-4-8,3-6-4,0-1-6,2-5 11,-4-1 1,-5-1 3,-1-5 0,-12 2-7,-2-3 4,-5-3-3,-7 2-4,-2-2-2,-10 6-3,3-1-3,-9 5-1,-1 5 4,0 4-4,-1 6-2,8 2-63,2 2-31,4 7-70,13-2-167</inkml:trace>
  <inkml:trace contextRef="#ctx0" brushRef="#br0" timeOffset="2386.7653">24950 10700 527,'-3'-18'75,"6"0"52,-3-3-38,0 4-30,0 1-2,0 3 6,0 6-4,0 0-22,-3 6-20,3 1-16,-4 1 2,4 8-3,-2 7 18,4 7 1,2 10-7,-1 6 0,4 5-4,0-3-4,-3-1 0,-2-4-2,0-1-1,-2-8 1,5-3-2,-5-3 0,0-7-3,0-2-50,0-5-29,0 0-27,0-5-58,-7-4-373</inkml:trace>
  <inkml:trace contextRef="#ctx0" brushRef="#br0" timeOffset="2658.8076">24779 10628 171,'0'-14'452,"2"-1"-360,4-1-7,7 1-25,12-2-18,2 1 4,8 0-13,4 2-8,3 2 2,-2-2 3,3 4-14,-10 5-12,-2-2-4,-7 7-10,-5 4-1,1 2 6,-12 6-44,-1 6-50,-5 7-81</inkml:trace>
  <inkml:trace contextRef="#ctx0" brushRef="#br0" timeOffset="2948.8616">25342 10805 713,'-3'-5'95,"2"-2"37,-1 2-26,2 1-66,0 4-40,0 4-2,3 8 2,2 7 11,5 10 6,1 9-15,3 2 1,1 5 0,-10-1-3,6-2 0,-7 2-56,-6-3-115,-3-3-261</inkml:trace>
  <inkml:trace contextRef="#ctx0" brushRef="#br0" timeOffset="5571.7765">22561 11686 637,'-10'-14'15,"4"-2"57,-5 0 19,6 4-29,-2 2 1,3 5-12,4 0-21,0 5-13,0 0-16,0 10-1,-2 8 22,-7 13 0,3 5-7,-7 12 2,5-2-10,2-3-1,-1-2-3,5-7 1,-1-5-4,3 0 1,3-6-1,-3-2 0,2-4-47,3-4-76,-5-3-67,-5-3-295</inkml:trace>
  <inkml:trace contextRef="#ctx0" brushRef="#br0" timeOffset="6030.5802">22291 11668 401,'-4'-6'107,"-6"0"-64,8 0 58,0 0-25,4 0-33,0 1-6,0-2-6,6 2-10,0-3 11,7-1-2,8-3-2,10-2-5,8 0 11,10 0-16,-2 0 2,5 1-5,-7 4-6,-3 1 7,-8 2-12,-7 3-4,-14 0-3,-11 6-1,-1-3 4,-3 0-4,-3 0 3,3 0-7,0 3-1,0 1-16,-2 3-63,0 11-26,-5 3-87</inkml:trace>
  <inkml:trace contextRef="#ctx0" brushRef="#br0" timeOffset="6909.082">22717 11872 487,'0'-7'64,"0"2"22,-2 0 6,-4-1-43,2 3-1,2 0 0,2 3-2,0-3-19,0 3-12,0 0-15,0 6 5,-7 3-3,0 8 7,-3 9 3,-4 6-4,1 3 5,-1-1-1,5 1-3,-1-8 3,8-1-1,-7-5-5,8-6-2,-1-2 2,2-6-2,0 0-3,0-3 4,2-3 7,-1 2 5,5-6-4,1 2 23,4-3-23,5 0-10,3-2 3,3-1-4,4 3 0,-9-2-2,3 2 0,1 2 2,-6 0-5,1 1 3,-3 1-56,0 0-58,-6 1-44,4 1-176</inkml:trace>
  <inkml:trace contextRef="#ctx0" brushRef="#br0" timeOffset="7607.9668">23035 12046 362,'-2'-5'107,"-1"1"-55,3-2 35,0-2-16,0 2-15,0 0-2,0 0-24,-4 2 8,2 0-8,0 0-1,0 2-3,2 2-6,-2 0-9,2 0-5,-8 2-4,2 2 3,-5 2-1,0 2 0,2 3-1,-2-4-2,4 3 3,0-1-3,5 2-1,0 1 3,-5 0-3,7 2 2,-2 1 0,2-4 0,4 2 1,3-2 0,-2 0 2,4-6 0,-1 0 6,1-1 1,3-6 1,1 0-5,1-3-1,0 0-2,3-6 0,-2 4 2,1-4-2,-4 1 1,3 3 3,-9-1-1,1 0 7,-5 1-6,0 0-1,-2 0-6,-2-2 8,0-3-9,-9-1-2,-1-1-3,-2 2 2,-1 2 2,-2 4 0,1 3 0,1 0-28,1 6-51,5-2-21,3 5-82,6 1-153</inkml:trace>
  <inkml:trace contextRef="#ctx0" brushRef="#br0" timeOffset="8632.3149">21070 11703 368,'3'-9'138,"2"4"-56,2-5 19,-5-1-13,2-1-21,6-2-5,-6 2-16,4 3 2,-5 2-13,-1 3-28,0 7 4,0 10-8,-2 15 23,-2 14-6,0 10-3,-3 11-6,-1-2-4,0 2-5,4-7-1,-6-6 2,6-6-3,2-6-38,2-10-74,6-6-111,-6-9-262</inkml:trace>
  <inkml:trace contextRef="#ctx0" brushRef="#br0" timeOffset="8941.6349">20898 11744 653,'2'-15'17,"4"0"-2,6-3 70,1 1-31,12-3-15,4 1-1,4 3-13,7-2 3,1 4-8,-4 0-4,0 2-3,-3 1-4,-8-1-3,0 7-2,-7-1 1,-5 0-4,-5 3-1,-5 3-15,-4 0-17,0 3 32,-2 3-6,0 5-5,2 4-60,-2 5-45,-5 6-71</inkml:trace>
  <inkml:trace contextRef="#ctx0" brushRef="#br0" timeOffset="9531.8627">21357 11839 682,'0'-14'22,"0"3"35,0 4 27,0 5-51,0 8-31,2 8 3,2 1 7,3 5 4,-4 13-11,1 4 4,-2 0-6,-4 1 0,-2-6-1,1-3 0,-6-8 1,5 0-2,-7-10 1,9-4 2,0-4-2,2-1-2,0-7-35,4-4 19,7 0 7,5-3 9,3-6 3,6 1-1,4-1 7,-1 4-6,0-5-1,-1 0 0,-8 1 3,-3 0 1,-3-4 2,-1 0 14,-6 2-1,-1 1 0,-3-2 6,-4 7 3,-3 3-2,3 6-9,2 3-7,-2 0-12,0 6 1,0 8 1,-11 4 0,4 7 1,2 6-1,-5 7 0,8-4-2,-3 7 0,7-4 2,0 4-2,7-6-39,-5-1-52,4-2-65,6-1-123</inkml:trace>
  <inkml:trace contextRef="#ctx0" brushRef="#br0" timeOffset="9925.9227">21780 11964 627,'0'-7'22,"-4"3"24,-7 4 14,4 6-28,-6 11-3,-3 6-3,-4 9-6,4 5-4,8-1 0,-1-4 0,9-6-4,9-6 5,4-6 2,4-6-4,3-4 9,5-4-16,2-4 0,-5-4 1,-1-2 7,-6 0 7,-5-4 10,-6-2-19,-8-2-7,-6-5 0,-7 1-1,-10 3-5,-2 2-1,-12 4 0,1 6-1,-4 5 1,3 6-18,8 4-84,4 6-30,16 1-154</inkml:trace>
  <inkml:trace contextRef="#ctx0" brushRef="#br0" timeOffset="13289.8655">21241 12483 256,'-25'-4'330,"8"-4"-323,1-3 29,-2 1 26,11-1-14,-2-2-10,7 3-1,2-2-14,6 3-2,-1 0 11,0 1-18,4 2 3,4 5-4,5-2 0,9 7-5,8 2 3,14 4-6,10 2 3,12 6 2,12-2-7,3 5-2,3-1 14,10-5 2,-6-1-1,5-3-7,-2-5 11,-3-6-18,-1-3 4,-3 1 3,-6-1-4,1-2-5,-10 0 0,-1-4 2,-3 2 3,-6-4-3,-1 2 0,-12-3 5,-2 1-3,-6 1 5,-12 2-5,-2-2 2,-10 3-2,4-4 5,-11 1-8,5-2 2,-9 2 0,6-2-1,-3 0-2,0 2 2,1-2-1,-4 2-1,-1 2 0,-3-1 1,1 0 8,-5 4-5,-2-4-1,-1 3-3,1 0 1,0 2 2,0-3-3,-5 7-4,5-3 2,0 1-8,0 2-70,-5 0-79,2 5-58</inkml:trace>
  <inkml:trace contextRef="#ctx0" brushRef="#br0" timeOffset="14459.9005">24067 11767 477,'-4'-11'77,"4"-1"25,-7 1-14,5-1-24,0-1-7,0 1-8,0 2 2,2 3 2,0 0-11,0 6-14,0-2-25,0 7-2,0 4-1,-8 12 18,6 9 1,-2 10 3,2 7-13,-6 5 4,8-5-10,0-4 2,8-2-4,-6-6 0,2-6 1,6-1-2,-6-8 0,5-5-20,-7-1-57,2-5-39,4-4-75,-6-4-172</inkml:trace>
  <inkml:trace contextRef="#ctx0" brushRef="#br0" timeOffset="14749.7097">23780 11783 561,'2'-16'102,"9"-4"-89,9-2 90,9-3-50,9 4-14,9-4-14,2 1 5,7 2-1,-9 4-12,-3 0-13,-4 6 2,-13 2-6,-7 6-12,-7 1-10,-3 8-19,-8 2 3,2 2-28,0 2-42,1 0-62</inkml:trace>
  <inkml:trace contextRef="#ctx0" brushRef="#br0" timeOffset="16238.486">24163 11915 465,'-7'-10'58,"1"-2"41,4 0-21,-5 0-16,5 3-12,0 0 0,2 5-12,-2 3-7,2-2-21,0 3 1,2 0-7,0 4 1,2 4 25,3 9-7,4 6-10,-4 7-6,2 2 0,-7 4-7,0 0 4,-2-4-2,-2-4-4,0-2-1,2-8-55,-2 0-43,2-6-42,-5-3-54,3-5-54</inkml:trace>
  <inkml:trace contextRef="#ctx0" brushRef="#br0" timeOffset="16589.4614">24165 12133 360,'10'-14'117,"-6"0"-40,7 1 35,3 1-53,1 0-9,1-2-14,3 1-8,4 1 5,-3-2-8,3 2-1,-8 0 1,-5-3-6,-2 4 2,-5-3 5,-3-2-14,0-1 6,-3 0-5,1 1 3,-4 0 4,0 4-5,2 4 6,2 5 0,-3 0-13,3 0-1,0 6-7,2 0-9,0 2 9,-2 4 1,2 8 1,0 3 3,4 8-2,3 0 1,-3 4-4,8-2 0,-8 2 2,5-4-2,-7 1 0,-1-7 0,2-1-60,-1-2-65,-2-5-96,0-3-223</inkml:trace>
  <inkml:trace contextRef="#ctx0" brushRef="#br0" timeOffset="16911.7301">24546 11967 601,'3'-12'65,"-3"1"37,0 2-13,0 1-33,2-1 0,0 4-2,0 3 0,-2 0-22,0 4-32,-2 0 4,0 3-4,0 12 15,2 5 5,0 6-11,0 9-3,0-4-2,0 4-4,0-7 2,2-2 0,0-6-2,1 0-52,4-4-90,-5-4-127</inkml:trace>
  <inkml:trace contextRef="#ctx0" brushRef="#br0" timeOffset="17767.5998">23855 12468 439,'-8'-11'66,"-5"-3"14,-1 1 11,5 1-31,2 3-3,0-2-21,3 5 5,4-1-10,2-2 2,6 4-5,-7-3-3,8 1-2,1 2-4,3 0-14,0 1 2,2 6-7,3 2 0,4 6 0,8 6 4,-1 5 0,11 2 0,-3 2 5,8 0 1,5-3 4,0 1 3,6-6-8,0 0-4,-2-3 4,0-2-4,-6-2 2,-4-2-2,-1 0 0,-1-4 3,-3 0 0,-3-4-3,4-2 0,-3-2-1,-4-4 1,-3-1 0,-2 0 1,-6-2-3,-5 2 0,-4-3 0,-7 4-3,3-2 0,-9 3 0,3 0-21,-3-3-49,-3-1-62,-2 1-116</inkml:trace>
  <inkml:trace contextRef="#ctx0" brushRef="#br0" timeOffset="18299.4197">24926 11767 276,'-7'-16'243,"-2"0"-156,5-1 14,4 4-15,0 1-32,0 3-8,2 4 9,2-2-13,-4 6-16,2 1-21,-2 1-4,0 7-1,5 8 22,-3 10-9,3 8 6,4 7-13,3 1-4,-2-2 2,1-1-4,-2-6 0,-3-3 2,-3-6-1,4-2 2,-7-3-3,0-8-41,0 0-77,0-6-77,-2-5-206</inkml:trace>
  <inkml:trace contextRef="#ctx0" brushRef="#br0" timeOffset="18601.0798">24750 11717 537,'-10'-14'94,"8"0"-10,7-2 14,8-3-44,8 1-10,8-3-20,0 0-1,4 2 11,5-1-11,-7 8-4,0-1-6,-4 1 5,-2 5-9,-10 2-9,-9 1-8,-4 2-17,6 4 20,-8 6 4,0 2-43,0 6-52,0 8-42,0 6-102</inkml:trace>
  <inkml:trace contextRef="#ctx0" brushRef="#br0" timeOffset="19463.0124">25107 11809 560,'-6'-11'64,"0"4"34,4 1-29,0 1-21,2 1-11,0 4-8,2 0-4,-2 0-6,0 0-13,0 4-6,-2 5 8,-3 4 9,3 8-6,-3 7-2,4 4-2,-7 0 4,2 3-9,0-4 7,3-2-3,3-5-1,0-7 1,0-2-1,3-6 0,5-2 4,-4-4 4,8-1-3,1-2-2,3 0-4,3-2-3,2-1-2,1-4-31,-2 3-20,-4-1-48,-1-2-18,-1 2-23,-3-3 25,3-4 43,-8-3 53,3 1 20,-3-2 24,2 3 33,-6-4 19,-2 2-8,2 1-1,-4 2-19,2-1-3,0 5-10,-2 2-4,-4 2-10,6 2-8,0 4-11,-2 0-2,0 4 7,-15 29-1,10-22 1,4-1 0,3-2 0,0 1 1,0 10-7,3-1 2,4-2 5,1-5-5,3 0 8,1-6 11,3-6-1,-1-2-8,0-6 2,5-3-3,-4-6-4,6-2 15,-8-2-6,0-1 4,-2-4-7,-4 4-2,-2 2-4,-8 1-8,1 6 0,-5 3-4,-4 4 0,-7 3 1,-5 6-63,-6 4-45,-10 6-132</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12:07.742"/>
    </inkml:context>
    <inkml:brush xml:id="br0">
      <inkml:brushProperty name="width" value="0.05292" units="cm"/>
      <inkml:brushProperty name="height" value="0.05292" units="cm"/>
      <inkml:brushProperty name="color" value="#FF0000"/>
    </inkml:brush>
  </inkml:definitions>
  <inkml:trace contextRef="#ctx0" brushRef="#br0">5427 8603 388,'-104'73'0,"12"7"-36</inkml:trace>
  <inkml:trace contextRef="#ctx0" brushRef="#br0" timeOffset="10852.4584">12583 6615 464,'-7'-16'74,"3"2"-32,2 2-4,-3 0 4,-1-3-25,3 6 22,-6 1 6,5-1-17,-6 4-14,6 1-9,4 1-5,0 6-5,-2 1 4,2 6-7,2 8-43,2 12-39,17 12-28,10 10-142</inkml:trace>
  <inkml:trace contextRef="#ctx0" brushRef="#br0" timeOffset="11024.3077">12881 8097 676,'-26'36'0,"1"-13"-111,10-9 28,10-11-50,12-1 64</inkml:trace>
  <inkml:trace contextRef="#ctx0" brushRef="#br0" timeOffset="12567.4841">17492 5937 346,'-16'-16'74,"-5"-2"-24,4 1 6,-1-4-7,3 1 9,-6 3-6,6-2-6,-1 3-21,1 0 11,-10 4-23,3 0 1,-7 0 6,-7 2-5,-4 0-1,0-2-2,-9 3 2,-1 1-3,-3 3-8,-7 0 5,-5 3-2,2 4-3,-5 3-1,1 3 1,1 0-1,-4 4 0,-1-1-1,-10 6 5,6 1 5,-3 0-10,7 2 5,6 4 0,9 0-3,9 4-2,5 2-1,2 2 2,9 5-2,-1 0 0,1 5 0,3 4 2,-9 5-1,6 2 3,-9 2-4,9 1 0,-2-2 0,4 1-1,6-4-3,8 0 4,1 2-2,14 2 2,2-3 0,8 3 0,3-6 1,5-1-1,11-3 4,2 0 0,11-5 4,5 4-6,6-5 0,3 3-2,1-3 4,4 1-4,2-2 1,-1 0-1,5-6 4,-3-4-4,6-7 1,1-4 1,0-9 2,3-4-3,7-4-1,-2-6 1,4 0-1,2-2 0,-2-1-1,1 0 4,-8-2-3,-5-2 1,-1-5 2,-1-2 0,-5-6-3,3-5 1,-3-3-1,3-1 2,-9-6 3,0-1-3,-6-4 0,-9-3 0,-9-9 2,-3-1 2,-8-10-1,-7-1-4,-5-2 1,-9 0-2,-2 5 0,0 4 1,-2 5 2,-7 2-5,2 3 3,-4 0-1,-4 2 0,-1 5 0,-7 0-2,-2 3 2,2 7 5,-6 2-2,-5 7 3,2 0-3,2 5-1,-4 2 0,-4 2-1,-4 1 0,-1 2 0,-2 3 0,-1 2 0,-8 1 0,-1 4 0,-3 3 2,0 0-2,4-1 3,6 3-3,7 0-1,10 0 1,6-1 2,13 1-6,9-2-1,1 2 2,4-2 2,-2-1-1,0 3 1,0 0 0,0 0 1,0 3-1,0-1-5,-2 0 4,2 4-26,-2 1-19,-3 5-42,3 9-82,4 4-237</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1T06:02:40.441"/>
    </inkml:context>
    <inkml:brush xml:id="br0">
      <inkml:brushProperty name="width" value="0.05292" units="cm"/>
      <inkml:brushProperty name="height" value="0.05292" units="cm"/>
      <inkml:brushProperty name="color" value="#FF0000"/>
    </inkml:brush>
  </inkml:definitions>
  <inkml:trace contextRef="#ctx0" brushRef="#br0">10145 11361,'25'0,"0"0,0-25,0 25,24 0,-24 0,0 0,0 0,0 0,24 0,-24 0,0 0,0 0,-1 0,1 0,0 0,0 0,24 0,-24 0,25 0,-25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24:16.458"/>
    </inkml:context>
    <inkml:brush xml:id="br0">
      <inkml:brushProperty name="width" value="0.05292" units="cm"/>
      <inkml:brushProperty name="height" value="0.05292" units="cm"/>
      <inkml:brushProperty name="color" value="#FF0000"/>
    </inkml:brush>
  </inkml:definitions>
  <inkml:trace contextRef="#ctx0" brushRef="#br0">9638 2224 392,'-25'0'37,"3"-4"50,-1-3-58,8 2 14,10 3 12,-1 2-21,11-3-34,-4 3-2,4-2 2,4 0 8,5 1 36,6-1 6,20-3-24,20-2-2,25-4-2,26-5-3,19-3-9,16-1-5,11-3-2,9 1-3,5-2 2,-9 2-1,-4 0 4,-13 2-3,-18 0 1,-24 8 0,-23 0 3,-29 6 6,-15 1-9,-18 5 34,-16 0-21,-2 0-16,-2 2 0,2 1 36,-4-3-27,-4 0-5,6 0-4,-2 0 2,-3-3-1,3 6-1,4-3-12,0-3-40,0 3-91,0 7 42,2 1-131</inkml:trace>
  <inkml:trace contextRef="#ctx0" brushRef="#br0" timeOffset="151.1114">11682 2107 676,'-27'16'0,"8"-6"-41,7 0-140,19 0-140</inkml:trace>
  <inkml:trace contextRef="#ctx0" brushRef="#br0" timeOffset="2008.5712">14446 1402 616,'-13'7'11,"-4"1"17,5-2 8,-4-6 13,14 3-7,0-3-40,4 0 22,3-5-13,10 1 26,12-4-14,11 1-5,11-7-11,16-1-3,6 1 7,3-1-10,1 1 2,-3-1 2,-1 3-4,-11 5 1,-6-2-1,-10 3-1,-8 2-2,-14 2-2,-6 0-28,-6 2-12,-10 2-47,-8 0-35,-12 6-172</inkml:trace>
  <inkml:trace contextRef="#ctx0" brushRef="#br0" timeOffset="2219.9164">14462 1526 706,'11'6'14,"9"-8"34,18-8-20,16-2 9,8-4-3,19 0-9,-2-2-5,4-1-16,-2 7 0,-15 2-3,-8 2-1,-11 4-56,-14 2-34,-4 4-123</inkml:trace>
  <inkml:trace contextRef="#ctx0" brushRef="#br0" timeOffset="35655.8998">5223 17265 429,'0'0'37,"0"-2"-30,0 2 5,0 0-11,2-2 2,0-1-2,2 3 0,3-2 0,-4-1-1,2 1 0,7 2-2,-3-2-23,4 0-190</inkml:trace>
  <inkml:trace contextRef="#ctx0" brushRef="#br0" timeOffset="35978.3035">10113 17283 110,'11'-8'0</inkml:trace>
  <inkml:trace contextRef="#ctx0" brushRef="#br0" timeOffset="36375.0539">11138 17186 163,'6'-5'54,"4"5"-16,-8-4-12,0 4 1,-2-2 10,5 2-18,-5-2-12,-5 2-1,5-2-2,5 0 5,-5-1-9,1 0-4,-1-1-32,3-1-12,-1 2-15,0 1-12</inkml:trace>
  <inkml:trace contextRef="#ctx0" brushRef="#br0" timeOffset="36605.5168">11194 17133 239,'0'0'83,"-2"-2"-18,2-1-31,-5 2-10,5-3-2,0 0-15,7 0-5,-5 0 1,0 1-2,0 0 7,4-1-4,-2 4-3,-2-5-2,-2 5 2,4 0-2,1 0-1,-2 0-4,0 5-24,5-5-13,-6 0-46,0 0 7</inkml:trace>
  <inkml:trace contextRef="#ctx0" brushRef="#br0" timeOffset="74477.3616">9353 12293 395,'-31'12'5,"-3"1"1,-2 1-1,7-2-3,2 2-1,12 0-2,0-1-6,8-1-43,2 0-5,10-3-141</inkml:trace>
  <inkml:trace contextRef="#ctx0" brushRef="#br0" timeOffset="89420.5122">12899 13975 233,'-9'4'17,"3"-1"-15,-5 2 4,4 0 7,0-3 0,1 3 20,-1-5 2,5-2-6,-2-3 30,3 2-9,-6-2-2,5 1 4,0 0-11,0 3-3,0 1-5,-3 0-2,5 0-3,-2 0 5,4 0 9,3-3 0,-1-2-25,2-4 1,8-3 6,6-2-10,9-2 7,4-2-9,10 3-2,3-2-2,8-1-6,0 4 0,-3 2 0,0 2-2,-10 6-5,-8 1-31,-6 6-35,-10 3-64,-5 2-127</inkml:trace>
  <inkml:trace contextRef="#ctx0" brushRef="#br0" timeOffset="89661.6321">12941 14045 775,'-9'-2'42,"9"-4"-36,6-5 27,0-4-6,17 1-13,8-4 10,9 1-20,9 1 3,-3 2-7,6 3 0,-8-1-44,-1 5-28,-10 3-51,1 1-73</inkml:trace>
  <inkml:trace contextRef="#ctx0" brushRef="#br0" timeOffset="90796.0723">13902 14048 702,'-9'2'35,"5"-2"-19,2-2 27,4-1-19,9-4-1,7-1-6,11-4-4,11 0-6,3-4-4,1 2 1,3 0-4,4 2-1,-7 3-2,-1 7-50,-10 2-39,-4 2-80,-13 7-190</inkml:trace>
  <inkml:trace contextRef="#ctx0" brushRef="#br0" timeOffset="90959.1868">14014 14209 782,'-7'8'34,"12"-4"-16,3-10 11,17-4-22,13-6-1,14-2-6,21-6-75,9-1-190</inkml:trace>
  <inkml:trace contextRef="#ctx0" brushRef="#br0" timeOffset="93404.9957">11702 9166 268,'7'-2'125,"-7"-2"-105,0 1 24,0 0 12,-3 1-23,3 0-22,3 2-4,-1-2 3,0-1-4,10 3-1,-1-1-2,9 1-3,7 0 0,15 1-3,16 4-81,16 1-111</inkml:trace>
  <inkml:trace contextRef="#ctx0" brushRef="#br0" timeOffset="95510.2141">16852 13979 452,'-12'-4'35,"-2"0"15,7-3 11,-6 3-16,1 2 8,2 1-8,2-1-6,-5 4-10,1-2 8,1 0-4,7 0-6,0 1 0,-3-2 4,16 1-1,-5-2-14,11-3-1,8-1-7,4 1-5,2-2-2,4-1 2,7 2-3,-4 2-16,2-1-50,-5 5-44,-6 3-140</inkml:trace>
  <inkml:trace contextRef="#ctx0" brushRef="#br0" timeOffset="95699.3487">16676 14189 822,'-7'2'28,"7"-6"-10,9-8 12,6-4-23,14-2-1,12-4-6,2-1-6,14 2-100,3-2-157</inkml:trace>
  <inkml:trace contextRef="#ctx0" brushRef="#br0" timeOffset="96665.9834">16649 12599 618,'-7'-12'7,"5"0"22,0 1 50,-1-1-24,3 7-14,0-1-17,3 3-12,-6 6-11,3 6 13,-2 7 3,-6 9-1,5 9 3,-6 6-6,5 2-8,-3 2 4,-2 1 3,0-4-9,5-6-1,-8-6-1,8-8 2,2-7-1,0-6 9,-3-4 5,5-6 9,0-3-12,5-6-8,-1-6-4,0-3-1,6-4-2,1 1 2,4-4 1,3 5-1,0 2 0,4 2 0,-2 6 2,1 4-3,-6 4 1,-1 4-6,-4 4 6,1 4 1,1 3-1,-3 1 0,-5-3 4,-2 3-2,-6 1-1,-9-1 0,-12 0 0,-7-1-1,2 0-5,-4-2-19,5 1-23,9-3-35,5-2-68,1 0-152</inkml:trace>
  <inkml:trace contextRef="#ctx0" brushRef="#br0" timeOffset="97798.9811">17066 12746 541,'31'-13'36,"-4"1"-23,-10-2 52,-5 2 3,-8 2-15,-4 0-8,-4 3-26,-8 0 2,4 1-1,-11 5 5,0 2-6,-9 5 1,0 4-1,-4 4 4,4 6-6,-1 1-8,5-1-7,10-1 2,7 0-3,0-2 2,12-2 0,2-6 1,6-1-1,0-4-3,7-4 1,5-2 0,1-5 2,4-5 0,0-5-6,-2-3 3,-2 0 0,-8-1 1,-4-2 1,-3-1-3,-9 4 2,-2 3-1,-2 0 1,0 7 3,-3 4-4,3 2 0,0 4-1,2 5-3,-3 4 4,3 1 2,0 6-1,3 4 1,1-4-1,5 3 0,0-5-1,0 1 1,4-7-1,2 1 0,1-6 2,4-3 0,-2-3-2,0-6-2,5-1 1,-8-3 0,-1-6 1,-8 1 1,3 0-1,-7-2 0,0 3 0,-2 4 0,0 2 0,0 6-1,0 3-2,0 2 0,0 4 0,2 6 3,-2 2 0,5 6 2,0 3-1,-1-4-1,5 1 1,-5-4 0,5-5 0,-4 0 0,2-5 1,-4-2-1,9-4 1,-5-6-1,6-2 1,2-6-2,6-2 0,-3-1 0,-4-2 0,3 3 1,-4 4-1,-3 4 0,-6 1-1,-4 9-1,2 0-1,-2 3 1,2 3 2,0 4 3,5 2-1,-1 3 0,4 0-1,3-1 1,-2-5 0,3 0 1,-4-5-1,9-4 0,-4-2-1,3-6-1,1-2 1,4-6 1,2-2-2,-7-4 0,-1-2 6,-1 0-6,-5 0 0,-2 0-1,-4 4 1,-5 2 4,0 6 6,0 3 1,0 4-6,0 5-5,2 0-3,-2 5 3,2 8 1,-2 4 3,7 6-2,-5 3-1,1 4-1,8-5-1,-7 1 1,5-1 4,-7-4-4,0-2-39,0 1-14,-2-4-54,-2 0-78,0-2-198</inkml:trace>
  <inkml:trace contextRef="#ctx0" brushRef="#br0" timeOffset="98300.0098">18044 12444 104,'13'-18'524,"-3"4"-503,-10 4 57,0 3-19,-10 4-44,-3 8 22,-5 0 0,1 7-3,-8 3-11,5 0 6,-4 3-1,12 3-14,-1-3 0,8-1-9,3 2 4,7-1-9,6-4 5,2-2-2,3-2 4,4-2-6,6-4 2,5-4 1,8-4-4,1-4 0,2-2 1,-6-7-4,2 0 3,-9-5-2,-2-2 2,-10-5 2,-3 0-2,-4 0 2,-7 1-1,-3 5-1,-3 4 0,2 5 0,-4 6 0,5 2 0,0 6-4,0 0-2,0 9 6,6 3 2,-1 5-2,7 7 3,1 8 0,3 2 6,-2 1-8,3-1 1,-6-4 0,-9 0-2,-11-4-1,-13 0-63,-17 3-125</inkml:trace>
  <inkml:trace contextRef="#ctx0" brushRef="#br0" timeOffset="98783.6799">16965 13029 544,'-4'-21'106,"-5"7"-84,0 0 86,2 5-50,5 4-26,-6 10 0,5 4-2,-1 8 11,-9 10-24,3 7-8,-1 4 1,2-1-6,-2 1 2,2-4-5,3-5-1,2-5-14,0-3-44,2-7-36,0-2-44,2-10-31,4-4-169</inkml:trace>
  <inkml:trace contextRef="#ctx0" brushRef="#br0" timeOffset="99088.7451">16894 13016 525,'0'-20'43,"-2"9"37,0 6-34,2 9-22,-5 4 45,3 8-29,0 5-14,-1 8-2,-6 0-6,5-2-1,0-8-5,-3-2-2,5-8 6,0-6 9,2-6-6,2-8-11,7-4-7,-4-10 3,10-8-4,-2-2 1,5 3 3,-4 0 1,3 10-5,-6 5 6,0 14-4,-1 8 0,-4 10 1,7 11-3,0 10-1,1 6-14,0 6-98,-3 2-154</inkml:trace>
  <inkml:trace contextRef="#ctx0" brushRef="#br0" timeOffset="99859.5601">15764 14127 645,'0'-20'22,"0"0"22,0 4 38,-2 4-26,0 5-28,-4 5-8,6 7-5,-4 4 3,2 11 14,0 9-8,-7 9 7,4 11-8,-1 6-3,1 4-12,3 3-1,0-4-3,0 0-4,2-4 4,0-8-2,2 0-1,0-10-1,-2-6-13,0-8-35,0-6-37,0-6-23,0-5-40,2-5-145</inkml:trace>
  <inkml:trace contextRef="#ctx0" brushRef="#br0" timeOffset="100318.9819">15708 14622 537,'0'-8'65,"0"2"-23,0-1 34,7 2-31,-1-1-4,8 3-6,5-2-17,4-2-6,2 2-4,-3-1-1,0 0-4,-4 0 0,-10 4-1,-2 0 4,-4 4 1,-4 3 10,-1 8 7,-6 6-4,5 7-8,-9 6 3,3-1-7,3 5 4,-3-1-6,6-6-5,-4-7 0,4-4 4,4-9-3,0-5 1,0 0 1,0-8 1,0 1 0,2-2-3,-2-5 0,2-3-1,3-2-1,-10-7 2,1 0-2,2-3 1,-10 2 5,1 0 6,2 3 0,-3 0-3,0 5-4,1-2 5,5 8-6,-2 0-4,4 6-4,4-2-13,0 7-65,0 4-91</inkml:trace>
  <inkml:trace contextRef="#ctx0" brushRef="#br0" timeOffset="102186.0061">15454 15360 782,'-16'6'56,"1"-2"-54,6-2 61,0-4-48,9 2-3,4 0 23,12-1-16,6-5-14,5 1 1,0-3-3,-5-5-1,1 1 2,-15-2 4,1-3 1,-9-1-1,-9 0 0,3 0 5,-8 2-7,3 0-1,7 2-1,0-3-4,6 3 1,2 2-1,6 5 0,7 0 1,-2 3-2,-1 7 2,0 1-2,3 1 1,-6 9 0,0 4 3,-6 3 2,-1 5-4,1 0 4,-5 0 0,0-2 0,0-1-1,0-6-1,2 0 0,0-4-2,1 0 1,7-4-2,-3-1 4,4-2-4,0-3 3,3-3-2,1-5-2,1-4 4,0-3-1,8-1-1,-7-3-1,1-4-1,-2-2 1,-5 0 1,1-6-1,-8 4 0,1-2 0,-5 4 1,-5 0-1,3 8 1,0 4-1,-1 3-2,-4 6 2,3 2 2,0 3-2,-5 6 1,5 2-1,-8 7 0,10 0 5,-5 4-5,7-3 0,5 2 0,-1-4 3,8 0-2,-4-4-1,10 0 0,-4-7 1,3 2-1,-1-5 2,-1-3-2,3-2 0,5-3-8,-6-5 4,6-3-4,-3-1 7,5-1-3,-8-2 4,1 0-3,-5 0 2,1-2 1,-5 2 2,-5 0 0,-4 2-2,-4 0 0,-5 1 0,4 4 1,-6 0 4,9 4-5,-7 5-3,5 1 3,-6 6 0,4 3 4,-5-1-7,-1 12 7,6-4-1,-3 3-3,7-1 0,2-1-4,0-4 4,4-2 6,3-5-6,-1 0 2,6-7 0,-1-4 0,3-6-2,1 2 1,1-6-1,-1-4 1,-4 4 0,-6-3-1,4 2 1,-9-1 1,-2 2-2,-5 4 0,5-3 1,-3 9-2,-2-1 0,5 1 1,0 1 6,2 3-6,0 0-3,0 7 2,0 2 1,0 14 0,2 0 6,0 10-6,10 2 0,-1 2 3,4 1-3,1 0 0,4-1 1,0 2-1,-2-3 0,-1-1 1,-1-4-1,-7-4 0,-3-8 0,-1 0 1,-2-9 0,-11-7 1,6-3 2,0-3-2,-2-3-2,-7-5 0,1-1-1,0-5 1,-1-1 0,-1-5 9,3 4-7,5-6 2,4-3 6,9 0-10,-3-1 0,9 0 0,11-3 0,-2 0 0,0 0-2,8 6-7,-8 4-43,3 6-70,0 5-106</inkml:trace>
  <inkml:trace contextRef="#ctx0" brushRef="#br0" timeOffset="102615.3725">17654 15109 892,'-49'13'0</inkml:trace>
  <inkml:trace contextRef="#ctx0" brushRef="#br0" timeOffset="104668.1372">17222 15005 585,'-10'-4'275,"4"0"-253,-5 4 40,7 6-52,-1 6-3,14 14 0,11 6-3,4 8 0,7 1-1,6-4-3,-8-2 1,-8-3 0,-7-8 0,-5-6 1,-5-6 1,-4-6 0,0-4 6,-2-4 15,0-8-17,-2-4-6,-5-6-1,-5-10 2,3-5 5,-3-2-5,6-8-1,-4 0 9,9 0-6,3 3-1,2 2 0,4 10-1,5 4-2,3 10-2,-1 5-1,0 14 1,1 6 2,-6 11 0,2 9-3,-1 5 3,-7 7 0,-4-2 0,-10 1 0,1-3 0,-4-6 0,-1-2 0,1-9 0,1-3 0,10-5 0,-3-3 0,7-4 0,2 2 1,7-2 1,2 2 2,3-1 4,6-4-6,6 0-2,1 1 7,4-6-7,10-1 0,-6-2 2,5-4 1,1-2-3,-6-4-2,1 0 2,-9-2 0,-10-1-1,-3 2 0,-8-1 0,-6 2 1,-4 4-3,0 0 1,-8 3-1,1 7 3,-2 0-1,3 6 1,-2 2 0,-2 2 3,3 4-2,2 3 1,5-2 0,-1 4-1,7-2-1,2 3 2,8 0 2,3-1-3,7-5-1,-1-2 4,-6-4-3,8-5 6,-7-4-5,1-9-2,-3 1 5,1-4 3,-6-3 13,-6 0-8,-11-1-9,0 7-2,-13 5 0,0 3 0,-6 5-2,-2 3 1,2 5-1,4-4-18,13-1-50,2 5-41,17-8-44,9-1-306</inkml:trace>
  <inkml:trace contextRef="#ctx0" brushRef="#br0" timeOffset="105000.0189">18314 14829 745,'-14'-20'58,"6"-1"93,-2 9-74,7 2-38,-5 9-30,6 4-8,2 16 19,-2 5-2,2 11-1,0 10-5,4 3-6,4-2-5,-2 0 4,5-6-1,3-2-3,1-3-1,-1-6-63,-8-4-67,3-2-105</inkml:trace>
  <inkml:trace contextRef="#ctx0" brushRef="#br0" timeOffset="105470.9755">18200 15100 699,'-20'-9'69,"7"-3"46,2 2-82,13-2-27,13-2-5,13 0 2,11-2-3,8 0 3,5 1-3,3-2 0,-10 2-1,1-2 1,-3 5 5,-3 0 2,-11 7 4,-3 0-6,-5 3-1,-2 6-3,-9 2 0,-1 8 7,-3 2-5,-1 6 10,-5 1-5,0 3 0,0-3-3,4 0-4,6-6 4,-2-1 1,7-8 2,6-6 9,-1-4-5,5-6-6,-6-4-1,6-2 3,-11-6 12,1-1 5,-11-2 0,-6-1-5,-9-2-11,-7 0-4,-7 6-4,-9 6 1,-3 6-1,0 8 0,-6 4-1,3 0-7,11 4-60,14 1-69,5-4-111</inkml:trace>
  <inkml:trace contextRef="#ctx0" brushRef="#br0" timeOffset="106131.1676">19256 14720 702,'-1'-16'60,"1"1"69,-2 0-61,-6 3-24,6 6-8,2 4-17,0 2-19,-2 8 3,2 9 16,-2 7 3,-7 7-7,5 10-2,-3 0-10,3 4 0,3-5-1,2-4 0,8-6-1,-7-4 0,0-8 1,0-6-1,0-4 1,-4-5 3,2-4 0,0-7-3,-2-2 0,0-10-2,0-8 0,-7-12 2,8-6-1,-1-10 4,2-4-5,3-2 0,8 4 0,2 9-1,3 8-2,-1 12 3,5 9-6,3 6 4,-6 7 2,4 5 0,-11 13-2,2 3 1,-3 10-9,-7 5 5,-6 2 3,-7 7 2,-3-4 1,-1 0-1,-6-2-1,1-1 0,3-4 2,0 0-1,5-3 1,-2-2 0,12-2-1,-3-4 0,10-4 0,3-5 3,8 0-1,11-5-1,11-6-1,7-2-17,0-2-73,8-2-77,-9 0-123</inkml:trace>
  <inkml:trace contextRef="#ctx0" brushRef="#br0" timeOffset="106453.1802">19616 14780 714,'-20'-14'83,"-1"-1"42,13-6-83,1 3-26,18-3-3,7 2-5,9-3-8,4 5 9,5 6 1,-5 2 23,-4 3-11,0 6-5,-10 7 1,3 5-2,1 10-11,-6 10 3,-4 6-4,-6 2 2,-5 0-2,-2 1-4,2-8 5,-10-1-4,6-9 1,-3 0-2,3-2-50,2-7-62,2 0-99,0-5-398</inkml:trace>
  <inkml:trace contextRef="#ctx0" brushRef="#br0" timeOffset="106621.7273">19685 14955 541,'-18'-8'206,"5"-3"-147,6-4 19,16-2-62,9 0-13,11-1-2,9 0-1,6-4-36,-1 5-98,-3 3-237</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29:49.382"/>
    </inkml:context>
    <inkml:brush xml:id="br0">
      <inkml:brushProperty name="width" value="0.05292" units="cm"/>
      <inkml:brushProperty name="height" value="0.05292" units="cm"/>
      <inkml:brushProperty name="color" value="#FF0000"/>
    </inkml:brush>
  </inkml:definitions>
  <inkml:trace contextRef="#ctx0" brushRef="#br0">8459 8801 683,'-11'-7'4,"-1"4"10,-1-6 3,-1 6 29,12-3-18,2 3-21,0 0-5,0 1-1,2-2 4,6-1-5,-4 0 0,-2-6 0,8 2-74,1-10-142</inkml:trace>
  <inkml:trace contextRef="#ctx0" brushRef="#br0" timeOffset="176.1258">8773 8265 804,'-7'-4'13,"-1"0"-9,-3-1-1,-2-2-3,12 0-47,5-5-31,12-6-131</inkml:trace>
  <inkml:trace contextRef="#ctx0" brushRef="#br0" timeOffset="330.2349">9045 7822 768,'-9'-2'2,"-4"1"-4,-1-6-12,-1-1 13,11-3-79,10-7-45,7-5-127</inkml:trace>
  <inkml:trace contextRef="#ctx0" brushRef="#br0" timeOffset="481.3423">9364 7299 753,'2'-8'19,"-4"-1"-10,-9 2-8,-7-3 0,5-2-1,7-5-24,12-4-76,9-9-131</inkml:trace>
  <inkml:trace contextRef="#ctx0" brushRef="#br0" timeOffset="632.4047">9640 6757 393,'0'-8'284,"-2"1"-276,-9-2-5,-3 0-3,8-4 0,4-1-13,8-8-64,15-6-79</inkml:trace>
  <inkml:trace contextRef="#ctx0" brushRef="#br0" timeOffset="776.3937">9954 6111 625,'12'-24'16,"-10"3"5,-6 1-11,-6-1 10,4 2-19,4-4-1,5-2-9,10-4-135</inkml:trace>
  <inkml:trace contextRef="#ctx0" brushRef="#br0" timeOffset="947.516">10307 5406 368,'0'-14'365,"-9"0"-361,1-1 0,-2-6-8,6 1 4,6-6-13,10-4-41,8-3-67,12-4-21,11-2-36</inkml:trace>
  <inkml:trace contextRef="#ctx0" brushRef="#br0" timeOffset="1113.3806">10998 4566 195,'-2'-11'58,"4"-1"-36,7 1-11,5-5 15,5-4-26,14-5-28</inkml:trace>
  <inkml:trace contextRef="#ctx0" brushRef="#br0" timeOffset="1246.7175">11615 4083 530,'-2'0'15,"-2"0"-1,-5 0-4,-3-2-10,8-1-125</inkml:trace>
  <inkml:trace contextRef="#ctx0" brushRef="#br0" timeOffset="2401.3665">8020 11358 731,'-4'2'28,"-4"-2"-13,-5-2-5,9-1-10,4-1-3,1 3 3,15-3 0,-2 1-15,15 2-77,2 1-119</inkml:trace>
  <inkml:trace contextRef="#ctx0" brushRef="#br0" timeOffset="2567.5334">9011 11923 500,'37'50'91,"-11"-1"-91,1-2-20,-5-2-22,14 1-55</inkml:trace>
  <inkml:trace contextRef="#ctx0" brushRef="#br0" timeOffset="2740.3209">9696 12904 679,'7'35'0,"-2"2"-31,6-5 8,-5 0-74,17 0-128</inkml:trace>
  <inkml:trace contextRef="#ctx0" brushRef="#br0" timeOffset="2898.4487">10222 13682 652,'16'46'0,"-4"-2"-22,7 2 13,2 0-86,16-1-118</inkml:trace>
  <inkml:trace contextRef="#ctx0" brushRef="#br0" timeOffset="3069.591">11096 14558 722,'38'60'3,"-8"2"-3,0-2 0,-16-12 0,5-2-17,10-1-45,10-3-64,1-4-137</inkml:trace>
  <inkml:trace contextRef="#ctx0" brushRef="#br0" timeOffset="3235.4264">11773 15363 678,'12'27'38,"-8"1"-33,3-2 10,-5 5-10,2 1-5,11-2-3,6 2-76,-3-5-106</inkml:trace>
  <inkml:trace contextRef="#ctx0" brushRef="#br0" timeOffset="3390.8539">11989 15867 532,'0'28'135,"-2"-5"-128,0-1-6,2 0-1,0-3-19,4 0-80,6 1-128</inkml:trace>
  <inkml:trace contextRef="#ctx0" brushRef="#br0" timeOffset="3539.9651">12030 16096 665,'-9'4'85,"-9"0"-84,2 2 7,1-3-8,0 4-20,12-5-81,1-2-151</inkml:trace>
  <inkml:trace contextRef="#ctx0" brushRef="#br0" timeOffset="23139.8625">23039 11696 392,'-2'-7'69,"0"0"22,0-2-31,-1 0-2,3 1-18,-4 2 3,2-2-11,0-1-3,2 2 2,-2-4-2,0 4 3,2 0-7,-2-2-8,-4 1 7,2 2 5,2-3-6,2 2 5,0 0 2,-2 2-13,-3-2 2,5 4-13,-2 6-6,-3 2-1,-3 13 1,-1 5 3,-9 10-3,2 4 1,1-2 1,8 1 3,-4-1-4,9-3 0,0-6-1,-3 0 0,5-6 0,0-4 2,0-4 0,5-4-1,-5-4 1,0-4 2,0 0 1,0-2 0,0-1-4,2-4 3,-2-5-4,0-4 1,0-4-1,2-4 1,0-4-1,0-2 2,3-2-2,-3-3 0,0 2 1,3-1-1,4-1 0,-7 6-2,2 3 0,3 6-1,-2 5-1,-1 4-1,1 2 3,-3 6-3,0 6 2,2 6 3,3 8 1,7 7 0,-6 6 1,5 3-2,-1 1 0,-1-5 1,3 3-1,-10-6 0,0 0-2,1-6 4,-5-1-2,0-5 0,-5-3 0,5-4 0,0-3 2,0-2 5,0-2 1,5-4-8,-5-3 3,2-2-1,0-7 1,8-2-3,-6-6 0,7-1 2,-5-3-2,4-2 0,-4-1 3,3-1-3,1 3 2,-2 3 0,1 3-2,-3 6 3,1 5 1,-2 3-4,-5 6-1,2 6-11,0 6 12,5 5 2,-5 8 2,7 8 2,-2 2-6,2 4 2,-1 0 1,-1 0-1,0-1-2,-1-5 1,-6-1-3,3-4 2,-1-1-2,-4-4-7,4 35-51,-2-50-84,0-1-88,4-6-357</inkml:trace>
  <inkml:trace contextRef="#ctx0" brushRef="#br0" timeOffset="23672.0703">23519 11518 475,'0'-14'75,"-2"0"49,2-2-57,-7 2-7,5 0-18,0 0-2,0 1-9,2 6-2,-5 0-8,0 3-11,1 4-4,-7 4-3,-3 5 7,-3 3-1,-6 10 6,1 4-9,-4 10-6,-1 4 4,8 2 0,7 1-3,4-5-1,8-1 4,8-7-1,-2-5-3,3-7 0,5-7 1,3-4 15,8-10-8,-3-4-1,7-8 0,-2-3-5,-3-3 9,-6-6-1,-6-1 2,-1-4-2,-13-5-7,-10 0-2,-3 1-1,-7 6-3,1 8 2,-3 6 0,-3 9-5,5 7 0,-3 9-75,10 2-8,3 8-55,7-1-59,8 0-124</inkml:trace>
  <inkml:trace contextRef="#ctx0" brushRef="#br0" timeOffset="24152.6367">23582 11497 499,'7'-12'97,"-5"-2"2,-2-3-34,0 5-12,4 0-8,-4 1 0,4 6 3,-4-2-2,5 5-16,-5 1-23,0-2-7,0 7 0,6 7 1,4 3 2,3 7-1,7 6 1,2 3-3,-4-2 1,0 2-1,-3-4 1,-4-5-1,-1-6 1,-8-3 1,0-5-1,0-4 8,-2-3 20,0 0 10,0-3-12,2-6-21,3-1-2,-3-5 3,-2-8-3,4-3 0,-4-6 1,2-3-4,1-8 3,-3 3 0,0-1-2,0 5-1,0 9 0,0 4 2,-3 8-3,3 4-1,0 5-4,0 6-44,3 0-74,2 6-27,8 2-131</inkml:trace>
  <inkml:trace contextRef="#ctx0" brushRef="#br0" timeOffset="25585.0443">24268 11589 460,'-6'-3'74,"-6"-1"31,3 2-42,3-2-7,-5 0-18,8 1 0,1 2 2,-3-1-3,5 0 3,5 0-12,-3 0-13,5-3-6,8 0-1,6-2-7,6 0 2,4 0 3,3-2-6,3 0 2,-2 4-1,-7-4 1,-6 6-1,-7-3 4,-8 3 5,-2 3-9,-10 0-1,5 0-3,-3 0 3,-3 3 0,1-1 1,-3 0-2,1 0 2,-2-2 0,3 0-1,1 3-4,3-3-53,-1 5-46,-3-1-126</inkml:trace>
  <inkml:trace contextRef="#ctx0" brushRef="#br0" timeOffset="27550.7804">24137 11097 322,'0'0'104,"2"-1"-18,0-2-15,0-1-16,3 2-11,-3-2 11,2 2-10,-4-1-3,2 1 0,-2 2-10,0 0-4,-2 0-4,2 0-10,-2 0-4,0 0-5,0 2 0,-11 1 0,1-1-2,-3 2-3,-3-2 7,3-1-2,-4-1 6,5-1 12,4-3-10,-3-3-1,-2 0-3,5-3 5,-1-2-2,4-5-9,7 0 0,0-4-2,4 2-1,8-3-1,3 4-3,5 4 4,1 3 0,-2 3-1,4 6-4,-8 8 1,1 9 2,-2 7 4,-1 7-2,-9 12 0,-2-2 0,-8 6 2,-7-6-2,-10-2 2,-6-5-1,-2-4 1,2-4-1,0-8-1,4-4 0,10-4 1,3-1 3,8-6-3,4-1-1,0 0 0,2-1-20,5-2 20,0 2 4,3-2-4,6 7 0,7 0 0,-2 9 3,9 3-3,1 1 2,3 4 1,-3-3-3,0-4-3,-4 0-57,0-6-41,-8-4-90,2-3-349</inkml:trace>
  <inkml:trace contextRef="#ctx0" brushRef="#br0" timeOffset="27879.7406">24285 10981 500,'-6'-17'78,"4"1"47,0 0-57,2 1-15,4-2-5,2 5 1,2 4 7,-2 0-17,-1 7-21,-4 2-16,-1 7 8,3 6 12,3 13 0,4 5-2,3 9-10,3 2-2,-1-2-6,-1 0 2,-3-5-2,-5-4-1,-6-2-1,-2-1-1,-4-6-55,-3-3-54,5-2-77,-4-7-163</inkml:trace>
  <inkml:trace contextRef="#ctx0" brushRef="#br0" timeOffset="28472.71">24491 11027 377,'0'-14'222,"0"0"-120,0 1-20,0 2-32,2 3-17,0 3-14,0 1-10,6 4 1,-7 4 0,13 2-2,-5 7 1,8 5-7,0 4 6,-2 1-7,-1 0 0,-1-3 0,-12-4 1,2-4 1,-3-5-1,-3-4 3,3-3 3,0-3 9,0-2-6,3 1-9,-1-6 1,2-3-3,4-2 0,3-5-1,1 0 1,-2-4 2,5 2-2,-3 0 0,-3-1 0,-4 4 2,3 3 0,-7 1 1,-1 3 7,0 4 3,0 2 13,-1 2-5,1 3-9,-5 1-7,1 1-5,2 6 4,0 2 0,-7 10-1,4 7 1,-2 6 3,7 5-3,0 1 3,7 3-4,-2-1-2,4-5 1,-4-3-4,3 2 2,-7-9-13,2-3-66,-7-2-48,-4-4-68,3-3-244</inkml:trace>
  <inkml:trace contextRef="#ctx0" brushRef="#br0" timeOffset="29163.972">24881 11168 265,'-2'-3'273,"2"-1"-178,0 0 1,0 2-41,0 0-16,0 2-13,0 0-6,0 2-3,2 2 17,2 5 0,3 3-15,-2 2-9,-1 7-10,1 2 8,-5-1-6,-8 3-1,2 0-1,-5-2-54,2-1-110,1-1-393</inkml:trace>
  <inkml:trace contextRef="#ctx0" brushRef="#br0" timeOffset="31914.7106">25006 10940 397,'0'-1'76,"-8"-3"-9,7-1-20,-1 1-11,2 0-6,-2 0-6,0 0 4,-3-1 11,2 0-8,-1 1-4,2 1-4,2-4-6,-5 3-3,3 0-4,2 2 0,0 0-5,-2 1 8,4 1-6,-2 0-1,0 0-1,2 0-4,-2 1-1,0-1 1,5 0-1,-5 4 8,2 0-6,5-2-2,0 2 2,-3 1-2,5-2 3,-7 3-3,2 2 1,4 3-1,-4-4 4,0 5-1,3-1-2,-4-2 1,2-1-2,3-1 3,-6-1-3,-2-5 4,0-1-4,0 0 2,0 3 1,-2-3-2,2 0 0,0 0 2,0 0-1,0 0-2,0-3 6,0 3-4,0 0-1,0 0 2,0 0-3,0 0 5,0-1-3,0 1-2,-2 1 2,2-1-1,0-1-1,0 2 0,0-1 1,0-1 1,2 1 0,-2 0-4,-2 0 3,2 1-4,2-1 0,-4 0-5,2 3 8,-6-2-61,1 2-85,4-2-173</inkml:trace>
  <inkml:trace contextRef="#ctx0" brushRef="#br0" timeOffset="32657.3162">24955 10955 386,'-5'-5'48,"-2"3"28,5-2-40,2 0-3,2 3-16,2-3 11,-1-1 7,-1 1 0,4 0 2,2 0-4,-2 0 5,1 0-22,5-2 4,-8 2-7,-1 3 0,5-1-5,-6-1-1,-2 3-7,2 0 7,0 0-3,1 0-1,2 3 6,-3-3-4,2 0-4,-2 0 3,0 0 1,3 0-2,-5 0 1,0 0 3,0 0-7,0 0 2,2-3-2,-2 3 1,0 0-1,0 3 6,0-3-5,0 0 0,0 0 2,0 0 3,0 0-4,0 0-2,-2 0 1,2 0 3,0 0-1,0 0-2,0 0 1,0 0-2,0 2 0,0-2 0,0 0-2,0-2 2,0 2-4,0 0 2,0 2 1,0-2 1,0 1-76,0 3-69,0-2-372</inkml:trace>
  <inkml:trace contextRef="#ctx0" brushRef="#br0" timeOffset="33638.3756">25015 10918 393,'-5'-1'104,"3"-4"17,0 2-44,2-2-13,0 1-19,-5 1-8,5-2-2,0 1 0,0-2-11,0 4-1,5 0-7,-5 2-6,0 0-8,6 2 0,4 3 3,-4-2-5,9 6 4,6 4-3,-7 2-1,1 3 2,-1-1-2,-1 4 0,-7 1 0,3-2 0,-2-2 0,0-2-2,-7-2 1,2-2 2,-4-5-1,-3 2 1,0-5 0,1 0 0,-7-1 2,0-3-1,-4 0 0,3 0-2,-2-3 2,0-3 4,7-2-2,-6-4 0,10-2-2,-4-4 1,3-2 1,4-3 0,2 0 2,7-2-1,-6 2 6,10-2-6,2 1 0,1 1 1,-3-1-2,5-1 2,-3 4 4,6-2-3,-6 5-2,-1 1 5,1 4-8,-6 1 0,0 3-2,2 6-2,-11-1 2,4 4-6,-4 2 0,0 2-4,0 2-52,-4 3-14,-3 4-59,1 3-98</inkml:trace>
  <inkml:trace contextRef="#ctx0" brushRef="#br0" timeOffset="34180.0065">25286 10928 453,'0'-2'85,"-2"-2"14,2-1-44,0 0-21,0 2-7,0 3-9,2-3-2,-2 6-4,0-3-4,0 1-6,-4 1 4,0 4 7,4 2-5,-5 5 5,1 3-7,4 1 0,0 5-2,0 1-1,0 1-1,2-4 1,5-5-1,-6-1 2,12-5 1,-9-3 3,9-1 3,-2-5-1,0-3 0,0 1-2,-1-4 0,-4 0 3,1-2-1,-3-4-1,0 0 4,2 0-3,-6-2 2,-6 0 1,2-1-6,2 3-5,-2 4-2,-5 1-1,5 3 1,-8 1-4,-1 3 2,-1 4-52,-3 3-41,1 4-144</inkml:trace>
  <inkml:trace contextRef="#ctx0" brushRef="#br0" timeOffset="102095.2364">11163 14744 237,'-11'-2'91,"-1"0"-21,10-1-18,-7-4-19,7 3-5,-2 0 11,-3-1-2,5 0-19,-3 1 0,-4 3-5,7-2-6,-4 3-6,-3 0 5,-1 0 11,6-1-10,-9 1-1,6-3-3,-4 1-3,-3 2 4,-1 0-3,-2 0 0,-4 0-1,5 2 1,-3 1 2,3-2-2,-4 2-1,6 1-3,-1-1 3,1 3 0,0 0 0,-1 5 3,0-1-3,-6 1-2,-3 3 2,-2 2 0,6 1 2,-5 1-2,-2-2 1,5 2 1,-1 2-1,6 0 0,0 1 1,3 2-1,-2-2-1,-3 5 1,6-1 3,3 2-4,-3-1 1,1 1 0,1-1 1,-1-1-1,6 1 1,-3-1-2,7 1 2,-1-3-2,2 3 0,1-2 2,0-4-2,1 0 0,2-3 1,1 2-1,3-1 2,-3 0 0,8 2 0,-8 0 1,7 0 0,1 2-2,-1-3-1,-3 0 0,6 0 1,-1-3-2,1 2 2,1-2-2,3 2 3,4-3 1,3 4-2,-1-3 0,3-2 0,0 4-1,-2-4 0,-6 0-1,3-2 0,-1 2 1,1-5 0,-2 3 3,5-3-1,-3-1 0,4 0 0,3-1-2,0-2 3,6-1 2,-2 1-3,-4 0 1,2-1-3,-5 0 3,3-2-1,0 0 0,0-2-1,0-2-1,-2 0 0,0 1 3,-2-4 1,-1 1-3,0-2 2,1-2 0,-5 0 0,5-2 0,-8-2-2,-2-2 3,5 0-1,-3-4-1,1-2-1,-3 2 0,3-2 0,2 3 0,-4-3 0,0 5 0,-1 1 1,-2 2-2,-1-2 0,-6 4 2,5-2-2,-7-2 2,4-3 1,-4-1-2,-2-3-1,-2-2 0,2 0 2,-2-3-4,0-1 4,4-1 0,-8 5-2,2 2-1,0 1 1,-2 3 2,-6 0-2,6 2 2,-5 1 2,-2 1-4,2-3 0,-4-1 1,0 0 0,-1-3-2,-2-1 3,1 4-3,-1-2 1,-2 4 0,2-2-1,3 3 2,-3 0 2,0 1-3,1 1 3,2 1-2,-5-3 2,1-2-3,-4 2 2,3-2 1,0-5-2,-3 4 1,5-1 0,0 0 1,-1 4 1,-4-1 6,5 7-8,2 1 2,7 3-1,-6 0-3,1 2 3,6-2 0,-4 1-1,-2-1 2,2 1-1,3-4 2,-4 7 3,5-4-4,-4 4 1,-1-1-3,6 1 4,-3-3-4,4 3 1,-3 0-1,0 0-2,7 0 2,-4 3-2,2-3 0,2 0 0,-5 0 0,2 1 0,3-1 1,0-1 0,0 2-1,0-1 0,0-1-1,0 1 1,0 1 0,0-1-1,0 0 1,0 0 0,0 0 0,0 3 0,0-6 0,-1 6 0,1-2 0,0-1-1,0 0 2,0 0-1,0 0 1,0 0-1,0 0 0,1 0 0,-2 0 0,2 0 0,-1 0 1,0 0-1,0 0 0,0 0-1,0 0 1,0 0 0,0 0 0,0 0 0,0 0 0,0 0 0,0 0-2,0 0 2,0 0 1,0 0 0,0 0-1,0 0 0,0 0 0,0 0 0,0 0 0,0 0 0,0 0-1,0 5 1,0-5 1,0 0-1,0 0 0,0 0 0,0 0 0,0 0 1,0 0 0,0-5-2,0 5 2,0 5-2,0-10 2,0 5-2,0 5 1,0-5-1,0-5 2,0 5-1,0 5 0,0-5 0,0 0 0,0 2 0,0 0 0,0-2 0,0 1 0,0 3 0,0-1-3,0 1-16,0 2-40,-1 0-24,-2 2-49,-4 8-139</inkml:trace>
  <inkml:trace contextRef="#ctx0" brushRef="#br0" timeOffset="113160.5223">21851 16329 434,'0'-6'217,"-2"-2"-176,0 0 67,0-1-85,0 4-11,-3 0 5,3 3 0,0 0 2,-2-1-10,-4 1 13,1-1-2,-5 1 4,0-2-12,-3 10-5,-3 1-5,-5 3 1,-3 4-3,4 4-1,-1 0 0,6 0-3,7-1 0,10-5 4,7 2 6,4-2-5,7-3 0,7 2 3,4-4-3,2-1-1,-2 2 1,-1-3-1,-7 0 0,2 2-1,-16 2 1,3-3 0,-8 6 6,-2-5 8,-4 0 14,-9 3-11,-3-2-4,-14 0-3,0-2-7,-10 4-2,-3-1 2,1-6-6,9 1-17,6-2-48,6-2-40,19-4-287</inkml:trace>
  <inkml:trace contextRef="#ctx0" brushRef="#br0" timeOffset="113656.6563">22044 16270 616,'-6'-1'60,"2"-6"35,4 3-13,-2 2-53,2-2 2,0 8-16,0-2-14,-2 5 20,2 2 8,0 5-5,-2 7-1,2-1-8,-5 6-4,5-3-3,-2 0 4,2-1-6,-2-2-2,0-4-2,0-2-2,-3-2 0,1-3 3,4-6-3,-1-1 7,1-2 2,0 0-5,0-4 8,1-2-11,-1-2 3,4-6-3,-4-4 0,5 0 1,-5-4-1,2-2 3,2-3-4,5-2 3,-1-2-4,6-2 3,-1-2 0,3 8-2,-3 3-2,3 3-1,-5 8 1,1 4 0,-1 1 1,2 6-8,-4 2-53,4 5-14,3 2-71,-1 5-158</inkml:trace>
  <inkml:trace contextRef="#ctx0" brushRef="#br0" timeOffset="113902.8344">22028 16431 617,'0'0'75,"2"-4"30,4-2-70,8-2-12,7-1-9,2 0-6,11 1-5,-3-1-3,-3 4 0,2 1-21,-10 4-64,-4 4-64,-7 4-181</inkml:trace>
  <inkml:trace contextRef="#ctx0" brushRef="#br0" timeOffset="114068.8294">21978 16552 658,'-19'12'83,"3"-10"31,7 3-70,11-10 4,68-16-29,-38 13-9,5 0-5,-6 2-5,2 0-13,30-5-71,-5-1-107,-14 1-195</inkml:trace>
  <inkml:trace contextRef="#ctx0" brushRef="#br0" timeOffset="114332.6576">22460 16262 551,'-2'-4'113,"-3"2"5,5-2-46,-2 4-39,2 0-15,0 9 1,2-1 30,-2 7-6,5 8-9,-3-1-10,0 7-17,3 0 2,2 0-8,-3-2 3,0-3-2,2-6-1,-6 3-1,3-7-59,-3-5-40,2 2-91,1-8-246</inkml:trace>
  <inkml:trace contextRef="#ctx0" brushRef="#br0" timeOffset="114600.0164">22329 16279 642,'-5'-10'52,"12"2"41,7-4-50,12-7-15,5 5-2,12-2-2,3-4-7,-1 2-2,-5 1 2,-9 5-8,-6 5-9,-12 1 0,-9 6-4,-4 4-6,-4 5-42,4 3-83,-9 5-154</inkml:trace>
  <inkml:trace contextRef="#ctx0" brushRef="#br0" timeOffset="115426.7856">22852 16276 545,'-6'-6'92,"-5"1"-13,1-4 16,6 2-49,2 2-6,0 1-6,2 1-1,0 1-5,2 2-10,-4 0-18,2 2-1,0 3 1,-2 5 8,-3 3 1,5 6-1,0 4 1,5-1-1,-3 4-2,-2-3-6,0 3 3,2-5 0,0-3-1,-2 1-1,2-8 0,-2-1 1,0-4-2,0-1 2,0-5 6,0 0-2,0 0 6,0-5 16,-2 1-16,2-7-10,-4-1 3,2-5 0,-5-5 3,3-4 1,-6-2-1,5-4-2,4-8-1,-4-5-3,10-4 0,1 0 0,8 1-2,8 8-3,-3 8 3,7 14 0,-11 4-3,1 6-1,-5 8-3,-2 9 3,-2 8 2,-1 7 2,1 7 0,-5 2-1,5 4-4,2-3-2,2-5 1,1-2 3,3-1 2,-1-4 0,-6 0-3,3 0 4,-1-3-5,-8-2 5,-2 1-4,0-4 3,-2-5 2,-6 2 5,1-1 7,-5-2-6,-4 2 1,-11-4-3,-2 4-2,-2-2-3,-7-2-34,7 0-98,-5 0-175</inkml:trace>
  <inkml:trace contextRef="#ctx0" brushRef="#br0" timeOffset="117840.3002">23623 15970 300,'-1'-4'266,"-1"-3"-208,2 2 38,-3 3-54,-4-2-14,7 1-6,0 2 4,0 1 2,0-3 0,0 2 3,0-3 4,0 4-3,0 0-5,-2 0-8,0 0-10,2 0-1,-2 0-8,2 0-3,0 4-4,0-3 7,-5 3 3,-1 5 2,-5 0-5,4 8 3,-5 1-2,3 4-1,1 2-2,-1 5 2,5-2 0,4 4 3,2-4-2,2-1-1,5-4-1,3-3 1,-4-4 2,5-3-1,3-3 2,-1-4 1,6-2 1,-3-3-4,6-4 0,-4-3 1,3-2 1,-4-2-1,-1-1-2,-2-6 6,-4 4-4,-2-3-1,0-2 8,-9-1 3,-8-5-1,3 4-6,-7 2-1,-3-4-1,-5 5-1,3 2-2,-6 3 0,2 4 0,-1 5-2,2 2-1,1 4 3,-3 0-20,4 6-39,1-2-39,7 4-69,7-2-202</inkml:trace>
  <inkml:trace contextRef="#ctx0" brushRef="#br0" timeOffset="119296.281">23918 15923 421,'-14'-1'97,"2"-1"5,-2 0-16,7-3-22,3 5-20,4 0-19,0 0-6,0 0 2,4 0-4,7 0 20,61-5-19,-50 3-8,-2 0-4,-2-3-6,-5 1 4,14 4-2,-4-4 1,-17 3 1,1 1 10,-7 0 4,-5 0-18,3 1-8,0 2 8,0-2 3,-2 8 2,-4 0 0,2 10-1,-5 1 2,3 8 6,2 2 6,4 6-9,2 0-1,2 4-1,2-2-4,4-4-2,-2 0 2,3-6-3,-3-5-9,2-5-48,-4-4-41,5-6-150</inkml:trace>
  <inkml:trace contextRef="#ctx0" brushRef="#br0" timeOffset="119499.9661">24021 16113 688,'-2'0'77,"2"-3"7,4-1-44,11-6-17,10 1-11,10-3-5,6 3-5,1 1-4,0 2-80,-1 0-234</inkml:trace>
  <inkml:trace contextRef="#ctx0" brushRef="#br0" timeOffset="120052.6081">24420 15927 142,'0'-4'488,"0"1"-397,2-4 16,-2 3-51,0 3-27,2-1-11,-2 0-18,2 4 2,0 5-2,5 5 15,4 7-4,-4 5 2,4 6-5,1 1-3,-6-2-1,3 0-3,-7-3 2,0-6 1,-2-5-2,-2-5-3,2-6 1,0-1-7,4-10 3,5-3-11,-2-2-3,4-5 5,5-6 9,-1 0 0,1-4 4,-1 1-1,-1-2 2,-3 2-1,-1 0 6,-8 6 20,-2 1 12,0 8 5,-2 2 12,2 5-21,-6 1-23,4 6-5,0 6-6,0 4 10,-1 10-4,2 5 4,1 10-5,1 3 1,8 0-4,3 2 2,3 2-4,6-3-18,-6-2-87,1-1-96,-5-7-331</inkml:trace>
  <inkml:trace contextRef="#ctx0" brushRef="#br0" timeOffset="123689.9589">24077 15765 513,'-8'-7'62,"0"0"33,-3-3-41,3 0 1,0 0-18,-2 1 3,5-3-12,-3 3 0,1-2-2,-3 6-7,0-4-11,-3 2-1,-2 5-7,-1-1 5,-4 3-2,-2 3-3,0-1 4,-3 8-2,0-4 3,3 5-3,-4-2 3,1 1 8,3 2-6,-6 0-3,5 4 1,3 0-3,-5 4-1,2 3 2,2 1-2,5 1-1,1 3-3,1 3 3,3-2 1,-2 1 3,3 5-3,2 0-1,-4-1 0,2 4-1,3 3-3,2-4 2,0 2 2,3 1 0,2 1 4,5-6-2,2 0-2,0-1 0,5-4 4,4-4-4,-4 2 8,7-7-7,2 4-1,6-1 7,-6-2-7,8-1 5,0 0-2,6-3-3,-3-1 1,9-3 2,-4-2-2,10-2 2,-3-2 3,8-4-6,-1-4 2,5-4 2,-5-4-3,0-1 0,-4-4-1,3-6 3,-8 1-1,-5 0-1,0-4 3,-6-2-1,-2-5-3,-5-6 5,-4-5-2,3-4-2,-8-6 7,1-4-3,-3-5 1,1 1 3,-6-4 6,-1 2 0,-5 2-1,-4 2 6,-7 5-4,-9 3-8,-7 4 9,-8 2-6,-9 9-9,-10 4-2,-6 12-1,-6 5-4,-9 12 3,-12 12-46,-7 7-69,-1 8-135</inkml:trace>
  <inkml:trace contextRef="#ctx0" brushRef="#br0" timeOffset="131114.2874">16094 15480 352,'-7'-1'163,"-2"-2"-129,0 0 53,3-2-36,6 3 8,0 0-23,-2-1-16,2 0 17,-3 2-7,3-2 5,0 3-4,0 0 0,0-1-8,0 1-10,0 0-2,3-3-2,3-1-7,7-1 4,5 0-6,7-2 0,4 0 2,-1 1-2,4 2 0,2-2 0,-6 0 0,-4 4 0,-1-1 0,-5 0-6,-5 3-18,-1 0-19,-2 3-22,-3 0-37,4 3-108</inkml:trace>
  <inkml:trace contextRef="#ctx0" brushRef="#br0" timeOffset="131350.4579">16130 15605 543,'-19'10'112,"11"-6"-76,1-4 52,14-4-47,8 0-14,7-4-14,14-4-5,9 0-6,1-1 4,8 2-6,2-1-8,-9 2-90,-3 1-141</inkml:trace>
  <inkml:trace contextRef="#ctx0" brushRef="#br0" timeOffset="138045.422">22924 8719 444,'-7'-19'55,"-4"0"-5,0-5 5,-3-1 14,1 1 6,5 2-28,-3 0-10,8 6 4,1 4-6,-3 4-11,5 6-24,0 4 1,0 8-1,0 14 11,-2 10-5,0 12 6,0 15-5,2 6 3,0 2-4,2-1-4,2-4 3,3-10-3,-4-11-2,8-12 1,-9-11 0,2-6 4,-2-7 10,-2-7 5,5-9 6,-3-7-22,-2-5-1,2-9-3,-2-9 1,0-1 1,2-4-2,-2-4 1,2 2-2,5 0 2,-5 8-2,5 8-1,0 7 1,-5 11 0,2 4-10,3 8 2,-5 6 7,9 5 2,3 6 0,4 10 0,7 7 1,-4 6-1,4 4-1,-3 0 1,-1-4 0,-8-5 3,3-10-3,-12-9 4,-2-6 4,3-6 14,-3-6 14,-2-5-12,0-8-20,2-7 0,2-6-1,2-9-2,-2-4 1,0-1-2,5-2 0,-7 2 0,9 5 0,-4 9 0,2 8 0,-4 8-3,3 9-3,-6 4-4,10 8 10,1 7 0,2 5 2,5 9-1,5 5-2,-3 1 2,5 0-3,0 0-14,-2-1-61,-6-6-22,-3-3-46,-1-4-58,-3-7-149</inkml:trace>
  <inkml:trace contextRef="#ctx0" brushRef="#br0" timeOffset="138420.1398">23499 8777 386,'5'-38'82,"1"2"-26,1 1 31,-5 3-8,1 6-6,0 8-22,3 6-19,-6 8-25,-6 8-2,2 8 17,0 6-3,-5 7 1,5 6-3,-3 3-1,4 2-7,6 1 3,6-5-5,6 0 2,5-9-1,2-6 13,8-8 9,-1-9-12,0-5-4,-3-7-3,0-6 2,-6-5 1,-1-6-8,-10 0 0,-9-2-2,-4 0-2,-12 5-2,-7 5-1,-5 5-4,-6 7 4,-2 8-1,1 4-16,1 6-54,12 3-31,7 0-62,15 2-79</inkml:trace>
  <inkml:trace contextRef="#ctx0" brushRef="#br0" timeOffset="138825.2115">23853 8582 574,'7'-16'19,"-4"-2"66,-3 1-2,1 0-25,2 7-5,1 3-25,1 2-24,-3 10-2,9 4 13,4 9 2,8 6-5,11 2 2,-3 4 2,1-2-4,0-6-1,-3-1-5,-4-10 6,-3-2 14,-13-6 20,0-6-5,-5-6-28,3-4-4,-7-8 0,2-4-4,-4-8 1,-5-1-5,1-6 0,-3 0 1,5-1-2,-10 2 0,3 4-1,6 7 1,-4 9-30,3 4-56,6 12-61,4 4 0,7 9-147</inkml:trace>
  <inkml:trace contextRef="#ctx0" brushRef="#br0" timeOffset="139303.9361">24341 8372 471,'8'-11'59,"-6"-4"21,0-2-11,1 2-13,3-1-25,-4 1 6,2 6-9,-2 0 2,6 4 4,-8 1-17,0 1-11,0 7-3,-8 4-3,2 9 9,-3 7-4,3 7 0,-4 4 2,6-1-2,6-1-5,6-8 6,2-4-3,5-7 5,6-2 2,1-12 3,5 0-5,2-7-2,-1-5-3,1-4 0,-6-2 7,-5-4-3,-5-7 11,-7 3-8,0-8-5,-12 5 0,0 0-1,-5 3-4,-7 6-2,1 6 1,-11 4 0,4 8-1,-2 2-2,-25 21-5,50-16-55,-4 1-4,5 1-49,6-2-44,0 6-89</inkml:trace>
  <inkml:trace contextRef="#ctx0" brushRef="#br0" timeOffset="139702.0203">24625 8223 445,'9'-6'60,"-9"0"22,2-2-8,-4 4-16,4 2-20,-2 0-18,-2 2-13,2 2-5,0 0-2,0 6 6,0 0 8,2 3-2,2 3 6,2-2-2,2-3 5,1-3 4,6-1 1,-1-5-8,3-7-5,3-1-9,1-6-1,1-1 2,0-2 1,-2 0 2,1 0 22,-13-1-9,-1 4-6,-7 0-4,-12 0-7,-3 4-3,-2 2-1,-10 2 0,-2 2-1,0 5 0,0 2 0,8 3-3,6 2-66,8 2-31,0 2-74,14 4-185</inkml:trace>
  <inkml:trace contextRef="#ctx0" brushRef="#br0" timeOffset="140265.9633">25012 8101 492,'-4'-2'74,"2"0"-16,2 2-23,0 4-17,0 5 29,0 5-16,0 3-10,0 5-8,0 2-7,4-3-3,1 2 0,4-2-3,-3-1-1,1-3-103,5-3-116</inkml:trace>
  <inkml:trace contextRef="#ctx0" brushRef="#br0" timeOffset="141539.9592">25043 7950 495,'-2'-5'37,"2"-5"17,2 0-12,6 1-14,-1 0-10,7 2-9,0 4-1,1 1-6,-1 2-2,-5 8 0,-3 3 3,-1 6 1,-2 5-2,-2-1-1,4 2-1,0-5 3,-3-6-1,2-4 6,-4-4 37,2-4 12,-1-4-20,-1-2-28,6-3-5,-6-4 1,0-1-1,0-5-2,0 2 1,0-4-2,0 1-1,3 3 2,1-4-2,3 1 1,-1 2-1,3 0 0,5 0 0,-1 4-1,-2 2 1,2 2 0,-2 0 1,3 1-1,-1 0 0,1 1 1,-3 2-1,-7 2 2,5 0-1,-9 4-1,0-3 0,0 3 0,0 0 0,0 0-1,0 0 0,0 0 1,0 0-1,0 0 2,0 0 0,0 0-1,0 0-1,0 0 1,0 0 0,0 3-7,0-1 1,0 4 6,0 3 0,0 5 0,3 1 0,1 5 2,5-2-1,-6-1 2,8-4-3,-3-5 5,1-2 6,-3-6 11,1-2 2,0-2-10,0-3-4,-5-2-5,4-1-1,-1 0 1,-5-1-2,0 0 2,0 1-2,-5 4-3,1 1 1,0-2-2,-7 2 0,1 5-1,2-3 0,-3 6-10,-1 0-48,6 3-44,-3 2-89,5 1-239</inkml:trace>
  <inkml:trace contextRef="#ctx0" brushRef="#br0" timeOffset="142673.2983">25269 7493 422,'-6'-8'39,"-4"2"16,6-2-3,-7 1 2,9 0-21,-8 2-9,6-2-2,-5 3 4,3 0-11,-8 0-1,0 3-8,-1 1 0,0 1 1,-8 5-4,-2 4 5,2 5 7,0 2-4,-2 4 2,5 1-3,3 2-6,1 0 4,5 3-1,3 5 0,5 1-3,3-1 2,0 1-5,2-1 7,5 2-5,1-2 0,-1-1 1,0 3-2,0 5-1,-3-5 1,-3 0-2,7-2 3,-8-6-3,4-5 1,6 0 1,-6-5 0,7-2 0,3-4 3,-6 0-5,7-3 9,6-4-4,1-1-4,2-2 1,6-2-1,0-1-1,-3-4 1,2 1 2,-5-1-3,-1 0 3,-5 0 0,0-4-1,-4-3 0,-1 0 0,1-5 1,1-2-3,-7-5 0,2-2 2,-2-3 0,-5 0 0,-3-4-2,0-1 1,-7 0 0,1 0-1,-6 1 1,1 4 0,-3 2 1,4 2-2,-9 1 1,6 1-1,2 6 0,-2-1 2,-2 4 2,1 1 1,5 6-4,-2 1-1,4 1 0,0 5-2,1 0 0,-1 4-2,-2-2 3,0 5 1,3-4 0,-6 3 0,3-1 0,5 1 0,0 0 0,-3-2 0,3 1-1,1-1 0,3 1 1,0-1 0,-6 0 0,12 0 0,-6-1-3,0 2 0,3-2-26,1 3-40,3 0-33,6 3-134</inkml:trace>
  <inkml:trace contextRef="#ctx0" brushRef="#br0" timeOffset="143215.1299">25336 7927 583,'-9'5'52,"2"-2"31,0-6 7,5-1-34,2 1-22,2-4-21,0 2-10,3-1-3,-2 2 0,-3 1-11,0 3-130,-3 4-173</inkml:trace>
  <inkml:trace contextRef="#ctx0" brushRef="#br0" timeOffset="151192.7078">23049 15874 296,'0'-2'129,"0"2"-41,0-3-17,-2 1-5,2 2-15,0 0-9,-2-2-18,-4 0-1,4 1 3,0-6-8,-3 7-3,1-2-13,0 0-2,0 2 7,-10-1 4,0 1-4,-1-2 7,0 2-3,-8 0-8,3 0 4,-4 0-2,-3 0-4,-2 0 4,-2 2 0,0-1-1,-5 1-1,0 0 1,0-2-3,3 4 4,0 0 2,-5 0-7,4 1 1,-4-3 2,0 3 6,1 2-4,-3-2-2,-1-1 0,1 5 1,5-4-3,-3 4 9,3-4-8,0 2 2,2-3 1,2 2-4,-7-2 1,5 2 2,-3-2-4,0 4 0,-4-2 5,7 2-4,-7-3 3,1 4-4,6-1 0,0 0 1,-5-2-1,4 4 2,-6-3 1,2 4 0,5-3-1,-5 2-1,9-2 4,2 1-5,7 3 2,3-3-3,3 1 1,1-3 0,1 8-1,1-3 2,5-2-1,-5 6 0,1 0 1,4 2-1,-3 2 4,2 2-4,-2 2 5,5 3-5,-5-1 1,3 1-1,4 4-1,-4-1-2,4-1 2,2 0-2,2 1 2,6-5 2,-4 2-2,7 4-3,-5-4 0,8 1 1,-2-2 3,9 1 3,-2-4 0,0-1-1,6-4-1,2 3-1,-6-3 0,4-4-1,6 4 0,3 2 1,0-6 2,6 1 1,2-3 0,-4-1-3,4-3 0,0 2 2,-1-2-2,1-4 4,-2 4-4,-4-2 1,0-1 0,-1-2-1,1-1 1,-1 0 1,2-2-2,3-2 0,-5 0 4,5-1-3,1-4-1,-6 2 1,3-2 0,4 3 1,-6 1-1,2-2-2,-3-1 2,1 2-1,-1 2 0,0-1 2,-7 3-1,6-5 0,-4-2-1,5 2 0,-4-1 0,-2-2 1,2 2-1,-2-3 0,-5 2 0,5-1 0,-7-3 0,3 4 0,0-1 3,2-2 0,-10 2-5,5 0 2,-1 0 0,-7-4 1,3 6 2,-2-6-2,1 4-1,-3-2 1,-1-2 0,1 0 2,-2 0-2,-4-3-1,2 1 0,-3-3 0,3-3-1,-5 1 1,-1 1 1,3-3 3,-3-2-4,-1 0 0,0 2 0,5-1 0,-5 2 0,-2-1-1,-2 0 1,-7-4-3,4 0 3,-4-1 2,-2-2 0,3 1 3,-8 1-5,3-2 0,-8 4-1,4 0 0,-1 2 0,3 0 1,-7 3 0,3 2 0,2-1-2,-8 2 0,2 0-1,1 4 3,-5-2 3,3 4-3,2-3 0,-5 4 1,4 3 3,4-2-3,1-1 0,-5 6 1,6-3 2,-4 1-2,3 2-2,-1-1 3,3 2-2,-6 2-1,4 0 6,0 4-1,-6-2-4,-1 3 0,3 4 1,-7-1-2,-6 6 0,3-1-9,-6 8-103,-5 5-63</inkml:trace>
  <inkml:trace contextRef="#ctx0" brushRef="#br0" timeOffset="154343.845">23876 16479 429,'0'0'98,"0"-2"15,0-1-38,0 2-38,0-1-37,0-2-4,0 4-10,2 0 14,3-2 14,6 2-11,2-3-3,4 3-34,6 0-80,6 0-30,2 0-140</inkml:trace>
  <inkml:trace contextRef="#ctx0" brushRef="#br0" timeOffset="154540.6753">24281 16425 387,'-2'0'102,"0"0"-26,0-2 9,-5-2-32,4 4-4,0-3-20,3 2-12,0 1-9,0-2-1,0 2-7,0-4-11,0 8-49,-5-2-222</inkml:trace>
  <inkml:trace contextRef="#ctx0" brushRef="#br0" timeOffset="154733.8178">23762 16467 263,'1'0'59,"2"4"-10,7-8-4,-4 2-45,9-1-4,8 3-119</inkml:trace>
  <inkml:trace contextRef="#ctx0" brushRef="#br0" timeOffset="155303.8709">24281 16409 432,'2'7'41,"-2"-4"14,2-3-39,-2 0-9,6 0-4,-6-3 3,0 2-1,2 1 0,-4 1 3,2-1 0,0 0-1,0 3-3,0-3-3,0-3 1,0 3-1,0 0 2,0-1 2,0 1-4,0 0-1,-6 0 3,6 0-3,-2 1 12,0 2-2,0-3-1,0 0 6,2 0-10,0 0 0,-2 0 7,-3 0 3,5 0 3,0 0-4,0 0-1,0 0-9,0 0 4,0 0 0,0 0 2,0 0 3,0 0 0,0 0 3,5 0-9,-5 0 1,0-3 1,0 3-3,0 0-3,0 0-3,0 0 1,2 0-4,-2-1 3,0 1-1,0 0 1,-2 0-1,2 0 1,0 0-38,0 1-74,2-1-14,-2-3-110</inkml:trace>
  <inkml:trace contextRef="#ctx0" brushRef="#br0" timeOffset="181975.3229">5624 9064 225,'13'-3'358,"-5"-1"-327,-5 3 53,2-2-50,-5 6-12,0-3-4,0 1-8,2 7 2,-2 5 25,2 6-16,-2 10-3,2 9-2,0 4-11,-2 1-1,0 1-1,0-3-1,0-3-2,0-4-2,-2-5-73,2-6-125,2-5-169</inkml:trace>
  <inkml:trace contextRef="#ctx0" brushRef="#br0" timeOffset="182425.0582">5875 9097 144,'11'-3'379,"-6"1"-293,-5 0 11,0 2-55,0 0-22,-3 2-11,-2 3 11,-3 6 4,-5 7-1,-3 6-3,1 3-11,-3 4-8,7-1 2,4 0-1,2-5 3,10 1-4,3-1 0,6-4 1,2-5-1,-1-3 0,8-3 2,-3-3-2,0-4 2,-2-1 0,-4-4 2,1-1 1,-6-2 19,-5-2-3,-2-2-13,-4 0 0,-7-4 3,3 1-10,-8 2-2,-1 3-5,-9 0-6,4 5-41,-4 4-26,-2 5-104,8 0-181</inkml:trace>
  <inkml:trace contextRef="#ctx0" brushRef="#br0" timeOffset="184336.8478">6403 8964 521,'0'-5'54,"0"-1"28,-2 0-37,0 3 8,2 0-25,0 1-5,2 2-14,-2 0-6,0 2-3,0 4 0,2 8 13,-2 6 2,0 10 9,0 7-10,2 2-5,-2 0 4,0-3-3,0-7 0,0 0-1,8-7-7,-6-6 1,2-2 4,-2-2-5,5-3-1,-3-4 0,-2 2 1,10-5-1,-5-2 5,1 0-6,4 0 4,3-2-2,1-5 0,1-1-2,6-1 0,-5-4 0,2-1 1,-2 0-2,-5-2-1,0-2 2,-6 1 3,2-3-1,-5 7-2,-4 1 1,-2 4-1,0 3 0,-5 2-3,3 6-7,-5 2 9,0 4 0,-2 6 1,0 1 0,2 2 1,3-2-2,5 0 1,2-4 0,5-1-4,1-6 8,2-1-6,-1-4 6,6-2-2,-3-5 2,-2 2-1,-1-4 3,0 2 6,-4-3 9,-4 0-8,-2-2-4,-2 2-6,-4 1-3,-3 4-1,2 5-7,-6 2-22,-5 6-9,4 4-36,-2 0-67,5 4-156</inkml:trace>
  <inkml:trace contextRef="#ctx0" brushRef="#br0" timeOffset="185515.7694">6832 9106 513,'2'-5'56,"0"3"67,-2 2-55,0 0-17,-2 2-16,2-2-20,0 3-2,-2 1-10,-3-1 10,-2 5-2,1 4-11,-3 1 4,4 0 1,-4 4-2,5 3-1,0 1 2,-2-1-2,6 3-2,0-3 1,0-5 0,6-1-1,-2-7 2,0-2 1,5-5-2,-2 0 3,6-3-3,1-1 2,1-3-2,1-5 0,6 0 0,-4-3 0,40-37 0,-47 44 0,-9 0-1,6-1 1,-6 2 1,4-7-1,-1 0 1,-4 2 0,-2 1 1,-4 4-3,1 2-3,0 4 1,-3-2 1,6 7-1,-5 1 1,-3 2 1,-3 4 0,4 1 0,-1-2-1,3 2 0,0-2 0,12-5 1,-2 2-3,0-2 3,5-5 0,-3-3 0,8-3 0,-1 1 1,1-4 0,-1 1 0,-4 0 0,-3 4 2,-3 0-3,-3 4 0,5 0-4,-5 1-1,2 2 5,0-1 0,2 2 1,-2-1 1,10 0-1,-5-3 1,1 0-1,1-4 2,3-2-1,-4-2-2,1-2 0,-2-3 2,2-3-1,0-2-1,-5 1 0,-2-6 4,-2 2-3,-2-2 5,-2 3 12,-5 0 2,-2 4 4,2 3-6,0 4 6,-2 4-11,9 2-13,2 3 0,0 5-3,0 7 3,-3 3 1,6 7 5,-3 7-5,2 0 1,7 1 0,3 0-2,-2-1 3,8-3-3,-7-3-17,7 0-34,-7-3-19,0-2-14,-4-7-47,-3 1 12,-4-12 93,-2 0 26,-6-5 1,5-7 4,-9-2 12,6-4 18,-3-3 2,5-1 7,4-2-12,4 1-7,6 0-5,9 2-4,2 4 9,-1 6 4,4 2-11,-2 7-5,1 4 1,3 8 0,-4 4-4,5 4-8,-2 7 1,-8-2 0,-5 2-1,-9-1 1,-3-1-3,-1-2-2,-11-5-74,4 0-47,-5-6-130</inkml:trace>
  <inkml:trace contextRef="#ctx0" brushRef="#br0" timeOffset="185710.9138">7233 8990 657,'-16'-9'8,"-2"6"56,5-2-63,4 5-1,10 0-29,19 0-119</inkml:trace>
  <inkml:trace contextRef="#ctx0" brushRef="#br0" timeOffset="186213.422">7459 8985 528,'-10'10'25,"4"2"60,-6-2-33,0 2-20,7 5-4,-3 1-11,8-2-2,0 0-10,10-2-4,-7-6 4,9-2 0,0-2 0,-4-6-2,5 0 0,1-4 0,-1-1-1,-1-3 0,-6-1 1,5-1-1,-4-2 0,0 0 1,-3 2-5,5-1 2,-7 5-1,5 2 1,0 5 0,0 2 0,1 7 0,6 5 2,1 5 1,-1 0-1,5 1-1,-2 2 3,-4-3-3,-5-6-1,2-2 0,-6-4 0,-4-3 9,2-4 11,-2-1 31,0-4-40,0-6-8,0-2 1,0-4 1,5-3-5,-1 2 3,0-2 5,10 3-6,-3 4-2,1 6 3,-6 2 0,7 8-2,3 9 2,4 4 2,2 6-2,7 6 0,0 1-2,-2 4 0,-10-1-1,-3 1-89,-10-2-149</inkml:trace>
  <inkml:trace contextRef="#ctx0" brushRef="#br0" timeOffset="186610.5239">8044 8932 548,'-13'0'19,"-5"0"68,0 0-46,2 7-14,3 1 0,5 2-3,0 2-14,2 4 4,6 2-4,4 3 1,6 3-3,3 1 1,8 3 1,9 2-7,6-1 6,-2-3-5,-4-4-4,-1-4 3,-16-4-1,-3 0 4,-20 2-6,-9 2-35,-22 1-153</inkml:trace>
  <inkml:trace contextRef="#ctx0" brushRef="#br0" timeOffset="244130.1166">16412 16098 565,'-4'-2'31,"-2"-2"22,1 2 3,3 2-34,2 0-15,0 0-5,0 2-2,2 10 29,-2 3 16,5 4-19,-3 5 12,-2 2-21,4-2 2,-4 2-7,4-8-1,3 0-4,-2-6-4,2-1 0,-3-6 0,0-2 0,7-3-3,3-5-84,-1 0-131</inkml:trace>
  <inkml:trace contextRef="#ctx0" brushRef="#br0" timeOffset="245016.1951">12168 16270 280,'2'0'134,"0"0"-125,-2 0 22,-2 0 14,2 0-12,0 0-6,0 0-10,0 0-9,0 0-4,0 0 4,0 0-7,0 0-1,2 0-1,-2 0 1,0 4 0,0-2 0,0 3-50,0 0-153</inkml:trace>
  <inkml:trace contextRef="#ctx0" brushRef="#br0" timeOffset="303786.4804">13700 7543 193,'2'0'1,"7"-2"-1,-6 0 0,0 1 1,1 1 1,4-2-2,-6 2 0,0 0 2,-1 0 17,5-3-19,-4 2-7,2-3-10</inkml:trace>
  <inkml:trace contextRef="#ctx0" brushRef="#br0" timeOffset="327562.0874">2741 3577 161,'-2'12'32,"-2"3"-32,-4 5-28</inkml:trace>
  <inkml:trace contextRef="#ctx0" brushRef="#br0" timeOffset="389402.3805">2694 15490 315,'4'0'1,"-4"0"1,0 0 1,0 0 2,0-2 6,0 2-9,0 0 9,0-1 12,0-2-23,-2-1-39,-3 4-48</inkml:trace>
  <inkml:trace contextRef="#ctx0" brushRef="#br0" timeOffset="414131.3226">4112 7233 685,'0'-11'1,"-2"6"46,-2-3-10,-4 3-25,4 1 5,4 4-8,0 0-2,0 4-7,-8 4 1,3 4 7,-10 9 3,-6 4 7,2 7-6,0-1-4,-2 3-5,8-4 1,9-2-4,1-4-1,8-3 1,5-6 0,5-3-1,3-2 2,7-4-2,-1-2 5,5-1 0,0-3 3,-5 1-5,3 2 0,-13 1-2,1 1 5,-9 5 4,-1 3 7,-5 5 0,-6 2-9,-5 4-3,-5 0 1,-7 0-5,4-1 3,-4-6-3,3-3-33,3-6-64,3-10-163</inkml:trace>
  <inkml:trace contextRef="#ctx0" brushRef="#br0" timeOffset="414856.4825">4370 7203 594,'3'-6'68,"-6"4"6,0-3-35,2 2 2,1 1-11,0-1-8,0 3 4,1 0-1,-1 0-9,-1 3-6,1-1-10,0 1 1,-2 7-1,2 7 0,0 4 5,0 8-5,3 3 0,3 2 0,3 0 2,-4-1-2,9 0 0,0-2 0,1-5 2,3-5-2,1-3-1,-4-6 1,3-3 0,-3-6 0,6-3 5,-4-1-3,3-8 2,3-1-3,-3-3 3,0-5-3,-4-5 2,-8 1 1,3 0-1,-11 0-1,-3 2 1,-5 1-2,-3-1 4,-2 5-2,-2 4-3,1-1 3,-4 7-3,9-1 3,-3 3-3,4-3 0,6 1-6,0-1 5,2 2 1,4-4-3,1 2-1,-2 0 4,7 3-5,-1 3 3,2 7 1,4 3 1,3 4 4,-5 4-4,8 0 0,-5 4 0,-3-4-1,-5 0 2,6-2-2,-3-2 4,1-2-1,-2-2-2,0-4 0,3 0 1,-4-1-1,-1-4-11,6-2-68,-1-7-83,8-4-123</inkml:trace>
  <inkml:trace contextRef="#ctx0" brushRef="#br0" timeOffset="415420.3302">5003 7150 274,'-4'-8'297,"0"-2"-192,-3 2-38,3 4-14,0 1 7,-2-4-29,4 5-4,-2-2-7,-4 3-4,5 4-12,-9 6 1,-1 3 3,3 6 4,-4 5-3,1 1-3,3 5 0,4-3-4,1 0-2,5-3 0,9-4-1,-2-6-7,6-1 8,0-5 0,3-1 2,2-6 3,-2-2-4,2-4 3,-2-2-3,1-4 0,-4 0 1,-1-2 3,-4 2-1,-3-2 1,-5-1-4,-2 2 2,-5-3-1,0-1 5,0 2-2,1 0 10,2 1-2,-3 7-5,5 0 10,-3 3 3,5 4-11,-5 0-10,10 0-2,-5 4-11,1 1 13,7 7 2,1 2-2,4 1 1,3 4-1,4 0 0,2 0 1,-2-3-1,5-2 0,-8 1-7,6-6-61,-5-1-19,-1-2-88,-1-3-245</inkml:trace>
  <inkml:trace contextRef="#ctx0" brushRef="#br0" timeOffset="415772.3791">5229 6982 477,'-18'0'117,"5"-4"4,1 0-51,8 0-4,2 1-1,2 0-16,0 1-12,0 2-27,-5 2-10,12 6 0,-1 6 21,7 2 10,11 6-14,5 6-9,2-2-7,0 0 1,-2-2 0,-3 1 2,-1-3-4,-7-2-54,-1-3-48,-3 0-101</inkml:trace>
  <inkml:trace contextRef="#ctx0" brushRef="#br0" timeOffset="416650.1999">5246 7127 728,'-17'1'22,"1"2"105,4-6-89,9-1-33,3-5 1,6-3-6,7-5 2,11 0-2,4-10-42,3 5-44,-2 2-32,0-1-14,-6 4 4,-3 1-18,2 2 61,-6-2 85,-1 4 24,-9 0 74,2 2 20,-4 3-22,-4 2 6,0 0 6,-2 3-27,0 2-30,-6 2-10,8 1-21,-6-1-6,-1 3-2,5 3-5,-1 7-4,2 3 11,1 4-7,1 2-2,9 2 2,-2 0-7,8-2 2,5-2-2,-2-2 0,2-5-1,1-6 1,-5-3 0,8-3 3,0-10 0,-6-7-1,8-4-2,-4-8-4,-1-4-11,-7 0 15,-5-2 1,-6 0 1,-7 3 4,-3-3-5,-5 3 3,-2 0-3,-1 6 21,3 2-9,-1 7 12,8 5-8,-2 4-4,1 1-6,5 6-7,0-2-5,0 4-4,5 4 9,1 6 0,5 7 0,3 4 0,2 4-1,3-1 2,4 4-2,-3-4 2,2-2-1,-2-5 0,-6-2 0,-5-6 2,-3-4 0,-4-6 1,3 0 1,-5-1 9,-5-4 29,3-6-22,-1-4-17,0-4-3,-4-6 0,5-2 0,2-2 0,2 2-1,7 3 1,-5 7 0,7 7-1,3 3-2,3 5 3,6 4 2,6 2-2,4 5-3,-2 5 2,3 3-1,-5 6 2,-7 6-23,-6 4-58,-5 6-52,-9 6-236</inkml:trace>
  <inkml:trace contextRef="#ctx0" brushRef="#br0" timeOffset="417400.261">5201 7949 737,'-26'0'15,"8"-4"91,1-1-52,-6-4-5,21 6 0,2 3-10,0 0-18,0 0-19,2 0-2,-2 4-3,7 11 3,2 7 15,4 9-5,8 8-6,0 5-2,6-3 5,-2-4-7,-5-3 2,2-8-2,-6-4 1,-10-8 1,4-4-1,-6-5 0,-4-3 10,0-9-11,-4-3 2,-9-5 0,-1-8-2,-6-9 0,-1-2 0,4-4 4,3 1-2,0-2 4,11 6-5,-1-4 0,6 4-1,3 4-1,7 0 0,2 7 1,0 8-2,5 5-1,6 8 3,1 8-2,4 7 2,2 3-2,-5 8 2,-2 1 0,-11 3 2,-11 2-2,-3 1-4,-9 2-19,1-3-25,-5-6-21,1-4-32,6-9-39,1-7-119</inkml:trace>
  <inkml:trace contextRef="#ctx0" brushRef="#br0" timeOffset="418404.7807">5641 7772 599,'4'-14'81,"-4"5"67,-3 2-96,-2 1 1,0 5-21,1-2-7,-5 3-14,6 3-2,-3 0-2,-2 3 1,-4 8 4,3 3 8,-2 8-16,2 5 2,2 0-5,5 0-1,2 1 0,7-5-1,0-6-2,1-1 3,3-6-1,1-4-3,1-4 4,3-10 2,-1-3 3,1-7-2,-1-5-3,-1-5 0,-1-1 3,-1-2-1,-8 0-1,-2 3 0,-2 2 5,-4 6 9,-4 2-1,5 5 6,2 3-7,1 4-5,0 3-8,0 0-1,0 3-5,1 0 5,2 3 0,9 5 2,-1 1-1,4-1 0,3-1-15,3-2-13,-1-3-3,4-8-3,-2-5-11,5-4-5,-2-8 1,-6-3 19,4 2 22,-9-4 8,-3 4 0,-7-3 8,-4 2 9,-2 2 8,-5 2-2,3 2 3,-6 4-2,4 4 1,-3 1-8,5 5-7,-6 1-6,6 4-4,-2 2-3,-3 6 3,0 3 1,1 7 0,2 1-2,4 0 0,2-1-3,0-1 4,8-3 0,0-2-3,1-6 2,0-4-10,-1-2 11,4-6 3,-1-2-3,-3-4-8,6-4-13,-1-6 2,-4-1 12,-2-1-1,-2-3 4,-5-3 4,-5-1 4,-2-3-4,-4-1 5,-4-3 10,-3 3-5,-5 2 17,8 4-6,1 3 8,1 6-2,7 5 1,-1 2 2,2 6-6,1 1-3,-1 3-9,5 0-12,0 3-11,5 5 10,4 7 0,2 10 2,7 7 1,2 6-1,7 5-1,-3-2 1,5 4-1,-4 1-41,-1 4-54,-2-2-47,3-2-231</inkml:trace>
  <inkml:trace contextRef="#ctx0" brushRef="#br0" timeOffset="419724.8114">6519 7742 706,'-8'4'22,"1"-1"84,3-3-61,-4 0-30,6 0-3,4 3-12,4 6 16,-4 8 5,4 7 1,1 6-8,-1 5 0,6 1-10,-1-3 1,-5 0-4,6-5 1,-3-5 1,-3-6-2,-5-3 0,5-7 2,-4-1 4,-2-5 18,-2-8 14,-4-2-29,-1-9 1,-2-7 1,-5-10-5,-1-5 1,0-5-6,3-2 4,-2-6-1,10 2-3,0-1-1,-2 7-1,12 4 0,-2 8-2,0 8 0,6 11 2,-6 9-7,-2 5 3,7 8 3,-3 7 0,6 7-4,-1 9 1,-2 5-4,-7 3 6,-2 5-3,-7 2 5,1-7-1,-3 1 2,-3-3-3,6-3 2,2-2-2,-1-4-1,12-6 2,-4-2-2,2-8 3,7-5 3,1-4 5,3-9 0,6-8-6,0-8 2,12-6-4,-3-5-9,-2 0-37,0 1-6,-9 4-12,3 1 6,-10 5 12,-5 4 22,2 0 9,-8 4 14,-2 0 1,2 0 2,-4 2 1,2-2 6,-2 2 3,-3-2 11,-2 2 4,5 2 3,-2 0-2,-4 2 4,5 3-5,1 4-8,-1 1-10,-4 0-4,5 1-4,-1 6 3,-5-1 0,6-1 2,-4 4 0,-2-1-5,6 2 3,2-2-2,0 4-1,0 4 3,2 0 2,0 0-3,6 2-2,-4-3 1,3 2-1,1 1 0,-6-4 0,8 3 0,-7-4 1,5 0-1,-6-3 0,2-5-1,-4-3 1,0 0 2,0-2 2,0-2 3,0 2 26,-2-3-22,2-4-9,-2 0 0,-2-7 1,-2-6-4,3-6 2,-2-6-1,-2-7-1,5-1 1,-2-2-2,2 4 3,-3 3 0,5 7 2,0 6-4,0 7 10,-2 3-6,2 5 8,-2 3-12,2 4-4,0 0-2,2 2 5,0 7 1,9 0 1,1 7-1,3 7 1,1 3 2,1 2-3,-1 2 1,4 0 1,-4-4-2,-3-4 0,1-2-21,-6-5-26,1-6-38,-5-4-37,4-2-50,-8-3-114</inkml:trace>
  <inkml:trace contextRef="#ctx0" brushRef="#br0" timeOffset="420586.3303">6785 7677 624,'-11'1'95,"-1"-1"33,10 0-93,-1-1 2,3-5-29,3 1 0,1-5-8,8-4 2,-1-4 0,5-4 1,-2-2-2,1 2 0,-2-2-1,-2 5 3,-4 1-2,0 4 1,-5 4 2,-2 4 10,0 2 6,0 1-6,0 3-7,0 0-7,0 6 1,2 0-1,0 3 5,-1 4 5,7 5-10,-2 4 12,4-2-8,1 2 1,-3-2-4,6-4 1,-5-2-2,-3-2 1,2-3-1,-7-6 3,2-1-1,-1-2-2,-2-2 19,0-1 25,-2-4-38,-2-6-1,-4-2-2,4-5-1,-7-5 6,3-1-8,-1 0 1,4 1 0,-2 1 3,5 4-1,0 5 2,2 3-3,0 6-4,2 2 1,0 3-1,-2 2-3,7 3 4,-2 2 2,8 2-1,2 4 1,1 0 0,-1 0 1,1 1-2,-3-4 5,3 0-5,-3-6 1,-1-1 1,-8 0-1,3-4 0,-7 2-1,1-2 4,-1-1 0,0-6-2,0-3-1,3-2-1,-6-4 1,2-4 0,-1-2-1,-3-2 0,3-2 0,0 0 0,2 4 0,2 4 0,0 2 1,3 5 3,-2 4-2,0 3 1,-1 4-3,-2 0-3,2 6 0,8 2 3,1 3 3,0 5-2,7 6 2,-1-3 1,-1 3 1,-1 1 1,-1 2-5,1 0 0,-1 2-1,1-1-17,-1 0-56,-3 0-49,-7 2-130</inkml:trace>
  <inkml:trace contextRef="#ctx0" brushRef="#br0" timeOffset="432945.67">12581 2648 745,'-7'-2'103,"5"1"-5,-3-1-64,3-2-10,2 4-13,0 2-11,-6-2-3,5 5 3,1 4 8,0 4 8,-2 6 4,-2 3-16,-3 4 5,5 2-8,-8 2 3,6 2-4,-2 0 0,-1 0-5,3-5-74,2-4-78,6-4-170</inkml:trace>
  <inkml:trace contextRef="#ctx0" brushRef="#br0" timeOffset="433614.2404">12734 2689 676,'-4'-4'94,"4"4"-6,-4-3-79,4 3-9,0 3-3,0 4 3,0 4 6,2 5 8,-4 10 11,0 6 0,-6 1-5,6 4-11,-9-3-8,8-1 2,-2-9 3,-3-4-6,8-6 3,0-6-1,0-4 1,0-3 3,0-2 9,0-2 36,0-4-32,2-5-14,4-6-3,-4-9-2,0-5 0,2-2 0,7 0 2,-1 1 2,0 4-4,-1 7 2,3 6-1,-8 5-1,3 8-4,-5 1-3,0 4-12,2 1 19,8 6 0,1 2 2,5 8-2,9 0 4,2 6-2,-2-4 1,3 4-2,-1-5 1,-2-4 1,-7-4 0,1-4 2,-8-1 3,-5-5 6,2-2 7,-6 0 9,1-2 15,-1-3-10,-2-5-21,0-4 2,4-6-10,0-4 1,-2-5-5,1 4 3,-3-3-5,-2 6 0,-2 2 0,-3 4 4,3 4-8,2 2-8,0 4-33,0 2-39,0 4-65,9 0-61,4 4-73</inkml:trace>
  <inkml:trace contextRef="#ctx0" brushRef="#br0" timeOffset="433889.1621">13412 2634 694,'-2'-5'95,"-5"-2"34,5 2-69,0 1-1,2 1-9,0 3-18,0 0-11,0 3-21,0-2-12,2 7 7,0 4 5,-2 11 8,7 5 9,-1 6-14,6 2-1,-7-2 6,7 0-4,0-2-4,-6-4-2,3-4-50,-8-4-45,9-3-67,-5-8-152</inkml:trace>
  <inkml:trace contextRef="#ctx0" brushRef="#br0" timeOffset="434526.8434">13218 2715 640,'-6'-2'70,"4"-2"28,8-4-85,7-2-2,14-1-1,4-1-3,12 1 1,1 0-7,1 1 3,-5 1-4,-2 3 0,-7-1 2,-2 3 0,-4 0-1,-3-1 0,0 1 0,-2-1 1,-7 1 0,-1-1 5,-9 3 25,5 2-1,-8 0-20,0 0-7,0 2-4,0 2 0,2 4 5,2 3 12,1 7-7,4 6 8,3 3-8,-5 3 0,5 0-5,-1 2-4,-1-3 0,-4-4 2,-4-4-3,5-1 0,-5-9 2,-2-5 1,2 0-1,-4-6 8,2 0 14,0-4 35,-7 2-21,5-6-32,-2-4 2,-6-5-1,4-6 1,-3-5 0,5-4-2,2-4-4,2 2 6,2-2-5,2 4-1,5 3 2,-5 8-4,10 1-3,-5 6 1,-5 3-2,8 5 0,-6 2 4,5 1-9,1 3-23,3 1-41,-2 5-37,5 6-60,-7 4-104</inkml:trace>
  <inkml:trace contextRef="#ctx0" brushRef="#br0" timeOffset="434757.0071">13773 2731 586,'-13'7'117,"9"-5"17,-4-2-81,8 0-1,6-2-27,-2-1-22,2-3 1,4-2-3,7 0-1,3 0-1,0 2-1,7-1-17,-2 6-90,-3 4-64,0 6-62</inkml:trace>
  <inkml:trace contextRef="#ctx0" brushRef="#br0" timeOffset="435397.4621">13834 2881 463,'-16'19'41,"0"-2"76,5-4-79,9-8-1,0-2 9,4-6 13,11-1-29,12-6-20,4 1-10,8-8-5,5 3-73,-2-4-25,3 0 54,-6 0-50,-9 1 99,-8 3 30,-9-5 83,-10 1-26,-1-1 1,-3 4-27,-6 1-10,7 4-1,-5 3-11,5 4-7,2 1-17,0 2-15,0 2 0,0 1-12,0 6 12,-2 3 0,4 4 2,0 5 1,7 6-1,-5-3-2,4 3 1,5-6-1,-9-3 3,-1-6-1,3-4 2,-6-4-1,-6-2 11,5-4 15,-3-3-5,-5-8-9,2-5 1,-4-6-3,7-8-6,-3-5-1,7-2-1,9 1-5,-3-1-1,8 4 0,0 7-1,7 6-1,-7 5 1,2 10-6,-1 5 1,0 7 2,1 5-2,-2 9-10,-4 5 0,-7 3 7,-7 4 7,-9-2 1,-8 0 2,1-2 1,-7-1-1,8-3 0,5-5-3,3-4 2,2-2-3,9-4 4,7-2 3,-3-2 1,9-2 1,12-2-4,4-2 1,4-2-2,10 1-12,1-2-69,8 1-72,-7 2-141</inkml:trace>
  <inkml:trace contextRef="#ctx0" brushRef="#br0" timeOffset="436025.9091">14591 2660 530,'-2'-14'99,"2"2"44,-2 0-74,-5 4 2,7 4-20,-2 0-14,2 4-18,0 0-18,0 3-1,0 1-20,0 2 20,0 6 15,2 5-8,3 6-3,-1 0-2,-2 4-2,4-3 1,-3-2 0,-3-5-2,3-5 2,-3-3 1,-3-5 3,0-4 12,3 0 36,-4-4-6,2-5-29,-2-3-7,-5-9-1,2-2 6,-2-4-13,7 1 2,-1-2-3,3 5-2,3 4 0,-3 4 0,2 8-1,0 4-6,0 1-6,6 7 8,7 1 2,3 6 2,9 4 1,13 3 3,2 1 0,0 1-2,-2-5 1,-6-2-1,-5-7 0,-13 0 3,-5-7 1,-7 0 4,-2 0 3,2-4 16,-1-2-15,-1-4 0,-2-4 2,0-5-4,-5-4-4,-1-5-4,4-2-1,-7-3-1,5 4-1,4 0-3,0 7-10,0 3-42,2 7-28,7 1-45,6 9 2,10 4 14,8 4-434</inkml:trace>
  <inkml:trace contextRef="#ctx0" brushRef="#br0" timeOffset="436455.3459">15289 2542 652,'0'0'111,"-7"0"31,3-1-97,2-1-24,2 2-8,-2 3-12,-6 7 1,2 4 8,-5 7 1,-5 5 9,1 4-4,-1 0-8,3-4-8,-1 0 7,5-8-7,5-4 6,2-4-5,0-6 4,4-4 29,-2 0 31,2-8-22,0-5-34,5-6-6,-3-9-1,10-11 0,1-4 3,1-4 1,-3 1 10,3 2-2,-5 8-5,1 9 4,-8 6-6,0 9-7,3 6-5,-5 8-11,-1 6 13,10 6 3,-3 8 0,7 6 1,8 6 0,-3 2-1,2 1-10,-4-3-49,-2-4-40,-5-4-79,-2-4-270</inkml:trace>
  <inkml:trace contextRef="#ctx0" brushRef="#br0" timeOffset="436684.1265">15166 2587 853,'-13'0'110,"6"-2"-16,7-5-88,12 2-6,12-4-7,14 0-1,6-2-68,10 1-75,-5 2-148</inkml:trace>
  <inkml:trace contextRef="#ctx0" brushRef="#br0" timeOffset="436960.5888">15619 2424 700,'-9'-8'113,"2"1"-11,0 2-78,5 3-10,-1 4-14,3 3 0,0 10 12,0 3 19,-1 10-6,-1 6-8,2 3-1,2 0 1,-1-1-1,9-5-1,-3-8-6,4-4 5,-5-7 13,4-6 0,1-2 12,-3-7-10,10 0-19,4-8-3,5 4-7,6-5-2,5 6-9,5-1-24,0 7-174</inkml:trace>
  <inkml:trace contextRef="#ctx0" brushRef="#br0" timeOffset="437933.3402">16582 2416 784,'-4'-2'82,"-6"2"1,6-2-83,4 4-9,0 8 9,0 8 3,1 7 5,-1 9 8,0 4-5,0 1 0,0 0-1,-1-5-9,1-5 1,0-4 0,0-9-2,-2-6 4,2-3 1,0-7 11,0-3 39,-2-3-7,-3-8-47,1-7 7,2-6-7,-6-9 8,6-8-9,2-4 3,12-5-2,-1 2 2,5 2-3,1 7-4,8 8 3,-5 12-7,2 10 1,-6 7-12,-5 14 19,-7 7 1,-4 10 4,-4 8-2,-14 6-2,-2 2 0,-9-1 0,-4-7 1,4-5-2,0-2 0,6-9 0,8-4-3,11-5-2,-2 0 5,14-1 3,5-3-3,7 2 1,11-5 0,18-2-1,9-5-41,2 1-27,10-1-35,-8-1-32,-4-1-38,-7 2-89</inkml:trace>
  <inkml:trace contextRef="#ctx0" brushRef="#br0" timeOffset="438352.9705">17077 2542 451,'-2'-17'91,"-7"0"44,-1 2-45,0 1 2,1 2-36,-3 5-5,10 5-17,-2 0-14,-1 2-20,3 8-10,-3 4 8,2 10 4,-5 5 0,4 8 8,2 2-6,2 0-1,0-3 0,0-3-3,0-7 2,0-9 3,0-4 1,0-8 3,2-5 0,-2-5 8,2-10-8,0-4-8,0-11 10,7-5-2,-6-4 1,8-3-5,-6-3 7,8 5-2,-2 1 1,5 8 2,-5 5 1,-5 6-7,6 8 1,-8 6-8,3 4-7,-6 9-6,13 8 13,2 8 2,9 5 8,6 9-9,-2 3 3,4 2-3,3-4-2,-9 1 0,-7-5-46,-7-3-48,-11 0-101</inkml:trace>
  <inkml:trace contextRef="#ctx0" brushRef="#br0" timeOffset="439169.3712">17097 2574 714,'-20'-10'101,"7"1"14,1 0-43,10 2-64,6-4-5,12 1-3,9-2 3,13 0-3,4-1-1,-2-1-3,0 7 5,-4-1-2,-9 2 1,-9 2-2,-7 2 2,-7 2-5,-2 0-12,0 4 17,-2 2 1,2 4 2,3 6 4,0 4 0,-3 7-3,0 1 2,3-1-4,-3 4-1,0-6 2,-2 1-2,0-6-1,0-6 0,2-3 1,-2-5 8,0-6-5,2-2 16,-2-2 9,2-7-19,3-6-5,-3-7 2,4-8 5,3-4-2,-4-5 3,4 5-6,-4 2 8,2 6 1,-3 8-2,-4 8-11,2 7 0,-2 0-3,2 5-7,-2 2-10,5 4 11,-1 6 6,8 4 1,-4 4 3,13 6-4,-5 1 0,1-3 0,6-2 2,-8-5-2,-2-5 2,-6-3 0,2-4 2,-7-2 4,2-6-6,3 2 6,0-5 2,2-4 0,-3-4 2,6-6-3,1-5-3,-2-5-6,-2 1 6,2 0-6,0 7 2,-5 6 3,2 5 1,-6 6-6,-2 3-2,0 2-6,2 4 2,5 4 5,-1 4 2,6 3 3,3 8-3,3 0 1,2 6 1,-2 0-3,-2-3 2,0-1 0,1-2 0,-6-3-2,1-3-5,1-2-58,-9-2-36,5 3-70,-7-2-223</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5T08:01:52.090"/>
    </inkml:context>
    <inkml:brush xml:id="br0">
      <inkml:brushProperty name="width" value="0.05292" units="cm"/>
      <inkml:brushProperty name="height" value="0.05292" units="cm"/>
      <inkml:brushProperty name="color" value="#FF0000"/>
    </inkml:brush>
  </inkml:definitions>
  <inkml:trace contextRef="#ctx0" brushRef="#br0">9007 16742 80,'0'0'19,"-58"104"1,44-50-20,14 2 0,0-6-107</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17:18.530"/>
    </inkml:context>
    <inkml:brush xml:id="br0">
      <inkml:brushProperty name="width" value="0.05292" units="cm"/>
      <inkml:brushProperty name="height" value="0.05292" units="cm"/>
      <inkml:brushProperty name="color" value="#FF0000"/>
    </inkml:brush>
  </inkml:definitions>
  <inkml:trace contextRef="#ctx0" brushRef="#br0">4023 15290 149,'2'-6'0</inkml:trace>
  <inkml:trace contextRef="#ctx0" brushRef="#br0" timeOffset="6296.496">22482 8809 698,'-6'-12'27,"4"-3"36,-5 3-18,7 0 4,0 5-24,7 3 1,-7 0-6,2 1-10,-2 6-10,2 3 0,2 10 3,1 12 8,-4 14 4,-1 14 3,-1 8-7,-8 3-2,-2-4-8,2 0 3,-4-11-3,1-5-1,10-10-15,-1-5-81,8-8-48,7-8-182</inkml:trace>
  <inkml:trace contextRef="#ctx0" brushRef="#br0" timeOffset="6754.6711">22759 8927 508,'-10'-6'97,"7"-4"-14,3 0-8,0-2-18,2-3-47,9 1-1,5-1-2,3-2-7,6 5 0,2 7-7,0 5 0,-10 10 7,-1 9 1,-5 13 0,-11 9 0,-11 10 5,-5 2-5,-8-1 2,-7-3 0,2-10 15,2-10-4,9-9 3,3-8-2,8-4-14,4-6 0,6-2 10,4-2 12,8-4 0,12-2-11,8-6-10,17-4-2,6-5-31,6-3-78,-1-1-43,-1-2-127</inkml:trace>
  <inkml:trace contextRef="#ctx0" brushRef="#br0" timeOffset="7217.9314">23374 8872 478,'-22'-15'84,"1"-2"28,-3 2-56,5-1 3,-4-2-3,7 2-40,7-3-7,5 2-8,8-5 13,7 0-12,12 2-2,-1-1 0,9 5-1,1 6-1,-3 4 2,-7 6-12,0 6 12,-8 8-3,-1 5 3,-11 6 3,-2 10-2,-7 7 2,-6 4 0,-6 0-3,0 2 0,4-7 0,-4-2-1,11-7 0,8-6-3,8-6 1,11-6 3,5-6 6,12-6 1,6-7-1,1-6-2,5-5-3,-3-3 3,-8-5 4,-9-1 14,-16 1 10,-7-2-4,-10 2-18,-15-1-10,-1 4 0,-18 1 4,-5 6-2,-4 4 0,-4 4-2,7 0-14,14 6-78,10 0-59,16-4-415</inkml:trace>
  <inkml:trace contextRef="#ctx0" brushRef="#br0" timeOffset="8365.9628">24085 8566 544,'-4'-4'75,"2"2"37,0-1-57,2 1-44,0 2-11,0 5 0,2 4 1,0 6 6,2 11 6,1 9 3,1 5-11,1 6 3,-5 0-3,1-4-1,-3-4 0,0-6 0,-3-6-4,3-9 2,0-5 2,0-5-3,0-5 9,0 0 32,-2-4 10,2 0-11,-5-5-20,1-5-15,0-2-2,-7-11 10,1-8-8,4 1-1,-5-7-5,7-1 0,4-4 1,0 2 3,6-3-4,9 3-1,6 0-9,-3 7 6,9 6 1,-8 9-10,2 9-4,-6 8 6,0 8 2,-8 7 8,2 11 1,-2 0 1,2 6-1,2 1-2,3 2 2,5-2 0,5 2-1,6 1 1,-3-1 0,-3-2 0,1-4 0,-12 0 1,-2-4-1,-11 0 0,-9-5 1,-4 0-1,-9-3 1,-5-2-1,-2-4-34,4-4 0,6-6 5,5-5-29,7-8-43,7-4 10,7-10 20,7 0 55,0-8 5,7 3 11,-2-2 12,0 4 12,-5 6 16,-1 4 0,-7 10-10,2 3-13,-4 6-8,2 4 0,1 8 3,4 0 1,-2 7 4,4 5-7,3-2-3,4 3 2,-5-3 0,3-3 0,4-4-4,-5-6-2,2-3 5,4-3 1,-5-5-3,-3-3-5,3-2 7,-5-6-5,-1-3-3,-6-3 1,-1-4 1,-5-2 10,0 0-3,-7 3 10,3-1-4,-6 3-1,2 7 1,1 4-3,0 6-12,4 5-5,-3 2 3,0 10 1,-3 3-1,-1 11 2,1 5 3,3 8 3,6 3-2,0 0-4,5 2 4,-1-2-1,2-4-1,0-1-2,-2-2 3,-2-5-3,-2-3-37,-2-7-128,-2-3-336</inkml:trace>
  <inkml:trace contextRef="#ctx0" brushRef="#br0" timeOffset="9297.7754">24797 8478 514,'3'-16'86,"-3"4"-7,0 3-22,0 9-53,0 9 10,6 5 16,-6 10-11,2 6-8,2 7-6,3 0 0,-5 2-3,2-4 1,-2-3 3,-2-4-4,-2-5-2,0-5-2,0-6-17,0-4 16,2-6 1,0-6 2,2-4 0,0-6 1,4-5 2,8-1-3,0-6 2,8 1 2,0-1-4,5-3 2,0 1-2,1 2 1,-3 0 2,-5-1-1,-5 2 8,-5 1 3,-8 3 9,-2 2-10,-4 4 5,2 3-16,-6 7-1,2 3-3,-1 6 1,1 8-1,-10 4 3,3 10 0,-3 2 1,3 4-2,1 2-1,7-5 1,1-4 1,4-2 0,4-5 0,-1-6 2,5-5-1,4-2 6,1-7-5,10-5-2,-7-1-3,3-3 0,4-5 1,-5-3 2,-5-5 2,-1 0-2,-6-4 2,1 2-1,-5 0 3,-2 2-4,-2 4 0,-3 2 2,3 4-1,0 5-1,2 4-1,-2 1-8,2 4-1,0 8 5,0 0 3,0 4 2,-2 6 1,2 3-1,0 2 1,0 1-2,2-6 2,2-2-2,3-4 2,-5-3-2,4-2 2,1-2 1,-3-2-2,6 5-4,-4 0 4,3 4-1,-4 0 1,4 3 0,-5-4 0,0 1 0,3-1-1,-5-1 1,1-6 2,1-1-1,1-1 1,-5-2-1,-5 0-1,5 0 0,-4 2-3,-1 1-38,-6 1-52,-2 2-79,-12 2-204</inkml:trace>
  <inkml:trace contextRef="#ctx0" brushRef="#br0" timeOffset="12275.013">23294 11081 649,'-29'-8'12,"0"-4"37,9-2 20,2-4-47,14-3-7,13-1-9,6-4 4,12-2-8,4 0-1,10 2 1,-6 6-3,3 8 1,-9 6-7,-7 5-1,-9 8 5,-6 7 3,-7 12 1,-13 9 4,-10 11-4,-6 5 1,-4 7-1,-5-1 2,5-3 6,6-3-5,9-12 0,9-6 1,18-10 2,7-6 3,11-7-5,8-10 4,3-5-4,5-7 1,-1-3 1,-8-6 6,-6 1 8,-5-6-8,-17 0 3,-6-2-3,-8 1-10,-13 4-2,-7 2-1,-2 7 0,-3 9 0,-5 1-26,5 8-76,2 1-183</inkml:trace>
  <inkml:trace contextRef="#ctx0" brushRef="#br0" timeOffset="12470.0594">23637 11052 721,'-6'5'89,"-5"-5"-66,-1-5 52,8-3-53,6 1-22,12-1 1,12-3-3,10-1-43,13-1-59,0-1-32,5-1-18,-8-1-27</inkml:trace>
  <inkml:trace contextRef="#ctx0" brushRef="#br0" timeOffset="12904.9857">23967 10899 252,'9'-22'194,"-9"-4"-86,-9-3-27,-4-5-11,-1 2-4,6 2-25,-4 7-14,3 6-5,7 7-4,-3 6-18,5 4-5,0 8 5,0 8 16,0 8-8,0 12 5,0 8-5,7 4-2,0 4-3,-1-2 1,2-3 1,-13-5-2,1-5 0,-8-3-2,-3-9 2,1-7 3,1-3-3,4-10 3,0-3 17,5-9-11,4-4-7,0-7 1,0-11 0,8-3-3,8-3-1,11-2-4,9-1 4,8 9-4,2 0 2,7 9 0,-11 8-1,-7 8-2,-8 8-3,-3 8 2,-10 8 2,-9 5 2,-5 4-2,-5 1 2,-9 3 5,-10-5 0,-3-2-5,-3-6 0,9-2-23,-3-4-71,8-5-46,9-4-98</inkml:trace>
  <inkml:trace contextRef="#ctx0" brushRef="#br0" timeOffset="13092.0495">24262 10892 443,'29'-36'110,"0"6"-30,-12 9 11,-1 9-46,-7 9-5,-1 11 15,2 8-2,-4 9-26,3 1-6,0 8-9,-8-3-11,-1-3 6,0-1-7,-1-4-58,-8-4-241</inkml:trace>
  <inkml:trace contextRef="#ctx0" brushRef="#br0" timeOffset="13257.1793">24456 10451 467,'-28'-40'325,"-5"14"-311,0 8 28,6 8-38,4 6-4,16 8 0,10-1-41,17 11-157</inkml:trace>
  <inkml:trace contextRef="#ctx0" brushRef="#br0" timeOffset="13447.6404">24649 10507 598,'0'18'39,"-11"5"50,0 4-23,5 4-40,0 6-2,12 2-12,-2-1-8,7 0-2,2 0 0,1-6-2,-6-4-6,2-4-76,-4-5-71,-1-6-168</inkml:trace>
  <inkml:trace contextRef="#ctx0" brushRef="#br0" timeOffset="13640.7757">24597 10832 549,'9'-32'64,"6"-4"25,0-6-15,6-3-28,5 1-12,5 1-13,2 4-4,-1 5-5,1 7-11,-2 10-1,-4 8-1,-5 6-9,-4 9-66,-9 10-96,-14 12-208</inkml:trace>
  <inkml:trace contextRef="#ctx0" brushRef="#br0" timeOffset="14177.7792">23633 11889 659,'-25'20'12,"-1"6"-8,6 4 10,-9 6-6,8 4-3,8 2-2,4-3 3,7-6-1,-4-6 0,5-8 3,-1-4 18,0-9 19,2-4 3,0-8-34,0-8-9,4-10 19,3-13 6,-5-5-1,2-11-3,1-4-2,0 1-4,1 2 12,3 7-5,-6 15-8,6 13 0,-7 9-12,-2 8-7,4 7 0,0 10 10,7 6-2,5 10-7,7 5-1,-4 3 2,6-4 4,0 0-6,-5-6-36,-3 0-67,4-4-85,-8-4-273</inkml:trace>
  <inkml:trace contextRef="#ctx0" brushRef="#br0" timeOffset="14794.4728">23693 11969 735,'-10'-5'25,"9"-4"22,2-2-34,15-3-11,16-1-2,8-3 3,15-2-2,11-2-1,-2 0-1,-6 0 1,-5 0 2,-12 1-2,-12 4 3,-12 1 1,-8 3 17,-7 3-1,-4 5 2,-7 1-12,-2 1-4,-5 8 0,-3 0 4,-6 10 3,-4 3-4,-2 6-2,0 3 0,2 5 1,2-1-7,9-1 1,4-2-2,8-2 3,11-5-2,3-2 1,5-4-1,10-6 3,-1-6-1,5-6-2,0-5 2,0-6-1,0-5 1,-6-4-2,0-5-1,-8-2 2,-6-6-1,2-2-1,-7-6 1,-2-3 0,0 1 5,-2 2 13,2 10 2,-5 8 4,5 8-2,-2 11-13,2 2-5,0 5-5,0 5 0,2 12 2,-2 12 1,0 8 0,5 10-1,-5 5-1,2-4-1,0-2 0,2-5-11,5-8-48,3-3-27,1-6-37,9-7-86,5-10-280</inkml:trace>
  <inkml:trace contextRef="#ctx0" brushRef="#br0" timeOffset="15716.6815">24563 11733 562,'8'-37'71,"-3"1"32,-10 4-29,1 8-35,0 4 0,-8 5-4,1 10-18,-3 3-7,-6 6 2,-2 5-1,0 8 1,-5 6-3,-3 12-4,5 5 2,7 5-7,-3-1 0,15-2 1,-1-8 0,12-4 0,-1-10-1,8-4 4,1-7 0,3-9 0,1 0-2,1-9 3,2-3-4,-2-8 0,2-4-1,0-8 2,-5-7-2,3-4 2,-4-8-1,-3-5 1,-4 2-2,4 0 1,-7 8 0,3 6 9,-3 12 0,-2 6 4,-2 10-3,0 5-10,0 5-1,0 2-7,0 7 7,-2 7 1,0 8 0,0 7-1,2 12 0,0 3 0,2 2 0,2-4 1,4-2-1,0-6 0,1-3 1,3-9 0,1-8 1,2-8 1,1-6 0,4-6-1,1-8-1,2-2 0,-2-7 2,-14-3 0,-1 0-1,-6 1-2,-6 0-2,-1 5 2,-7 2 1,3 4 1,5-1-2,-1-5 0,9 3 0,5-1-2,6 1 1,3 2 1,1 5-3,1 6-1,-3 8 1,-3 4 1,-1 6 2,1 6 1,-9 6-1,2 3 0,2 0 0,-7 3 4,0 0-1,-3-1-2,-1-2 0,2-3 4,2-4-5,0-3 1,2-7-4,5-2-19,-1-4-65,8 0-30,3-6-44,6-3-39,4 0 3,2-3 197,-2-3 108,-12 1 61,-1 1-4,-8-1-49,-4 2-11,-4-1-54,0 2-6,-2-1-25,4-2-13,0 1-7,0 0-3,2 3-45,0-1-95,0 5-213</inkml:trace>
  <inkml:trace contextRef="#ctx0" brushRef="#br0" timeOffset="23769.6484">7493 17291 507,'-8'-12'130,"-3"-2"-82,-4-2 48,5-2-29,-2-1-7,10 2 3,0-1-11,2 6 2,0-1-13,-2 8-5,2-2-13,0 7-23,-2 0 4,4 14-4,2 7 21,-2 11 0,10 10-13,3 6 3,-1 6-6,6-1-4,0-3 3,0-6-4,1-2-3,-2-4-32,2-6-12,-6-6-30,-1-8-58,-2-4-77,-2-10-227</inkml:trace>
  <inkml:trace contextRef="#ctx0" brushRef="#br0" timeOffset="24183.9082">7850 17302 806,'-15'-19'47,"-1"1"-19,-3-3 44,7-6-33,3 1-16,16 0-9,6-4-12,7 3 3,7 6-5,2 4 0,0 8-3,-2 13-2,-7 10 5,4 15 10,-7 14 0,-5 11-4,-8 6-6,-8 3 7,-8-5-6,-1-8 10,-2-5 3,1-11 1,1-5-4,5-7-2,0-8-1,8-4 3,2-4-5,6-6 6,-2 0 4,7-6 0,12-11-10,4 0-1,11-10-5,7-4-15,4-3-61,-1 0-36,9 3-70,-7 6-243</inkml:trace>
  <inkml:trace contextRef="#ctx0" brushRef="#br0" timeOffset="24371.0377">8403 17283 858,'-15'2'48,"3"-4"51,3-2-61,9-5-32,11-3 0,14-2-4,5-9-1,10-3-1,4 2-41,1 0-15,1 1-119,-6 4-148</inkml:trace>
  <inkml:trace contextRef="#ctx0" brushRef="#br0" timeOffset="24866.3942">8724 16910 731,'-16'-18'57,"2"2"16,1 0-6,5 8-37,3 2-8,3 2-22,4 10 1,7 4 25,1 8 22,-3 14-7,5 13-16,2 4-2,-3 10-3,-5-1-13,6-4 0,-3-10-4,-3 0-1,-2-12-1,3-6 1,-2-8 1,-3-4-3,-2-10 1,0-4 4,0-2 2,0-10-5,-2-6-1,2-12 1,0-2-2,2-5 0,7-1 0,5-1 0,3 5 0,6 3-2,-4 6 1,4 11-4,-3 4 0,-3 10 5,6 3 3,-1 9-3,5 5-1,-4 2-1,-6 3 4,-8 3-1,-16-2 0,-6 9 1,-14-6 0,-6-3 0,-10 5-3,1-6 1,7-5-43,5-3-59,10-11-62,14-6-253</inkml:trace>
  <inkml:trace contextRef="#ctx0" brushRef="#br0" timeOffset="25475.1168">9081 17205 855,'2'4'63,"3"-1"20,-3-6-14,2-8-44,12 2-9,-1-7-7,10-3-8,-5-2 5,0-4-5,-6 4 1,-8-5-2,0 1 4,-3 0-1,-10-1-1,3-5 1,-8 4 0,10-2-2,-4 3 6,1 6 0,3 5 0,2 10-7,0 1-3,-2 4-9,2 4 10,2 6 2,-2 4 10,11 8-2,-1 4 1,-2 9-2,7-4-3,1-2 0,5-2-3,-2-5-1,4-4 4,-1-5 1,5-8-1,-1-5-2,2-5-2,2-8-7,-3-3-7,0-5 4,-7-6 6,0 1 4,-13-6 2,-5 0-1,-4 1 1,-10-2 2,4 5 7,-2 6 2,-3 3-3,9 5-1,-3 11-4,7-1-5,0 4-6,7 4 6,-1 8 2,8 5 2,-1 6-1,10 5 2,-2-1-5,5-1 2,-2 1-1,-4-3-1,-5-2-4,0 0-37,-1-4-35,-4 0-46,-6-6-63,-4 0-296</inkml:trace>
  <inkml:trace contextRef="#ctx0" brushRef="#br0" timeOffset="25630.2267">9625 16954 365,'-5'-22'320,"-2"0"-257,7-2 21,5-4-37,4 0-35,9-4-2,2-1-10,7 4 0,0-3-4,0 8-68,-6 2-133</inkml:trace>
  <inkml:trace contextRef="#ctx0" brushRef="#br0" timeOffset="25828.4687">9148 16677 782,'-54'-2'59,"14"-3"12,11-4 18,13 2-62,14-2-23,6 4-1,19-4-3,2 2-2,8 5-53,7 2-109,-2 2-413</inkml:trace>
  <inkml:trace contextRef="#ctx0" brushRef="#br0" timeOffset="32892.0035">2150 11739 157,'-2'-4'190,"0"2"-180,-3-1-10,3-1-1,0 3-17,2-3-46,0 0-3</inkml:trace>
  <inkml:trace contextRef="#ctx0" brushRef="#br0" timeOffset="48080.7722">12700 17718 691,'-28'-6'255,"3"2"-249,5 2 17,5-1 5,6 0-28,11 9-4,7 6 4,4 8 4,5 8 4,7 6-2,2 3-1,0 3-3,-6-1-2,4 5 2,-7 2-2,-1 5-11,-3 2-50,-3-4-53,-1-4-101</inkml:trace>
  <inkml:trace contextRef="#ctx0" brushRef="#br0" timeOffset="48456.6712">13056 17628 714,'-8'-14'45,"4"4"39,0 8-47,-5 10-32,5 10 2,-8 20 4,1 8 1,5 12-1,-4 4 9,8 7-11,6-8-9,7 0 4,3-9-3,9-8-1,-1-9 2,7-14-1,-2-11 0,1-10 6,-1-8 3,-7-11 0,-1-8-4,-9-3 1,-5 2 9,-10-2-15,-5 6 0,-9 2-1,-1 6-9,-4 9-23,-3 7-22,3 11-22,-1 5-108,0 2-258</inkml:trace>
  <inkml:trace contextRef="#ctx0" brushRef="#br0" timeOffset="48630.0968">13270 17965 837,'0'-6'51,"-8"-5"-6,8-6-12,8-5-33,9 0-2,14-7-7,14 0-65,8 2-118,1 6-219</inkml:trace>
  <inkml:trace contextRef="#ctx0" brushRef="#br0" timeOffset="49070.7224">13557 17512 254,'-15'-6'461,"1"-1"-435,3 2 80,7 5-91,2 0-10,6 4-5,7 10 15,7 8 5,1 10-5,15 8-1,2 4-1,4 0-4,-2 2 0,-5-3-4,-4-7-3,-11-4-2,-3-10 4,-3-5-3,-8-5 5,1-10 3,-5-2 38,0-3-14,-9-11-24,5-8-2,-8-6-1,8-9-5,-3-1-1,9-1 0,9-2-3,3 7 3,8 5-10,-4 9 8,-3 8 1,5 12-3,1 9 4,-4 5 8,-1 7-7,-1 14-1,-3 2-1,-11 0-14,-2 4-16,-13-2-14,-1-1-33,1-6-16,-3 1-79,5-11-96</inkml:trace>
  <inkml:trace contextRef="#ctx0" brushRef="#br0" timeOffset="49595.6662">14003 17805 514,'15'-12'105,"1"3"-1,-3-5-7,1 6-40,-3-5-25,5-6 0,-1-3-7,3 3-12,4-4-1,-6-1-3,-3 1 11,-6-4-5,0 1-3,-7 1-2,-7-1 8,0 1-7,-6 1-4,-1 3-7,1 3 9,7 9-3,-5 2-6,10 5 0,-1 4-11,2 5 8,-5 7 0,10 3 3,-3 5-2,3 9 1,6-4 2,2 0-2,5 1 1,5-6 0,-4-4-4,8-4 4,-2-7 3,-1-4-3,5-9-13,0-5-10,-2-6 7,-3-5 9,3-6 3,-9-2 4,0-10 0,-3 3 2,-6 3 0,-7 2 20,-4 13 5,0 2 5,-7 10-16,7 4-14,2 3-2,0 8 0,11 4 0,1 10 4,3 4-1,2 6-3,3-1 4,3 5-4,-5-2-56,-3 0-70,-1 0-96</inkml:trace>
  <inkml:trace contextRef="#ctx0" brushRef="#br0" timeOffset="49762.9456">14514 17488 788,'-7'-22'59,"7"1"6,9-1-22,6-2-36,11-1-3,6 2-4,1 0-26,7 2-43,1 4-72</inkml:trace>
  <inkml:trace contextRef="#ctx0" brushRef="#br0" timeOffset="49949.0786">13915 17333 810,'-37'4'33,"17"-4"34,4-6-40,16-2-25,16-4-4,13-2-3,6 2-73,17-3-122</inkml:trace>
  <inkml:trace contextRef="#ctx0" brushRef="#br0" timeOffset="51811.8696">21488 12078 328,'-15'-21'0,"-12"1"-25,-6-2-28</inkml:trace>
  <inkml:trace contextRef="#ctx0" brushRef="#br0" timeOffset="57861.0632">8423 16436 181,'-31'9'290,"-8"1"-285,5-6 2,-5-6 14,10 2 9,2-4-3,10 0-3,-3 0-6,-1 0-9,2 2 20,-6-1-9,3 3 9,-7 9-10,-5-1-9,3 6 0,-4 2 10,1 0-10,-2 5-1,-1-1-6,1-1 8,-1 1-3,3 0-4,-2 0 4,1-6 2,-1 2-5,7-2 0,0 5-3,-5 1-1,-2-1 1,3 9 1,-5 2-1,5-3 1,-5 4 0,7 1 2,1-3-1,0-5 3,0 4-7,6-2 4,2 0-3,-1 3 1,4-3 0,-4 4-2,5 2 3,-4 0 0,4-2-1,-2 6 5,0-2-4,4-2 0,3 1 1,4-4-1,2 0-2,7-4 3,0-1 0,0-2-2,7 0-1,-1-1 0,6 3 0,1 2-1,2 2 0,5 2 3,8 0 1,0 2-1,1-1-3,6-4 1,-2 1-1,0-6 4,2 5-1,-1-5-2,2-5 2,-1 2 1,6-1 0,1-4-4,5 0 0,4-2 5,4-2-4,-1-2 2,3 1-2,2 0 2,-5-1-3,-5-2 0,-4 0 1,-8 0 1,3-3 0,-2 0-3,-2 1 4,6-2-2,2-4 2,8 0-4,-3 2 3,7-5 0,-1 2-2,3-8 0,0-1 5,0 3-4,5-5-1,-3-2 0,-2 4 0,2-2 0,0 0 2,5 6 0,-1-2-1,4 1-1,-6-1-3,3 7 3,-5-6-1,7 4 1,-5-3 0,9-6 1,-1-3-1,1-7 0,-10 2 3,3 0-2,-11-2-1,-4 0 7,-6 2-7,-3-2 7,-3-3 1,6 1-2,-1-6 1,3 1 0,6-3-5,0-3-1,5 1 0,2-2-1,0 1 7,-5 0-6,1 2 0,-7 3 0,-8 1 0,-7 4-1,-7 4 2,-8-2-1,-1 6 3,-9-2-1,-5 2 3,-10-8-3,3 1-1,-11-6-2,-8 2 0,-3-7 0,-6 0-2,-13-3 0,-5 1-2,-7 0 4,-4 3 0,-8 5-1,2 3 1,-4 7 0,1 0 8,0 1-7,-1 6-1,1-3 2,-5 0 1,-5-1-1,7 0-4,-2 2 1,-1 4 0,3 3-2,4 9 3,-4 0-1,1 5 0,-10 9 1,-2 2 3,1 2-3,6 2-1,3 2 1,3 0 2,5-2-1,0 3-1,7-1 1,4-3-1,5 0 1,4 3-1,9-8 2,2 1 0,3-4-2,4 3 3,4-7-3,3 0 3,2-3-1,5-1 0,-1-3 4,3 0-5,1 0-1,8 0 3,-6 0 1,9 0-1,1 0-1,0 0-2,0 0 4,0 0 0,0-3-3,0 3 1,0 0 1,0-2-3,0 2-1,-2-2-2,2 2 1,0-2 2,0-3 0,0 5 0,0 0 0,0 0 2,0 0-2,2 0-1,-2 0-2,0 0 1,0 0-1,0 0 3,0 0 0,0-3 1,0 3-1,0-2 0,0-2-1,1 1 1,-1 2 3,0 1-3,0-3 0,6 2 2,-6-3-1,2 2-1,0-4 0,0 1 1,-2 0-1,2 0 1,-2 3 0,5 1 0,-5-1-1,0-2 0,0 1 1,0-2 2,0 3-2,-5-5-1,3 3 0,2-1-2,-4 1 5,2-1-6,-5 0 7,7 1-4,-4-1 0,1 3 1,-4 0-2,5 1 1,-1-1-2,0 0 1,-4-1 1,7 1 0,-4-2 0,-1 4 0,-2-1 0,3-2 1,-6 2-2,9 1 4,-3-3-5,-2 3 6,4 0-4,-4 0 0,-1-1 0,3 1-2,-8 0 0,8 0 2,-1 0 1,-1 0 4,4 0-8,-2 0 7,4 0-8,-6 0 4,6 0 0,-2 0 0,2-3 4,0 3-6,0 0 2,0 0 0,0 0 0,0 0 6,0 0-6,0 0-3,0 3 3,0-6 4,0 3-4,0 0 2,0 0-2,0 0-2,0 0 2,0 0 5,0-2-5,0 2 0,0-4-4,0 4 4,0 0 0,0 0-1,-2 0 1,2 4-2,0-4 2,0-4 3,0 4-3,-2 4 0,2-8 0,0 4 0,0 4 0,0-4 0,0 0 0,0 0 0,0 0 0,0 0 0,0 0 0,0-4 2,0 4-2,0 4-4,0-8 4,0 4 0,0 0 0,0 0 1,0 0-1,0 0 0,0 0 0,0 0 2,0 0-1,2 0-1,-2 0-1,0 0-1,0 0 2,-2 0 0,2 0-1,0-3-1,0 3 2,0 0 0,2 3 3,-2-3-3,0 0-1,0 0-1,0 0 2,0 0 0,2 0 0,-2-3 0,0 3-1,-2 0-3,2 0 4,0 0 0,0 0 4,0 3-9,2-3 6,-2 0-2,0 0 2,0 0-2,0 0 1,0 0 0,0-3 0,0 6 0,0-6 0,0 3 0,0 0 3,0 0-5,0 0 4,0 0-2,0 0 1,-2 0-2,2 0-3,0 0 4,0 0-1,0 0 1,2 0-3,-2 0 3,0 0 0,0 0 0,0 0 2,0 0-4,0 0 2,0 3 0,0-6 0,0 3 3,0 0-2,0 0-1,0 0 0,0 0 0,0 3-3,0-3 1,0 0 1,0-3 1,0 6 1,0-3 0,0 0-1,0 0 0,0 0 0,0 0 0,0 0-2,0 0 2,0-3 0,0 3 2,0 0-2,0 0-5,0 0 5,0 0 3,0 0-3,0 0 0,0 0-1,0 0 2,0 0-2,0 0 2,0 0-4,0 0 5,0 0-5,0 0 3,0 0 0,0 0 0,0 0 1,0 0 0,0 0 1,0 0-2,0 0 0,0 0 0,0 0 2,0 0-2,0 0-1,0 0 0,0 0 1,0 0-3,0 0 3,0 0 0,0 0 5,0 0-5,0 0 0,0 0-5,0 0 9,0 0-4,0 0 0,0 3-1,0-6 1,0 3 4,0 3-4,0-3-1,0 0-1,-2 0-19,2 0-7,2 0-25,-2 0-10,2 4-7,10-4-38,3 0-16,10-4-17</inkml:trace>
  <inkml:trace contextRef="#ctx0" brushRef="#br0" timeOffset="117604.298">21651 3655 582,'-16'7'18,"1"-6"4,-3-1 52,-7-1-14,6 1-16,-2 0-12,1-3-14,3 3 2,-6 0 9,5-2-7,3 0-2,-3 0-3,0-3 8,2-2-10,3-1-2,4-1 1,-4-6-7,6-2-1,5-2-3,8-3-3,3-2 0,14 2-1,-3 0-2,9 6 0,-3 4 1,1 6 2,-2 6-6,-7 6 2,1 7 3,-5 12 2,-5 11-1,-9 10 0,0 12 0,-13 7 1,-1-1 3,-3-2-4,2-8-1,3-11 1,0-4 0,12-11-3,10-6 3,4-7 4,7-8-3,8-9 2,9-8 2,4-8-4,3-5-1,72-68 3,-105 75 2,-8 0-2,2 2 5,-12 0-1,4-18 9,-12 2-11,-5-1-3,-13 5-4,-8 5 4,-11 6-2,0 12 0,-4 3 0,1 6-13,9-1-34,14 2-51,11-6-207</inkml:trace>
  <inkml:trace contextRef="#ctx0" brushRef="#br0" timeOffset="118053.9171">22071 3449 294,'-15'4'354,"-3"-4"-347,8 0 59,-3-2-26,3 2 4,6 0-34,4 2-8,0 1 2,-7 8 3,3 5 11,2 8-13,-8 8 8,6 4-10,4 6 9,4 0-8,6-3 4,5-6 2,5-7 0,7-8 1,4-8-7,5-6 5,-6-8-1,2-1 11,-4-8 6,-4-2-10,-5-7 9,-5-5-2,-5-5 1,-9-1-13,-7-6 0,-6 3-5,-7 4 2,-6 8-7,-2 5-1,-4 6-1,-5 9 2,0 4-2,0 2-23,6 4-43,7 3-68,8 0-136</inkml:trace>
  <inkml:trace contextRef="#ctx0" brushRef="#br0" timeOffset="118499.1432">22632 3349 696,'-15'0'8,"-1"1"51,-9 4-19,-3 3 1,0 6 0,-4 4-12,4 4-4,4 0-22,8 1 3,12-2-2,10 1 9,17-2 7,6-4-12,13 2 0,7-4-6,3 2 4,-4 0 1,-5 0-6,-7 2 5,-17-4-6,-3 3 6,-7-6 9,-9-1 0,-11 2-6,-5 1-4,-1-2 1,-12 1-6,-7-2-32,2-2-51,-3-8-136</inkml:trace>
  <inkml:trace contextRef="#ctx0" brushRef="#br0" timeOffset="118682.0661">22681 3403 792,'8'-14'31,"-3"-1"56,-3 5-16,3 1-43,-1-1-18,12 2-9,9-3 0,4 4-1,4-3-51,5 3-93,-5 1-171</inkml:trace>
  <inkml:trace contextRef="#ctx0" brushRef="#br0" timeOffset="118923.8827">23055 3176 638,'-8'-8'38,"0"2"60,-1 3-14,5-2-27,2 5-12,2 0-45,0 5 7,2 7 10,2 8 10,5 6-7,3 11-1,3 5-6,8 0-8,-5 2-4,1 1 3,2-4 1,-8 0-5,1 1-65,-8-4-71,3-3-148</inkml:trace>
  <inkml:trace contextRef="#ctx0" brushRef="#br0" timeOffset="119853.9267">23740 3100 675,'-14'-12'87,"6"0"2,-7-2 7,9 4-20,2 1-27,2 5-22,2 3-8,0 1-19,0 5-8,0 9 8,-2 16 19,2 10 5,0 15-9,0 13-6,0 1-7,2-1 7,0-2-9,2-2 3,2-8-1,-1 0-2,0-1-29,2-12-31,-1-4-105,3-9-112</inkml:trace>
  <inkml:trace contextRef="#ctx0" brushRef="#br0" timeOffset="120478.7137">24038 3288 547,'-11'-4'196,"3"0"-101,-4-3-13,9-6-36,3-1-25,10-2-15,10-4 3,-2 1-3,7 2-3,-6 2 2,-5 8-5,-5 5 0,-4 8 0,3 9 2,-8 6 1,-5 11-1,2 7-1,-2-1 1,-4-2-2,4-6 0,5-6 2,5-6 0,9-4-2,10-5 2,5 0-4,4-3 2,0 2 0,1 0 4,-12 0-4,-1-3-4,-8 4 3,-9-6 1,-2 2 4,-4 1 9,-7 0 2,-5 2-12,-7 0-1,-7 5-4,-2-4 0,0-1-40,6-6-59,11-4-300</inkml:trace>
  <inkml:trace contextRef="#ctx0" brushRef="#br0" timeOffset="120718.9021">24506 3127 792,'0'-17'106,"0"3"-22,-6 6 16,1 4-65,3 1-35,4 9-3,8 1 3,-2 12 15,8 6-4,4 8-2,2 8-5,1 5 1,-2 1-2,13 7-3,4-6 24,4 0-24,-4-8-38,1 4-90,-20-12-153</inkml:trace>
  <inkml:trace contextRef="#ctx0" brushRef="#br0" timeOffset="141269.4419">23560 3898 638,'-12'11'47,"3"-2"-5,3-3 42,4-6-4,-4 0-8,14-6-33,0-3-16,13-8-8,8-3-2,6-9-11,9 2 1,8-5 1,2 0-4,2 0-19,-8 3-25,-4 4-23,-5 4-32,-10 9-70,-14 8-104</inkml:trace>
  <inkml:trace contextRef="#ctx0" brushRef="#br0" timeOffset="141459.5813">23595 4168 412,'4'14'451,"9"-7"-450,12-9 18,6-10-1,14-9-11,10-2-4,11-5-3,-6-4-51,0-1-99,-5-1-246</inkml:trace>
  <inkml:trace contextRef="#ctx0" brushRef="#br0" timeOffset="153074.5627">15864 3618 499,'-4'0'19,"-3"0"-7,3-1 2,-1-1 17,-2 0-4,5 2-20,2-1 15,-3 1 2,2-3-5,1 3 7,0-2-16,-7 0 10,3 1-13,4-2 20,-10 3 2,6-2-24,-5 2-1,3 2-4,-6-2 6,5 3 2,-3-3 2,-2 1-2,8-1 1,-5 2-4,7-2 0,-1 0 4,2 2-4,-4-2-5,10 0-6,-5 0-5,1 0 1,31-2 10,-19 0 19,5-2-8,7-2 5,-1 0-10,23-2 2,9 0-7,4-2 3,-4 0 1,2 3-5,-3-2 7,-8-1-7,-7 4 9,-7-1-7,-8 4 5,-7-1-4,-7 4 6,-2-2 2,-7-1 3,-2 3 0,3 0-2,-6 0-9,3 0 5,3 0-4,-6 0-2,3 0-2,0 0-2,0 3-2,-2-3-3,2 0-55,0 2-26,-5-2-50,3 6-71</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1-10-20T10:46:37.688"/>
    </inkml:context>
    <inkml:brush xml:id="br0">
      <inkml:brushProperty name="width" value="0.05292" units="cm"/>
      <inkml:brushProperty name="height" value="0.05292" units="cm"/>
      <inkml:brushProperty name="color" value="#FF0000"/>
    </inkml:brush>
  </inkml:definitions>
  <inkml:trace contextRef="#ctx0" brushRef="#br0">5408 13295</inkml:trace>
  <inkml:trace contextRef="#ctx0" brushRef="#br0" timeOffset="1070.4034">12105 16892</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2:04.764"/>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7020 17363,'25'0,"0"0,24 0,26 0,-1 0,1 0,24 0,-25 0,1 0,-26-25,26 25,-26 0,1 0,-25 0,-1 0,1 0,0 0,25 0,-26 0,1 0,0-24,25 24,-26 0,1 0,0 0,-50 0,0 0,1 0,-26-25,25 25,25-25,-49 25,-1 0,0 0,26 0,-51 0,1-25,-1 25,1 0,24 0,1 0,-1 0,25 0</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2:08.030"/>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7243 17066,'0'0,"50"0,24 0,1 0,-1 0,1 0,24 0,25-25,0 25,-25 0,0 0,25 0,-24 0,-26 0,-24 0,-26 0,26 0,-25 0,0 0,-1 0,1 0,0 0,0 25,24-25,1 0,0 0,-1 0,1 24,-1-24,1 0,0 25,-26-25,1 0,0 0,0 0,49 0,-49-25,25 25,-25 0,49 0,-49 0,0 0,198-24,-25-1,1 25,-51 0,-23 0,-26 0,-50 0,-24 0,-25 25,-49-25,49 24,-25 1,-25-25,25 0,-49 25,49 0,0-25,0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2:09.876"/>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10269 17165,'-49'0,"24"0,-25 0,1 0,-1 0,1 0,-26 0,26 0,24 0,-25 0,25 0,1 0,-1 0,0 0,-25 0,26 0,-1 0,0 0,0 0,0-25,1 25,-1 0,-25 0,1 0,24 0,25-25,-50 25,25 0,-24-25,24 25,0 0,-25 0,26 0,-1 0,-25 0,1 0,24 0,0 0,-25 0,26 0,-26 0,25 0,0 0,-24 0,24 0,0 0,-24 0,24 0,-25 0,25 0,1 0,-1 25,0-25,0 0,0 0,1 0,-1 0,0 25,0-25</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3:01.507"/>
    </inkml:context>
    <inkml:brush xml:id="br0">
      <inkml:brushProperty name="width" value="0.08819" units="cm"/>
      <inkml:brushProperty name="height" value="0.35278" units="cm"/>
      <inkml:brushProperty name="color" value="#1F497D"/>
      <inkml:brushProperty name="tip" value="rectangle"/>
      <inkml:brushProperty name="rasterOp" value="maskPen"/>
    </inkml:brush>
  </inkml:definitions>
  <inkml:trace contextRef="#ctx0" brushRef="#br0">7119 17611,'25'0,"0"0,0 0,0 0,-1 0,1 0,0 0,0 0,0 0,-1 0,1 0,0 0,0 0,0 0,-1 0,-24 25,50-25,-25 0,0 0,-1 25,1-25,0 0,0 0,0 0,-1 0,26 0,-25 25,0-25,-1 0,1 0,0 0,0 0,0 0,24 0,-24 0,25 25,-26-25,26 0,-25 0,0 0,0 0,-1 0,1 0,0 0,0 0,0 0,-1 0,1 0,0 0,0 0,0 0,-1 0,1 0,0 0,0 0,0 0,-1 0,1 0,0 0,0 0,0 0,-1-25,1 25,0 0,0 0,0 0,-1 0,1 0,0 0,0 0,0 0,-1 0,1 0,0 0,0 0,0 0,-1 0,1 0,0 0,0 0,0 0,-1 0,26 0,-25 0,0 0,0 0,-1 25,1-25,0 0,0 0,0 0,-1 0,1 0,0 0,0 0,0 0,-1 0,1 0,0 0,0 0,0 0,-1 0,1 0,0 0,0 0,0 0,-1 0,1 0,0 0,0 0,0 0,-1 0,1 0,0 0,0 0,0 0,-1 0,1 0</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3:05.894"/>
    </inkml:context>
    <inkml:brush xml:id="br0">
      <inkml:brushProperty name="width" value="0.08819" units="cm"/>
      <inkml:brushProperty name="height" value="0.35278" units="cm"/>
      <inkml:brushProperty name="color" value="#1F497D"/>
      <inkml:brushProperty name="tip" value="rectangle"/>
      <inkml:brushProperty name="rasterOp" value="maskPen"/>
    </inkml:brush>
  </inkml:definitions>
  <inkml:trace contextRef="#ctx0" brushRef="#br0">10145 17562,'-24'0,"-1"0,0 0,0 0,-24 0,24 0,0 0,-25 0,26 0,-26 0,25 0,0 0,-24 0,24 0,0 0,0 0,1 0,-1 0,0 0,0 0,-24 0,24 0,-25 0,25 0,1 0,-1 0,0 0,-25 0,25 0,1 0,-1 0,0-25,0 25,0 0,1 0,-26 0,25 0,0 0,1 0,-1 0,0 0,0 0,0 0,1 0,-1 0,0 0,0 0,-24 0,24 0,0 0,0 0,0 0,1 0,-1 0,0 0,25-25,-25 25,-24 0,24 0,0 0,0 0,0-25,-24 25,24 0,0 0,0 0,1 0,-1 0,0 0,0 0,0 0,0 0,1 0,-1 0,0 0,0 0,0 0,1 0,-1 0,0 0,0 0,0 0,1 0,-1 0,-25 0,25 0,-24 0,24 0,0 0,0 0,1 0,-26 0,25-25,0 25,1 0,-1 0,0 0,0-24,0 24,1 0,-1 0,0 0,0 0,0 0,1 0,-1 0,0 0,0 0,0 0,0 0,25 24,0 1</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3:09.728"/>
    </inkml:context>
    <inkml:brush xml:id="br0">
      <inkml:brushProperty name="width" value="0.08819" units="cm"/>
      <inkml:brushProperty name="height" value="0.35278" units="cm"/>
      <inkml:brushProperty name="color" value="#1F497D"/>
      <inkml:brushProperty name="tip" value="rectangle"/>
      <inkml:brushProperty name="rasterOp" value="maskPen"/>
    </inkml:brush>
  </inkml:definitions>
  <inkml:trace contextRef="#ctx0" brushRef="#br0">7119 17413,'25'0,"-25"49,0-24,0 25,0-25,0 0,0-1,0 1,0 25,0-25,0-1,0 1,0 0,25-25,0 0,0 0,-1 0,1 0,0 0,0 0,0 0,-1 0,-24-25,50 25,-25 0,0 0,-1 0,1 0,-25-25,25 25,0 0,0 0,-1 0,1 0,0 0,0 0,0 0,-1 0,1 0,0 0,0 0,0 0,-1 0,1 0,0 0,0 0,0 0,-1 0,-24 25</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20T19:23:15.130"/>
    </inkml:context>
    <inkml:brush xml:id="br0">
      <inkml:brushProperty name="width" value="0.08819" units="cm"/>
      <inkml:brushProperty name="height" value="0.35278" units="cm"/>
      <inkml:brushProperty name="color" value="#1F497D"/>
      <inkml:brushProperty name="tip" value="rectangle"/>
      <inkml:brushProperty name="rasterOp" value="maskPen"/>
    </inkml:brush>
  </inkml:definitions>
  <inkml:trace contextRef="#ctx0" brushRef="#br0">7268 17835,'25'0,"0"0,0 0,24 0,1 0,-25 0,24 0,-24 0,0 0,0 0,-1 0,26 0,0 0,-26 0,1 0,0 0,0 0,0 0,24 0,-24 0,25 0,-26 0,1 0,0 0,0 0,0 0,-1 0,1 0,0 0,0 0,0 0,0 0,24 0,-24 0,0 0,0 0,-1 0,26 0,-25 0,24 0,-73 0,73 0,1-25,-1 25,1 0,-25 0,0 0,24 0,-24 0,25 0,-1-25,-24 25,0 0,0 0,-1 0,26-25,-25 25,0 0,24 0,-24 0,0 0,0 0,-1 0,26 0,0 0,-25 0,-1 0,1 0,0 0,0 0,24 0,-24 0,0 0,0 0,0 0,24 0,-24-25,0 25,0 0,24 0,-24 0,0 0,0 0,-1 0,1 0,0 0,0 0,0 0,-1 0,1 0,0 0,25 0,-50 25,24 0,1-25,-25 25,-25-25,1 25,-1-25,0 0,0 0,0 0,1 0,-1 0,0 0,-25 0,26 0,-26 0,25 0,0 0,1 0,-1 0,0 0,0 0,0 0,-24 0,24 0,-25 0,26 0,-1 0,0 0,0 0,0 0,1 0,-26 0,25 0,0 0,0 0,1 0,-1 0,0 0,-25 0,26 0,-1 0,-25 0,25 0,1 0,-1 0,-25 0,25 0,-24 0,24 0,0 0,0 0,-24 0,24 0,0 0,0 0,1 0,-1 0,0 0,0 0,0 0,1 0,-1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46:59.846"/>
    </inkml:context>
    <inkml:brush xml:id="br0">
      <inkml:brushProperty name="width" value="0.05292" units="cm"/>
      <inkml:brushProperty name="height" value="0.05292" units="cm"/>
      <inkml:brushProperty name="color" value="#FF0000"/>
    </inkml:brush>
  </inkml:definitions>
  <inkml:trace contextRef="#ctx0" brushRef="#br0">16512 16501 266,'8'-2'58,"-6"0"-44,0 0 26,-1 1 4,5-4-12,-2 5-3,-2-4 0,2 4-1,4-2 14,-8 2-8,2-2-8,-2 2-3,0 0-10,0-2-12,2 2 1,-2 0 0,0 0-2,0 0-1,0 2-9,-2-2-28,-2 2-32,-8 0-45,-11 7-65</inkml:trace>
  <inkml:trace contextRef="#ctx0" brushRef="#br0" timeOffset="22083.6677">8236 11025 521,'2'-4'22,"-2"1"17,0 0 7,-2-4-8,2 3-2,0 3 8,0-3-22,0 2-7,0-1-5,0 3 0,0 0-5,0-1-5,0 1 2,0 1-2,0-1-2,0 0-54,0 7-40,-4 5-22,-4 5-285</inkml:trace>
  <inkml:trace contextRef="#ctx0" brushRef="#br0" timeOffset="26436.0568">6247 16385 611,'2'0'9,"4"0"-9,-12-4 5,6 1 20,6 2 15,-6 1-25,0-2-12,2 2-2,-2 0-1,0 0-2,2 0-23,0 0-40,0-2-34,9-4-210</inkml:trace>
  <inkml:trace contextRef="#ctx0" brushRef="#br0" timeOffset="29239.0244">6334 13168 391,'0'-6'29,"-2"3"-24,0-6 9,-3 4 19,1-2 13,2-3-7,0 0-6,-5-2-6,0 0 14,1 0-17,-3 0-4,-5 2-8,1 2-1,-3 2 0,-4 6-6,-4 2 0,-1 5 0,-7 6-3,-2 1 8,-2 5-3,-5 4 2,6 7-5,-1 7 1,1 2-2,6 6-2,6 3-1,7 0 3,10-1-2,10-3-1,8-1 2,7-2 0,10-4-2,8 4 1,0-3 1,1 4-2,0 0 5,-7 2-5,-5 0 0,-9 2 2,-11 0 0,-6 0-2,-8-2 1,-11-1 8,2-6 2,-3 0-2,-1-7-6,6-2 0,6-7-2,4 0-1,5-5 0,10-2 4,5 2-2,3 1-2,6-2 3,3 3 0,0 4-3,0 3 3,-5 3-1,-7 0 3,1 2-1,-3 0-1,-1-6 6,-3-4-5,-5-6 2,-1-3-6,-3-8 0,6-3-1,3-3 1,4-6 0,9-7-46,10-4-108,12-6-208</inkml:trace>
  <inkml:trace contextRef="#ctx0" brushRef="#br0" timeOffset="30116.4926">2721 13708 647,'-15'-10'26,"-1"3"-18,-5 2 3,2 1 6,3 4 9,3 0 5,1 4-19,6-1-10,1 8 5,3 5-6,4 6 1,7 6 15,5 6-3,3 3-4,8 0 1,2-2 0,2-3-2,0-1-6,-7-4 9,-1-4-3,-4 2 0,-8-6 2,-9 6-1,-7-3 8,-6-1-9,-5 2-5,-7-3 0,-2-2-2,4-1 2,-2-8-4,7-4-3,3-5-42,5-5-88,10-7-64,7-6-75</inkml:trace>
  <inkml:trace contextRef="#ctx0" brushRef="#br0" timeOffset="31399.2122">3004 13851 459,'28'-23'22,"-8"0"-8,-6 2 55,-9 1-12,-5 6 15,0 4-16,0 2-24,0 6-12,-2 0-14,2 2-6,0 2-2,0 3 2,-5 10 15,3 5-4,-5 8-4,1 8 1,-1 2 3,5 2-4,0 3-2,6-4-3,5-4 0,2-3-1,3-9-1,-1-2 0,3-9 0,-3-4 6,-2-4 8,7-8-1,-2-2-4,-1-10 1,3-3-9,-1-6 4,3-8-2,-1 1-2,-6-2 0,-7 3 2,-1 2-2,-5 5-1,-5 4 5,-1 1 4,-6 7-1,1-1-5,5 6 1,-3 0-2,5 2-2,4 3 0,0 2-9,2-1-3,0 1 6,0-2 6,2 0 5,3 4-5,5 0-1,-1 1-4,7 6 5,1 3 0,2 6-1,1 1 1,2 4-1,-6 1 2,3-1-1,-4-3 2,-3 3 1,-1-5-2,1 1-1,-6-5-2,4-3 2,3-3 0,-4-1-2,3-5 2,1-4 1,10-6-1,-4-4-2,9-5-9,4-5 9,-5-3-7,-6-3 9,0-3 1,-5 1 1,-7-1-1,-2 6-1,-4-3 0,-8 3 0,-4 4 0,5 4 1,-9 4 2,7 5-3,-3 4-3,-1 4 1,3 4 2,-2 5 3,-5 6-3,-4 5 1,9 3-1,-5 3 1,3-1-1,5 1 1,4-4-1,4-2 0,1-4-3,3-4-1,4-4 3,1-6 1,3-2 13,1-6-7,8-6-3,2-8 1,-2 0 1,-1-6-3,-2-4 2,-4 2-4,-5 2 3,-10 0 1,8 5-2,-11 10 0,0 2-2,0 7-8,-2 2 0,2 2 7,0 5 1,2 2 2,0 4-2,5 2 2,-1 2 0,6-5-2,-6-2 0,5-6-2,-7-1 2,6-3 12,-1-9-4,-1-2-5,4-4-1,1-5 1,3-6-1,-5-2-2,2-2 2,-6-3-1,0 1 4,-7 0 1,0 2 3,-5 5 2,1 2-1,-1 8 4,-2 2-12,7 9-2,-3 6-11,6 6 11,2 11 1,0 8 2,6 7 0,2 9-1,7 0-2,-2 3 2,7-3-2,3-1 0,-5 0-1,-1-2-62,-7-4-20,-2-4-61,-5-1-142</inkml:trace>
  <inkml:trace contextRef="#ctx0" brushRef="#br0" timeOffset="31580.2676">4036 13746 637,'-20'-20'11,"4"3"12,10 2 8,4-2-10,6 3-3,10-2-9,10-2-5,8 1-2,12-2-2,2 1-75,4 2-29,-1 3-26,-5 1-28</inkml:trace>
  <inkml:trace contextRef="#ctx0" brushRef="#br0" timeOffset="32171.4404">4430 13473 281,'6'-11'146,"-12"-4"-84,-2 3-13,-6 2-1,1 3 3,0 2 1,4 7-37,-5 1-8,8 9 5,-3 1 14,2 6-12,0 4-2,4 3 3,6 2-4,2 1-2,1-1-6,8-2 6,1-5-5,2-2 0,7-8 3,-5 0-5,6-9 8,0-4 2,-3-5-10,3-2 3,-1-8 0,-4-5-4,-4-6 6,-1-4-6,-1-3 1,-7-3-2,-5-1 3,-4 0 0,0 5-2,-6 3 15,-3 4-2,9 10-4,-2 5-10,2 6-2,2 2-5,2 10 4,2 6 3,3 8 0,2 10 4,6 6-4,3 3 1,4 4 3,1-8-3,-3-2 0,-5-8 0,-3-8 1,-8-7 0,3-6 20,-5-4 16,-2-4-2,2-4-19,0-6-13,5-3 1,0-3-4,4-6-1,5 1-1,-1 4 0,1 2 0,-1 6-2,0 8 1,8 7-2,-3 6 4,7 7-1,0 4 1,4 9-1,-2 4-3,-4 7-27,-10 5-78,-13 12-99</inkml:trace>
  <inkml:trace contextRef="#ctx0" brushRef="#br0" timeOffset="32748.634">3200 14707 759,'-16'-4'62,"3"-3"-57,7 2 10,-2-4 5,6 3 5,2 4-25,6 4 4,0 4-3,3 6 5,5 6-2,1 9 6,1 4-9,-1 1 7,-1 7-6,-3 1 0,-3-3-2,-1 0 1,-2-7 0,-3-7 2,-2-11-2,0-3 6,0-13 4,0-1 9,-2-16-14,-1-11-2,-4-17-3,7-11 3,-2-3-2,2-3-2,2 3-3,10 4 3,-2 4-1,9 3 1,2 6-3,2 12 1,6 5 4,0 12-4,-4 8-3,-8 11 2,6 8 3,-5 13 6,-5 7-4,-4 6 2,-4 6-2,-8 0-3,-10 0 4,-5-6-3,-4-2 0,2-5-31,1-8-35,4-4-14,11-6-69,4-2-62</inkml:trace>
  <inkml:trace contextRef="#ctx0" brushRef="#br0" timeOffset="33671.2826">3685 14645 476,'37'-15'26,"-8"-1"20,-7-2 39,-4 0-25,-2 2 9,-8 0-26,1 4-19,-8 2 2,3 3-6,-8 4-19,3 5 3,-1 2-1,-7 5 5,-4 8-5,-30 63-3,41-68 2,0 0-6,2 2 2,2-6 2,0 14-4,8-5 1,5-6-3,1-3 6,1-8 0,3 0 11,0-8-4,-2-6-7,5-3 2,-6-8 3,-1-1-3,-1 0 0,-1 4 0,-6 5-2,-3 6-2,-3 2-3,-2 6 4,0 3-3,0 0-7,6 3 11,-6 3 2,4 1 1,-1 0-2,11 5-1,-2-7 0,5 4-1,-1-3 1,5-6 6,5-3-6,3-3 7,4-5-5,-1-4-1,4-5 2,-5 2-2,-2 0 2,-10-1-2,2 4 1,-13 1 1,3 4-2,-8 2 4,-3 4 3,0 2-8,0 2-7,-3 2 7,-1 3 0,-6 6 3,0 5-1,-1 1-2,-8 8 0,4-2 2,2 0-2,-1-2-2,10-4 2,0-5-5,6-4 1,2-2-4,3-6 8,2-2 6,4-4-1,8-6-3,-4-6 3,3 1 0,-6-8-4,1-5 0,-4-2 3,-3-6-3,-6 0-1,-4 0 0,-6-3 1,-3 5 4,1 2-2,-4 0 9,-4 5 3,7 6 2,-2 0-3,2 6-6,1 5 7,8 2-6,-1 5-4,2 3-5,1 2-3,1 5-5,4 7 8,2 8 1,7 12 1,6 8-1,4 8 5,3 3-6,4-3 2,0 0-4,-2-1 2,-2 0-27,-2-1-88,-5 3-137</inkml:trace>
  <inkml:trace contextRef="#ctx0" brushRef="#br0" timeOffset="33805.377">4616 14624 807,'-5'-6'16,"-6"1"-15,-7-1 38,1 0-20,5 3-16,3 1-3,9 2-54,12 2-115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5T08:02:44.881"/>
    </inkml:context>
    <inkml:brush xml:id="br0">
      <inkml:brushProperty name="width" value="0.05292" units="cm"/>
      <inkml:brushProperty name="height" value="0.05292" units="cm"/>
      <inkml:brushProperty name="color" value="#FF0000"/>
    </inkml:brush>
  </inkml:definitions>
  <inkml:trace contextRef="#ctx0" brushRef="#br0">12043 1339 426,'0'0'129,"0"0"-69,0 0-15,0 0-27,0 0-17,0 0 13,0 0 40,-2 117-30,2-79 5,-2 3-3,0 2-1,2-1-5,0-6 0,-5-7-8,5-2-6,0-8 0,0-6-3,0-6 0,0-6 1,0-1-4,0 0-3,0 0 3,0 0 35,0-14 12,0-10-20,0-8-13,0-11-7,0 0-1,0-7-5,0 1-1,-4 8 3,2 4-1,-3 6-4,0 6 1,5 6 1,-2 6 4,2 5-4,0 4-10,0 2-12,0 2 20,0 0-1,0 0-7,10 0 10,5 0 1,4 6-1,7 15-6,-7 3-3,4 1 3,-5 1 6,-5-1 5,0-4-3,-3-5-2,-4-1 8,-4-7-4,5-3-1,-5-3-2,-1-2-1,-1 0 0,0 0 1,0 0 8,3 0 8,4-7 13,-2-12-11,-3-3-10,5 0-1,-3-3-6,-2-3-1,0-2 1,0-3 1,6 1-3,-4 2 3,-2 2-2,5 8-2,-3 6 2,-4 2-4,1 8 0,-1-1 3,0 5-2,0 0 1,3 0-3,7 0-10,3 7 0,5 15-1,9 7 15,-1 2 0,-1 3 4,-6 0 3,0-2 0,-4-1-5,-2-4 5,-1-3-6,-1-3-1,-5-4 2,2-2-6,-4-5 3,-4-4-56,7-3-39,-7-3-57,0 0-25</inkml:trace>
  <inkml:trace contextRef="#ctx0" brushRef="#br0" timeOffset="547.9135">12753 1105 19,'0'0'446,"0"0"-323,0 0-16,0 0-38,0 0-11,0 0-12,-14-29-28,9 29-13,3 0 1,0 0-6,-10 14 0,4 11 4,-7 6 12,-4 8-13,11 2 5,-2 0 3,-1 2 0,11-2 1,0-3-5,0-1-7,11-10-1,7-3 0,6-4-9,2-8 10,5-7 9,2-5-1,5 0 4,-7 0-6,-2-10-3,-2-9 10,-10-3-2,-3-2 3,-1-3 5,-13-5 0,2-4-6,-2-3-4,0 3-5,-2 2 5,-13 8-9,-3 4-2,-4 6-4,-5 5 6,5 6 5,-7 5-5,-2 0-8,2 4 3,2 17-45,6 0-43,15-1-54,6-6-148</inkml:trace>
  <inkml:trace contextRef="#ctx0" brushRef="#br0" timeOffset="1071.7684">13160 1073 492,'0'0'119,"0"0"-21,0 0-32,0 0-54,0 0-12,0 0-2,0 36 2,22 0 11,0 4 10,5 4-4,2-2 0,-2-3-6,0-5-1,-9-9 2,-3-5 6,-1-6-5,-1-5-3,-5-7 4,0-2 10,1 0 9,-3 0-1,5 0 2,1-14 8,-7-5-8,5 1-10,-8 0-10,-2-6 12,0 1-1,0-8-9,0-1 1,0-6-7,0-2-5,0 0-3,0-1 0,0 4 0,0 6-2,0 9 0,0 5 1,0 6-1,0 8-10,0 3-33,0 0-47,0 0-56,0 0-161</inkml:trace>
  <inkml:trace contextRef="#ctx0" brushRef="#br0" timeOffset="2743.0926">14075 986 561,'0'0'119,"0"0"-6,0 0-42,0 0-71,0 0-7,0 0 4,-3 53 3,3-16 7,0 8 4,2-3 7,-2 0 2,0-2-4,1-10-2,2-6-13,4-8 4,-4-4-2,-3-6 0,2-2-2,-2-2 2,0-2 0,2 0-2,-2 0 7,0-12 13,0-12 7,0-10-25,-2-4 3,-10-4-2,4 1 0,-3 2 1,-1 4 2,6 2 0,-3-2 0,7 1-1,2-3-5,0 2-1,0 0-1,2 4-3,11 7-2,3 10 0,-2 6 1,3 8 5,-4 0-6,3 17-7,-3 12 0,-2 11-2,-8 9 14,-3 0-2,0 4-5,-16-7 8,-9-4 3,8-9-3,1-6 4,3-9-2,11-8-2,2-6 0,0-4-1,0 1-4,0-1 2,0 5 0,11 1 3,9 0 7,5 0-4,15 3 6,-5-2-8,5 0 1,-5 0-2,2-3-18,-6 0-71,-2-4-51,-3 0-136</inkml:trace>
  <inkml:trace contextRef="#ctx0" brushRef="#br0" timeOffset="4567.9293">14115 984 301,'0'0'118,"0"0"-5,0 0-29,0 0-28,0 0-10,0 0-10,-1-12-9,1 12-14,0 0-13,0 7-11,-2 19 11,2 13 23,0 12-1,0 9-11,0 2 0,0-2-4,0-4 1,0-8-2,0-8-5,0-5 0,0-10 0,0-9-1,0-5 0,0-8-9,0-3-5,2 0 0,10-2 14,5-23 34,5-11 0,3-7-30,-2-4 9,-10-8-6,-7-1-5,-6-6 0,0-2 10,0-2-8,0 4 4,-2 4 6,-12 11 6,1 7-1,2 11-4,9 15 5,0 5 0,2 6-1,0 3-7,0 0-12,0 0 0,0 0-8,0 19-15,13 20 5,18 13 16,8 12 4,3-1 7,1 6 0,-2-8-3,-7-2-6,-8-7-7,-8-10 7,-2-6 0,-3-5 2,-1-8 1,-8-5 2,3-4-1,-3 0-4,-2-1-4,-2-3-55,2-1-45,-2-1-23,0-5-130</inkml:trace>
  <inkml:trace contextRef="#ctx0" brushRef="#br0" timeOffset="4764.8691">14261 1330 599,'0'0'143,"0"0"5,0 0-43,0 0-95,0 0-10,0 0 0,81-55 17,-19 37-17,13-1-27,3 0-98,-8 1-113,-10 0-233</inkml:trace>
  <inkml:trace contextRef="#ctx0" brushRef="#br0" timeOffset="5263.9996">15062 1160 370,'0'0'314,"0"0"-160,0 0-43,0 0-54,0 0-57,0 0-14,24 45 14,-11-11 6,-4 2 13,3 2-19,-12 0 4,0-1-3,0-4-1,0-3-30,0-7-90,0-16-141</inkml:trace>
  <inkml:trace contextRef="#ctx0" brushRef="#br0" timeOffset="5923.9886">15467 884 482,'0'0'148,"0"0"-67,0 0-53,0 0-26,0 0-1,0 0 19,9 72-2,-2-38 3,1 4-8,4 3-3,-10-4 0,2 0-1,2-7-8,-4-6 2,2-6-2,-2-7 3,0-6-4,3-5-4,-5 0-6,0 0 10,0 0 17,0-5 46,0-16-41,0-7-15,-5-4 8,1 0 2,-2-3-2,-4 1 4,6 0-2,-6-2 6,7 2-4,-2-4-3,5-4 2,0 1-6,8-2-12,20 1 0,4 6 0,8 2 0,8 10 0,-8 10-5,-4 9 5,-12 5-4,-12 12-11,1 21-15,-13 11-1,0 10 30,-29 6 1,-15 0 1,1-4 5,-4-8-4,7-9 1,10-7-1,8-8-2,16-2-2,6-3 2,0-2-2,2-3-13,27-2 15,14-6 4,10-6 5,7 0-8,-2 0-1,0-6-10,-6-10-55,-4-4-45,-3-2-80,-5-2-66</inkml:trace>
  <inkml:trace contextRef="#ctx0" brushRef="#br0" timeOffset="6261.7925">16069 948 340,'0'0'136,"0"0"-25,0 0-32,0 0-26,0 0-23,0 0-23,-33-16 2,21 36 2,6 7 9,-1 2-4,7 5-8,0-3 7,0-3-11,11-5-4,12-6-4,1-5-25,10-8 29,-1-4 14,-2 0 13,7-6-17,-9-10 10,-2-4 2,-9-3 0,-7 4 17,-11-6-5,0 5 1,0-2-12,-13 2-19,-12 8 20,-4 3-19,-4 6-5,-8 3-4,-3 0 4,2 22-1,-1 9-32,1-2-101,4 1-140</inkml:trace>
  <inkml:trace contextRef="#ctx0" brushRef="#br0" timeOffset="8041.5213">12658 2664 627,'0'0'55,"0"0"-51,0 0 11,-6 111 5,8-69-12,16 3-3,5-7 0,-4-3-5,-3-3 1,-1-5 4,-3-9-2,-9-7-1,3-4 3,-4-7-2,0 0 2,-2 0 8,0-14 6,0-14 5,0-12 7,0-8-17,-4-3 2,-3-7-5,-5-2 1,8 0 1,-5 8 8,5 9-2,4 19 5,-2 11 0,2 8-1,0 5-8,0 0-15,0 0-15,0 12-8,25 16 22,10 7 1,7 4 0,5 0 0,2 0 1,-4-4 1,-10-7 0,-3-7-2,-12-4-5,-5-7-5,-11-5 7,6-5 3,-10 0 13,2 0-2,0 0 0,3 0 4,-5-11 15,0-11-13,0-10-10,0-7-4,-5-5 1,3-2-3,2 4-1,0 9 1,0 4-1,7 11 2,1 2-1,8 8 0,2 2-1,0 6 2,8 0-2,6 0-2,1 20 2,7 6 2,-2 5 1,-4-2-3,-8 3-1,-6-2-3,1-2 4,-8 1 0,-5-3 0,4-2-45,-3-4-40,-4-4-56,8-6-50,-9-8-454</inkml:trace>
  <inkml:trace contextRef="#ctx0" brushRef="#br0" timeOffset="9247.6486">13754 2356 385,'0'0'128,"0"0"-11,0 0-40,0 0-17,0 0-18,0 0-9,0-18-33,-8 18 9,2 0 4,-7 2-13,-3 9 9,-5 6-1,5 1 3,1 5-10,2 6 12,-3 7-13,3 4 1,2 2 0,9 1 0,2-6-1,0 0-3,2-7-1,20-4-4,-2-8 8,6-4-1,4-8-3,0-6 4,7 0 8,-6-6-3,-2-12 3,-4-4 4,-8 0-5,-3-6 0,-12 2 0,-2-5 6,0 0 6,-2-1 8,-23 1-10,-4 4-8,-2 1-4,0 11 7,-7 7-5,5 8-7,-8 0-8,12 0 7,1 16-8,14-2-67,9-2-48,5-4-104,5-8-253</inkml:trace>
  <inkml:trace contextRef="#ctx0" brushRef="#br0" timeOffset="9831.9638">13989 2314 474,'0'0'132,"0"0"-22,0 0-40,0 0-32,0 0-16,0 0-8,-2-9 0,2 9-14,0 0-5,16 21 5,1 7 5,8 6 12,4 2-12,-4 2 9,-3-6-7,2-3-5,-8-8 3,7-2-1,-8-4-1,1-5 3,-3-3-1,-9-3 3,6-4 1,-8 0 9,0 0 15,0 0 12,0-9 5,4-7-17,-3-6-11,-3-4-7,0-6 0,0-4 0,0-1-1,0 0 0,0-1 1,-4 6 1,-5 2-2,7 5-2,-6 8-4,4 5-2,2 2-5,0 3-1,0 4 0,2-1 0,0 1-1,0-2-5,0-2-24,0-3-23,0-2-19,0 0-45,20 5-98,9-2-221</inkml:trace>
  <inkml:trace contextRef="#ctx0" brushRef="#br0" timeOffset="10770.3232">15189 2111 536,'0'0'137,"0"0"-68,0 0-50,0 0-18,0 0 5,-16 113-5,14-71 8,-3-3-9,5-6 0,0-5 0,0-2 3,0-6-1,0-6-1,0-5 2,0-9-1,0 0-2,0 0 0,0 0 7,0-7-3,0-15 29,9-8-24,5-8-4,-8-2 4,3-9 1,1 3 13,-8 2-1,-2 3 10,0 8 0,0-1-1,0 12 10,0 4-15,0 4 0,0 10-2,0 2-7,0 2-2,0 0-15,0 0-2,0 14-19,13 15 4,11 6 17,12 5 3,-1-1 0,4-3-2,1-5 2,-12-2-1,-5-3-2,-1-7-22,-8-1-31,-8-1-32,-1-3-51,-5-1-37,0-4-237</inkml:trace>
  <inkml:trace contextRef="#ctx0" brushRef="#br0" timeOffset="10945.3336">15237 2270 419,'0'0'254,"0"0"-133,0 0-44,0 0-67,0 0-8,0 0-2,159-53-27,-101 49-154,-5 1-494</inkml:trace>
  <inkml:trace contextRef="#ctx0" brushRef="#br0" timeOffset="11167.9746">15822 2123 659,'0'0'158,"0"0"-66,0 0-92,0 0-7,0 0 7,0 0 8,53 89-2,-36-57 3,-3-5-6,-4 0-3,-6-6-18,-4-2-48,0-9-40,0-7-162</inkml:trace>
  <inkml:trace contextRef="#ctx0" brushRef="#br0" timeOffset="11585.4561">16140 1863 565,'0'0'114,"0"0"-17,0 0-37,0 0-43,0 0-17,0 0-1,-35 54-5,28-20 6,3 3 0,4 6-3,0-5 2,2-3-4,20-8-11,-2-10 1,3-8 15,-6-7 4,3-2-4,3 0 11,-4-6 1,4-14 1,-3-6-4,-5 0-7,-3-4 5,-10-2 1,-2 1 31,0 2-7,-4 0-16,-14 6-5,-9 2 9,-2 4-1,2 3-14,3 4-5,4 7-2,9 3-63,8 0-96,3 0-133</inkml:trace>
  <inkml:trace contextRef="#ctx0" brushRef="#br0" timeOffset="12013.4465">16535 1777 424,'0'0'124,"0"0"-3,0 0-45,0 0-24,0 0-28,0 0-24,-13-7-11,1 31 11,-3 13 12,-1 6 6,5 4-10,7-5 0,4-6-5,0-8-3,0-9-11,15-5 7,8-7 3,-3-7 1,5 0 2,-2 0 22,9-10-5,-9-13 8,3-2-9,-12-8 22,-1-1-9,-9 1-8,-4 1 8,0 4-16,-11 5-13,-9 6 4,-7 6-6,0 9 3,0 2-3,4 0-1,-2 13-56,11 1-68,11-2-72,3-10-289</inkml:trace>
  <inkml:trace contextRef="#ctx0" brushRef="#br0" timeOffset="12544.8226">16869 1656 508,'0'0'131,"0"0"-21,0 0-84,0 0-12,0 0-5,0 0 30,67 80-12,-53-52-9,-8 4-18,3-4 9,-9-1-9,0-1 2,0-8-1,0-4-1,0-9 4,0-2 3,0-3 6,0 0 1,0-14-14,0-10 7,14 0-7,11-7 0,4 1 1,2-1 0,-2-3 1,-8-1-2,0 0-1,-10 3 1,-7-1 3,-4 8-1,0 4 1,0 8-1,-3 6 14,-7 0 10,-1 6-10,6-1 3,3 2 2,-3 0-7,3 3-14,-3 24 0,5 6 0,0 4 11,0 4-3,0-4-4,7-2 0,12-3-4,-6-4 0,3-3-1,-3-1 1,-4-4-57,4-1-54,-3-9-85,-7-8-396</inkml:trace>
  <inkml:trace contextRef="#ctx0" brushRef="#br0" timeOffset="15450.1503">15920 444 293,'0'0'135,"0"0"-18,0 0-21,0 0-41,0 0-12,0 0-13,-133-20-10,94 20-3,-1 11-1,-2 1 4,1 0-5,4-1-2,-3 2-1,1-1-2,1 4-1,-3 1 0,0 6-3,1-1-4,9 2 4,2 5-2,2-2-3,10 5 0,2 5-1,5 5-1,4 2 1,-2 6 3,6 2 1,2 3-3,0-2-1,0-2 0,0-3-2,0-5 2,12 0 0,1-3-2,5-4-3,7-5-10,8-4 1,9-5 13,14-5-7,6-10 8,11-5 10,8-2-4,-6 0 17,-1 0-23,-5-8-9,0-8 9,-2-3 11,5-4-6,-6-3 0,3-4-1,-1-2 3,-12 0-7,-8-3 1,-8 0 5,-1-6 4,-10-1 15,-10-3-3,-3-6 6,-7-3-6,-9 2-1,0 1-12,-9 5 4,-16 7 4,-6 2-17,0 6 0,-7 2 0,3 10 14,-8 4-5,1 7-9,-1 8-3,-3 0 0,-4 5-4,4 22-1,5 3-53,12 6-36,12 10-44,12 1-63,5 3-296</inkml:trace>
  <inkml:trace contextRef="#ctx0" brushRef="#br0" timeOffset="22951.5994">16766 1489 332,'0'0'96,"0"0"-22,0 0-20,0 0-24,0 0-15,0 0 6,0 0 12,0 0 12,0 0-7,0 0-3,0 0 2,-1 0-25,-3 0-10,-8 0-2,-1 0 0,-5 0 1,-7 7-2,3-1 2,0 1-1,-5 0 2,2-2-2,8 2 0,-3-1 2,1-1-1,3-1-1,1 3 0,2-2 1,-3 0 1,0 4-2,1-4 0,-4 1-2,-2 4 2,3-2 2,0 0-2,3 2 0,2 1 0,-3-4 0,5 1 0,-2 0 0,-3 1 0,-5 0 1,6-1-1,-3 1 1,3-2-1,-1-1 1,-1 1-1,2 0 1,3 0 2,0 3-3,-1-1 0,-2 4-4,1-4 4,-1 4 3,-1-4 1,3 1-3,-1 0 1,5 1-2,5-1 0,0-2 1,-2 1-2,6 2 0,0-2 0,0 2 0,0 1 0,0 3 1,0 1 0,0 5 1,0-1-1,0 1 2,0 0-3,0-1 2,0 0-1,0-4 0,6 2-3,0-2-2,5 1-2,1 0 7,0 0 3,-3 0 0,3 1-1,1 0-1,1 1 3,1-2-4,-2 0 0,3-2-1,-1-1-3,-1-2-3,4 1-4,2-6 9,-2 4 2,6-3 2,-4-2 0,5 0 6,-5 0-5,2 0 1,-4-3-1,-2 2-3,1-5-2,6 0-3,6 0 5,-2 0 2,4 0 5,-2 0-2,2-5 1,0-2-6,3 3 3,-3-2 1,-3 0-4,2 0 0,0-2 3,2-1-2,4 2-1,-4-3 0,5 0 4,-6 0-3,0-4-1,-2 2 3,0-3-2,0 0 1,0 1-2,-3-4 3,4 2-3,-5 0 3,-6-5-2,6 1-1,-5 2 2,2 0-2,-4-2 2,0 3-2,-3-6 4,4 0 3,-11 2-2,6-2 2,-3 4-1,2 1 0,-1 2 3,-6-1 1,3-1-2,-4 0 1,-2-4 4,3 0-10,-4 1 7,-1-1-7,-1-3 3,0 4-2,0 1-2,0-1 4,0 3-6,-12 2 1,0-1-8,-1 5 7,-1-3 0,4 5 3,-4-2 8,1 0-1,-2 2-7,-4 0 2,9-1-2,-9 4-3,9 1 0,-4 0 1,-4 1-1,2 2 1,-2-3 1,1 2-1,-6 1-1,3 2-1,5-2-1,-8 3 1,6-1 1,-3-1 0,-3 2 1,4 0-2,-6 0 0,2 0 1,3 0-4,-2 0 3,2 2 1,2 3 1,-4-2 0,4 1-1,3-3 1,-3 2 0,-5-1 0,8 1 1,-8 2 3,5-1-5,0 1-2,-6 2 2,6 1 0,-6 0 0,6 1 1,0 0-1,3-1 1,4-2-1,-3 0 0,5-4 0,5 2 0,0-2 0,-2-2 0,4 1 0,2-1 0,0 0-1,0 0 0,0 0 1,0 3-6,0 1-70,0-2-84,0-2-7,0 0-418</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5T08:07:29.247"/>
    </inkml:context>
    <inkml:brush xml:id="br0">
      <inkml:brushProperty name="width" value="0.05292" units="cm"/>
      <inkml:brushProperty name="height" value="0.05292" units="cm"/>
      <inkml:brushProperty name="color" value="#FF0000"/>
    </inkml:brush>
    <inkml:context xml:id="ctx1">
      <inkml:inkSource xml:id="inkSrc52">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1" timeString="2021-10-25T08:11:54.481"/>
    </inkml:context>
  </inkml:definitions>
  <inkml:trace contextRef="#ctx0" brushRef="#br0">21471 7570 407,'0'0'80,"0"0"8,0 0-57,0 0 33,0 0 0,0 0-3,0 108-18,2-72-1,-1 2-11,-1 0-1,0 2-3,0-2-2,-3-6-10,-9 0-7,3-10-4,5-4 3,2-7-3,2-5-3,0-6 1,0 0 3,0 0 3,0 0 28,0-6 0,0-12-27,0-7-4,0-4-3,0-5 5,0-7-4,0-2-1,0-4-1,0-1-1,4 0 0,9 0-2,5 2 1,5 0-2,2 3 0,-6 8 1,8 9-2,-9 6 0,4 13-3,-6 7 4,-1 0-11,-10 7 4,-3 24-6,-2 10 11,0 8 5,-22 4 6,-12 1-3,-3-4-3,-7-6 2,3-3-2,3-9 2,9-6-1,9-6 0,11-8-1,6-5-1,3-4-4,0-2-3,12 2 8,16 0 8,8-1 8,6 3-2,1-3-9,1 0 2,-5-2-6,-6 1 1,-6-1-2,-7 4-6,-3-2-43,-3-2-54,6 0-38,5 0-16,0-6-138</inkml:trace>
  <inkml:trace contextRef="#ctx0" brushRef="#br0" timeOffset="375.0898">22050 7521 62,'0'0'179,"0"0"0,0 0-27,0 0-66,0 0-34,0 0-14,0 0 2,-85-50-10,56 67 3,7 1 5,0 0 3,8-1-15,10-1-16,4 1 3,0-1-3,0 4-1,11 1-1,9 0 7,5 1-4,1 0-3,-4-4 3,1-3-10,-5 0 7,-7-7 1,-3-2 3,0 0-3,-8-2-3,0 0-4,0 5 1,-25 0 11,-6-1-3,0 1-7,4-6-4,1-3-3,12 0-51,7-2-36,2-18-87,5-7-189</inkml:trace>
  <inkml:trace contextRef="#ctx0" brushRef="#br0" timeOffset="699.812">22215 7397 360,'0'0'187,"0"0"-35,0 0-70,0 0-16,0 0-22,0 0-25,29 0 14,-20 24 37,-2 8-19,-1 5-10,1 2 0,-7 4 8,2-1-11,0-2-20,-2-4-4,2-4-11,0-5 1,4-2-1,-6-4-3,0-6-32,0-3-66,0-7-74,1-5-167</inkml:trace>
  <inkml:trace contextRef="#ctx0" brushRef="#br0" timeOffset="1507.1117">23677 7311 206,'0'0'382,"0"0"-259,0 0-29,-115-3-37,75 20-13,8 3-14,12-2-12,4 0-1,10-2-13,6 2 4,0-1 7,0-2 2,11 2-11,11 2 10,9 4-3,3-1-3,-10 3-6,3-3-2,-4 2-2,-10-5 2,0-4-2,-8 0 0,-3-6 0,-2 2-1,0-5 2,0 2 1,0 1 0,-16 0 4,-11 1 5,-8-2-5,-5-4 0,-1-2-6,8-2 0,-1 0-16,15 0-61,5 0-42,12-6-112</inkml:trace>
  <inkml:trace contextRef="#ctx0" brushRef="#br0" timeOffset="2699.0694">23180 7425 460,'0'0'154,"0"0"-21,0 0-47,0 0-51,0 0-35,0 0 0,-13 27 22,11-1 1,2 6 6,0 1 1,0 6-21,0-3-1,0-2-5,0-4 1,-2-6-3,2-4 4,-3-6-2,3-5-2,0-6-1,0-3-2,0 0 2,0 0 3,0-6 17,5-12-16,4-7-1,-5-1 2,-2-9-2,-2-5-2,0-5 2,0-5 3,0 0-5,0 0-1,0-3 0,0 6-1,7 3 1,-3 3-1,8 11 1,-6 6-1,5 10-5,-4 5-1,2 6-12,2 3-3,1 0 1,-4 17 7,1 16 4,-9 11 5,0 9 0,-2 3-1,-25-2 6,-2-4-4,-2-6 4,-1-9 6,11-11 5,5-9 4,9-4 1,5-3-9,2 0-7,0 4 1,15 4 6,14 2 8,12 2 2,10 0-11,0-2 4,5-2-10,0-4-8,-12 0-62,-6-4-37,-9-5-76,-7-3-349</inkml:trace>
  <inkml:trace contextRef="#ctx0" brushRef="#br0" timeOffset="3105.0494">23942 7420 395,'0'0'163,"0"0"-32,0 0-41,0 0-50,0 0 10,0 0-23,-100 73-2,92-41-3,6 3 2,2-5-13,0-2-11,4-4-6,23-6 5,4-7 1,7-5 10,-3-6-6,2 0 15,-5-13-9,-5-9 9,-9 0 3,-9-4 14,-9-3 0,0 3-12,-15 2-15,-26 8-1,-9 9-8,-10 7 0,-1 0-8,2 0-59,6 10-59,10-5-122</inkml:trace>
  <inkml:trace contextRef="#ctx0" brushRef="#br0" timeOffset="4217.3629">21173 6392 402,'0'0'200,"0"0"-76,0 0-62,0 0-23,0 0-9,0 0 37,0 0-6,12 75-8,-3-37-8,-2 3-12,-3 3-20,3 2-5,-6-3-3,4-2-2,0-7-3,0-9-2,-3-6-38,-2-7-29,0-8-38,0-4-58,0-11-137</inkml:trace>
  <inkml:trace contextRef="#ctx0" brushRef="#br0" timeOffset="4610.9531">21041 6330 300,'0'0'163,"0"0"-24,0 0-79,0 0-23,112-32-4,-80 32-4,-1 0-6,-2 0-9,-2 18 8,-5 8-5,-2 4 0,-2 7 12,-2-1 0,-1-2-6,-1 0 9,-3-6-18,2-4-4,-10 0-8,-3-4-2,0 0-3,0-2-9,-25 2 12,-6-2 7,-3 2 2,4-1 3,0-5-12,8-5-59,11-7-90,11-2-55,0-2-335</inkml:trace>
  <inkml:trace contextRef="#ctx0" brushRef="#br0" timeOffset="5204.9423">21589 6384 333,'0'0'196,"0"0"-68,0 0-70,0 0-31,0 0-6,0 0 33,19 53-14,-12-23 1,-4-2-13,1 0-2,1 0-9,-3-4-4,-2 0-2,0-4 2,0-3-6,0-3 0,2-2 1,0-7-6,2-2-1,3-2 0,-2-1-1,8 0 0,5 0 11,2-9-6,-5-8-5,1-1-3,-2-2-2,-1 2-5,-11-2 9,2 0 0,-3 2-5,-1 4 4,0 4 1,0 2 0,0 6 1,0 2 0,0 0 2,0 0-2,0 0-1,0 0-12,0 20 13,0 8 12,0 5 5,0 6-4,0 1 9,7 0-4,1 1-3,1-8 0,3-2-10,-4-8-2,3-4-2,-1-3-1,-6-4-27,5-2-38,-7-2-33,-2-6-114,0 1-290</inkml:trace>
  <inkml:trace contextRef="#ctx0" brushRef="#br0" timeOffset="7029.9786">23189 6252 473,'0'0'120,"0"0"32,0 0-46,0 0-28,0 0-27,0 0-17,-9-10-15,9 22-11,0 16 6,0 10 34,0 9-20,1-1-6,7 2-3,6-4-14,-6-6 0,3-3-4,-2-6 0,-4-5-2,4-6-6,-7-4-34,-2-6-28,2-4-54,-2-4-64,0 0-110</inkml:trace>
  <inkml:trace contextRef="#ctx0" brushRef="#br0" timeOffset="7454.8315">23107 6326 313,'0'0'91,"0"0"65,0 0-51,0 0-39,0 0-5,0 0-13,-12-88-22,35 74 0,6 0-12,0 2 8,2 2-2,0 2-4,-2 4 0,2 4-11,2 0-5,1 4 0,4 16-1,-7 6-1,-4 2 2,-7 5-2,-9-1 1,-4-1 1,-2 1 3,-5 0 0,0-4 8,-10 1-2,-9-1-1,-10 2-2,-14-4 1,-1 0-2,-6 0 3,6-4-5,10-4-2,10-3-1,6-7 0,10-3-2,8-3-52,0-2-44,6 0-28,16-20-291</inkml:trace>
  <inkml:trace contextRef="#ctx0" brushRef="#br0" timeOffset="8017.0808">23663 6358 586,'0'0'116,"0"0"32,0 0-97,0 0-14,0 0-26,0 0-4,77-80-2,-62 80-5,-2 0-2,-5 0 1,-6 17-6,-2 7 7,0 7 5,-15 1-2,-6-3-1,5-5 1,3-6-1,11-6-2,2-5-5,0-3 3,24 1 2,9-1 1,6 1 5,1 2-6,-11-1 1,-2-1-1,-17 4 0,0-3-1,-10 0 1,0 2 15,0 1 0,0 6 7,-16 2 1,-9 0-8,3 1-1,-6-2-11,0-2 3,2 0 0,3-6-5,8 0-1,-2-2-17,7-3-75,0-1-83,0-1-338</inkml:trace>
  <inkml:trace contextRef="#ctx0" brushRef="#br0" timeOffset="13755.063">677 9668 650,'0'0'108,"0"0"36,0 0-87,0 0-57,0 0 3,0 0 6,4 111 6,15-71-3,-2 1 5,-6 3-1,-2-2-8,-3-3 1,-6 2-1,0-7 1,0-8-4,0-8-1,0-7-3,0-8-1,0-3 3,0 0 4,0-5 37,0-19-6,-15-13-37,2-4 1,-2-6 1,-4-1-1,9 4-2,-4 4 1,7 9-1,3 14 0,1 5 2,3 5-2,0 7-3,0 0 2,0 0-1,0 0-1,0 0-8,9 12 2,20 11 8,0 5 2,3 0-1,-3-3 0,0 1 1,-7-6 1,-2-1-1,-9-7-1,-2-5 1,-5-4 3,-2-3-4,-2 0 3,0 0 1,3 0 2,-3-18 4,2-13-5,-2-2-1,2-7-3,2 1 0,4 4-1,-2 5 0,1 5 0,-1 9-1,-2 6 1,0 4 0,-2 6 5,0 0 3,9 0-8,3 0-1,7 14 1,6 8 2,2 4 3,0 4 5,-3 0 5,-6 0-14,1 2 1,-3-1-1,-5 1 1,-1-2-2,-4-2-27,5-7-29,-3-1-47,1-17-52,-3-3-168</inkml:trace>
  <inkml:trace contextRef="#ctx0" brushRef="#br0" timeOffset="14166.6434">1315 9547 567,'0'0'160,"0"0"-30,0 0-61,0 0-48,0 0-17,0 0 2,-41 80 1,41-42 4,0 2-1,0-3 1,1-5-4,19-5-6,4-9 2,5-4-3,-1-7 1,4-7 3,-4 0 0,0 0 1,-9-8 4,-6-6 4,-3-3 3,-8 0 12,-2-6 1,0-3-3,-12-2-1,-16-2-7,-1 2-7,-6 8-3,-4 10-8,-1 10-1,10 0-4,7 8-1,3 16-26,6 5-30,14-4-40,0-7-72,5-10-296</inkml:trace>
  <inkml:trace contextRef="#ctx0" brushRef="#br0" timeOffset="14625.118">1602 9613 611,'0'0'127,"0"0"38,0 0-67,0 0-55,0 0-8,0 0-13,-11-26-17,13 29-4,21 20-2,6 5 2,2 6 5,2 2-6,-2 0 5,-2-6-5,0-6 1,-7-6 2,-4-7-3,-5-8-3,-3-3 3,-2 0 7,-1 0 18,-1-12 33,4-13-6,-6-8-17,-4-7-11,0-8-9,0 0-3,-6-1 2,-8 2-5,-1 9-5,1 7 3,3 9-6,0 7-1,2 6-1,2 7-11,5 2-50,2 0-40,0 0-62,0 7-147</inkml:trace>
  <inkml:trace contextRef="#ctx0" brushRef="#br0" timeOffset="16078.8215">2380 9409 313,'0'0'344,"0"0"-189,0 0-57,0 0-51,0 0-47,0 0-18,0 41 18,13-6 7,-1 0-6,-4 2 0,1-4 1,-5-1-2,4-7 2,-6-7-2,-2-3 0,0-10 2,0-1 2,0-4-4,2 0 4,-2 0 7,0-7 9,0-18-9,0-10-5,-4-2-1,-8-9-2,0-3 6,5-1 2,-3 4 10,1 5-10,1 7 9,2 8 9,2 9-15,4 9 5,0 6-1,0 2 1,0 0-17,0 0-2,16 16-8,15 9 8,11 2 2,1 6 1,-3-3-2,0-2-1,-1-3-1,-10 1-14,-6-1-38,-7-3-38,-10-4-54,-6-8-154</inkml:trace>
  <inkml:trace contextRef="#ctx0" brushRef="#br0" timeOffset="16267.9512">2374 9520 282,'0'0'529,"0"0"-394,0 0-49,0 0-83,0 0-1,0 0-4,95-60-21,-46 46-84,-6 0-77,-10 0-146</inkml:trace>
  <inkml:trace contextRef="#ctx0" brushRef="#br0" timeOffset="16640.2174">2819 9378 552,'0'0'193,"0"0"-137,0 0-20,0 0 23,0 0-12,0 0-21,78 77-17,-69-56-2,-5 2 0,-4 3-7,0 0-3,0-2-88,0-10-128</inkml:trace>
  <inkml:trace contextRef="#ctx0" brushRef="#br0" timeOffset="17278.6694">3064 9131 624,'0'0'203,"0"0"-134,0 0-49,0 0-18,0 0 17,0 0 11,34 84-15,-21-55-6,-2-3-6,3 0 4,-3-3-5,-1 0-1,-2-7 1,-2-2-1,-6-8-1,5-2-1,-5-4-4,0 0-10,0 0 15,0-1 12,0-15-8,0-5-3,-7-4 1,-5-8-1,4-4 5,-1-9 2,-2 0 10,8 3-4,1-2 5,2 5-8,0 4-4,0 7-1,0 2-6,14 9-4,3 5 0,-1 8 3,3 5 0,-2 0-8,-3 14-5,-6 15-4,-4 10 4,-4 3 2,0 2-2,-8 2 4,-12-5 5,-1-6 2,4-6 3,1-7 3,7-6-2,7-4 0,2-1-1,0-4 2,0 1 3,17-6 2,8-2 2,6 0-8,9 0 0,-1-5-1,-2-6-60,-1-1-127,-9-2-205</inkml:trace>
  <inkml:trace contextRef="#ctx0" brushRef="#br0" timeOffset="17527.8454">3472 9097 12,'0'0'690,"0"0"-541,0 0-89,0 0-42,0 0-15,0 0 31,29 67-16,-6-49 3,-4 0-17,8 2 1,-4 2-4,-1 2-1,0 3-25,-6-4-45,-7-7-139,-9-8-502</inkml:trace>
  <inkml:trace contextRef="#ctx0" brushRef="#br0" timeOffset="18936.7735">3223 8682 422,'0'0'148,"0"0"-47,0 0-34,0 0-19,0 0 0,0 0-10,-25-32 6,17 32-13,-2 0-17,-5 0-8,-1 7-5,-4 9 4,3 4 3,0 2-4,0 3 0,1 5-3,-4 1 1,4 3 1,1 3 0,3-2 0,2-3-2,1 0 0,4 0 0,0-1 1,5-1-2,0 3 3,0 1-4,0 3 2,0-2 0,0 2 1,0-3-1,0 2 0,0-2-1,0-1 0,0-4-1,8-3 1,3-1-3,4-3 3,3-4-3,0 0 3,-1 2 0,2 0 2,-4 0-1,1 0 1,-1-2-2,-1 0 0,-1-2 0,3-6 0,1-2 0,1-5 0,7-3-2,0 0 4,3 0 0,1 0-2,2 0 0,-2 0-1,-3-5 2,2-2-2,-6-6 2,7-1 3,0-5-4,3-2-2,-1-4 1,-1 0-2,2-6 3,-5 2-6,-8-2 6,2 1 0,-7 4-2,-6 1 2,1-2 2,-8 1-2,2-2 1,-3 0 5,0-4-1,0-3 6,0-2-9,-8-2 7,-3 2 5,-1 2-6,-3 5 8,-1 5 4,-7 1-3,4 4 4,-6-1-13,-6-1-1,2 2 4,-4-4-5,-1 4 4,5-1 2,0 6-6,7 5 2,-1 4-3,6 3-2,-6 3-2,6 0-1,-3 0 0,-1 0 2,2 0-2,-4 0 7,3 0-4,3 0 1,1 0 1,3 0-5,2 0-2,10 0 0,-1 0-1,0 0-4,2 0-15,0 3-27,0 9-25,0 0-50,0-2-105</inkml:trace>
  <inkml:trace contextRef="#ctx0" brushRef="#br0" timeOffset="71548.0837">22021 8265 170,'0'0'48,"0"0"35,0 0-45,0 0 0,0 0-7,0 0-9,0 0 2,0 0-4,13-20 0,-13 20 10,0 0-7,0 0 19,0 0-1,0 0 2,0 0-7,0 0 0,0 0-6,0 0-1,0-2-12,0 2 8,0 0-6,0 0-1,0-1-4,0-1 4,0 0-7,0 2-5,0-3-2,-4 3-3,-9 0 2,2 0-1,4 0-2,-2 0 1,0 0 1,0 0 3,-2 0-4,-4 3 0,1 6 3,-2 4-4,-6 2 1,2 1 0,-5 7-1,6 0 0,-2 4 2,3 1-2,7 2-1,3 1 1,-2 1 0,6-1 1,4 1-2,0 0 2,0-2-1,0 0 1,0-6-1,16-2 1,-1-3-1,5-7-2,7-3 2,-2-2 3,1-5-3,6-2 3,-1 0 1,7 0 0,2-11 1,-5-5-5,4 1 0,-6-5 2,-2 1-2,-4 1 1,-3-1 2,-8 3 3,-3-3-4,-1 1-1,-8 2 1,0-1-2,1-3 6,-5-5-6,0-3 1,0-4 2,0-4 8,-13 4-9,-1 3 0,1 7 5,-3 8 2,3 3 2,-3 3-8,-4 1 1,0 3-2,-5 1-1,-2-4 1,-2 3 0,8-2 0,-6 1 0,11 0-2,3 3 2,6 2-2,0 0-3,5 0-1,-5 0-6,7 14-57,0 1-69,23-5-81,19-8-352</inkml:trace>
  <inkml:trace contextRef="#ctx0" brushRef="#br0" timeOffset="72117.1318">23548 8131 554,'0'0'102,"0"0"35,0 0-67,0 0 0,0 0-32,0 0-8,0 0-10,-26-34-20,26 38-7,0 26 7,0 12 16,13 16 1,-2 11 9,-5 9-8,4 0 2,-6-6-15,0-8 5,-4-9-6,5-12-2,-5-4 2,0-12-2,2-6-2,2-9 4,-3-8-4,-1-3 3,7-1 1,-5 0-4,0 0 0,2-13-24,-4-7-60,0-2-69,-4-5-267</inkml:trace>
  <inkml:trace contextRef="#ctx0" brushRef="#br0" timeOffset="90237.7815">478 6778 72,'0'0'351,"0"0"-252,0 0-13,0 0-44,0 0 1,0 0-24,0 0 15,0 0-1,0 0 15,0-40-3,0 40-25,-13 7-5,-5 18-7,-1 7-4,-2 2 3,7 0 0,6-2-4,3-2-2,5 0-1,0-2 0,0-7 0,0-1 1,11-3-2,7-1 0,7 0 0,3-1 1,2-4 0,1 0 1,-2-1-1,0-1 1,-3 1 0,-3 3-1,-5-4 0,-7 4 0,-5-2-2,-6 1 2,0 5 2,0-2 1,-2 2 5,-15-3 1,-6-2-1,1 0-3,0-4-2,-5-4 1,5-4-4,-1 0-18,6 0-43,5-18-100,4-6-243</inkml:trace>
  <inkml:trace contextRef="#ctx0" brushRef="#br0" timeOffset="90905.0079">675 6828 313,'0'0'123,"0"0"-8,0 0-1,0 0-52,0 0-9,0 0 5,-18-18-10,18 18-13,0 0-21,0 0-14,0 10-8,0 14 8,0 6 4,2 3 5,12 6-3,3 1-3,-1-2 2,1-3-1,2-2-1,-2-3-1,-5-3-1,-2-5 2,-3-8-1,-2-4-2,-4-6 2,-1-3 0,6-1-1,-6 0 4,0 0-1,0 0 17,0-1 28,0-16-20,-14-2-27,1-8 1,-8 1 3,6-4-4,-1 0-1,-2-4-1,5-6 0,2-2 0,3-2 0,2 1-1,4 8 1,2 2-4,0 10 2,0 0 0,2 5-1,10 2 2,1 2-2,5 2-2,-3 2 5,5 2 0,-1 3-1,-4 4-17,1 1-12,-3 0-12,3 6-12,-7 14-10,-3 7-39,-6 2-59,0-3-172</inkml:trace>
  <inkml:trace contextRef="#ctx0" brushRef="#br0" timeOffset="91155.9387">793 6967 468,'0'0'99,"0"0"-35,0 0-11,0 0-26,0 0-8,0 0 7,0 0 6,55-51-18,-26 30-7,2-4 2,0 4-7,1 9-2,-10 4 0,-1 7-2,-11 1-55,-3 1-49,-7 22-99</inkml:trace>
  <inkml:trace contextRef="#ctx0" brushRef="#br0" timeOffset="91341.4299">853 7207 544,'0'0'111,"0"0"-74,0 0 12,0 0-18,0 0-15,147-101-10,-104 75-4,-4 3-2,-5 3-44,-5 1-92,-9 0-106</inkml:trace>
  <inkml:trace contextRef="#ctx0" brushRef="#br0" timeOffset="91618.579">1147 6633 488,'0'0'132,"0"0"-26,0 0-51,0 0-50,0 0 2,0 0-5,20 40 20,1-11 4,0 2-7,2 3-3,-5-1-10,-1-1-2,-5-4-2,-3-6 1,-3-2-3,1-6-24,-3-3-58,-1-8-63,-3-3-134</inkml:trace>
  <inkml:trace contextRef="#ctx0" brushRef="#br0" timeOffset="91902.8371">958 6702 462,'0'0'45,"0"0"35,100-105-29,-57 71-5,-1 3-13,-10 7-8,-4 4 2,-12 8-2,-10 7-11,-1 5-5,-5 0-2,0 0-7,0 0-7,0 0-21,0 14-3,0 1-55,0-2-95,0-6-178</inkml:trace>
  <inkml:trace contextRef="#ctx0" brushRef="#br0" timeOffset="92691.3881">1373 6527 472,'0'0'144,"0"0"-30,0 0-32,0 0-54,0 0-24,0 0-4,-5 10 0,27 18 3,4 11 24,4 2-5,-3 8-9,2-1 0,-5-2-6,-4-6 2,-2-7-8,-7-6 0,-2-9 0,-4-8-1,-1-6 0,-2-4 5,-1 0-4,-1 0 4,0 0 4,0 0 4,0-13 20,0-6-23,0-1 5,-7-2-7,-6 0-2,3-4 8,-1-2-7,-5 1-7,3-3 2,-5-1 3,-1-2-3,-6-5 4,0 2-2,5-2 0,3 1 0,3 6-3,2 1-1,11 4 0,1 2-4,0 3-9,6 3 4,15 6-1,2 4-4,0 8 3,-3 0-3,5 6 1,-8 18-5,-1 8 12,-6 3 4,0-5 2,-1-4-1,4-4 2,10-7-2,8-3-1,13-1 1,12-1 1,4-4 0,-2 4 0,-10 2-2,-13 2 1,-10 2 0,-15 2 1,-5-4 9,-5 2 7,0 2 12,0 0-9,-23 4-6,-6 4-5,-5-2-7,-5 2 0,-3-2-1,-1-7-28,7-11-43,10-6-77,12-8-302</inkml:trace>
  <inkml:trace contextRef="#ctx0" brushRef="#br0" timeOffset="97279.0046">2202 6242 416,'0'0'128,"0"0"-2,0 0-57,0 0-21,0 0-24,0 0-15,0 0-3,-7-8-2,7 8 1,0 0-3,0 12 1,7 14 18,9 6 4,1 5 7,3 1-15,-6-4-6,6 0-1,-12-7-2,8 2-5,-3-5 7,-2-2-8,1-6 2,-6-3-3,3-1 1,-3-5-1,0-3-1,-6-4 2,0 0 1,0 0 6,2 0 0,-2 0 20,0-2-12,0-10-5,0 0-5,0-4 1,0-2-3,-8-3-2,-3-6-1,-6-4 2,1-1-1,-4-3 0,3-2 8,1 3-6,-2 2 3,7 1-6,2 4 6,0-1-2,7-2-4,2-1 1,0-1-3,0 5-3,13 1-2,5 5 2,-4 7 2,1 6 0,3 7-5,0 1 5,7 0-1,-2 1-2,4 21 0,-2 5 2,-7 3 1,-7-2 2,-5 2 1,-6-4-1,0-3-1,0 3 0,-10-9 1,-9 1-3,3-4-2,1 0-11,0-4-10,1-2-8,3-2-15,11-3-29,0-3-60,0 0-76,0-5-348</inkml:trace>
  <inkml:trace contextRef="#ctx0" brushRef="#br0" timeOffset="97864.6105">2638 5929 302,'0'0'166,"0"0"-58,0 0-9,0 0-53,0 0 6,0 0-8,2-55 1,-2 52 0,0 3-11,0 0-9,0 0-25,0 0-7,-6 12 7,-9 10 3,3 5-2,1 0-1,6 2 0,5-1 0,0-5 0,0-2 0,5-3-2,16-4 2,-2-2 0,8-5 0,1 2 0,2-4 1,-1 2 3,-2-3-2,-5 2-1,-2 0 0,-7 0-1,1 2-1,-9-4 0,1 4-3,-6 2 3,0 2 1,0 4 4,-9 1-1,-16 4 6,-1-3-3,-1 1 3,5-8-9,1 0 2,4-10-2,1-1-25,5 0-49,3-3-40,2-20-140</inkml:trace>
  <inkml:trace contextRef="#ctx0" brushRef="#br0" timeOffset="98750.6732">2706 5889 391,'0'0'116,"0"0"-19,0 0-24,0 0-42,0 0-2,0 0 14,-2-22 3,2 22-4,0 0-1,0 0-18,0 0-14,0 0-9,2 0-5,9 7 5,7 10 0,3 8 3,6 5-1,1 3 0,0 2 2,-3 1-3,-6-7 0,-3 0-1,-5-7 2,-1-7-2,-4-6 2,-4-6 1,5-3-3,-5 0 3,2 0 0,4-1 5,-5-22 2,2 0 0,0-5 1,-5 1-6,0 1 6,0 4-4,0 7-3,0 4 1,0 8 3,0 3-8,0 0-3,4 0-8,5 5-6,7 11 17,4 2 0,1-1 3,2-3-2,-2-2-1,-2-6 2,-3-2-2,-5-2 3,-4-2 4,0 0 6,-3 0 2,-2 0 9,5-6-1,-4-7-2,2 1-5,-5-1-1,0-1-4,0-1 1,0-3 5,0 0-1,-5-4 6,-5-3-6,-3-5 5,-4-5 0,5 0-10,-4-4 4,3 5-4,4 2-5,-1 8-1,0 3-1,8 9-3,-3 7-1,-2 2 0,7 3-5,0 0-29,0 0-40,0 4-46,0 17-10,0 0-60,0-4-383</inkml:trace>
  <inkml:trace contextRef="#ctx0" brushRef="#br0" timeOffset="99087.9114">3367 5867 744,'0'0'147,"0"0"-25,0 0-79,0 0-27,0 0-16,0 0 0,-4 0-11,4 0-57,0 0-79,0 0-221</inkml:trace>
  <inkml:trace contextRef="#ctx0" brushRef="#br0" timeOffset="109319.9027">3327 5990 424,'0'0'72,"0"0"-72,0 0-26,0 0-177</inkml:trace>
  <inkml:trace contextRef="#ctx0" brushRef="#br0" timeOffset="110388.5059">3423 5586 351,'0'0'170,"0"0"-60,0 0-26,0 0-20,0 0-9,0 0-1,-25 2-4,23-16-11,2-3-1,0-6-2,0 0-15,0-6-4,10 0-7,11 2-8,6 5-1,3 1-1,5 6 0,-4 7-8,-2 6 7,-2 2-9,-5 0-4,3 22 3,-10 7-3,-1 6 2,-11 3-2,3 0 4,-6-4-3,0-2 1,0-8 6,0-3 1,0-6 1,0-2 2,0-6 2,0 0 0,0-5 0,0 0-2,0-1 1,0-1 1,0 0 0,10 0 5,11 0 10,1 0 3,7 0-9,-2 0-7,2 0 4,0 0-4,-3 9 2,-5 3-2,-1 1-2,-5 6 7,-1 0 1,-2 6 5,-7 1-8,-3-2 1,-2-2 3,0-4-1,0 0-4,-7-1 7,-9 0 9,-8 0 1,-2-2 4,-1-3-2,-2-3-10,0-5-6,-1 0-6,0-3-1,-10 3-42,3 6-56,-13 3-73,-6 1-285</inkml:trace>
  <inkml:trace contextRef="#ctx0" brushRef="#br0" timeOffset="226497.083">813 7683 435,'0'0'66,"0"0"25,0 0-12,0 0-18,0 0-13,0 0 2,0 0 9,0 0-10,0-41-7,0 41-9,-5 3-14,-20 23-12,-6 11-5,-4 4-1,4 5 4,10-9-1,8-1-4,9-7 0,4-5 0,0-6-1,9-7 1,15 0 0,8-7 0,7-4 3,9 0 0,-2 0 1,2 0-4,-3 0 0,-4 7-3,-12 6 1,-7-4 2,-8 4 1,-10 0-1,-4-1-1,0 9 1,-4 4 2,-23 0 8,-4 3-6,-5-3-2,3-6 0,2-3-2,4-10 0,4-4-25,10-2-41,4-8-58,9-20-87,0-8-359</inkml:trace>
  <inkml:trace contextRef="#ctx0" brushRef="#br0" timeOffset="226955.8779">1075 7708 470,'0'0'152,"0"0"-36,0 0-32,0 0-61,0 0-23,0 0 0,28 48 1,-15-18 9,3 4 5,-3-1-3,1-4 1,-6 2-6,3-9-4,-1-3 0,-4-4-3,-5-5 2,7-6 0,-8-2 2,2-2-2,-2 0 8,0 0 7,0-11 33,0-10-19,-10-7-25,-1-7 4,-6-1 0,1-2-4,-1 0 1,3 0 1,3 6-4,3 1 4,0 4-4,6 5 3,2 4-3,0 4-4,0-3-1,0 3-3,14 1 1,3-1-4,6 1 4,-1 5-14,-1 8-32,-2 0-18,-3 3-27,-5 20-24,-7 4-108,-4 0-283</inkml:trace>
  <inkml:trace contextRef="#ctx0" brushRef="#br0" timeOffset="227112.7964">1075 7708 20</inkml:trace>
  <inkml:trace contextRef="#ctx0" brushRef="#br0" timeOffset="227275.8829">1075 7708 20,'105'116'543,"-105"-116"-455,0 0-20,0-5-68,12-12 0,13-1 19,1-2-17,-2 2-1,4 7-1,-7 4-5,-5 7-53,-9 0-30,-2 12-2,-5 16 6,0 8-59,-19 6-71</inkml:trace>
  <inkml:trace contextRef="#ctx0" brushRef="#br0" timeOffset="227447.0044">1232 8000 76,'0'0'143,"0"0"-37,0 0-16,0 0-27,0 0-34,0 0-8,-13 61 14,46-83 20,7-11-16,7-4-38,4-1-1,-5 2-152,-7 4-80</inkml:trace>
  <inkml:trace contextRef="#ctx0" brushRef="#br0" timeOffset="227615.4157">1481 7654 436,'0'0'124,"0"0"27,0 0-44,0 0-44,0 0-23,0 0-25,-21-14-15,21 14-6,0 0-14,8 12 20,10 6 0,4 2 6,-1 0-6,-4 2 5,-3 0-5,-6-1-23,0 0-78,-8-5-74,0-8-221</inkml:trace>
  <inkml:trace contextRef="#ctx0" brushRef="#br0" timeOffset="227784.0487">1283 7720 487,'0'0'89,"0"0"19,0 0-83,0 0-20,18-123 10,15 87 18,6 0-24,-4 3-9,-4 2 10,-2 9-10,-2 8-5,-6 9-96,-1-2-67,-1 5-279</inkml:trace>
  <inkml:trace contextRef="#ctx0" brushRef="#br0" timeOffset="228402.4851">1705 7365 453,'0'0'130,"0"0"-27,0 0-29,0 0-59,0 0-15,0 0-2,12 55 2,11-23 13,6 1 7,0 2-7,0-5-5,-2-1-2,-1-4-2,-5-4-1,-4-1 0,-1-9-1,-4-1 0,-4-2-1,-1-2 2,-3 0-3,-2-2 2,-2 0-2,0-2 1,0-2 0,0 0 5,0 0 3,0 0 1,0 0 3,0-2-5,-2-14-7,-13-2 3,-3-9 6,-5-9 2,-4-5 3,8-5 2,-4-6-4,6 7 4,1 3-14,7 6-1,9 9-2,0 6-13,3 4-7,13 4 20,5 6-1,-1 7-2,-1 0-10,2 7 4,4 15 4,-2 7-1,-4 2 6,-1 4 1,5-3 0,-4-6-1,8-3 0,0-4-1,0-5-4,0 0 5,-1-3 0,-2 0-1,-3-6 1,-7 2 0,-6-2 0,-3-3-1,-3 3 1,-2 0 0,0 6 2,0 3 3,-7 4 5,-17 1-8,-3 2-2,-2-3-28,6-8-79,8-10-95,11 0-363</inkml:trace>
  <inkml:trace contextRef="#ctx0" brushRef="#br0" timeOffset="229175.0329">2469 6965 495,'0'0'105,"0"0"-6,0 0-45,0 0-13,0 0-9,0 0 5,-2-7-3,2 7-20,7 0-13,13 7 4,9 16 0,2 7 1,0 4-1,3 4-3,-10 0 5,-2-2-6,-8-5 5,-3-7-6,-5-3 3,-4-8-1,4-3 2,-6-6-2,0-1-1,0-3 4,0 0 7,0 0 3,0-9 52,-8-14-55,-9-6-6,-6-9-2,3-9 3,-2-7 0,2-5 1,2 1-1,7 0 2,2 3-2,9 6-7,0 10-1,0 4-6,7 13-7,8 6 12,5 7 3,3 6-2,4 3-6,0 3-1,-4 21 5,2 7 0,-9 10-3,-9 5 6,-7 0-3,0 3-3,-19-3 1,0-7-4,-4-3-17,3-12-18,9-6-30,7-8-42,4-10-100,0 0-295</inkml:trace>
  <inkml:trace contextRef="#ctx0" brushRef="#br0" timeOffset="229552.9657">2984 6643 512,'0'0'97,"0"0"-19,0 0-36,0 0-22,-134 60 4,110-32-6,6-2 8,9 1-13,9-6-9,0-4-3,18 1 2,15-6 3,12-4 12,7 0-5,-4-2-2,-3 3-9,-9 6-1,-7-4 0,-12 1-1,-6-1 0,-6-5-2,-5 4 2,0 2 2,0 4 6,-26 8 4,-6 1-2,-8 7-5,-1-7-3,10-7-2,12-5-27,11-13-61,8 0-95</inkml:trace>
  <inkml:trace contextRef="#ctx0" brushRef="#br0" timeOffset="230166.3213">3109 6650 111,'0'0'397,"0"0"-277,0 0-14,0 0-42,0 0-22,0 0-25,-4-11-8,10 11-7,19 11 4,8 16 19,-2 5-6,-2 6-5,-5 3-8,-6-1-1,-4 0 0,-3-6-2,-7-6-2,1-12 3,-1-4-2,-4-10-1,3-2-1,-3 0 5,2-7 9,3-22 17,-1-9-16,2-4-11,3-2 0,-4 5 2,5 11 0,-7 8-5,2 12-2,-1 8-4,3 0 1,11 0-16,4 16 17,7 8 0,0 1 6,-2-4-2,0-5 2,-10-3-4,-8-5 2,-2-7-1,-7-1 4,0 0 6,5 0 19,-3-9 14,0-15 10,-2-8-32,0-8-1,0-2-3,0-7-2,-9 5-4,-9 0 6,5 6-11,-3 7-2,5 8 2,2 7-6,2 7 0,5 6-6,2 3-30,0 0-74,0 16-80,0 5-108</inkml:trace>
  <inkml:trace contextRef="#ctx0" brushRef="#br0" timeOffset="230363.1187">3733 6597 769,'0'0'136,"0"0"-33,0 0-73,0 0-30,0 0-35,0 0-62,24-38-98,1 20-338</inkml:trace>
  <inkml:trace contextRef="#ctx0" brushRef="#br0" timeOffset="231004.5693">3894 6256 483,'0'0'168,"0"0"-42,0 0-41,0 0-46,0 0-13,0 0-26,-2-2-1,6 23 1,15 11 2,-5 6 15,1 1-10,-1 2 1,-1-5-1,-1-4-3,-9-5 4,7-8-6,-1-7 2,-4-4 0,1-6 1,4-2 2,7 0-2,5 0 6,7-15-2,7-6-6,0-5-3,-5-1-11,-2 0-24,-10 0 11,0 1 11,-11 2 7,-1 1 6,-7 0 5,0 5 1,0 2 5,0 8 6,-2 3 1,-3 2 7,3 1-1,-1 2-5,3 0-3,0 0-11,0 0-5,0 21-13,0 7 13,5 7 8,10 6 4,8-4-1,2 3-1,-1 1-6,4-5 4,2 2-5,-3-1-2,2 2 3,0 3-4,9 2-19,-5 3-61,1-11-130,-13-10-347</inkml:trace>
  <inkml:trace contextRef="#ctx0" brushRef="#br0" timeOffset="232388.6732">22030 9288 539,'0'0'55,"0"0"65,0 0-28,0 0-50,0 0-11,0 0-17,0 0 4,29 24 17,-11 12 4,-7 6-9,-9 4-10,-2-1-10,0-1-5,-2-3-3,-13-2 2,1-5-4,11-5-14,3-8-56,0-11-72,23-10-174</inkml:trace>
  <inkml:trace contextRef="#ctx0" brushRef="#br0" timeOffset="233023.8328">23670 9300 639,'0'0'94,"0"0"13,0 0-46,0 0-37,0 0 20,-39 116-23,31-74-5,7-1-7,-1-3-6,2-9-1,0 0 4,0-7-6,0-6-9,0-2-46,0-4-41,-12-4-73,-5-6-211</inkml:trace>
  <inkml:trace contextRef="#ctx0" brushRef="#br0" timeOffset="252160.8685">19803 5909 91,'0'0'279,"0"0"-200,0 0 37,0 0-45,0 0 0,0 0-39,0 0-8,0 0 6,0 0-13,0 7-1,0-7-15,0 1 2,0-1-3,0 0-1,0 0-8,0 0-11,0 0-26,-6 0-52,-21 0-139</inkml:trace>
  <inkml:trace contextRef="#ctx1" brushRef="#br0">22721 11782</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0T10:39:07.356"/>
    </inkml:context>
    <inkml:brush xml:id="br0">
      <inkml:brushProperty name="width" value="0.05292" units="cm"/>
      <inkml:brushProperty name="height" value="0.05292" units="cm"/>
      <inkml:brushProperty name="color" value="#FF0000"/>
    </inkml:brush>
  </inkml:definitions>
  <inkml:trace contextRef="#ctx0" brushRef="#br0">9090 4200 125,'-7'0'41,"5"-1"18,-4-1-52,0 2 12,4-5 2,0 5-9,0-1 9,0 1 18,-5-2 0,5 2 1,-5 0-7,0 0-16,3 0 2,0 0 7,-1 0 12,3 0-5,2 0-11,0 0 9,-4-2-8,0 2 6,-2-5-10,6 3-7,-4 2-1,2-3 1,-3 1-7,3 2 0,0-2-1,0 2-2,-2 0-2,-2 0 3,4 0-3,-4 2 1,-1 3-1,-1-3 0,-6 3 1,1 3-1,1-3 0,-1 8 1,-3 0-1,0 4 0,3 1 0,0 5 0,-2-2 0,3 2 1,5-2-1,-1 1 0,3 2-1,-2-2 1,7 2 0,0 1 0,2-2 0,6 4-3,-2-4 2,5 2 1,0 1 0,3-3 0,-1-2 1,2 1-1,3 0 0,-2-4-7,5-2 3,-2-4 4,-1 0-8,5-6-2,-4 1 10,4-4 15,-3-3-11,2-2-3,-2-5 0,5 2 0,-5-3 6,6-2-5,-3 0-1,-1 0 6,-1-2-6,-2 0 3,-3 0-4,6 2 3,-4 1-1,-2 0 0,-3-2 2,-2 4-3,-2-1 6,-2-2-1,-3-3 0,-4 0 0,1-4 2,-1-1 1,-1-4-5,1-2 3,-2-3-7,-2-2 5,-3-1-5,4 0 0,-6 2-2,7 2-8,-6 4 10,-1 2 4,-1 3 2,4 6-5,-5-1 1,-3 4-4,3 0-1,3 4 0,-6 1-22,3 6-36,-1 1-46,6 2-53</inkml:trace>
  <inkml:trace contextRef="#ctx0" brushRef="#br0" timeOffset="908.4374">9665 4625 284,'-2'0'48,"-5"0"52,4-1-62,3-1 10,-2 2-3,-1-2-12,3 2-6,0 0-7,-1 2-4,2-2-6,-1 0 1,0 0-3,3 0-8,-1 0 4,-2 0-4,10 0 22,1 0 3,5 0-6,2 0-10,8-4-6,3 2 4,2-4-6,-2 4 2,0-5-3,-2 4-1,-7-2-8,2 2-47,-6 0-48,-5 6-13,-5-1-123</inkml:trace>
  <inkml:trace contextRef="#ctx0" brushRef="#br0" timeOffset="1134.6036">9723 4738 500,'4'0'21,"5"-2"38,3 0-33,1-2 3,3 0-13,5-2-8,6 0 1,2 2-8,-2-1-1,0-2-37,-7 3-107</inkml:trace>
  <inkml:trace contextRef="#ctx0" brushRef="#br0" timeOffset="8211.4448">15075 17031 374,'0'0'26,"0"0"-15,2 0 2,2-2 3,5 2 16,-6-3 2,-1 3 25,-2 0-11,4 0-9,-8 0-14,4-2-17,0 2-2,0 0-5,4 0-1,-4 0-13,0 0-86,0 2-49</inkml:trace>
  <inkml:trace contextRef="#ctx0" brushRef="#br0" timeOffset="11564.8407">15591 17229 362,'0'-2'64,"0"-1"-44,0 2 31,0-1-26,0-2-8,3 4-5,-3 0 3,2 0 2,-2 0 4,5 0 0,-5-2-3,2 4-6,-2-2-3,0 0-4,0 0-3,3 0-1,-1 0 2,5 0 1,17 7 2,-15-7 2,-6 0 1,7 0-3,-5 0 4,8 0-5,-1 0 3,5 0-1,1 0-3,0 0 0,0 3-1,-3-3 2,5 2 1,3 0-3,-4 0 3,6 0-2,0-2 0,-5 4 0,3 1 2,-2-5-2,4 3 0,0-3 3,-4 2 2,8-4 1,5 2-5,-5 0-2,0 2 0,4-2 1,-6 2-2,2 0 0,0-2 6,2 0-5,-2 0 1,2-2-4,-2 2 3,0 0 2,-2 0-4,-2 0 2,2 0-2,-10 0 1,6 0 0,-3 2 0,-3-4-2,6 2 3,-5 0-1,4 0-2,-2 0 0,0 0 3,2 0-2,5 0-1,-7 0 1,5-2 1,2 0-1,-6 2 2,4-3 1,2-2-4,0 5 2,-5 0 2,0-4-3,3 4-1,-7-2 0,1 2 0,2 0 3,-3 0-3,-5 0 1,3 0 1,-3 0 1,3 0-3,-4-2 2,2 2 0,0-2 1,-2 2-2,3-2 1,-2 2 0,-2-3-2,2 3 0,3-1 1,2-5 2,-4 6-3,-4-2 1,3-1-1,-1 3 0,-1 0 0,4-3 0,-3 1 0,1 0 3,-4 0-3,4-3 0,1 2 1,-1 3 0,-2-2 0,4 0 1,-1 0-2,-2-1 0,1 3 1,-5-5-1,4 5 1,1 0-2,-6-4 3,4 4-2,2 0 1,-1-2-1,3 0-1,-1 0 1,-1-3 0,3 4 1,-3-1 0,3-2-1,-3 4-1,3-5-1,-3 5 4,0 0-4,-1 0 5,0-2-5,-2 2 3,1 0-1,-2 0 0,-3 2 0,4-2 0,-6 0 0,6 0 0,-5 0-2,-1 0 2,4 0 2,-4-2-2,3 4 0,-5-4 1,0 2 3,-2 0-2,0 0-2,2 0 5,-2 0-5,0 0 1,0 0-1,0 0-11,0 0-43,0 2-71,-2-2-141</inkml:trace>
  <inkml:trace contextRef="#ctx0" brushRef="#br0" timeOffset="124552.4955">14012 5494 269,'-11'5'2,"3"-5"-2,4 0-27,4-3-12,2 3 39,0-2 0,6 2 6,-4-2 10,6 0-7,5-2-2,2 0-5,10-2-2</inkml:trace>
  <inkml:trace contextRef="#ctx0" brushRef="#br0" timeOffset="150651.6707">11769 8386 186,'0'2'62,"0"0"-28,0-2-1,0-2 0,0 2 8,2 0-18,-2 0-7,0 0 9,0 0-3,7 0-2,0 0-3,-3 0-1,7 0 9,3 0-14,1-2 1,6-1 1,1 2-5,0-3 1,0 2 0,5 0 0,4 0-2,2-2 1,1 1-3,-3-1-1,0 1 0,5-1-1,-7 1-1,0 1 3,0 2-1,-2 0 2,2 0-5,0-2 1,2 2-1,-2-1 2,4 1-1,2-2-1,-3 4-1,-1-2 0,0 1 3,3 3-4,-5-1 2,-2-1-1,-3 0 0,3 0 1,-1-2 0,0 1 0,-5-2 0,4 1-1,0-4 3,-5 2-2,7-3 1,-3 2 0,-2-1-2,5 4 0,0-2 0,0 2 1,-2-3 0,-2 3-1,2 0 0,0-1 0,-3-2-1,3 2 1,-1-2 0,-6 2 4,6 1-4,-4 0 0,-2 0 0,3 0 0,-4-3 0,7 3 1,-3-2-1,4 1 0,-4 1 1,4-2-1,-7 0 0,4-1 0,-6 2 4,1-2-3,-1 3-1,3 0 0,-4 0 0,-1-1 0,-4 1 0,2-3 2,1 3-2,0-1 2,1 1-1,-5 0-1,-1 0 0,4 1 0,-3-1 0,-3 3 1,3-6-1,-2 6 0,6-3 1,-2 1 1,-4-1-2,3 0 1,4 3 0,-9-3-1,4 0 1,-5 1 0,1-1 0,-3 0 0,-2 0 5,0 0 4,0 0-4,0 0 1,0 0-5,0 0 0,-2 0 0,4 0-1,-2 0-1,0 0 0,0 0 1,0-1-1,0 1 1,0 0-1,0 0 1,1 0-1,-1 0 0,0-3 0,0 3 0,0 3 2,0-3-2,0 0 0,0 1-1,-1-2 1,1 1 0,0 0 0,1 0 0,-1 0 0,0 0 0,0 0 1,0 0-1,3 0 0,-3 0 0,0 0 0,0 0-1,2 0 1,-2 0 0,0 0 0,-2 0 1,2 0-1,0 0 0,0 0 0,2 0 1,-2 0-1,0 0 0,2 0 0,-2 0 0,-2 0 0,2 0 0,0 1 1,0-1-1,0 0 0,0 0 0,2 0 0,-4 0 1,2 0-1,0 0 1,0 0-1,0 0 0,0-1 0,0 1 0,0 0 0,0 0 1,0 0-2,0 1 2,0-2 0,0 1-1,0 0 0,0 0 2,0 0-2,0 1 0,0-1 1,0 0 0,0 0 0,-2 0-1,2 0 1,0 0-1,0 0 0,0 0 1,-3 0-2,3 0 2,0 0-2,0 0-1,3 0-3,-3 0-31,-3 0-26,3 0-33,-1 0-124</inkml:trace>
  <inkml:trace contextRef="#ctx0" brushRef="#br0" timeOffset="153208.2707">12724 6442 220,'31'0'58,"0"3"-21,-4-1 7,-6-2-13,4 2 1,-3-1 22,-4-1-34,-2 0-10,-1 0 5,-1-1-8,1 1-2,-1 0 3,9 0 0,-6 0 1,1 1 0,4-1-7,-2 3 5,3-3 4,-3 0-1,5 0-1,3 0-3,-1-3-3,2 2 4,0-3 4,2 0-6,0 2-4,-2-2 5,2-3-5,5 6 0,-3-3 3,-5-1-2,4 3-1,-4 0 0,0-1 4,-1 1-5,-4 0 6,-6-1-5,1 6 0,-5-3 0,1 2 1,1 0 0,-3 0-1,1-1-1,1-1 0,-7 0 2,5 0 0,2 0 1,-1-1-3,-1 1 1,5 0-1,-1-2 0,-1 4 1,6-2 0,-4 0-1,1 0-1,-5 0 1,0 0 2,-1 0 0,-8 0-2,0 0 1,-4 0 1,0 0 6,0 0-6,0 0-2,0 1-2,0-2 2,6 1-1,-6 0-12,0 1-41,4 1-17,-2 3-49</inkml:trace>
  <inkml:trace contextRef="#ctx0" brushRef="#br0" timeOffset="204654.2592">15795 8291 564,'-4'-2'3,"4"1"3,-4-4-1,-4 1 6,6 2 17,4 0-15,-2 1-11,2-1 4,4-3 13,-4 1-2,0 1 4,-1-1-5,9-3-7,-6 3 0,8 1-3,1-4 7,5 3-8,11 1 5,2 1 0,9-1-1,4 6-2,10-1 1,-5 1-7,4 1 9,1 1-7,-7-5 4,-1 0-6,-3-5 4,-3 1-3,-7 1-1,-4-2 0,-6 3 1,-10 0-1,-9 2 0,4 0 0,-8 0-1,0 0-29,-6 0-52,2 4-84,-5 1-243</inkml:trace>
  <inkml:trace contextRef="#ctx0" brushRef="#br0" timeOffset="204940.4713">15926 8439 535,'5'-3'30,"1"-1"-25,15-6 35,3-5 0,14 0 2,18-3-12,1-2-23,6-1-1,2 6-4,-5 0 2,-2 5-4,-13 5-18,-5 3-48,-9-1-32,-4 2-99</inkml:trace>
  <inkml:trace contextRef="#ctx0" brushRef="#br0" timeOffset="239946.5132">13101 9019 236,'0'-2'140,"0"4"-71,-1-2-32,-1 3-12,2-3 1,-2 0-3,2 2-9,0-4 1,0 2 7,0 0-6,0-3-1,2 3-10,-2 0 1,2-2-4,-1 0 7,2 0-2,9-4-3,1-2-4,2 1 3,8-6-1,-3 1-1,7 2-1,-9 0 0,8 0-2,-8 5 2,-3-2-2,-3 5-17,-1 0-65,-9 4-6,0 5-118</inkml:trace>
  <inkml:trace contextRef="#ctx0" brushRef="#br0" timeOffset="240144.6316">13113 9140 207,'3'-4'128,"6"-1"-88,-1 0-9,6-7 1,10-3-14,5-1-13,3-2-5,10 3 0,0-1-56</inkml:trace>
  <inkml:trace contextRef="#ctx0" brushRef="#br0" timeOffset="240997.6999">14072 9006 400,'-2'1'55,"2"2"-21,-5-3 19,3 0-7,2 0-2,0 0-16,0 0-12,0 0 2,2 0-2,-2 0-4,0 0-12,5-3 0,-3 2 1,0-3 1,9-1-2,3-2-6,2-4-70,10 3-64,-2 1-155</inkml:trace>
  <inkml:trace contextRef="#ctx0" brushRef="#br0" timeOffset="241139.5115">14083 9142 484,'2'8'0,"7"-6"-2,16-10-161</inkml:trace>
  <inkml:trace contextRef="#ctx0" brushRef="#br0" timeOffset="268504.5586">13245 12529 188,'42'-14'1,"-11"0"0,-4 5 1,-11 2-2,-3 2 2,-5 4-2,-5 1-1,-3 0-38</inkml:trace>
  <inkml:trace contextRef="#ctx0" brushRef="#br0" timeOffset="270552.1994">13630 12538 313,'3'0'17,"-2"3"-17,-1-3-2,0 0 2,0 0 5,0 0-2,-1 0-1,1 0-2,-3 0-32,3 0-131</inkml:trace>
  <inkml:trace contextRef="#ctx0" brushRef="#br0" timeOffset="284510.5934">15987 11918 147,'-21'0'16,"6"5"11,1 2-16,3-4 1,3 1-8,-4 2 4,3-2 3,3 0-10,-7 0-1,3 0-21</inkml:trace>
  <inkml:trace contextRef="#ctx0" brushRef="#br0" timeOffset="286935.8734">17748 10793 104,'-9'-13'219,"0"1"-205,0-4 6,-2 2 25,-3-2 3,3 0-7,3-1-11,-4 2 20,1-2-25,6 2 11,-5 1-4,5 1-2,-2 4 7,3 0-12,2 4-8,0 0 3,-3 1-6,3 3 2,2 1-6,-2 0-10,2 0-1,0 5 1,0 7 8,2 8 0,0 13 3,3 7-2,-1 6-2,0 0 0,8 0-2,-3-5 2,-3-6-5,3-5-1,-5-8-1,1-4 2,0-4 0,-3-7-1,-2-3 3,2-2 2,-2-2 8,0 0 14,-2-6-17,0-2-8,-8-9 0,6-5-1,-7-3 0,2-8-2,0-1 1,-2-5-1,2 2 0,5-1 1,2-3 0,2 4-1,0-1-1,4 2 1,5 1-2,-1 7 1,6 2 1,1 6 0,-1 6-1,-3 6-1,0 4-4,-9 4 1,8 7 1,-6 5 3,7 7 1,-5 8-1,6 2 1,-2 5-2,-7 0-1,-6-1-3,-7-3 6,-6-4 9,-1-6-4,-10-1 0,0-6-4,4-1-1,6-4-7,3-4-13,8-4-36,-1-4-33,5-4-52,2-4-62</inkml:trace>
  <inkml:trace contextRef="#ctx0" brushRef="#br0" timeOffset="287539.5879">17955 10524 273,'2'-7'55,"3"1"49,-5-2-47,2-2-10,-2 0-21,2-2 11,-2 0-6,4-3-8,4 3 4,-6 1-7,-1-1-9,-1 4 6,0 0 0,0 1 0,-1 4-1,1-1-4,-2 4-12,2 0-1,-5 0-5,2 0 6,-1 6 4,0 2 2,-7 4-1,-5 4 2,1 7-5,-8-2-2,6 4 0,7 2 2,6 2-1,4-4 2,2 1-1,9-1 4,-4-4 0,7-2 1,6-4 0,-3-3-3,1-1-1,5-5 3,-4 0-3,4-6 8,-5 0-4,1-4 0,2-1 1,-5 2 1,-1-3-3,-9 4-1,4-1-1,-10 3-2,2 0 4,-2 0-3,0 0-2,0 0 1,0 0-2,0 0-2,-2 0-9,2 3-28,0 1-10,0 1-87,4 6-245</inkml:trace>
  <inkml:trace contextRef="#ctx0" brushRef="#br0" timeOffset="289751.0054">17627 11231 214,'-4'2'225,"4"-2"-164,0-7 13,2-2-12,12-3-23,3-6-1,12-1-11,9-6-1,11 1-7,7 2-6,-4 0-7,5 2-6,-13 2 3,-1 4-6,-2 2 1,-10 4-79,-6 4-80,-8 4-123</inkml:trace>
  <inkml:trace contextRef="#ctx0" brushRef="#br0" timeOffset="289946.9263">17581 11418 551,'0'12'158,"2"-10"-157,9-8 1,5-8 4,14-8-3,15-4 4,22-5-7,7-2-71,15-6-224</inkml:trace>
  <inkml:trace contextRef="#ctx0" brushRef="#br0" timeOffset="298072.8015">17848 11378 270,'5'0'87,"-3"-2"-78,5-1 1,-3-1 20,-2 0 10,2 0-23,3 1-8,-6 0 1,3 2 10,-2 1 4,-2-3-2,0 2-11,0-2 0,4 2-3,-1-3-1,-1 1-4,0-1-1,1 1 2,7-1 1,4-3 0,-1 0 3,3-2 1,4 0 0,2-3-4,3 1 5,-7 1 4,1 2-9,-3 0 3,-3 1-7,-1 5 3,-3-1-3,-7 1-1,-2 2-4,0 0-96,2 0-137</inkml:trace>
  <inkml:trace contextRef="#ctx0" brushRef="#br0" timeOffset="301292.8493">17380 10900 207,'2'0'1,"2"0"23,3 0 16,-4-1-22,0 1-11,6-2 4,1 2-10,-6-3-1,10 1-1,-8 2-1,3-2-75</inkml:trace>
  <inkml:trace contextRef="#ctx0" brushRef="#br0" timeOffset="343343.5361">11408 15145 126,'-3'0'131,"3"0"-81,0 0 3,0 0 0,0 0-24,3-1-16,-3-2-7,2 3 9,0-1-1,0-3-6,6 1 6,-2-3-4,3-2 0,0 2 1,2-2 5,2 0-2,-1 0 4,-1 2-6,-3-2-1,4-1-5,3 4-3,-3-1-2,-1 0 0,-5 0-1,8 0 0,-5 0-29,-5 4-29,5-2-76</inkml:trace>
  <inkml:trace contextRef="#ctx0" brushRef="#br0" timeOffset="343591.7737">11441 15163 265,'-4'9'107,"2"-6"-57,-3-1 10,10-2-28,-1 0 23,-2-4 3,8 3-31,-2-3-5,5-5 2,8 0-17,-1-1-7,5-6 0,1 4-5,3-3-83,-5 0-177</inkml:trace>
  <inkml:trace contextRef="#ctx0" brushRef="#br0" timeOffset="352396.5733">18842 15115 720,'-27'22'0</inkml:trace>
  <inkml:trace contextRef="#ctx0" brushRef="#br0" timeOffset="371537.7281">18430 17566 377,'-5'-2'78,"5"-1"-63,-3 3 4,2-5 16,-4 5 1,3-4-5,0 4-7,0-2 4,2 0-13,0 0-1,-2-3-5,-3 5 4,3-3-9,0 3 4,2-4-5,0 4 0,0 0 1,0 0 0,0 0-3,-3 4 0,3-4-1,0 0-9,0 0-61,3 0-13,6 2-59</inkml:trace>
  <inkml:trace contextRef="#ctx0" brushRef="#br0" timeOffset="371754.5731">18811 17529 518,'0'11'24,"0"-5"-24,-2-2-2,0-4-3,2 2-5,2-2-3,2 0-55</inkml:trace>
  <inkml:trace contextRef="#ctx0" brushRef="#br0" timeOffset="373479.3926">16975 3592 360,'2'-3'12,"0"-1"44,-2 2-12,0 0 7,0 1-13,0-2-15,0 1 0,0 0-4,0 0 7,0 0-4,0 2-9,0-2-1,0 2-10,0 0-2,0-1-8,2-2 8,7 0 4,-3 2 2,12-3 5,5-5-3,7 0-3,9-1 0,-4-3-1,8-1-4,-3 2 1,2 0 2,-9 3 0,1 1-2,-10 2 0,-1 4-1,-5 0-2,-5 2-10,-2 0-20,-9 2-42,1 3-41,-3 6-103</inkml:trace>
  <inkml:trace contextRef="#ctx0" brushRef="#br0" timeOffset="373685.3839">17157 3774 655,'-4'19'0,"1"-7"-1,6-10 1,-1-4 28,9-1 28,14-7-36,6-4-17,14-7-6,26-6-23,9-5-203</inkml:trace>
  <inkml:trace contextRef="#ctx0" brushRef="#br0" timeOffset="393194.7601">19531 10249 211,'-4'106'0,"2"0"-47,-8 2 16,-1 9 6</inkml:trace>
  <inkml:trace contextRef="#ctx0" brushRef="#br0" timeOffset="414311.0626">13713 1586 540,'4'-2'5,"-4"-2"-5,0-4 3,0 5 5,0-2-3,0 3 9,0 2-9,2-2 8,0-1-7,-2 1-4,6 2-2,-4 0-1,0-3-4,11 3 7,1-2-2,1 2 4,10 0-1,-5 0-2,9 5-1,-3-3 2,3 5-3,10-2 2,-5 4 0,9-3-1,0 0-6,-1 0-20,5-1-24,4 2-28,-2-2-33,5 2-113</inkml:trace>
  <inkml:trace contextRef="#ctx0" brushRef="#br0" timeOffset="414500.0752">15494 1743 302,'36'5'0</inkml:trace>
  <inkml:trace contextRef="#ctx0" brushRef="#br0" timeOffset="414853.525">18125 1905 391,'15'4'0,"3"-4"-205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1-10-25T08:00:28.823"/>
    </inkml:context>
    <inkml:brush xml:id="br0">
      <inkml:brushProperty name="width" value="0.05292" units="cm"/>
      <inkml:brushProperty name="height" value="0.05292" units="cm"/>
      <inkml:brushProperty name="color" value="#FF0000"/>
    </inkml:brush>
  </inkml:definitions>
  <inkml:trace contextRef="#ctx0" brushRef="#br0">19496 11717 174,'0'0'40,"0"0"-37,0 0 12,0 0 10,0 0 1,0 0-3,0 0-2,31-3 10,-25 3-6,-1 0-6,-1 0 5,6 0-2,-5 0-8,13 0-3,4-2-2,8-2 4,12 1-2,1-4-3,13-1 7,2-3 5,-1 3-8,6-3 4,-3 1-1,5 7-1,-1-4-4,5 2 1,0 3-2,3-5-3,-3 3-2,-9 3 0,0-6 3,-4 1-1,0-4-3,-3-2 3,-4-5 3,3 3-4,-10 2-4,-9 3 1,-6 4 2,-9-1-2,-7 5 2,-2 1-1,-9 0 3,2 0-3,-2 0 2,0 0-2,0 0-1,0 0 1,0 0 0,0 0-4,0 0 5,0 0-4,0 0 2,2 0-2,-2 0 0,0 0-2,0 0-1,0 0-5,0 0-9,0 0-25,0 0-86,-2 0-129</inkml:trace>
  <inkml:trace contextRef="#ctx0" brushRef="#br0" timeOffset="227301.6531">16638 14795 539,'0'0'27,"0"0"-8,0 0 86,0 0-53,0 0 17,0 0-21,0 0-32,0 0-3,-7-73-13,7 98 3,0 12 7,2 13 5,-2 3-10,0-1 1,0-4 0,0-6 0,0-5 2,-2-6-7,-7-6 1,7-3 0,-5-8-2,3-2 4,0-7-2,4-3-1,0-2 1,0 0 5,0-4 2,-1-24-8,-8-2 0,5-12 3,-5-6-4,7-4-2,2 0 2,0 0 1,0-2-1,0 5 0,11 5 0,3 6 0,3 10 1,-4 8-1,3 8 0,-5 4 0,-4 5 2,2 3-2,4 1-4,7 25 4,9 10 6,7 10-3,-3-2 1,4 2-3,-5-5 0,-5-10 1,-9-2-3,-5-9 2,-2-6-1,-8-6 4,-1-6-3,-2-2 2,4 0 6,5-4 14,3-22-4,1-9-17,1-8 1,-4-8 0,2-7-2,3 4-1,-2 4 0,-1 12 2,-8 10-2,5 10 3,-7 7 2,0 6 2,0 3 3,-2 2-8,8 0-2,-2 0-6,9 21 6,8 6 7,6 7 0,0 6-3,-2 2 3,2 0-1,-10-2 0,4-4-3,-8-3-2,-3-5 0,-6-1 2,1-4-3,-2 0-30,-3-6-39,6-1-45,-3-6-60,-1-10-151</inkml:trace>
  <inkml:trace contextRef="#ctx0" brushRef="#br0" timeOffset="227752.8563">17558 14532 509,'0'0'66,"0"0"69,0 0-67,0 0-18,0 0-26,0 0-15,-45 18 14,40 4 4,5 6-12,0 5-3,0 2 0,3 5 0,13-4 5,6-5-5,-4-6-6,4-10 4,-1-5-7,-2-10 3,6 0-1,2-2 1,2-23-2,1-7-1,0-8 1,-5 0-2,-10-1 1,-6 9 0,-9 6 5,0 3 14,-20 5-5,-13 4-13,-12 4 2,-4 5-4,2 4 0,11 1-2,1 0-1,17 0-2,9 4-15,9 8-71,11-4-76,32-2-147</inkml:trace>
  <inkml:trace contextRef="#ctx0" brushRef="#br0" timeOffset="228308.5631">18125 14401 485,'0'0'109,"0"0"38,0 0-79,0 0 1,0 0-21,0 0-12,-10-44-15,10 44-18,0 20 0,14 7 11,6 3-4,-2 2 4,2-3-6,2-2 1,-2-6 1,1-3 0,-6-7-2,-1-5 1,-8-4-1,5-2 7,3 0 2,1-5 1,1-18-4,-3 0-5,1-4-3,-10-4 1,5-3-2,-9 1 6,0-7 3,0 1-3,0 5 8,0 1-4,0 4 0,0 3-6,0 6-5,0 5-3,0 8 0,0 3-1,0 4-2,0 0-51,22 0-94,16 0-110</inkml:trace>
  <inkml:trace contextRef="#ctx0" brushRef="#br0" timeOffset="229058.2722">19101 14233 414,'0'0'88,"0"0"63,0 0-89,0 0-46,0 0-1,0 0 36,-18 78-19,18-39-2,0 1 0,0-5-12,0-6-1,0-3-5,0-11-6,0-6 1,0-5-4,0-4 1,0 0 3,0-2 4,0-21 2,4-9-9,10-10-2,-1-8-2,3-5 3,-1-6 2,-1 1-5,-3 4 1,0 8 5,-9 12 4,0 11 13,-2 15 0,3 6-4,-1 4-2,-2 0-12,7 0-5,8 18 0,1 12 0,11 14 10,6 11-6,5 3 2,2 0-3,-10 0-3,-2-7 0,-14-7 1,-8-6-3,-6-6-20,0-8-26,0-4-19,-2-8-41,-12-10-43,-1-2-118</inkml:trace>
  <inkml:trace contextRef="#ctx0" brushRef="#br0" timeOffset="229214.6796">19274 14293 437,'0'0'131,"0"0"34,0 0-69,0 0-46,0 0-35,0 0-13,23-20-4,20 20-9,1 2-111,0 4-148</inkml:trace>
  <inkml:trace contextRef="#ctx0" brushRef="#br0" timeOffset="229418.6074">19787 14261 531,'0'0'133,"0"0"-2,0 0-92,0 0-10,0 0 24,0 0-27,51 108-15,-37-77-4,-9-1-4,-1-6-3,-4-2-4,0-6-78,0-6-71,0-10-174</inkml:trace>
  <inkml:trace contextRef="#ctx0" brushRef="#br0" timeOffset="229964.8839">20267 14052 561,'0'0'90,"0"0"52,0 0-96,0 0-31,0 0 4,0 0 4,-34 111-10,34-74-6,0-4-2,9-3-2,-7-6-2,3-6 2,0-7-2,-5-8 0,0-3 2,2 0 2,2 0 6,-2-18-6,-2-13-2,0-8 0,0-7 0,0-8-2,0-2 1,0-1 0,0 3-2,9 2 9,5 4 3,5 6-6,10 8-4,-2 10-4,0 14 0,0 10-2,-10 0 1,-3 12-3,-3 18 4,-7 8 1,-4 4-2,0-2-1,-17-1-4,-12-7 3,-9-4 5,7-9 0,6-3 0,9-4-3,10-1 2,6-1 1,0 3 7,0-2 4,8 2-1,19 1-1,12-3-3,3-2 0,7-6-6,2 1-43,3-4-102,-7 0-204</inkml:trace>
  <inkml:trace contextRef="#ctx0" brushRef="#br0" timeOffset="230145.7963">20871 13976 673,'0'0'163,"0"0"-37,0 0-105,0 0 23,0 0-18,51 111-12,-38-69-7,-1-3-3,-3 2-1,-7-3-3,-2-1-69,0-5-105,-11-11-273</inkml:trace>
  <inkml:trace contextRef="#ctx0" brushRef="#br0" timeOffset="232881.4523">20786 13571 150,'0'0'315,"0"0"-226,0 0 22,0 0-64,0 0-9,0 0-1,-29-90-11,18 80 3,-5 1-12,1 2-2,-10 2 7,-4 5-6,-4 0-4,-5 0-9,-7 0 3,-1 7 1,-10 7 1,0 0-3,-2 4 0,2 1 0,10 2 2,8 2-3,9 3-3,8 1 5,1 1-5,7 0-1,6 2 2,6 5-1,1 1 4,0 4-5,0 0 3,0 4-3,0 0 0,1 2 0,13 1 0,-1-1 0,3-2 1,-3-3 0,9 0 0,3-3-1,2-1-1,4 0 1,-2-3 1,0-1-1,-4-8 1,-1 3-1,-6-3 1,2-6 2,2 0-2,7-9-1,2-4 2,10-4-1,3-2 0,10 0 0,-1 0-1,8-13-2,-1-2-2,-2-5-4,-1-4 5,-1-1-1,-9 0 4,-3-3 0,1-5 1,-3-5 1,1-5-1,-3-6 0,0-3-1,-5-6 0,2 0 0,-8 4 2,-12 3 0,-6 7 4,-8 3-1,-3 4 2,0-1 1,-25 0 12,-6 0 3,-4-4-9,-6 1 14,-3 2-6,-6 8-7,4 7-3,-1 12-6,3 4-4,-5 8 0,8 0-2,2 0-2,2 8 2,4 4 1,6 2-1,2-2-2,7 0 2,7-2 0,7-1 4,-3-2-5,3 2 1,2-4-1,0 1 0,0 1-2,2-4 1,0 2 2,-5-3-1,5 1 0,0-1-1,0 0-1,0 0 0,0-2 2,0 3 1,0-3 0,0 0 1,0 0-1,0 0-1,0 0 0,0 0 1,0 2-1,0 0 1,0-2 2,0 0-2,0 1 0,0-1 1,0 0-1,0 0 0,0 0-1,0 0 1,0 2 1,0-2-1,0 0 0,0 0 0,0 0 0,0 0 0,0 0 0,0 0-1,0 0 2,0 0-2,0 0 1,0 3 0,0-3 2,0 1-1,0-1 0,0 0-1,0 3-1,0-3 1,0 0 0,0 0 2,0 0-2,0 0 0,0 0 0,0 0 0,0 0 2,0 0-2,0 0 0,0 0 0,0 0-1,0 0 0,0 0-1,0 0 2,0 0 1,0 0 0,0 0-1,0 0 1,0 0-1,0 0 0,0 0 0,0 0-2,0 0 0,7 0 0,-3 0 1,0 0-3,3 0 0,-7 0 1,2 0 2,-2 0 0,2 0 1,-2 0-1,2 0 2,4 0 0,-4 0 0,-1 0-1,4 0 0,2 0 0,-5 0 0,-2 0 1,0 0-1,0 0 0,0 0 1,0 0-1,0 0 0,0 0 0,2 0 1,-2 0-1,0 0 0,0 0 1,0 0-2,0 0 1,0 0-1,0 0 1,0 0-2,0 0-1,0 0-1,0 0 1,2 0-1,8 0 1,-6 0 3,3 0-1,-3 0-1,-4 0 1,0 0 0,0 0 1,0 0 0,0 0 1,0 0-1,0 0 0,0 0 0,0 0 0,0 0 0,0 0 0,0 0 0,0 0 0,0 0 0,0 0 0,0 0 0,0 0-1,0 0 1,0 0 0,0 0 0,0 0-1,0 0 1,0 0-1,0 0-1,0 0 0,0 0-2,0 0-2,0 0-3,0 0 2,0 0 6,0 0-5,0 0 1,0 0 3,0 0 1,0 0 1,0 0-1,0 0 1,0 0 0,0 0-1,0 0-1,0 0 1,0 0-2,0 0-8,0 0-5,0 0-3,0 0-18,0 0-12,0 0-43,0 0-86,0 0-279</inkml:trace>
  <inkml:trace contextRef="#ctx0" brushRef="#br0" timeOffset="264351.6491">15343 16160 232,'0'0'112,"0"0"-11,0 0-41,0 0 8,0 0-9,0 0-5,0 0 9,0 0-16,-9-15-7,-1 15-8,6 0-18,-7 0 0,3 3-9,-3 11 5,-1 6-4,6 2 1,-4 4-3,8 6 3,2 1 1,0-1 2,0-1-10,0-2 4,2-3-4,10-3-5,1-10 5,5-3 0,-3-7 0,8-3 9,-1 0 1,2 0-6,-4-17-4,2-1 6,-6 0-5,0-1 2,-3-2-1,-9 3 4,4-4-4,-8 4-2,0 2 6,0-5-1,0 3 3,-14-3-6,-6-2 2,-3 5-2,-3 1-4,3 5 0,4 3 0,3 7-10,-1 2 5,5 0 7,-1 0-18,-2 12-16,5 6-29,4 1-11,6-2-45,0 1-58,0-4-66</inkml:trace>
  <inkml:trace contextRef="#ctx0" brushRef="#br0" timeOffset="264903.0416">15795 16120 426,'0'0'129,"0"0"-22,0 0-52,0 0 1,0 0-25,0 0-15,-14-18-2,12 18-14,0 0-16,2 0 14,-2 4 2,-1 14 17,-5 3 3,6 6-4,-9 4-2,11 1 9,0-1-20,0 0 12,0-1-15,13-6 1,4 0 3,8-9-3,-5-1 5,5-11 1,2-3-4,-1 0 4,1-8-1,-5-13 8,3-1-4,-12-2 3,-1-3 5,-10-4 5,-2-3 4,0 0-13,-14-4 2,-11 3-4,-6 4-6,0 7-6,-7 12-10,-2 12 5,-5 0 2,-1 9 3,5 12-1,10 2-5,16-4-28,15-1-36,0-4-13,49-5-59,22-9-28,19 0-306</inkml:trace>
  <inkml:trace contextRef="#ctx0" brushRef="#br0" timeOffset="265385.3826">17177 15859 419,'0'0'88,"0"0"60,0 0-56,0 0-36,0 0 9,0 0-22,-11-43-9,11 43-17,4 21 13,10 16 2,-3 2-5,1 10 4,1 1-18,-9-1-2,7-8-2,-7-3-5,8-12-3,-8-4 0,5-7 0,-3-6-1,4-3-2,-4-4-6,7-2-34,8 0-24,-3 0-30,-5 0-124,-7-8-359</inkml:trace>
  <inkml:trace contextRef="#ctx0" brushRef="#br0" timeOffset="265841.7067">17107 16090 475,'0'0'59,"0"0"69,0 0-117,0 0 10,0 0-3,163-90-18,-100 78 10,-14-5-8,-4 9-1,-9-1 7,-15 5-4,-9 2 13,-3-1 8,-9 3-4,0 0-21,0 7 6,0 12-1,3 8 21,2-1-15,11-4-2,7-4-2,1-4-3,5-10 5,0-4 11,2 0-4,0-4 0,3-13 4,0-4-13,-8-2-4,-6 0 8,-11-1 5,-6-1 5,-3 2 7,-3 0-5,-23 7-14,-13 7-6,-7 7 11,-10 2-4,-7 7-10,1 18-1,13 1 1,9-2 0,22-2-5,18-4-81,9-6-59,42-12-207</inkml:trace>
  <inkml:trace contextRef="#ctx0" brushRef="#br0" timeOffset="266359.3063">19226 15543 512,'0'0'119,"0"0"21,0 0-81,0 0-3,0 0-23,-127 111-5,125-70-1,2-1-11,0-5-15,18-8 3,12-5 7,6-8-4,-3-6-5,6-6-1,-8-2 8,-2 0-3,-5-6 3,-6-10-1,-7-1-1,-8-6-3,-3 0 5,0-4-2,-13-1 5,-15 2 0,-14 3 3,-5 3-9,-11 11 1,3 7-7,3 2 0,17 0 0,14 4-6,21 10-24,6-6-95,40-6-167</inkml:trace>
  <inkml:trace contextRef="#ctx0" brushRef="#br0" timeOffset="266697.3565">19533 15507 429,'0'0'145,"0"0"-3,0 0-57,0 0-14,0 0-7,0 0-14,138-66-11,-112 66-11,4 29-9,-1 9 0,-11 6-4,-5 7 4,-5-5-18,-8-4 7,0-2 3,0-6-8,0-4 1,0-4-3,0-4-2,0-3-9,0-4-63,2-5-68,-1-7-127</inkml:trace>
  <inkml:trace contextRef="#ctx0" brushRef="#br0" timeOffset="266878.481">19645 15744 666,'0'0'130,"0"0"2,0 0-109,125-87-10,-69 67-13,-8 2 0,-5 4-82,-5 2-114,-7-2-374</inkml:trace>
  <inkml:trace contextRef="#ctx0" brushRef="#br0" timeOffset="268963.3391">12155 16573 182,'0'0'123,"0"0"-36,0 0-18,0 0-39,0 0-10,0 0-18,-9 8 24,9 14 12,0 2 0,11 7 4,0 1-13,1-1-12,-2 8 12,8-3-1,-4-2-16,-4-4-4,9-7-2,-13-6 6,6-7-9,-8-5-3,3-4-4,-7-1 4,0 0 33,0-6 23,0-12-33,0-5-14,0-6 4,-5-3-3,-9-2-8,-1-9 1,-1-2-3,1-1 2,8-1 1,-3 1-3,10 7-2,0 8 2,5 7-2,14 10-3,-3 11-5,-1 3 10,-1 0-10,-6 21-3,3 7-5,-1 12 18,-7 1 10,0-2-5,3-3-2,1-4 0,7-3-3,3-5-1,10-6 0,4-2-1,7-2 4,-5-4-2,-6 2 8,-4 0 11,-19-2-15,-4 2 4,0 4 6,-13 7 2,-22 6-2,-15 3-11,6 0-3,8-6-3,9-6-48,7-8-58,15-6-43,5-6-268</inkml:trace>
  <inkml:trace contextRef="#ctx0" brushRef="#br0" timeOffset="270071.8931">12734 16581 195,'0'0'124,"0"0"-14,0 0-38,0 0-13,0 0-29,0 0-27,-20-17 21,5 22 16,-12 13-16,2 8 9,1 1-5,1 1-1,8-1-9,4-1-12,11-3-6,0-5-1,0-4-5,20-6 6,2 2 12,5-8-6,2-2-1,-4 0-1,-6-2-3,4-13 5,-3-4-5,-9-3 5,-5-2-3,2 0 0,-8-3-1,0 8 2,0-1 9,-10 9 1,6 3-9,0 6 15,-2 2-1,5 0-19,1 0-13,0 7 13,0 14 5,0 4 11,11-1-2,3 0-3,1-7-9,1 2-2,-3-6 4,-2-4-2,-4-6-2,0-3 0,-5 0-14,0 0 2,1 0 7,5-9 4,-3-11-2,3-4-4,-5-2-3,-1 3 4,0 5 6,-2 6 5,0 6-5,0 3 1,2 3 0,5 0-1,0 0-10,6 16 10,2 3 4,6 4 1,-5-3 7,-8-4-4,3-3-3,-1-6 0,-7-3-5,-3-4 0,3 0 1,-3 0 5,2 0 3,-2-21 5,0-5-13,0-8 0,0 0-1,0 0 0,0 2 2,0 0-1,0 9 1,0 2-4,0 10 6,0 4-9,0 7 6,0 0-3,13 10-9,8 19 11,1 5 13,12 4 4,-3-6 4,-2-2-14,2-7-2,-6 0-4,-6-10-1,-5-3 2,-5-5-1,-5-5-1,-2 0 0,6-5-5,-8-18 1,0-5-33,0-11 6,0-5-11,-8-2-4,-7-2 5,-3 3 18,-7-1 19,5 7 0,0 8 4,7 9 4,8 10 8,2 7 21,2 5-4,1 0-6,0 3-19,14 20 4,8 9 36,6 4-5,7 5-11,-6 5-13,-1-2-7,-4-3-7,1-1-2,-2 0-2,-13 3-21,4-6-57,-3-4-37,-2-17-83</inkml:trace>
  <inkml:trace contextRef="#ctx0" brushRef="#br0" timeOffset="270363.9337">13341 16311 397,'0'0'103,"0"0"6,0 0-43,-123 76-3,94-32-6,11-2-17,7-7-2,11-2-14,0-8-9,18-4-5,16-5-8,1-2 0,9-4 0,7-4-2,-1-6-6,3 0-63,-1 0-82,-7-16-51,-10-8-286</inkml:trace>
  <inkml:trace contextRef="#ctx0" brushRef="#br0" timeOffset="270724.0354">13664 16242 204,'0'0'165,"0"0"-5,0 0-57,0 0-75,0 0-2,0 0 17,-22 65-1,22-29-7,17-1-3,12 0-9,4-5-11,6-11-1,1-7-2,-7-7-5,-2-5 0,-4 0-3,-4-17 13,-15-6 11,1-7-6,-9-1 5,0-6 0,0 1-2,-9-4-7,-15 5-1,-12 8 2,1 10-9,-5 15-7,-1 2-1,8 10-2,-6 24 0,9 12 3,3 17-47,12 9-59,3 13-60,12 0-315</inkml:trace>
  <inkml:trace contextRef="#ctx0" brushRef="#br0" timeOffset="271729.9319">12610 17573 450,'0'0'95,"0"0"2,0 0-10,0 0-45,0 0-38,0 0 9,-23 23-4,23 9 4,0 8 3,7-2 9,11 5-10,0-6-9,6 1 0,-4-1 5,3-8-9,-10 0 0,1-9 1,-8-6-1,-4-8-2,5-6-5,-7 0 5,0 0 1,0-11 6,0-16 9,-21-9-11,3-8-5,-6-4 2,4 2-2,4-10 1,3 5 4,4-2-5,9 6 0,0 6-9,12 11 6,10 13 1,-4 10-3,-1 7 3,1 4-4,3 27 0,-4 1 6,6 8 0,-5 4 0,-5-4-1,-5 1 1,4-10 0,3-1 0,1-6 1,6-2-1,-2-4 0,5 3 2,1-5 4,0-4-3,-9 0 1,-3-6 3,-11-2-1,-3 0 8,0 0-5,0 0-9,0 6 2,-17 8 5,-8 4-7,-4 10-14,10 2-72,3-2-37,7-6-148</inkml:trace>
  <inkml:trace contextRef="#ctx0" brushRef="#br0" timeOffset="272809.6966">13272 17610 494,'0'0'73,"0"0"54,0 0-63,0 0-30,0 0-31,0 0 14,-99-6-4,70 30 8,3 6-6,8-2 10,5 4-10,7-3-13,6-6 3,0 0 2,0-5-5,19 0-3,6-10 3,-1-3-1,9-5 1,-1 0-1,-4-3-1,0-16-9,-11 1 2,-1-3-2,-7-4 8,-9-1 2,0 0 2,-2-1 0,-21 0 3,6 8 1,-4 7 3,13 7 12,-2 1-8,10 4 2,0 0-16,0 0-12,0 9 8,0 17 4,0 6 4,10-5-2,7-1 0,1 2-1,9-10-1,-2-1 0,-8-8-3,6-4-15,-9-5 8,1 0 10,-7-5 1,6-11-1,-3-4 0,-2 3-4,-5-2 8,-2 5-4,-2 2 0,0 2 0,0 7 8,0 1-7,0 2-1,0 0-2,5 0-7,4 5-2,2 13 9,1 0 4,-4-4 1,3-2-2,1-3-1,-6-8 0,5-1 0,-2 0 0,-2 0 9,6-8-9,-1-8 2,-9-2 1,6 0-1,-6 3-1,-3 1-1,0 3 2,0-1-1,0 3 4,0 0-5,0 4 1,0 2-1,0 3 0,0 0-2,6 0-2,4 0 4,5 0 0,8 12 0,-4 2-3,6 0 6,-5 0-4,3-5 4,-4-9 0,-1 0-1,5 0-2,-8 0 2,1-14-2,-3-9-1,-4 0-2,-2 0 3,-5-7 0,-2 0 0,0-3 0,-4 6 0,-14-4 0,-3 10 3,6 3 5,6 8 7,0 3 3,9 5 5,0 2-6,0 0-8,0 0-9,0 7 2,16 14-2,6 9 15,1 7-2,7 3-7,-1-1-3,-2 2 1,-2-5-1,-6 3-6,0-5-11,-9-8-38,2-5-50,-3-10-48,-5-11-344</inkml:trace>
  <inkml:trace contextRef="#ctx0" brushRef="#br0" timeOffset="273102.9059">13941 17314 554,'0'0'97,"0"0"28,0 0-87,0 0-16,0 0-15,0 0 9,6 51 25,17-12-8,-4 1-9,4 2-12,-5-4 0,-3-1-9,1-6-1,-3-4 1,1-1-3,-8-6-16,5-8-42,-1-5-41,-4-7-144,1 0-313</inkml:trace>
  <inkml:trace contextRef="#ctx0" brushRef="#br0" timeOffset="273312.7692">14115 17395 218,'0'0'68,"0"0"-28,0 0-36,0 0-4,0 0-19,0 0-24,0-4 22,-1 4 18,1 0-4,-2 0-8,-5 4-85</inkml:trace>
  <inkml:trace contextRef="#ctx0" brushRef="#br0" timeOffset="273770.9318">14115 17395 371,'-97'-12'116,"94"6"7,2 6-66,1 0-7,-2 0-19,-3 0-16,1 0-9,0 22 2,-6 2 26,10 2-18,0-4 1,0-1-4,0-7-8,14-8-5,1 4 1,1-6-1,-1-1 10,1-3-4,-6 5-4,3-1 1,-9 4-3,3 2-2,-3-2 0,-2 1 2,0-2 4,3-3 0,-3-1-2,-1 0 2,3-1 2,5 2 4,-5-1 11,7 4-6,-4-3 1,2 5-14,-3-4 2,4-1-4,5-4 0,8 0-21,-4 0-42,8 0-94,-2-18-224</inkml:trace>
  <inkml:trace contextRef="#ctx0" brushRef="#br0" timeOffset="274041.842">14355 17198 590,'0'0'100,"0"0"36,0 0-108,0 0-1,0 0 34,0 0-13,91 95-8,-48-69-5,1 8-11,-1-4-10,-3 0-8,-9-2-6,-4-2 2,-7 1-2,2-1-29,-4-2-70,-1-12-115</inkml:trace>
  <inkml:trace contextRef="#ctx0" brushRef="#br0" timeOffset="275383.0686">15889 17031 483,'0'0'92,"0"0"37,0 0-86,0 0-33,0 0 6,0 0-1,-81 70 9,70-43 4,5 4 4,4 1-5,2 0-11,0-2-10,2-8-1,13 0-5,10-3-2,2-7 0,4-9 2,0-3 5,0 0-2,-2-3 9,-4-14-8,-14-1 3,-7 0 0,-4-1-1,-4-8 10,-25 1-4,-9-2-9,-5 0 7,1 5-9,-2 5-1,11 6-3,8 9 0,11 3-57,14 0-28,0 0-117,29 0-350</inkml:trace>
  <inkml:trace contextRef="#ctx0" brushRef="#br0" timeOffset="276753.9582">16259 17145 355,'0'0'88,"0"0"30,0 0-44,0 0-30,0 0 1,0 0-1,-86-52 1,76 33-10,8-3-14,0-1-12,2 0-1,0-3-8,6 4 0,21 3 0,2-4 0,9 2 3,-1 7-1,2 2-1,-10 7 7,-3 5-8,-8 5 0,-9 16-1,-5 11 1,-4 4 11,0 3 0,-2-2 0,-11-1-1,-1-1-1,5-3-3,0 2-3,3 0 1,2-4-4,4 0 2,0-4-2,0-1-2,17-8-2,4-5 3,-4-2 1,-1-5 2,1-3-2,-1-2 5,-1 0-1,4-2 5,-9-15-6,2-1 4,-3-5-3,-7 0-1,-2-3 8,0-3-1,-17 0 1,-12 3-6,-8 2 5,4 6-5,-7 10 0,2 8 4,3 0-7,-2 0-2,14 18-2,0-3 2,12 2-1,11-5-34,0-2-61,24-8-57,23-2-248</inkml:trace>
  <inkml:trace contextRef="#ctx0" brushRef="#br0" timeOffset="277613.7505">17610 16702 506,'0'0'138,"0"0"19,0 0-93,0 0-14,0 0-40,0 0-5,0 0 29,24 60-3,-6-28 1,-3 2-13,3 2-7,-3-5-5,-1 1-2,-1-6-3,-3-6 1,2-5-3,-5-4-1,5-4-33,1-2-35,-1-5-38,-6 0-65,-5 0-202</inkml:trace>
  <inkml:trace contextRef="#ctx0" brushRef="#br0" timeOffset="278074.0818">17571 16832 429,'0'0'111,"0"0"4,0 0-90,0 0-12,0 0 4,0 0 2,96-70-6,-69 60 9,-2 2-1,-9 2-5,-8 1 5,1 5-8,-9 0 3,2 0-16,-2 9 2,2 11 16,-2 6 0,8 0-2,-6 2-4,9-6 0,5 2-11,1-12 4,10 0-2,2-9 0,4-3 6,5 0-8,-5-7 5,4-9-3,-6 0 0,-14-2-2,-3 0 10,-10-2-9,-4 2 15,0 0 7,-11 4-10,-23-3-14,-1 6 11,-14 2-10,2 7 7,1 2-8,1 0-2,5 13 2,9 3-2,6 3-6,15-2-96,10-11-109,0-6-435</inkml:trace>
  <inkml:trace contextRef="#ctx0" brushRef="#br0" timeOffset="279049.2422">19415 16258 458,'0'0'61,"0"0"48,0 0-88,0 0-3,0 0 5,-120 76 9,105-45-7,3 1-8,9 7 7,3-1-10,0 1-2,3-5-5,13-2-7,11-8 0,-1-8 3,-2-8-3,5-8 4,-3 0 8,0-3-4,-1-16-3,-10 1-1,-9 2 4,2-1 9,-8-2 4,0-1 9,-12-6-15,-10 4-10,-7-4-5,-4 4 1,-1 7 4,-4 6-6,9 9 1,4 0-6,16 2-26,3 14-33,6-2-29,0-2-65,15-6-129</inkml:trace>
  <inkml:trace contextRef="#ctx0" brushRef="#br0" timeOffset="279582.3929">19814 16327 439,'0'0'117,"0"0"7,0 0-17,0 0-44,0 0-25,0 0-28,-25 7-7,25 28 11,9 5 16,3 0-11,-10 0-11,10 0 0,-8-5-3,2-12-1,1 2 0,-7-13-3,0-3-1,0-6-1,0-3 1,0 0 3,0 0 6,0 0 1,0-5-10,-9-11 0,-11-1 0,-7-3 4,-1-4-3,9-5-1,-2 1 6,7-7-6,5-6-1,-2-2 0,4-3-1,7 2 4,0 3-2,0 2 0,0 17-3,9 4 2,3 8-2,7 2 0,6 8 1,-4 0-1,14 0 3,-4 0-2,2 6-27,4 10-41,-7 3-26,-10 2-47,-13 4-98</inkml:trace>
  <inkml:trace contextRef="#ctx0" brushRef="#br0" timeOffset="279729.3254">19814 16327 521</inkml:trace>
  <inkml:trace contextRef="#ctx0" brushRef="#br0" timeOffset="279902.4476">19814 16327 521,'84'56'121,"-84"-56"24,14-10-105,15-2-29,12 2 6,-6 2-12,3-1-5,-7 4-18,-4 1-79,-9-2-81,-7 6-216</inkml:trace>
  <inkml:trace contextRef="#ctx0" brushRef="#br0" timeOffset="280393.7672">19384 16339 257,'0'0'144,"0"0"-13,0 0-55,0 0-43,0 0-18,0 0-15,25-2 2,-18-1 0,8 1 0,-4 2-2,2 0-37,-8 0-155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B8BA67-8A2D-416D-B68F-9F497C1472E9}" type="datetimeFigureOut">
              <a:rPr lang="en-IN" smtClean="0"/>
              <a:t>03-09-2025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9917B7-FC2D-4433-8C58-0FCA93854DF9}" type="slidenum">
              <a:rPr lang="en-IN" smtClean="0"/>
              <a:t>‹#›</a:t>
            </a:fld>
            <a:endParaRPr lang="en-IN"/>
          </a:p>
        </p:txBody>
      </p:sp>
    </p:spTree>
    <p:extLst>
      <p:ext uri="{BB962C8B-B14F-4D97-AF65-F5344CB8AC3E}">
        <p14:creationId xmlns:p14="http://schemas.microsoft.com/office/powerpoint/2010/main" val="261532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F9917B7-FC2D-4433-8C58-0FCA93854DF9}" type="slidenum">
              <a:rPr lang="en-IN" smtClean="0"/>
              <a:t>16</a:t>
            </a:fld>
            <a:endParaRPr lang="en-IN"/>
          </a:p>
        </p:txBody>
      </p:sp>
    </p:spTree>
    <p:extLst>
      <p:ext uri="{BB962C8B-B14F-4D97-AF65-F5344CB8AC3E}">
        <p14:creationId xmlns:p14="http://schemas.microsoft.com/office/powerpoint/2010/main" val="3579640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smtClean="0"/>
              <a:t>8051 Microcontroller</a:t>
            </a:r>
            <a:endParaRPr lang="en-US"/>
          </a:p>
        </p:txBody>
      </p:sp>
      <p:sp>
        <p:nvSpPr>
          <p:cNvPr id="5" name="Footer Placeholder 4"/>
          <p:cNvSpPr>
            <a:spLocks noGrp="1"/>
          </p:cNvSpPr>
          <p:nvPr>
            <p:ph type="ftr" sz="quarter" idx="11"/>
          </p:nvPr>
        </p:nvSpPr>
        <p:spPr/>
        <p:txBody>
          <a:bodyPr/>
          <a:lstStyle/>
          <a:p>
            <a:r>
              <a:rPr lang="en-US" smtClean="0"/>
              <a:t>Suresh.P.Nair , HOD - ECE , RCET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5571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8051 Microcontroller</a:t>
            </a:r>
            <a:endParaRPr lang="en-US"/>
          </a:p>
        </p:txBody>
      </p:sp>
      <p:sp>
        <p:nvSpPr>
          <p:cNvPr id="5" name="Footer Placeholder 4"/>
          <p:cNvSpPr>
            <a:spLocks noGrp="1"/>
          </p:cNvSpPr>
          <p:nvPr>
            <p:ph type="ftr" sz="quarter" idx="11"/>
          </p:nvPr>
        </p:nvSpPr>
        <p:spPr/>
        <p:txBody>
          <a:bodyPr/>
          <a:lstStyle/>
          <a:p>
            <a:r>
              <a:rPr lang="en-US" smtClean="0"/>
              <a:t>Suresh.P.Nair , HOD - ECE , RCET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8296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8051 Microcontroller</a:t>
            </a:r>
            <a:endParaRPr lang="en-US"/>
          </a:p>
        </p:txBody>
      </p:sp>
      <p:sp>
        <p:nvSpPr>
          <p:cNvPr id="5" name="Footer Placeholder 4"/>
          <p:cNvSpPr>
            <a:spLocks noGrp="1"/>
          </p:cNvSpPr>
          <p:nvPr>
            <p:ph type="ftr" sz="quarter" idx="11"/>
          </p:nvPr>
        </p:nvSpPr>
        <p:spPr/>
        <p:txBody>
          <a:bodyPr/>
          <a:lstStyle/>
          <a:p>
            <a:r>
              <a:rPr lang="en-US" smtClean="0"/>
              <a:t>Suresh.P.Nair , HOD - ECE , RCET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0011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8051 Microcontroller</a:t>
            </a:r>
            <a:endParaRPr lang="en-US"/>
          </a:p>
        </p:txBody>
      </p:sp>
      <p:sp>
        <p:nvSpPr>
          <p:cNvPr id="6" name="Footer Placeholder 5"/>
          <p:cNvSpPr>
            <a:spLocks noGrp="1"/>
          </p:cNvSpPr>
          <p:nvPr>
            <p:ph type="ftr" sz="quarter" idx="11"/>
          </p:nvPr>
        </p:nvSpPr>
        <p:spPr/>
        <p:txBody>
          <a:bodyPr/>
          <a:lstStyle/>
          <a:p>
            <a:r>
              <a:rPr lang="en-US" smtClean="0"/>
              <a:t>Suresh.P.Nair , HOD - ECE , RCET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6681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smtClean="0"/>
              <a:t>8051 Microcontroller</a:t>
            </a:r>
            <a:endParaRPr lang="en-US"/>
          </a:p>
        </p:txBody>
      </p:sp>
      <p:sp>
        <p:nvSpPr>
          <p:cNvPr id="8" name="Footer Placeholder 7"/>
          <p:cNvSpPr>
            <a:spLocks noGrp="1"/>
          </p:cNvSpPr>
          <p:nvPr>
            <p:ph type="ftr" sz="quarter" idx="11"/>
          </p:nvPr>
        </p:nvSpPr>
        <p:spPr/>
        <p:txBody>
          <a:bodyPr/>
          <a:lstStyle/>
          <a:p>
            <a:r>
              <a:rPr lang="en-US" smtClean="0"/>
              <a:t>Suresh.P.Nair , HOD - ECE , RCET</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051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en-US" smtClean="0"/>
              <a:t>8051 Microcontroller</a:t>
            </a:r>
            <a:endParaRPr lang="en-US"/>
          </a:p>
        </p:txBody>
      </p:sp>
      <p:sp>
        <p:nvSpPr>
          <p:cNvPr id="4" name="Footer Placeholder 3"/>
          <p:cNvSpPr>
            <a:spLocks noGrp="1"/>
          </p:cNvSpPr>
          <p:nvPr>
            <p:ph type="ftr" sz="quarter" idx="11"/>
          </p:nvPr>
        </p:nvSpPr>
        <p:spPr/>
        <p:txBody>
          <a:bodyPr/>
          <a:lstStyle/>
          <a:p>
            <a:r>
              <a:rPr lang="en-US" smtClean="0"/>
              <a:t>Suresh.P.Nair , HOD - ECE , RCET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9296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8051 Microcontroller</a:t>
            </a:r>
            <a:endParaRPr lang="en-US"/>
          </a:p>
        </p:txBody>
      </p:sp>
      <p:sp>
        <p:nvSpPr>
          <p:cNvPr id="3" name="Footer Placeholder 2"/>
          <p:cNvSpPr>
            <a:spLocks noGrp="1"/>
          </p:cNvSpPr>
          <p:nvPr>
            <p:ph type="ftr" sz="quarter" idx="11"/>
          </p:nvPr>
        </p:nvSpPr>
        <p:spPr/>
        <p:txBody>
          <a:bodyPr/>
          <a:lstStyle/>
          <a:p>
            <a:r>
              <a:rPr lang="en-US" smtClean="0"/>
              <a:t>Suresh.P.Nair , HOD - ECE , RCET</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551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8051 Microcontroller</a:t>
            </a:r>
            <a:endParaRPr lang="en-US"/>
          </a:p>
        </p:txBody>
      </p:sp>
      <p:sp>
        <p:nvSpPr>
          <p:cNvPr id="6" name="Footer Placeholder 5"/>
          <p:cNvSpPr>
            <a:spLocks noGrp="1"/>
          </p:cNvSpPr>
          <p:nvPr>
            <p:ph type="ftr" sz="quarter" idx="11"/>
          </p:nvPr>
        </p:nvSpPr>
        <p:spPr/>
        <p:txBody>
          <a:bodyPr/>
          <a:lstStyle/>
          <a:p>
            <a:r>
              <a:rPr lang="en-US" smtClean="0"/>
              <a:t>Suresh.P.Nair , HOD - ECE , RCET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6416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8051 Microcontroller</a:t>
            </a:r>
            <a:endParaRPr lang="en-US"/>
          </a:p>
        </p:txBody>
      </p:sp>
      <p:sp>
        <p:nvSpPr>
          <p:cNvPr id="6" name="Footer Placeholder 5"/>
          <p:cNvSpPr>
            <a:spLocks noGrp="1"/>
          </p:cNvSpPr>
          <p:nvPr>
            <p:ph type="ftr" sz="quarter" idx="11"/>
          </p:nvPr>
        </p:nvSpPr>
        <p:spPr/>
        <p:txBody>
          <a:bodyPr/>
          <a:lstStyle/>
          <a:p>
            <a:r>
              <a:rPr lang="en-US" smtClean="0"/>
              <a:t>Suresh.P.Nair , HOD - ECE , RCET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4449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8051 Microcontroller</a:t>
            </a:r>
            <a:endParaRPr lang="en-US"/>
          </a:p>
        </p:txBody>
      </p:sp>
      <p:sp>
        <p:nvSpPr>
          <p:cNvPr id="5" name="Footer Placeholder 4"/>
          <p:cNvSpPr>
            <a:spLocks noGrp="1"/>
          </p:cNvSpPr>
          <p:nvPr>
            <p:ph type="ftr" sz="quarter" idx="11"/>
          </p:nvPr>
        </p:nvSpPr>
        <p:spPr/>
        <p:txBody>
          <a:bodyPr/>
          <a:lstStyle/>
          <a:p>
            <a:r>
              <a:rPr lang="en-US" smtClean="0"/>
              <a:t>Suresh.P.Nair , HOD - ECE , RCET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218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8051 Microcontroller</a:t>
            </a:r>
            <a:endParaRPr lang="en-US"/>
          </a:p>
        </p:txBody>
      </p:sp>
      <p:sp>
        <p:nvSpPr>
          <p:cNvPr id="5" name="Footer Placeholder 4"/>
          <p:cNvSpPr>
            <a:spLocks noGrp="1"/>
          </p:cNvSpPr>
          <p:nvPr>
            <p:ph type="ftr" sz="quarter" idx="11"/>
          </p:nvPr>
        </p:nvSpPr>
        <p:spPr/>
        <p:txBody>
          <a:bodyPr/>
          <a:lstStyle/>
          <a:p>
            <a:r>
              <a:rPr lang="en-US" smtClean="0"/>
              <a:t>Suresh.P.Nair , HOD - ECE , RCET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9723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smtClean="0"/>
              <a:t>                               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8051 Microcontroller</a:t>
            </a: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Suresh.P.Nair , HOD - ECE , RCET</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descr="A picture containing drawing&#10;&#10;Description automatically generated">
            <a:extLst>
              <a:ext uri="{FF2B5EF4-FFF2-40B4-BE49-F238E27FC236}">
                <a16:creationId xmlns:a16="http://schemas.microsoft.com/office/drawing/2014/main" xmlns="" id="{C9DDECDA-AC01-47B8-B70B-458DA247878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185219"/>
            <a:ext cx="2434302" cy="811434"/>
          </a:xfrm>
          <a:prstGeom prst="rect">
            <a:avLst/>
          </a:prstGeom>
        </p:spPr>
      </p:pic>
      <p:pic>
        <p:nvPicPr>
          <p:cNvPr id="8" name="Content Placeholder 6" descr="A close up of a sign&#10;&#10;Description automatically generated">
            <a:extLst>
              <a:ext uri="{FF2B5EF4-FFF2-40B4-BE49-F238E27FC236}">
                <a16:creationId xmlns:a16="http://schemas.microsoft.com/office/drawing/2014/main" xmlns="" id="{AFB8B780-B92F-4BF8-8EAF-809E1CF5407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133347" y="332681"/>
            <a:ext cx="726409" cy="721920"/>
          </a:xfrm>
          <a:prstGeom prst="rect">
            <a:avLst/>
          </a:prstGeom>
        </p:spPr>
      </p:pic>
      <p:pic>
        <p:nvPicPr>
          <p:cNvPr id="9" name="Picture 8">
            <a:extLst>
              <a:ext uri="{FF2B5EF4-FFF2-40B4-BE49-F238E27FC236}">
                <a16:creationId xmlns:a16="http://schemas.microsoft.com/office/drawing/2014/main" xmlns="" id="{1547C2F5-D0C4-4329-8DC2-48B66EE4F515}"/>
              </a:ext>
            </a:extLst>
          </p:cNvPr>
          <p:cNvPicPr>
            <a:picLocks noChangeAspect="1"/>
          </p:cNvPicPr>
          <p:nvPr/>
        </p:nvPicPr>
        <p:blipFill>
          <a:blip r:embed="rId15"/>
          <a:stretch>
            <a:fillRect/>
          </a:stretch>
        </p:blipFill>
        <p:spPr>
          <a:xfrm rot="5400000">
            <a:off x="4204042" y="1938902"/>
            <a:ext cx="702416" cy="9177499"/>
          </a:xfrm>
          <a:prstGeom prst="rect">
            <a:avLst/>
          </a:prstGeom>
        </p:spPr>
      </p:pic>
      <p:pic>
        <p:nvPicPr>
          <p:cNvPr id="10" name="Picture 9">
            <a:extLst>
              <a:ext uri="{FF2B5EF4-FFF2-40B4-BE49-F238E27FC236}">
                <a16:creationId xmlns:a16="http://schemas.microsoft.com/office/drawing/2014/main" xmlns="" id="{B15A553C-6E56-4E14-9B40-3D70033DB61F}"/>
              </a:ext>
            </a:extLst>
          </p:cNvPr>
          <p:cNvPicPr>
            <a:picLocks noChangeAspect="1"/>
          </p:cNvPicPr>
          <p:nvPr/>
        </p:nvPicPr>
        <p:blipFill>
          <a:blip r:embed="rId16"/>
          <a:stretch>
            <a:fillRect/>
          </a:stretch>
        </p:blipFill>
        <p:spPr>
          <a:xfrm rot="5400000">
            <a:off x="5540361" y="2572804"/>
            <a:ext cx="207493" cy="6999786"/>
          </a:xfrm>
          <a:prstGeom prst="rect">
            <a:avLst/>
          </a:prstGeom>
        </p:spPr>
      </p:pic>
    </p:spTree>
    <p:extLst>
      <p:ext uri="{BB962C8B-B14F-4D97-AF65-F5344CB8AC3E}">
        <p14:creationId xmlns:p14="http://schemas.microsoft.com/office/powerpoint/2010/main" val="229006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customXml" Target="../ink/ink8.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8.wmf"/><Relationship Id="rId2" Type="http://schemas.openxmlformats.org/officeDocument/2006/relationships/slideLayout" Target="../slideLayouts/slideLayout6.xml"/><Relationship Id="rId16" Type="http://schemas.openxmlformats.org/officeDocument/2006/relationships/image" Target="../media/image21.png"/><Relationship Id="rId1" Type="http://schemas.openxmlformats.org/officeDocument/2006/relationships/vmlDrawing" Target="../drawings/vmlDrawing1.vml"/><Relationship Id="rId6" Type="http://schemas.openxmlformats.org/officeDocument/2006/relationships/image" Target="../media/image1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20.png"/><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4.bin"/><Relationship Id="rId14" Type="http://schemas.openxmlformats.org/officeDocument/2006/relationships/image" Target="../media/image19.wmf"/></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5.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0.bin"/><Relationship Id="rId14" Type="http://schemas.openxmlformats.org/officeDocument/2006/relationships/image" Target="../media/image25.wmf"/></Relationships>
</file>

<file path=ppt/slides/_rels/slide30.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5.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6.bin"/><Relationship Id="rId14" Type="http://schemas.openxmlformats.org/officeDocument/2006/relationships/image" Target="../media/image25.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22.bin"/><Relationship Id="rId14" Type="http://schemas.openxmlformats.org/officeDocument/2006/relationships/image" Target="../media/image2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image" Target="../media/image27.png"/><Relationship Id="rId10" Type="http://schemas.openxmlformats.org/officeDocument/2006/relationships/image" Target="../media/image14.wmf"/><Relationship Id="rId4" Type="http://schemas.openxmlformats.org/officeDocument/2006/relationships/image" Target="../media/image23.wmf"/><Relationship Id="rId9" Type="http://schemas.openxmlformats.org/officeDocument/2006/relationships/oleObject" Target="../embeddings/oleObject28.bin"/><Relationship Id="rId14" Type="http://schemas.openxmlformats.org/officeDocument/2006/relationships/image" Target="../media/image2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24.wmf"/><Relationship Id="rId2" Type="http://schemas.openxmlformats.org/officeDocument/2006/relationships/slideLayout" Target="../slideLayouts/slideLayout7.xml"/><Relationship Id="rId16" Type="http://schemas.openxmlformats.org/officeDocument/2006/relationships/image" Target="../media/image26.wmf"/><Relationship Id="rId1" Type="http://schemas.openxmlformats.org/officeDocument/2006/relationships/vmlDrawing" Target="../drawings/vmlDrawing6.vml"/><Relationship Id="rId6" Type="http://schemas.openxmlformats.org/officeDocument/2006/relationships/image" Target="../media/image15.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34.bin"/><Relationship Id="rId14" Type="http://schemas.openxmlformats.org/officeDocument/2006/relationships/image" Target="../media/image25.wmf"/></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45.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customXml" Target="../ink/ink16.xml"/><Relationship Id="rId4" Type="http://schemas.openxmlformats.org/officeDocument/2006/relationships/image" Target="../media/image29.emf"/></Relationships>
</file>

<file path=ppt/slides/_rels/slide46.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customXml" Target="../ink/ink18.xml"/><Relationship Id="rId4" Type="http://schemas.openxmlformats.org/officeDocument/2006/relationships/image" Target="../media/image310.emf"/></Relationships>
</file>

<file path=ppt/slides/_rels/slide47.xml.rels><?xml version="1.0" encoding="UTF-8" standalone="yes"?>
<Relationships xmlns="http://schemas.openxmlformats.org/package/2006/relationships"><Relationship Id="rId8" Type="http://schemas.openxmlformats.org/officeDocument/2006/relationships/image" Target="../media/image160.emf"/><Relationship Id="rId13" Type="http://schemas.openxmlformats.org/officeDocument/2006/relationships/customXml" Target="../ink/ink24.xml"/><Relationship Id="rId18" Type="http://schemas.openxmlformats.org/officeDocument/2006/relationships/image" Target="../media/image34.emf"/><Relationship Id="rId3" Type="http://schemas.openxmlformats.org/officeDocument/2006/relationships/customXml" Target="../ink/ink19.xml"/><Relationship Id="rId21" Type="http://schemas.openxmlformats.org/officeDocument/2006/relationships/customXml" Target="../ink/ink28.xml"/><Relationship Id="rId7" Type="http://schemas.openxmlformats.org/officeDocument/2006/relationships/customXml" Target="../ink/ink21.xml"/><Relationship Id="rId12" Type="http://schemas.openxmlformats.org/officeDocument/2006/relationships/image" Target="../media/image180.emf"/><Relationship Id="rId17" Type="http://schemas.openxmlformats.org/officeDocument/2006/relationships/customXml" Target="../ink/ink26.xml"/><Relationship Id="rId2" Type="http://schemas.openxmlformats.org/officeDocument/2006/relationships/image" Target="../media/image33.png"/><Relationship Id="rId16" Type="http://schemas.openxmlformats.org/officeDocument/2006/relationships/image" Target="../media/image20.emf"/><Relationship Id="rId20"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image" Target="../media/image150.emf"/><Relationship Id="rId11" Type="http://schemas.openxmlformats.org/officeDocument/2006/relationships/customXml" Target="../ink/ink23.xml"/><Relationship Id="rId5" Type="http://schemas.openxmlformats.org/officeDocument/2006/relationships/customXml" Target="../ink/ink20.xml"/><Relationship Id="rId15" Type="http://schemas.openxmlformats.org/officeDocument/2006/relationships/customXml" Target="../ink/ink25.xml"/><Relationship Id="rId10" Type="http://schemas.openxmlformats.org/officeDocument/2006/relationships/image" Target="../media/image170.emf"/><Relationship Id="rId19" Type="http://schemas.openxmlformats.org/officeDocument/2006/relationships/customXml" Target="../ink/ink27.xml"/><Relationship Id="rId4" Type="http://schemas.openxmlformats.org/officeDocument/2006/relationships/image" Target="../media/image140.emf"/><Relationship Id="rId9" Type="http://schemas.openxmlformats.org/officeDocument/2006/relationships/customXml" Target="../ink/ink22.xml"/><Relationship Id="rId14" Type="http://schemas.openxmlformats.org/officeDocument/2006/relationships/image" Target="../media/image190.emf"/><Relationship Id="rId22" Type="http://schemas.openxmlformats.org/officeDocument/2006/relationships/image" Target="../media/image36.emf"/></Relationships>
</file>

<file path=ppt/slides/_rels/slide48.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0.emf"/></Relationships>
</file>

<file path=ppt/slides/_rels/slide4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emf"/><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customXml" Target="../ink/ink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8051 Microcontroller</a:t>
            </a:r>
            <a:endParaRPr lang="en-IN" dirty="0"/>
          </a:p>
        </p:txBody>
      </p:sp>
      <p:sp>
        <p:nvSpPr>
          <p:cNvPr id="3" name="Subtitle 2"/>
          <p:cNvSpPr>
            <a:spLocks noGrp="1"/>
          </p:cNvSpPr>
          <p:nvPr>
            <p:ph type="subTitle" idx="1"/>
          </p:nvPr>
        </p:nvSpPr>
        <p:spPr/>
        <p:txBody>
          <a:bodyPr/>
          <a:lstStyle/>
          <a:p>
            <a:r>
              <a:rPr lang="en-IN" dirty="0" smtClean="0"/>
              <a:t>Compiled by </a:t>
            </a:r>
          </a:p>
          <a:p>
            <a:r>
              <a:rPr lang="en-IN" dirty="0" smtClean="0"/>
              <a:t>Prof.  </a:t>
            </a:r>
            <a:r>
              <a:rPr lang="en-IN" dirty="0" err="1" smtClean="0"/>
              <a:t>Mrs.</a:t>
            </a:r>
            <a:r>
              <a:rPr lang="en-IN" dirty="0" smtClean="0"/>
              <a:t> </a:t>
            </a:r>
            <a:r>
              <a:rPr lang="en-IN" dirty="0" err="1" smtClean="0"/>
              <a:t>Savita</a:t>
            </a:r>
            <a:r>
              <a:rPr lang="en-IN" dirty="0" smtClean="0"/>
              <a:t> </a:t>
            </a:r>
            <a:r>
              <a:rPr lang="en-IN" dirty="0" err="1" smtClean="0"/>
              <a:t>Raut</a:t>
            </a:r>
            <a:endParaRPr lang="en-IN" dirty="0"/>
          </a:p>
        </p:txBody>
      </p:sp>
    </p:spTree>
    <p:extLst>
      <p:ext uri="{BB962C8B-B14F-4D97-AF65-F5344CB8AC3E}">
        <p14:creationId xmlns:p14="http://schemas.microsoft.com/office/powerpoint/2010/main" val="28272863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pPr algn="ctr"/>
            <a:r>
              <a:rPr lang="en-IN" dirty="0" smtClean="0"/>
              <a:t>Microprocessor </a:t>
            </a:r>
            <a:r>
              <a:rPr lang="en-IN" dirty="0" err="1" smtClean="0"/>
              <a:t>Vs</a:t>
            </a:r>
            <a:r>
              <a:rPr lang="en-IN" dirty="0" smtClean="0"/>
              <a:t> Microcontroller</a:t>
            </a:r>
            <a:endParaRPr lang="en-IN" dirty="0"/>
          </a:p>
        </p:txBody>
      </p:sp>
      <p:sp>
        <p:nvSpPr>
          <p:cNvPr id="3" name="Content Placeholder 2"/>
          <p:cNvSpPr>
            <a:spLocks noGrp="1"/>
          </p:cNvSpPr>
          <p:nvPr>
            <p:ph idx="1"/>
          </p:nvPr>
        </p:nvSpPr>
        <p:spPr>
          <a:xfrm>
            <a:off x="628650" y="1447800"/>
            <a:ext cx="7886700" cy="4729163"/>
          </a:xfrm>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89" y="1371600"/>
            <a:ext cx="9042226"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563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199" y="1143000"/>
            <a:ext cx="6345109" cy="5592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7"/>
          <p:cNvSpPr>
            <a:spLocks noGrp="1"/>
          </p:cNvSpPr>
          <p:nvPr>
            <p:ph type="title" idx="4294967295"/>
          </p:nvPr>
        </p:nvSpPr>
        <p:spPr>
          <a:xfrm>
            <a:off x="1447800" y="365125"/>
            <a:ext cx="6781800" cy="625475"/>
          </a:xfrm>
        </p:spPr>
        <p:txBody>
          <a:bodyPr>
            <a:normAutofit/>
          </a:bodyPr>
          <a:lstStyle/>
          <a:p>
            <a:pPr algn="ctr"/>
            <a:r>
              <a:rPr lang="en-IN" sz="2400" b="1" dirty="0" smtClean="0"/>
              <a:t>Generalized block diagram of microcontroller</a:t>
            </a:r>
            <a:endParaRPr lang="en-IN" sz="2400" b="1" dirty="0"/>
          </a:p>
        </p:txBody>
      </p:sp>
    </p:spTree>
    <p:extLst>
      <p:ext uri="{BB962C8B-B14F-4D97-AF65-F5344CB8AC3E}">
        <p14:creationId xmlns:p14="http://schemas.microsoft.com/office/powerpoint/2010/main" val="31606825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0"/>
            <a:ext cx="7886700" cy="685801"/>
          </a:xfrm>
        </p:spPr>
        <p:txBody>
          <a:bodyPr>
            <a:normAutofit fontScale="90000"/>
          </a:bodyPr>
          <a:lstStyle/>
          <a:p>
            <a:pPr algn="ctr"/>
            <a:r>
              <a:rPr lang="en-IN" dirty="0" smtClean="0"/>
              <a:t/>
            </a:r>
            <a:br>
              <a:rPr lang="en-IN" dirty="0" smtClean="0"/>
            </a:br>
            <a:r>
              <a:rPr lang="en-IN" b="1" u="sng" dirty="0" smtClean="0"/>
              <a:t>Features </a:t>
            </a:r>
            <a:r>
              <a:rPr lang="en-IN" b="1" u="sng" dirty="0"/>
              <a:t>of 8051 Microcontroller</a:t>
            </a:r>
            <a:br>
              <a:rPr lang="en-IN" b="1" u="sng" dirty="0"/>
            </a:br>
            <a:endParaRPr lang="en-IN" b="1" u="sng" dirty="0"/>
          </a:p>
        </p:txBody>
      </p:sp>
      <p:sp>
        <p:nvSpPr>
          <p:cNvPr id="3" name="Content Placeholder 2"/>
          <p:cNvSpPr>
            <a:spLocks noGrp="1"/>
          </p:cNvSpPr>
          <p:nvPr>
            <p:ph idx="1"/>
          </p:nvPr>
        </p:nvSpPr>
        <p:spPr>
          <a:xfrm>
            <a:off x="628650" y="990600"/>
            <a:ext cx="7886700" cy="5334000"/>
          </a:xfrm>
        </p:spPr>
        <p:txBody>
          <a:bodyPr>
            <a:normAutofit/>
          </a:bodyPr>
          <a:lstStyle/>
          <a:p>
            <a:r>
              <a:rPr lang="en-IN" dirty="0" smtClean="0"/>
              <a:t>4KB </a:t>
            </a:r>
            <a:r>
              <a:rPr lang="en-IN" dirty="0"/>
              <a:t>bytes on-chip program memory (ROM)</a:t>
            </a:r>
          </a:p>
          <a:p>
            <a:r>
              <a:rPr lang="en-IN" dirty="0"/>
              <a:t>128 bytes on-chip data memory (RAM)</a:t>
            </a:r>
          </a:p>
          <a:p>
            <a:r>
              <a:rPr lang="en-IN" dirty="0"/>
              <a:t>Four register banks</a:t>
            </a:r>
          </a:p>
          <a:p>
            <a:r>
              <a:rPr lang="en-IN" dirty="0" smtClean="0"/>
              <a:t>8-bit </a:t>
            </a:r>
            <a:r>
              <a:rPr lang="en-IN" dirty="0"/>
              <a:t>bidirectional data bus</a:t>
            </a:r>
          </a:p>
          <a:p>
            <a:r>
              <a:rPr lang="en-IN" dirty="0"/>
              <a:t>16-bit unidirectional address bus</a:t>
            </a:r>
          </a:p>
          <a:p>
            <a:r>
              <a:rPr lang="en-IN" dirty="0"/>
              <a:t>32 general purpose registers each of 8-bit</a:t>
            </a:r>
          </a:p>
          <a:p>
            <a:r>
              <a:rPr lang="en-IN" dirty="0"/>
              <a:t>16 bit Timers (usually 2, but may have more or less)</a:t>
            </a:r>
          </a:p>
          <a:p>
            <a:r>
              <a:rPr lang="en-IN" dirty="0"/>
              <a:t>Three internal and two external Interrupts</a:t>
            </a:r>
          </a:p>
          <a:p>
            <a:r>
              <a:rPr lang="en-IN" dirty="0"/>
              <a:t>Four 8-bit ports,(short model have two 8-bit ports)</a:t>
            </a:r>
          </a:p>
          <a:p>
            <a:r>
              <a:rPr lang="en-IN" dirty="0"/>
              <a:t>16-bit program counter and data pointer</a:t>
            </a:r>
          </a:p>
          <a:p>
            <a:endParaRPr lang="en-IN" dirty="0"/>
          </a:p>
        </p:txBody>
      </p:sp>
    </p:spTree>
    <p:extLst>
      <p:ext uri="{BB962C8B-B14F-4D97-AF65-F5344CB8AC3E}">
        <p14:creationId xmlns:p14="http://schemas.microsoft.com/office/powerpoint/2010/main" val="1397532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endParaRPr lang="en-IN" dirty="0"/>
          </a:p>
        </p:txBody>
      </p:sp>
      <p:sp>
        <p:nvSpPr>
          <p:cNvPr id="3" name="Content Placeholder 2"/>
          <p:cNvSpPr>
            <a:spLocks noGrp="1"/>
          </p:cNvSpPr>
          <p:nvPr>
            <p:ph idx="1"/>
          </p:nvPr>
        </p:nvSpPr>
        <p:spPr>
          <a:xfrm>
            <a:off x="628650" y="1143000"/>
            <a:ext cx="7886700" cy="5033963"/>
          </a:xfrm>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266825"/>
            <a:ext cx="7696200"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02278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52714"/>
            <a:ext cx="7391400" cy="4272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782160" y="1781640"/>
              <a:ext cx="4996440" cy="1533600"/>
            </p14:xfrm>
          </p:contentPart>
        </mc:Choice>
        <mc:Fallback xmlns="">
          <p:pic>
            <p:nvPicPr>
              <p:cNvPr id="4" name="Ink 3"/>
              <p:cNvPicPr/>
              <p:nvPr/>
            </p:nvPicPr>
            <p:blipFill>
              <a:blip r:embed="rId4"/>
              <a:stretch>
                <a:fillRect/>
              </a:stretch>
            </p:blipFill>
            <p:spPr>
              <a:xfrm>
                <a:off x="3773160" y="1772640"/>
                <a:ext cx="5014080" cy="1548360"/>
              </a:xfrm>
              <a:prstGeom prst="rect">
                <a:avLst/>
              </a:prstGeom>
            </p:spPr>
          </p:pic>
        </mc:Fallback>
      </mc:AlternateContent>
    </p:spTree>
    <p:extLst>
      <p:ext uri="{BB962C8B-B14F-4D97-AF65-F5344CB8AC3E}">
        <p14:creationId xmlns:p14="http://schemas.microsoft.com/office/powerpoint/2010/main" val="3694596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463" y="1"/>
            <a:ext cx="5387537" cy="762000"/>
          </a:xfrm>
        </p:spPr>
        <p:txBody>
          <a:bodyPr/>
          <a:lstStyle/>
          <a:p>
            <a:r>
              <a:rPr lang="en-IN" dirty="0" smtClean="0"/>
              <a:t>Pin Diagram of 8051</a:t>
            </a:r>
            <a:endParaRPr lang="en-IN" dirty="0"/>
          </a:p>
        </p:txBody>
      </p:sp>
      <p:sp>
        <p:nvSpPr>
          <p:cNvPr id="3" name="Content Placeholder 2"/>
          <p:cNvSpPr>
            <a:spLocks noGrp="1"/>
          </p:cNvSpPr>
          <p:nvPr>
            <p:ph idx="1"/>
          </p:nvPr>
        </p:nvSpPr>
        <p:spPr>
          <a:xfrm>
            <a:off x="628650" y="1371600"/>
            <a:ext cx="7886700" cy="5105400"/>
          </a:xfrm>
        </p:spPr>
        <p:txBody>
          <a:bodyPr/>
          <a:lstStyle/>
          <a:p>
            <a:endParaRPr lang="en-IN" dirty="0" smtClean="0"/>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762000"/>
            <a:ext cx="5181599" cy="573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98520" y="1347480"/>
              <a:ext cx="7925760" cy="4529880"/>
            </p14:xfrm>
          </p:contentPart>
        </mc:Choice>
        <mc:Fallback xmlns="">
          <p:pic>
            <p:nvPicPr>
              <p:cNvPr id="4" name="Ink 3"/>
              <p:cNvPicPr/>
              <p:nvPr/>
            </p:nvPicPr>
            <p:blipFill>
              <a:blip r:embed="rId4"/>
              <a:stretch>
                <a:fillRect/>
              </a:stretch>
            </p:blipFill>
            <p:spPr>
              <a:xfrm>
                <a:off x="388440" y="1339920"/>
                <a:ext cx="7946280" cy="4547880"/>
              </a:xfrm>
              <a:prstGeom prst="rect">
                <a:avLst/>
              </a:prstGeom>
            </p:spPr>
          </p:pic>
        </mc:Fallback>
      </mc:AlternateContent>
    </p:spTree>
    <p:extLst>
      <p:ext uri="{BB962C8B-B14F-4D97-AF65-F5344CB8AC3E}">
        <p14:creationId xmlns:p14="http://schemas.microsoft.com/office/powerpoint/2010/main" val="6173202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6096000" cy="762001"/>
          </a:xfrm>
        </p:spPr>
        <p:txBody>
          <a:bodyPr/>
          <a:lstStyle/>
          <a:p>
            <a:endParaRPr lang="en-IN" dirty="0"/>
          </a:p>
        </p:txBody>
      </p:sp>
      <p:sp>
        <p:nvSpPr>
          <p:cNvPr id="3" name="Content Placeholder 2"/>
          <p:cNvSpPr>
            <a:spLocks noGrp="1"/>
          </p:cNvSpPr>
          <p:nvPr>
            <p:ph idx="1"/>
          </p:nvPr>
        </p:nvSpPr>
        <p:spPr>
          <a:xfrm>
            <a:off x="628650" y="1143000"/>
            <a:ext cx="7886700" cy="5181600"/>
          </a:xfrm>
        </p:spPr>
        <p:txBody>
          <a:bodyPr/>
          <a:lstStyle/>
          <a:p>
            <a:r>
              <a:rPr lang="en-IN" dirty="0" smtClean="0"/>
              <a:t>In </a:t>
            </a:r>
            <a:r>
              <a:rPr lang="en-IN" dirty="0"/>
              <a:t>8051, I/O operations are done using four ports and 40 pins. The </a:t>
            </a:r>
            <a:r>
              <a:rPr lang="en-IN" dirty="0" smtClean="0"/>
              <a:t>pin </a:t>
            </a:r>
            <a:r>
              <a:rPr lang="en-IN" dirty="0"/>
              <a:t>diagram shows the details of the 40 pins. </a:t>
            </a:r>
            <a:endParaRPr lang="en-IN" dirty="0" smtClean="0"/>
          </a:p>
          <a:p>
            <a:r>
              <a:rPr lang="en-IN" dirty="0" smtClean="0"/>
              <a:t>I/O </a:t>
            </a:r>
            <a:r>
              <a:rPr lang="en-IN" dirty="0"/>
              <a:t>operation port reserves 32 pins where each port has 8 pins. </a:t>
            </a:r>
            <a:endParaRPr lang="en-IN" dirty="0" smtClean="0"/>
          </a:p>
          <a:p>
            <a:r>
              <a:rPr lang="en-IN" dirty="0" smtClean="0"/>
              <a:t>The </a:t>
            </a:r>
            <a:r>
              <a:rPr lang="en-IN" dirty="0"/>
              <a:t>other 8 pins are designated as </a:t>
            </a:r>
            <a:r>
              <a:rPr lang="en-IN" dirty="0" err="1"/>
              <a:t>V</a:t>
            </a:r>
            <a:r>
              <a:rPr lang="en-IN" baseline="-25000" dirty="0" err="1"/>
              <a:t>cc</a:t>
            </a:r>
            <a:r>
              <a:rPr lang="en-IN" dirty="0"/>
              <a:t>, GND, XTAL1, XTAL2, RST, EA (bar), ALE/PROG (bar), and </a:t>
            </a:r>
            <a:r>
              <a:rPr lang="en-IN" dirty="0" smtClean="0"/>
              <a:t>PSEN.</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18040" y="3705840"/>
              <a:ext cx="7313760" cy="2652480"/>
            </p14:xfrm>
          </p:contentPart>
        </mc:Choice>
        <mc:Fallback xmlns="">
          <p:pic>
            <p:nvPicPr>
              <p:cNvPr id="4" name="Ink 3"/>
              <p:cNvPicPr/>
              <p:nvPr/>
            </p:nvPicPr>
            <p:blipFill>
              <a:blip r:embed="rId3"/>
              <a:stretch>
                <a:fillRect/>
              </a:stretch>
            </p:blipFill>
            <p:spPr>
              <a:xfrm>
                <a:off x="508680" y="3696480"/>
                <a:ext cx="7332480" cy="2671200"/>
              </a:xfrm>
              <a:prstGeom prst="rect">
                <a:avLst/>
              </a:prstGeom>
            </p:spPr>
          </p:pic>
        </mc:Fallback>
      </mc:AlternateContent>
    </p:spTree>
    <p:extLst>
      <p:ext uri="{BB962C8B-B14F-4D97-AF65-F5344CB8AC3E}">
        <p14:creationId xmlns:p14="http://schemas.microsoft.com/office/powerpoint/2010/main" val="2171400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65126"/>
            <a:ext cx="6858000" cy="1325563"/>
          </a:xfrm>
        </p:spPr>
        <p:txBody>
          <a:bodyPr/>
          <a:lstStyle/>
          <a:p>
            <a:pPr algn="ctr"/>
            <a:r>
              <a:rPr lang="en-IN" b="1" dirty="0"/>
              <a:t>I/O Ports and their Functions</a:t>
            </a:r>
            <a:br>
              <a:rPr lang="en-IN" b="1" dirty="0"/>
            </a:br>
            <a:endParaRPr lang="en-IN" b="1" dirty="0"/>
          </a:p>
        </p:txBody>
      </p:sp>
      <p:sp>
        <p:nvSpPr>
          <p:cNvPr id="3" name="Content Placeholder 2"/>
          <p:cNvSpPr>
            <a:spLocks noGrp="1"/>
          </p:cNvSpPr>
          <p:nvPr>
            <p:ph idx="1"/>
          </p:nvPr>
        </p:nvSpPr>
        <p:spPr>
          <a:xfrm>
            <a:off x="628650" y="1066800"/>
            <a:ext cx="7886700" cy="5110163"/>
          </a:xfrm>
        </p:spPr>
        <p:txBody>
          <a:bodyPr>
            <a:normAutofit fontScale="92500" lnSpcReduction="20000"/>
          </a:bodyPr>
          <a:lstStyle/>
          <a:p>
            <a:r>
              <a:rPr lang="en-IN" dirty="0"/>
              <a:t>The four ports P0, P1, P2, and P3, each use 8 pins, making them 8-bit ports. </a:t>
            </a:r>
            <a:endParaRPr lang="en-IN" dirty="0" smtClean="0"/>
          </a:p>
          <a:p>
            <a:r>
              <a:rPr lang="en-IN" dirty="0" smtClean="0"/>
              <a:t>Upon </a:t>
            </a:r>
            <a:r>
              <a:rPr lang="en-IN" dirty="0"/>
              <a:t>RESET, all the ports are configured as inputs, ready to be used as input ports. When the first 0 is written to a port, it becomes an output. To reconfigure it as an input, a 1 must be sent to a port</a:t>
            </a:r>
            <a:r>
              <a:rPr lang="en-IN" dirty="0" smtClean="0"/>
              <a:t>.</a:t>
            </a:r>
          </a:p>
          <a:p>
            <a:pPr marL="0" indent="0">
              <a:buNone/>
            </a:pPr>
            <a:r>
              <a:rPr lang="en-IN" dirty="0" smtClean="0"/>
              <a:t>    </a:t>
            </a:r>
          </a:p>
          <a:p>
            <a:pPr marL="0" indent="0">
              <a:buNone/>
            </a:pPr>
            <a:r>
              <a:rPr lang="en-IN" dirty="0" smtClean="0"/>
              <a:t> </a:t>
            </a:r>
            <a:r>
              <a:rPr lang="en-IN" b="1" u="sng" dirty="0" smtClean="0"/>
              <a:t>Port </a:t>
            </a:r>
            <a:r>
              <a:rPr lang="en-IN" b="1" u="sng" dirty="0"/>
              <a:t>0 (Pin No 32 – Pin No 39</a:t>
            </a:r>
            <a:r>
              <a:rPr lang="en-IN" b="1" u="sng" dirty="0" smtClean="0"/>
              <a:t>)</a:t>
            </a:r>
            <a:endParaRPr lang="en-IN" dirty="0" smtClean="0"/>
          </a:p>
          <a:p>
            <a:r>
              <a:rPr lang="en-IN" dirty="0" smtClean="0"/>
              <a:t>It </a:t>
            </a:r>
            <a:r>
              <a:rPr lang="en-IN" dirty="0"/>
              <a:t>has 8 pins (32 to 39). It can be used for input or output. Unlike P1, P2, and P3 ports, we normally connect P0 to 10K-ohm pull-up resistors to use it as an input or output port being an open drain.</a:t>
            </a:r>
          </a:p>
          <a:p>
            <a:r>
              <a:rPr lang="en-IN" dirty="0"/>
              <a:t>It is also designated as AD0-AD7, allowing it to be used as both address and data. </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144160" y="2014560"/>
              <a:ext cx="6159240" cy="3358800"/>
            </p14:xfrm>
          </p:contentPart>
        </mc:Choice>
        <mc:Fallback xmlns="">
          <p:pic>
            <p:nvPicPr>
              <p:cNvPr id="4" name="Ink 3"/>
              <p:cNvPicPr/>
              <p:nvPr/>
            </p:nvPicPr>
            <p:blipFill>
              <a:blip r:embed="rId3"/>
              <a:stretch>
                <a:fillRect/>
              </a:stretch>
            </p:blipFill>
            <p:spPr>
              <a:xfrm>
                <a:off x="2139480" y="2009880"/>
                <a:ext cx="6173280" cy="3372480"/>
              </a:xfrm>
              <a:prstGeom prst="rect">
                <a:avLst/>
              </a:prstGeom>
            </p:spPr>
          </p:pic>
        </mc:Fallback>
      </mc:AlternateContent>
    </p:spTree>
    <p:extLst>
      <p:ext uri="{BB962C8B-B14F-4D97-AF65-F5344CB8AC3E}">
        <p14:creationId xmlns:p14="http://schemas.microsoft.com/office/powerpoint/2010/main" val="1307954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65127"/>
            <a:ext cx="6457950" cy="777874"/>
          </a:xfrm>
        </p:spPr>
        <p:txBody>
          <a:bodyPr/>
          <a:lstStyle/>
          <a:p>
            <a:endParaRPr lang="en-IN" dirty="0"/>
          </a:p>
        </p:txBody>
      </p:sp>
      <p:sp>
        <p:nvSpPr>
          <p:cNvPr id="3" name="Content Placeholder 2"/>
          <p:cNvSpPr>
            <a:spLocks noGrp="1"/>
          </p:cNvSpPr>
          <p:nvPr>
            <p:ph idx="1"/>
          </p:nvPr>
        </p:nvSpPr>
        <p:spPr>
          <a:xfrm>
            <a:off x="628650" y="1371600"/>
            <a:ext cx="7886700" cy="4805363"/>
          </a:xfrm>
        </p:spPr>
        <p:txBody>
          <a:bodyPr/>
          <a:lstStyle/>
          <a:p>
            <a:pPr marL="0" indent="0">
              <a:buNone/>
            </a:pPr>
            <a:r>
              <a:rPr lang="en-IN" b="1" u="sng" dirty="0"/>
              <a:t>Port 1 (Pin 1 through 8)</a:t>
            </a:r>
          </a:p>
          <a:p>
            <a:pPr>
              <a:buFont typeface="Wingdings" pitchFamily="2" charset="2"/>
              <a:buChar char="Ø"/>
            </a:pPr>
            <a:r>
              <a:rPr lang="en-IN" dirty="0"/>
              <a:t>It is an 8-bit port (pin 1 through 8) and can be used either as input or output. It doesn't require pull-up resistors because they are already connected internally. </a:t>
            </a:r>
            <a:endParaRPr lang="en-IN" dirty="0" smtClean="0"/>
          </a:p>
          <a:p>
            <a:pPr>
              <a:buFont typeface="Wingdings" pitchFamily="2" charset="2"/>
              <a:buChar char="Ø"/>
            </a:pPr>
            <a:r>
              <a:rPr lang="en-IN" dirty="0" smtClean="0"/>
              <a:t>Upon </a:t>
            </a:r>
            <a:r>
              <a:rPr lang="en-IN" dirty="0"/>
              <a:t>reset, Port 1 is configured as an input port. </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526160" y="2703960"/>
              <a:ext cx="527760" cy="69480"/>
            </p14:xfrm>
          </p:contentPart>
        </mc:Choice>
        <mc:Fallback xmlns="">
          <p:pic>
            <p:nvPicPr>
              <p:cNvPr id="4" name="Ink 3"/>
              <p:cNvPicPr/>
              <p:nvPr/>
            </p:nvPicPr>
            <p:blipFill>
              <a:blip r:embed="rId3"/>
              <a:stretch>
                <a:fillRect/>
              </a:stretch>
            </p:blipFill>
            <p:spPr>
              <a:xfrm>
                <a:off x="7518960" y="2696400"/>
                <a:ext cx="541080" cy="83520"/>
              </a:xfrm>
              <a:prstGeom prst="rect">
                <a:avLst/>
              </a:prstGeom>
            </p:spPr>
          </p:pic>
        </mc:Fallback>
      </mc:AlternateContent>
    </p:spTree>
    <p:extLst>
      <p:ext uri="{BB962C8B-B14F-4D97-AF65-F5344CB8AC3E}">
        <p14:creationId xmlns:p14="http://schemas.microsoft.com/office/powerpoint/2010/main" val="10020597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65127"/>
            <a:ext cx="6096000" cy="777874"/>
          </a:xfrm>
        </p:spPr>
        <p:txBody>
          <a:bodyPr/>
          <a:lstStyle/>
          <a:p>
            <a:endParaRPr lang="en-IN" dirty="0"/>
          </a:p>
        </p:txBody>
      </p:sp>
      <p:sp>
        <p:nvSpPr>
          <p:cNvPr id="3" name="Content Placeholder 2"/>
          <p:cNvSpPr>
            <a:spLocks noGrp="1"/>
          </p:cNvSpPr>
          <p:nvPr>
            <p:ph idx="1"/>
          </p:nvPr>
        </p:nvSpPr>
        <p:spPr>
          <a:xfrm>
            <a:off x="628650" y="1676400"/>
            <a:ext cx="7886700" cy="4500563"/>
          </a:xfrm>
        </p:spPr>
        <p:txBody>
          <a:bodyPr>
            <a:normAutofit fontScale="92500" lnSpcReduction="20000"/>
          </a:bodyPr>
          <a:lstStyle/>
          <a:p>
            <a:pPr marL="0" indent="0">
              <a:buNone/>
            </a:pPr>
            <a:r>
              <a:rPr lang="en-IN" b="1" u="sng" dirty="0"/>
              <a:t>Port 2 (Pins 21 through 28)</a:t>
            </a:r>
          </a:p>
          <a:p>
            <a:r>
              <a:rPr lang="en-IN" dirty="0"/>
              <a:t>Port 2 occupies a total of 8 pins (pins 21 through 28) and can be used for both input and output operations. Just as P1 (Port 1), P2 also doesn't require external Pull-up resistors because they are already connected internally. </a:t>
            </a:r>
            <a:endParaRPr lang="en-IN" dirty="0" smtClean="0"/>
          </a:p>
          <a:p>
            <a:endParaRPr lang="en-IN" dirty="0"/>
          </a:p>
          <a:p>
            <a:r>
              <a:rPr lang="en-IN" dirty="0" smtClean="0"/>
              <a:t>It </a:t>
            </a:r>
            <a:r>
              <a:rPr lang="en-IN" dirty="0"/>
              <a:t>must be used along with P0 to provide the 16-bit address for the external memory. So it is also designated as (A0–A7), as shown in the pin diagram. When the 8051 is connected to an external memory, it provides path for upper 8-bits of 16-bits address, and it cannot be used as I/O. Upon reset, Port 2 is configured as an input port. </a:t>
            </a:r>
          </a:p>
        </p:txBody>
      </p:sp>
    </p:spTree>
    <p:extLst>
      <p:ext uri="{BB962C8B-B14F-4D97-AF65-F5344CB8AC3E}">
        <p14:creationId xmlns:p14="http://schemas.microsoft.com/office/powerpoint/2010/main" val="33315846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886700" cy="1325563"/>
          </a:xfrm>
        </p:spPr>
        <p:txBody>
          <a:bodyPr/>
          <a:lstStyle/>
          <a:p>
            <a:endParaRPr lang="en-IN" dirty="0"/>
          </a:p>
        </p:txBody>
      </p:sp>
      <p:sp>
        <p:nvSpPr>
          <p:cNvPr id="3" name="Content Placeholder 2"/>
          <p:cNvSpPr>
            <a:spLocks noGrp="1"/>
          </p:cNvSpPr>
          <p:nvPr>
            <p:ph idx="1"/>
          </p:nvPr>
        </p:nvSpPr>
        <p:spPr>
          <a:xfrm>
            <a:off x="628650" y="1295400"/>
            <a:ext cx="7886700" cy="4881563"/>
          </a:xfrm>
        </p:spPr>
        <p:txBody>
          <a:bodyPr>
            <a:normAutofit fontScale="77500" lnSpcReduction="20000"/>
          </a:bodyPr>
          <a:lstStyle/>
          <a:p>
            <a:r>
              <a:rPr lang="en-IN" dirty="0"/>
              <a:t>Dual Role of Port 0 and Port 2</a:t>
            </a:r>
          </a:p>
          <a:p>
            <a:r>
              <a:rPr lang="en-IN" dirty="0"/>
              <a:t>Dual role of Port 0 − Port 0 is also designated as AD0–AD7, as it can be used for both data and address handling. While connecting an 8051 to external memory, Port 0 can provide both address and data. The 8051 microcontroller then multiplexes the input as address or data in order to save pins.</a:t>
            </a:r>
          </a:p>
          <a:p>
            <a:endParaRPr lang="en-IN" dirty="0"/>
          </a:p>
          <a:p>
            <a:r>
              <a:rPr lang="en-IN" dirty="0"/>
              <a:t>Dual role of Port 2 − Besides working as I/O, Port P2 is also used to provide 16-bit address bus for external memory along with Port 0. Port P2 is also designated as (A8– A15), while Port 0 provides the lower 8-bits via A0–A7. In other words, we can say that when an 8051 is connected to an external memory (ROM) which can be maximum up to 64KB and this is possible by 16 bit address bus </a:t>
            </a:r>
            <a:r>
              <a:rPr lang="en-IN" dirty="0" smtClean="0"/>
              <a:t>.</a:t>
            </a:r>
          </a:p>
          <a:p>
            <a:r>
              <a:rPr lang="en-IN" dirty="0" smtClean="0"/>
              <a:t> Port2 </a:t>
            </a:r>
            <a:r>
              <a:rPr lang="en-IN" dirty="0"/>
              <a:t>is used for the upper 8-bit of the 16 bits address, and it cannot be used for I/O and this is the way any Program code of external ROM is addressed.</a:t>
            </a:r>
          </a:p>
        </p:txBody>
      </p:sp>
    </p:spTree>
    <p:extLst>
      <p:ext uri="{BB962C8B-B14F-4D97-AF65-F5344CB8AC3E}">
        <p14:creationId xmlns:p14="http://schemas.microsoft.com/office/powerpoint/2010/main" val="21451173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6915150" cy="1325563"/>
          </a:xfrm>
        </p:spPr>
        <p:txBody>
          <a:bodyPr/>
          <a:lstStyle/>
          <a:p>
            <a:pPr algn="ctr"/>
            <a:r>
              <a:rPr lang="en-IN" dirty="0"/>
              <a:t>Hardware Connection of Pins</a:t>
            </a:r>
            <a:br>
              <a:rPr lang="en-IN" dirty="0"/>
            </a:br>
            <a:endParaRPr lang="en-IN" dirty="0"/>
          </a:p>
        </p:txBody>
      </p:sp>
      <p:sp>
        <p:nvSpPr>
          <p:cNvPr id="3" name="Content Placeholder 2"/>
          <p:cNvSpPr>
            <a:spLocks noGrp="1"/>
          </p:cNvSpPr>
          <p:nvPr>
            <p:ph idx="1"/>
          </p:nvPr>
        </p:nvSpPr>
        <p:spPr>
          <a:xfrm>
            <a:off x="628650" y="1219200"/>
            <a:ext cx="7886700" cy="4957763"/>
          </a:xfrm>
        </p:spPr>
        <p:txBody>
          <a:bodyPr>
            <a:normAutofit lnSpcReduction="10000"/>
          </a:bodyPr>
          <a:lstStyle/>
          <a:p>
            <a:r>
              <a:rPr lang="en-IN" b="1" dirty="0" err="1"/>
              <a:t>V</a:t>
            </a:r>
            <a:r>
              <a:rPr lang="en-IN" b="1" baseline="-25000" dirty="0" err="1"/>
              <a:t>cc</a:t>
            </a:r>
            <a:r>
              <a:rPr lang="en-IN" dirty="0"/>
              <a:t> − Pin 40 provides supply to the Chip and it is +5 V.</a:t>
            </a:r>
          </a:p>
          <a:p>
            <a:r>
              <a:rPr lang="en-IN" b="1" dirty="0" err="1"/>
              <a:t>Gnd</a:t>
            </a:r>
            <a:r>
              <a:rPr lang="en-IN" dirty="0"/>
              <a:t> − Pin 20 provides ground for the Reference.</a:t>
            </a:r>
          </a:p>
          <a:p>
            <a:r>
              <a:rPr lang="en-IN" b="1" dirty="0"/>
              <a:t>XTAL1, XTAL2 (Pin no 18 &amp; Pin no 19)</a:t>
            </a:r>
            <a:r>
              <a:rPr lang="en-IN" dirty="0"/>
              <a:t> − 8051 has on-chip oscillator but requires external clock to run it. A quartz crystal is connected between the XTAL1 &amp; XTAL2 pin of the chip. This crystal also needs two capacitors of 30pF for generating a signal of desired frequency. One side of each capacitor is connected to ground. 8051 IC is available in various speeds and it all depends on this Quartz crystal, for example, a 20 MHz microcontroller requires a crystal with a frequency no more than 20 </a:t>
            </a:r>
            <a:r>
              <a:rPr lang="en-IN" dirty="0" err="1"/>
              <a:t>MHz.</a:t>
            </a:r>
            <a:endParaRPr lang="en-IN" dirty="0"/>
          </a:p>
          <a:p>
            <a:endParaRPr lang="en-IN" dirty="0" smtClean="0"/>
          </a:p>
          <a:p>
            <a:endParaRPr lang="en-IN" dirty="0"/>
          </a:p>
        </p:txBody>
      </p:sp>
    </p:spTree>
    <p:extLst>
      <p:ext uri="{BB962C8B-B14F-4D97-AF65-F5344CB8AC3E}">
        <p14:creationId xmlns:p14="http://schemas.microsoft.com/office/powerpoint/2010/main" val="40601598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65127"/>
            <a:ext cx="6915150" cy="701674"/>
          </a:xfrm>
        </p:spPr>
        <p:txBody>
          <a:bodyPr/>
          <a:lstStyle/>
          <a:p>
            <a:endParaRPr lang="en-IN" dirty="0"/>
          </a:p>
        </p:txBody>
      </p:sp>
      <p:sp>
        <p:nvSpPr>
          <p:cNvPr id="3" name="Content Placeholder 2"/>
          <p:cNvSpPr>
            <a:spLocks noGrp="1"/>
          </p:cNvSpPr>
          <p:nvPr>
            <p:ph idx="1"/>
          </p:nvPr>
        </p:nvSpPr>
        <p:spPr>
          <a:xfrm>
            <a:off x="304800" y="1143000"/>
            <a:ext cx="8210550" cy="5181600"/>
          </a:xfrm>
        </p:spPr>
        <p:txBody>
          <a:bodyPr>
            <a:normAutofit fontScale="85000" lnSpcReduction="20000"/>
          </a:bodyPr>
          <a:lstStyle/>
          <a:p>
            <a:r>
              <a:rPr lang="en-IN" b="1" dirty="0"/>
              <a:t>RST (Pin No. 9)</a:t>
            </a:r>
            <a:r>
              <a:rPr lang="en-IN" dirty="0"/>
              <a:t> − It is an Input pin and active High pin. Upon applying a high pulse on this pin, that is 1, the microcontroller will reset and terminate all activities. This process is known as </a:t>
            </a:r>
            <a:r>
              <a:rPr lang="en-IN" b="1" dirty="0"/>
              <a:t>Power-On Reset</a:t>
            </a:r>
            <a:r>
              <a:rPr lang="en-IN" dirty="0"/>
              <a:t>. Activating a power-on reset will cause all values in the register to be lost. It will set a program counter to all 0's. To ensure a valid input of Reset, the high pulse must be high for a minimum of two machine cycles before it is allowed to go low, which depends on the capacitor value and the rate at which it charges. (</a:t>
            </a:r>
            <a:r>
              <a:rPr lang="en-IN" b="1" dirty="0"/>
              <a:t>Machine Cycle</a:t>
            </a:r>
            <a:r>
              <a:rPr lang="en-IN" dirty="0"/>
              <a:t> is the minimum amount of frequency a single instruction requires in execution).</a:t>
            </a:r>
          </a:p>
          <a:p>
            <a:r>
              <a:rPr lang="en-IN" b="1" dirty="0"/>
              <a:t>EA or External Access (Pin No. 31)</a:t>
            </a:r>
            <a:r>
              <a:rPr lang="en-IN" dirty="0"/>
              <a:t> − It is an input pin. This pin is an active low pin; upon applying a low pulse, it gets activated. In case of microcontroller (8051/52) having on-chip ROM, the EA (bar) pin is connected to </a:t>
            </a:r>
            <a:r>
              <a:rPr lang="en-IN" dirty="0" err="1"/>
              <a:t>V</a:t>
            </a:r>
            <a:r>
              <a:rPr lang="en-IN" baseline="-25000" dirty="0" err="1"/>
              <a:t>cc</a:t>
            </a:r>
            <a:r>
              <a:rPr lang="en-IN" dirty="0"/>
              <a:t>. But in an 8031 microcontroller which does not have an on-chip ROM, the code is stored in an external ROM and then fetched by the microcontroller. In this case, we must connect the (pin no 31) EA to </a:t>
            </a:r>
            <a:r>
              <a:rPr lang="en-IN" dirty="0" err="1"/>
              <a:t>Gnd</a:t>
            </a:r>
            <a:r>
              <a:rPr lang="en-IN" dirty="0"/>
              <a:t> to indicate that the program code is stored externally.</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88960" y="2427480"/>
              <a:ext cx="6647040" cy="3213720"/>
            </p14:xfrm>
          </p:contentPart>
        </mc:Choice>
        <mc:Fallback xmlns="">
          <p:pic>
            <p:nvPicPr>
              <p:cNvPr id="4" name="Ink 3"/>
              <p:cNvPicPr/>
              <p:nvPr/>
            </p:nvPicPr>
            <p:blipFill>
              <a:blip r:embed="rId3"/>
              <a:stretch>
                <a:fillRect/>
              </a:stretch>
            </p:blipFill>
            <p:spPr>
              <a:xfrm>
                <a:off x="580680" y="2419920"/>
                <a:ext cx="6663240" cy="3229200"/>
              </a:xfrm>
              <a:prstGeom prst="rect">
                <a:avLst/>
              </a:prstGeom>
            </p:spPr>
          </p:pic>
        </mc:Fallback>
      </mc:AlternateContent>
    </p:spTree>
    <p:extLst>
      <p:ext uri="{BB962C8B-B14F-4D97-AF65-F5344CB8AC3E}">
        <p14:creationId xmlns:p14="http://schemas.microsoft.com/office/powerpoint/2010/main" val="21851625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81000"/>
            <a:ext cx="6972300" cy="1006474"/>
          </a:xfrm>
        </p:spPr>
        <p:txBody>
          <a:bodyPr/>
          <a:lstStyle/>
          <a:p>
            <a:endParaRPr lang="en-IN" dirty="0"/>
          </a:p>
        </p:txBody>
      </p:sp>
      <p:sp>
        <p:nvSpPr>
          <p:cNvPr id="3" name="Content Placeholder 2"/>
          <p:cNvSpPr>
            <a:spLocks noGrp="1"/>
          </p:cNvSpPr>
          <p:nvPr>
            <p:ph idx="1"/>
          </p:nvPr>
        </p:nvSpPr>
        <p:spPr/>
        <p:txBody>
          <a:bodyPr>
            <a:normAutofit fontScale="92500" lnSpcReduction="20000"/>
          </a:bodyPr>
          <a:lstStyle/>
          <a:p>
            <a:r>
              <a:rPr lang="en-IN" b="1" dirty="0"/>
              <a:t>PSEN or Program store Enable (Pin No 29)</a:t>
            </a:r>
            <a:r>
              <a:rPr lang="en-IN" dirty="0"/>
              <a:t> − This is also an active low pin, i.e., it gets activated after applying a low pulse. It is an output pin and used along with the EA pin in 8031 based (i.e. ROMLESS) Systems to allow storage of program code in external ROM.</a:t>
            </a:r>
          </a:p>
          <a:p>
            <a:r>
              <a:rPr lang="en-IN" b="1" dirty="0"/>
              <a:t>ALE or (Address Latch Enable)</a:t>
            </a:r>
            <a:r>
              <a:rPr lang="en-IN" dirty="0"/>
              <a:t> − This is an Output Pin and is active high. It is especially used for 8031 IC to connect it to the external memory. It can be used while deciding whether P0 pins will be used as Address bus or Data bus. When ALE = 1, then the P0 pins work as Data bus and when ALE = 0, then the P0 pins act as Address bus.</a:t>
            </a:r>
          </a:p>
          <a:p>
            <a:r>
              <a:rPr lang="en-IN" dirty="0"/>
              <a:t>I/O Ports and Bit Addressability</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15120" y="1779120"/>
              <a:ext cx="4115880" cy="1806840"/>
            </p14:xfrm>
          </p:contentPart>
        </mc:Choice>
        <mc:Fallback xmlns="">
          <p:pic>
            <p:nvPicPr>
              <p:cNvPr id="4" name="Ink 3"/>
              <p:cNvPicPr/>
              <p:nvPr/>
            </p:nvPicPr>
            <p:blipFill>
              <a:blip r:embed="rId3"/>
              <a:stretch>
                <a:fillRect/>
              </a:stretch>
            </p:blipFill>
            <p:spPr>
              <a:xfrm>
                <a:off x="909360" y="1773000"/>
                <a:ext cx="4128840" cy="1819440"/>
              </a:xfrm>
              <a:prstGeom prst="rect">
                <a:avLst/>
              </a:prstGeom>
            </p:spPr>
          </p:pic>
        </mc:Fallback>
      </mc:AlternateContent>
    </p:spTree>
    <p:extLst>
      <p:ext uri="{BB962C8B-B14F-4D97-AF65-F5344CB8AC3E}">
        <p14:creationId xmlns:p14="http://schemas.microsoft.com/office/powerpoint/2010/main" val="14521348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normAutofit/>
          </a:bodyPr>
          <a:lstStyle/>
          <a:p>
            <a:pPr algn="ctr"/>
            <a:r>
              <a:rPr lang="en-IN" sz="2000" b="1" dirty="0" smtClean="0"/>
              <a:t>Internal block diagram of 8051</a:t>
            </a:r>
            <a:endParaRPr lang="en-IN" sz="2000" b="1" dirty="0"/>
          </a:p>
        </p:txBody>
      </p:sp>
      <p:sp>
        <p:nvSpPr>
          <p:cNvPr id="3" name="Content Placeholder 2"/>
          <p:cNvSpPr>
            <a:spLocks noGrp="1"/>
          </p:cNvSpPr>
          <p:nvPr>
            <p:ph idx="1"/>
          </p:nvPr>
        </p:nvSpPr>
        <p:spPr>
          <a:xfrm>
            <a:off x="628650" y="1066800"/>
            <a:ext cx="7886700" cy="5110163"/>
          </a:xfrm>
        </p:spPr>
        <p:txBody>
          <a:bodyPr/>
          <a:lstStyle/>
          <a:p>
            <a:endParaRPr lang="en-I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942308"/>
            <a:ext cx="6172200" cy="587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280440" y="644040"/>
              <a:ext cx="8816040" cy="5869800"/>
            </p14:xfrm>
          </p:contentPart>
        </mc:Choice>
        <mc:Fallback xmlns="">
          <p:pic>
            <p:nvPicPr>
              <p:cNvPr id="4" name="Ink 3"/>
              <p:cNvPicPr/>
              <p:nvPr/>
            </p:nvPicPr>
            <p:blipFill>
              <a:blip r:embed="rId5"/>
              <a:stretch>
                <a:fillRect/>
              </a:stretch>
            </p:blipFill>
            <p:spPr>
              <a:xfrm>
                <a:off x="270720" y="635040"/>
                <a:ext cx="8835480" cy="5886360"/>
              </a:xfrm>
              <a:prstGeom prst="rect">
                <a:avLst/>
              </a:prstGeom>
            </p:spPr>
          </p:pic>
        </mc:Fallback>
      </mc:AlternateContent>
    </p:spTree>
    <p:extLst>
      <p:ext uri="{BB962C8B-B14F-4D97-AF65-F5344CB8AC3E}">
        <p14:creationId xmlns:p14="http://schemas.microsoft.com/office/powerpoint/2010/main" val="40248411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endParaRPr lang="en-IN" dirty="0"/>
          </a:p>
        </p:txBody>
      </p:sp>
      <p:sp>
        <p:nvSpPr>
          <p:cNvPr id="3" name="Content Placeholder 2"/>
          <p:cNvSpPr>
            <a:spLocks noGrp="1"/>
          </p:cNvSpPr>
          <p:nvPr>
            <p:ph idx="1"/>
          </p:nvPr>
        </p:nvSpPr>
        <p:spPr>
          <a:xfrm>
            <a:off x="381000" y="1219200"/>
            <a:ext cx="8134350" cy="5257800"/>
          </a:xfrm>
        </p:spPr>
        <p:txBody>
          <a:bodyPr>
            <a:normAutofit fontScale="92500" lnSpcReduction="10000"/>
          </a:bodyPr>
          <a:lstStyle/>
          <a:p>
            <a:r>
              <a:rPr lang="en-IN" dirty="0"/>
              <a:t>An 8051 microcontroller has the following 12 major components:</a:t>
            </a:r>
            <a:br>
              <a:rPr lang="en-IN" dirty="0"/>
            </a:br>
            <a:r>
              <a:rPr lang="en-IN" dirty="0"/>
              <a:t/>
            </a:r>
            <a:br>
              <a:rPr lang="en-IN" dirty="0"/>
            </a:br>
            <a:r>
              <a:rPr lang="en-IN" dirty="0"/>
              <a:t>1. ALU (Arithmetic and Logic Unit)</a:t>
            </a:r>
            <a:br>
              <a:rPr lang="en-IN" dirty="0"/>
            </a:br>
            <a:r>
              <a:rPr lang="en-IN" dirty="0"/>
              <a:t>2. PC (Program Counter)</a:t>
            </a:r>
            <a:br>
              <a:rPr lang="en-IN" dirty="0"/>
            </a:br>
            <a:r>
              <a:rPr lang="en-IN" dirty="0"/>
              <a:t>3. Registers</a:t>
            </a:r>
            <a:br>
              <a:rPr lang="en-IN" dirty="0"/>
            </a:br>
            <a:r>
              <a:rPr lang="en-IN" dirty="0"/>
              <a:t>4. Timers and counters</a:t>
            </a:r>
            <a:br>
              <a:rPr lang="en-IN" dirty="0"/>
            </a:br>
            <a:r>
              <a:rPr lang="en-IN" dirty="0"/>
              <a:t>5. Internal RAM and ROM</a:t>
            </a:r>
            <a:br>
              <a:rPr lang="en-IN" dirty="0"/>
            </a:br>
            <a:r>
              <a:rPr lang="en-IN" dirty="0"/>
              <a:t>6. Four general purpose parallel input/output ports</a:t>
            </a:r>
            <a:br>
              <a:rPr lang="en-IN" dirty="0"/>
            </a:br>
            <a:r>
              <a:rPr lang="en-IN" dirty="0"/>
              <a:t>7. Interrupt control logic with five sources of interrupt</a:t>
            </a:r>
            <a:br>
              <a:rPr lang="en-IN" dirty="0"/>
            </a:br>
            <a:r>
              <a:rPr lang="en-IN" dirty="0"/>
              <a:t>8. </a:t>
            </a:r>
            <a:r>
              <a:rPr lang="en-IN"/>
              <a:t>Serial </a:t>
            </a:r>
            <a:r>
              <a:rPr lang="en-IN" smtClean="0"/>
              <a:t>data </a:t>
            </a:r>
            <a:r>
              <a:rPr lang="en-IN" dirty="0"/>
              <a:t>communication</a:t>
            </a:r>
            <a:br>
              <a:rPr lang="en-IN" dirty="0"/>
            </a:br>
            <a:r>
              <a:rPr lang="en-IN" dirty="0"/>
              <a:t>9. PSW (Program Status Word)</a:t>
            </a:r>
            <a:br>
              <a:rPr lang="en-IN" dirty="0"/>
            </a:br>
            <a:r>
              <a:rPr lang="en-IN" dirty="0"/>
              <a:t>10. Data Pointer (DPTR)</a:t>
            </a:r>
            <a:br>
              <a:rPr lang="en-IN" dirty="0"/>
            </a:br>
            <a:r>
              <a:rPr lang="en-IN" dirty="0"/>
              <a:t>11. Stack Pointer (SP)</a:t>
            </a:r>
            <a:br>
              <a:rPr lang="en-IN" dirty="0"/>
            </a:br>
            <a:r>
              <a:rPr lang="en-IN" dirty="0"/>
              <a:t>12. Data and Address bus.</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772880" y="3904560"/>
              <a:ext cx="4376520" cy="1073880"/>
            </p14:xfrm>
          </p:contentPart>
        </mc:Choice>
        <mc:Fallback xmlns="">
          <p:pic>
            <p:nvPicPr>
              <p:cNvPr id="4" name="Ink 3"/>
              <p:cNvPicPr/>
              <p:nvPr/>
            </p:nvPicPr>
            <p:blipFill>
              <a:blip r:embed="rId3"/>
              <a:stretch>
                <a:fillRect/>
              </a:stretch>
            </p:blipFill>
            <p:spPr>
              <a:xfrm>
                <a:off x="4763880" y="3895200"/>
                <a:ext cx="4390200" cy="1091880"/>
              </a:xfrm>
              <a:prstGeom prst="rect">
                <a:avLst/>
              </a:prstGeom>
            </p:spPr>
          </p:pic>
        </mc:Fallback>
      </mc:AlternateContent>
    </p:spTree>
    <p:extLst>
      <p:ext uri="{BB962C8B-B14F-4D97-AF65-F5344CB8AC3E}">
        <p14:creationId xmlns:p14="http://schemas.microsoft.com/office/powerpoint/2010/main" val="13980261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normAutofit fontScale="90000"/>
          </a:bodyPr>
          <a:lstStyle/>
          <a:p>
            <a:endParaRPr lang="en-IN" dirty="0"/>
          </a:p>
        </p:txBody>
      </p:sp>
      <p:sp>
        <p:nvSpPr>
          <p:cNvPr id="3" name="Content Placeholder 2"/>
          <p:cNvSpPr>
            <a:spLocks noGrp="1"/>
          </p:cNvSpPr>
          <p:nvPr>
            <p:ph idx="1"/>
          </p:nvPr>
        </p:nvSpPr>
        <p:spPr>
          <a:xfrm>
            <a:off x="381000" y="838200"/>
            <a:ext cx="8134350" cy="5486400"/>
          </a:xfrm>
        </p:spPr>
        <p:txBody>
          <a:bodyPr>
            <a:normAutofit fontScale="77500" lnSpcReduction="20000"/>
          </a:bodyPr>
          <a:lstStyle/>
          <a:p>
            <a:pPr marL="514350" indent="-514350">
              <a:buAutoNum type="arabicPeriod"/>
            </a:pPr>
            <a:r>
              <a:rPr lang="en-IN" b="1" dirty="0" smtClean="0"/>
              <a:t>ALU</a:t>
            </a:r>
            <a:r>
              <a:rPr lang="en-IN" b="1" dirty="0"/>
              <a:t/>
            </a:r>
            <a:br>
              <a:rPr lang="en-IN" b="1" dirty="0"/>
            </a:br>
            <a:r>
              <a:rPr lang="en-IN" dirty="0"/>
              <a:t>All arithmetic and logical functions are carried out by the ALU.</a:t>
            </a:r>
            <a:br>
              <a:rPr lang="en-IN" dirty="0"/>
            </a:br>
            <a:r>
              <a:rPr lang="en-IN" dirty="0"/>
              <a:t/>
            </a:r>
            <a:br>
              <a:rPr lang="en-IN" dirty="0"/>
            </a:br>
            <a:r>
              <a:rPr lang="en-IN" dirty="0"/>
              <a:t>Addition, subtraction with carry, and multiplication come under arithmetic operations.</a:t>
            </a:r>
            <a:br>
              <a:rPr lang="en-IN" dirty="0"/>
            </a:br>
            <a:r>
              <a:rPr lang="en-IN" dirty="0"/>
              <a:t/>
            </a:r>
            <a:br>
              <a:rPr lang="en-IN" dirty="0"/>
            </a:br>
            <a:r>
              <a:rPr lang="en-IN" dirty="0"/>
              <a:t>Logical AND, OR and exclusive OR (XOR) come under logical operations</a:t>
            </a:r>
            <a:r>
              <a:rPr lang="en-IN" dirty="0" smtClean="0"/>
              <a:t>.</a:t>
            </a:r>
          </a:p>
          <a:p>
            <a:pPr marL="514350" indent="-514350">
              <a:buFont typeface="Arial" panose="020B0604020202020204" pitchFamily="34" charset="0"/>
              <a:buAutoNum type="arabicPeriod"/>
            </a:pPr>
            <a:r>
              <a:rPr lang="en-IN" b="1" dirty="0" smtClean="0"/>
              <a:t>Registers</a:t>
            </a:r>
          </a:p>
          <a:p>
            <a:pPr marL="0" indent="0">
              <a:buNone/>
            </a:pPr>
            <a:r>
              <a:rPr lang="en-IN" dirty="0"/>
              <a:t/>
            </a:r>
            <a:br>
              <a:rPr lang="en-IN" dirty="0"/>
            </a:br>
            <a:r>
              <a:rPr lang="en-IN" dirty="0"/>
              <a:t>Registers are usually known as data storage devices. 8051 microcontroller has 2 registers, namely Register A and Register B. Register A serves as an accumulator while Register B functions as a general purpose register. These registers are used to store the output of mathematical and logical instructions.</a:t>
            </a:r>
            <a:br>
              <a:rPr lang="en-IN" dirty="0"/>
            </a:br>
            <a:r>
              <a:rPr lang="en-IN" dirty="0"/>
              <a:t/>
            </a:r>
            <a:br>
              <a:rPr lang="en-IN" dirty="0"/>
            </a:br>
            <a:r>
              <a:rPr lang="en-IN" dirty="0"/>
              <a:t>The operations of addition, subtraction, multiplication and division are carried out by Register A. Register B is </a:t>
            </a:r>
            <a:r>
              <a:rPr lang="en-IN" dirty="0" smtClean="0"/>
              <a:t>used for  </a:t>
            </a:r>
            <a:r>
              <a:rPr lang="en-IN" dirty="0"/>
              <a:t>multiplication and division </a:t>
            </a:r>
            <a:r>
              <a:rPr lang="en-IN" dirty="0" smtClean="0"/>
              <a:t>operations. </a:t>
            </a:r>
            <a:r>
              <a:rPr lang="en-IN" dirty="0"/>
              <a:t>Register A also involved in data transfers between the microcontroller and external memory.</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95400" y="3891600"/>
              <a:ext cx="5040000" cy="277560"/>
            </p14:xfrm>
          </p:contentPart>
        </mc:Choice>
        <mc:Fallback xmlns="">
          <p:pic>
            <p:nvPicPr>
              <p:cNvPr id="4" name="Ink 3"/>
              <p:cNvPicPr/>
              <p:nvPr/>
            </p:nvPicPr>
            <p:blipFill>
              <a:blip r:embed="rId3"/>
              <a:stretch>
                <a:fillRect/>
              </a:stretch>
            </p:blipFill>
            <p:spPr>
              <a:xfrm>
                <a:off x="2788920" y="3884040"/>
                <a:ext cx="5055120" cy="289080"/>
              </a:xfrm>
              <a:prstGeom prst="rect">
                <a:avLst/>
              </a:prstGeom>
            </p:spPr>
          </p:pic>
        </mc:Fallback>
      </mc:AlternateContent>
    </p:spTree>
    <p:extLst>
      <p:ext uri="{BB962C8B-B14F-4D97-AF65-F5344CB8AC3E}">
        <p14:creationId xmlns:p14="http://schemas.microsoft.com/office/powerpoint/2010/main" val="646215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pPr algn="ctr"/>
            <a:r>
              <a:rPr lang="en-IN" b="1" dirty="0" smtClean="0"/>
              <a:t>Registers</a:t>
            </a:r>
            <a:endParaRPr lang="en-IN" b="1" dirty="0"/>
          </a:p>
        </p:txBody>
      </p:sp>
      <p:sp>
        <p:nvSpPr>
          <p:cNvPr id="3" name="Content Placeholder 2"/>
          <p:cNvSpPr>
            <a:spLocks noGrp="1"/>
          </p:cNvSpPr>
          <p:nvPr>
            <p:ph idx="1"/>
          </p:nvPr>
        </p:nvSpPr>
        <p:spPr>
          <a:xfrm>
            <a:off x="533400" y="1219200"/>
            <a:ext cx="7981950" cy="4957763"/>
          </a:xfrm>
        </p:spPr>
        <p:txBody>
          <a:bodyPr/>
          <a:lstStyle/>
          <a:p>
            <a:r>
              <a:rPr lang="en-IN" dirty="0"/>
              <a:t>8051 microcontroller also has 7 Special Function Registers (SFRs). They are:</a:t>
            </a:r>
            <a:br>
              <a:rPr lang="en-IN" dirty="0"/>
            </a:br>
            <a:r>
              <a:rPr lang="en-IN" dirty="0"/>
              <a:t/>
            </a:r>
            <a:br>
              <a:rPr lang="en-IN" dirty="0"/>
            </a:br>
            <a:r>
              <a:rPr lang="en-IN" dirty="0"/>
              <a:t>1. Serial Port Data Buffer (SBUF)</a:t>
            </a:r>
            <a:br>
              <a:rPr lang="en-IN" dirty="0"/>
            </a:br>
            <a:r>
              <a:rPr lang="en-IN" dirty="0"/>
              <a:t>2. Timer/Counter Control (TCON)</a:t>
            </a:r>
            <a:br>
              <a:rPr lang="en-IN" dirty="0"/>
            </a:br>
            <a:r>
              <a:rPr lang="en-IN" dirty="0"/>
              <a:t>3. Timer/Counter Mode Control (TMOD)</a:t>
            </a:r>
            <a:br>
              <a:rPr lang="en-IN" dirty="0"/>
            </a:br>
            <a:r>
              <a:rPr lang="en-IN" dirty="0"/>
              <a:t>4. Serial Port Control (SCON)</a:t>
            </a:r>
            <a:br>
              <a:rPr lang="en-IN" dirty="0"/>
            </a:br>
            <a:r>
              <a:rPr lang="en-IN" dirty="0"/>
              <a:t>5. Power Control (PCON)</a:t>
            </a:r>
            <a:br>
              <a:rPr lang="en-IN" dirty="0"/>
            </a:br>
            <a:r>
              <a:rPr lang="en-IN" dirty="0"/>
              <a:t>6. Interrupt Priority (IP)</a:t>
            </a:r>
            <a:br>
              <a:rPr lang="en-IN" dirty="0"/>
            </a:br>
            <a:r>
              <a:rPr lang="en-IN" dirty="0"/>
              <a:t>7. Interrupt Enable Control (IE)</a:t>
            </a:r>
            <a:br>
              <a:rPr lang="en-IN" dirty="0"/>
            </a:br>
            <a:endParaRPr lang="en-IN" dirty="0"/>
          </a:p>
        </p:txBody>
      </p:sp>
    </p:spTree>
    <p:extLst>
      <p:ext uri="{BB962C8B-B14F-4D97-AF65-F5344CB8AC3E}">
        <p14:creationId xmlns:p14="http://schemas.microsoft.com/office/powerpoint/2010/main" val="1522252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normAutofit fontScale="90000"/>
          </a:bodyPr>
          <a:lstStyle/>
          <a:p>
            <a:pPr algn="ctr"/>
            <a:r>
              <a:rPr lang="en-IN" dirty="0"/>
              <a:t>Timers and Counters</a:t>
            </a:r>
            <a:br>
              <a:rPr lang="en-IN" dirty="0"/>
            </a:br>
            <a:endParaRPr lang="en-IN" dirty="0"/>
          </a:p>
        </p:txBody>
      </p:sp>
      <p:sp>
        <p:nvSpPr>
          <p:cNvPr id="3" name="Content Placeholder 2"/>
          <p:cNvSpPr>
            <a:spLocks noGrp="1"/>
          </p:cNvSpPr>
          <p:nvPr>
            <p:ph idx="1"/>
          </p:nvPr>
        </p:nvSpPr>
        <p:spPr>
          <a:xfrm>
            <a:off x="628650" y="1143000"/>
            <a:ext cx="7886700" cy="5033963"/>
          </a:xfrm>
        </p:spPr>
        <p:txBody>
          <a:bodyPr>
            <a:normAutofit lnSpcReduction="10000"/>
          </a:bodyPr>
          <a:lstStyle/>
          <a:p>
            <a:pPr fontAlgn="base"/>
            <a:r>
              <a:rPr lang="en-IN" dirty="0" smtClean="0"/>
              <a:t>The </a:t>
            </a:r>
            <a:r>
              <a:rPr lang="en-IN" dirty="0"/>
              <a:t>8051 has two counters/timers which can be used either as timer to generate a time delay or as counter to count events happening outside the microcontroller.</a:t>
            </a:r>
          </a:p>
          <a:p>
            <a:pPr fontAlgn="base"/>
            <a:r>
              <a:rPr lang="en-IN" dirty="0"/>
              <a:t> </a:t>
            </a:r>
            <a:r>
              <a:rPr lang="en-IN" dirty="0" smtClean="0"/>
              <a:t> </a:t>
            </a:r>
            <a:r>
              <a:rPr lang="en-IN" dirty="0"/>
              <a:t>The 8051 has two timers: timer0 and timer1. They can be used either as timers or as counters. Both timers are 16 bits wide. Since the 8051 has an 8-bit architecture, each 16-bit is accessed as two separate registers of low byte and high byte. </a:t>
            </a:r>
          </a:p>
          <a:p>
            <a:pPr fontAlgn="base"/>
            <a:r>
              <a:rPr lang="en-IN" b="1" dirty="0" smtClean="0"/>
              <a:t>Timer 0 register</a:t>
            </a:r>
            <a:r>
              <a:rPr lang="en-IN" b="1" dirty="0"/>
              <a:t> </a:t>
            </a:r>
            <a:r>
              <a:rPr lang="en-IN" dirty="0"/>
              <a:t>is a 16 bits register and accessed as low byte and high byte. The low byte is referred as a TL0 and the high byte is referred as TH0. These registers can be accessed like any other registers.</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523280" y="3764520"/>
              <a:ext cx="1636560" cy="774360"/>
            </p14:xfrm>
          </p:contentPart>
        </mc:Choice>
        <mc:Fallback xmlns="">
          <p:pic>
            <p:nvPicPr>
              <p:cNvPr id="4" name="Ink 3"/>
              <p:cNvPicPr/>
              <p:nvPr/>
            </p:nvPicPr>
            <p:blipFill>
              <a:blip r:embed="rId3"/>
              <a:stretch>
                <a:fillRect/>
              </a:stretch>
            </p:blipFill>
            <p:spPr>
              <a:xfrm>
                <a:off x="7516440" y="3754440"/>
                <a:ext cx="1654200" cy="794880"/>
              </a:xfrm>
              <a:prstGeom prst="rect">
                <a:avLst/>
              </a:prstGeom>
            </p:spPr>
          </p:pic>
        </mc:Fallback>
      </mc:AlternateContent>
    </p:spTree>
    <p:extLst>
      <p:ext uri="{BB962C8B-B14F-4D97-AF65-F5344CB8AC3E}">
        <p14:creationId xmlns:p14="http://schemas.microsoft.com/office/powerpoint/2010/main" val="427500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30274"/>
          </a:xfrm>
        </p:spPr>
        <p:txBody>
          <a:bodyPr>
            <a:normAutofit/>
          </a:bodyPr>
          <a:lstStyle/>
          <a:p>
            <a:pPr algn="ctr"/>
            <a:r>
              <a:rPr lang="en-IN" sz="2400" dirty="0" smtClean="0"/>
              <a:t>Timer 0</a:t>
            </a:r>
            <a:endParaRPr lang="en-IN" sz="2400"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758" y="1219200"/>
            <a:ext cx="7688241" cy="38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883160" y="2044800"/>
              <a:ext cx="4548960" cy="1107720"/>
            </p14:xfrm>
          </p:contentPart>
        </mc:Choice>
        <mc:Fallback xmlns="">
          <p:pic>
            <p:nvPicPr>
              <p:cNvPr id="4" name="Ink 3"/>
              <p:cNvPicPr/>
              <p:nvPr/>
            </p:nvPicPr>
            <p:blipFill>
              <a:blip r:embed="rId4"/>
              <a:stretch>
                <a:fillRect/>
              </a:stretch>
            </p:blipFill>
            <p:spPr>
              <a:xfrm>
                <a:off x="1878480" y="2036160"/>
                <a:ext cx="4563360" cy="1121040"/>
              </a:xfrm>
              <a:prstGeom prst="rect">
                <a:avLst/>
              </a:prstGeom>
            </p:spPr>
          </p:pic>
        </mc:Fallback>
      </mc:AlternateContent>
    </p:spTree>
    <p:extLst>
      <p:ext uri="{BB962C8B-B14F-4D97-AF65-F5344CB8AC3E}">
        <p14:creationId xmlns:p14="http://schemas.microsoft.com/office/powerpoint/2010/main" val="40737730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normAutofit/>
          </a:bodyPr>
          <a:lstStyle/>
          <a:p>
            <a:pPr algn="ctr"/>
            <a:r>
              <a:rPr lang="en-IN" sz="2400" dirty="0" smtClean="0"/>
              <a:t>Timer 1</a:t>
            </a:r>
            <a:endParaRPr lang="en-IN" sz="2400" dirty="0"/>
          </a:p>
        </p:txBody>
      </p:sp>
      <p:sp>
        <p:nvSpPr>
          <p:cNvPr id="3" name="Content Placeholder 2"/>
          <p:cNvSpPr>
            <a:spLocks noGrp="1"/>
          </p:cNvSpPr>
          <p:nvPr>
            <p:ph idx="1"/>
          </p:nvPr>
        </p:nvSpPr>
        <p:spPr>
          <a:xfrm>
            <a:off x="628650" y="1219200"/>
            <a:ext cx="7886700" cy="4957763"/>
          </a:xfrm>
        </p:spPr>
        <p:txBody>
          <a:bodyPr/>
          <a:lstStyle/>
          <a:p>
            <a:r>
              <a:rPr lang="en-IN" b="1" dirty="0"/>
              <a:t>Timer1 registers</a:t>
            </a:r>
            <a:r>
              <a:rPr lang="en-IN" dirty="0"/>
              <a:t> is also a 16 bits register and is split into two bytes, referred to as TL1 and TH1.</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8506217" cy="2763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24535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normAutofit/>
          </a:bodyPr>
          <a:lstStyle/>
          <a:p>
            <a:pPr algn="ctr"/>
            <a:r>
              <a:rPr lang="en-IN" sz="2400" b="1" dirty="0"/>
              <a:t>TMOD (timer mode) </a:t>
            </a:r>
            <a:r>
              <a:rPr lang="en-IN" sz="2400" b="1" dirty="0" smtClean="0"/>
              <a:t>Register</a:t>
            </a:r>
            <a:endParaRPr lang="en-IN" sz="2400" dirty="0"/>
          </a:p>
        </p:txBody>
      </p:sp>
      <p:sp>
        <p:nvSpPr>
          <p:cNvPr id="3" name="Content Placeholder 2"/>
          <p:cNvSpPr>
            <a:spLocks noGrp="1"/>
          </p:cNvSpPr>
          <p:nvPr>
            <p:ph idx="1"/>
          </p:nvPr>
        </p:nvSpPr>
        <p:spPr>
          <a:xfrm>
            <a:off x="628650" y="1219200"/>
            <a:ext cx="7886700" cy="4957763"/>
          </a:xfrm>
        </p:spPr>
        <p:txBody>
          <a:bodyPr/>
          <a:lstStyle/>
          <a:p>
            <a:r>
              <a:rPr lang="en-IN" dirty="0"/>
              <a:t>This is an 8-bit register which is used by both timers 0 and 1 to set the various timer modes. In this TMOD register, lower 4 bits are set aside for timer0 and the upper 4 bits are set aside for timer1. In each case, the lower 2 bits are used to set the timer mode and </a:t>
            </a:r>
            <a:r>
              <a:rPr lang="en-IN" dirty="0" smtClean="0"/>
              <a:t>upper </a:t>
            </a:r>
            <a:r>
              <a:rPr lang="en-IN" dirty="0"/>
              <a:t>2 bits to specify the operation</a:t>
            </a:r>
            <a:r>
              <a:rPr lang="en-IN" dirty="0" smtClean="0"/>
              <a:t>.</a:t>
            </a:r>
          </a:p>
          <a:p>
            <a:pPr marL="0" indent="0">
              <a:buNone/>
            </a:pP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206" y="3733800"/>
            <a:ext cx="6527936"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61091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pPr algn="ctr"/>
            <a:r>
              <a:rPr lang="en-IN" dirty="0" smtClean="0"/>
              <a:t>TMOD</a:t>
            </a:r>
            <a:endParaRPr lang="en-IN" dirty="0"/>
          </a:p>
        </p:txBody>
      </p:sp>
      <p:sp>
        <p:nvSpPr>
          <p:cNvPr id="3" name="Content Placeholder 2"/>
          <p:cNvSpPr>
            <a:spLocks noGrp="1"/>
          </p:cNvSpPr>
          <p:nvPr>
            <p:ph idx="1"/>
          </p:nvPr>
        </p:nvSpPr>
        <p:spPr>
          <a:xfrm>
            <a:off x="628650" y="1143000"/>
            <a:ext cx="7886700" cy="5033963"/>
          </a:xfrm>
        </p:spPr>
        <p:txBody>
          <a:bodyPr>
            <a:normAutofit fontScale="92500" lnSpcReduction="20000"/>
          </a:bodyPr>
          <a:lstStyle/>
          <a:p>
            <a:pPr marL="0" indent="0" fontAlgn="base">
              <a:buNone/>
            </a:pPr>
            <a:r>
              <a:rPr lang="en-IN" dirty="0" smtClean="0"/>
              <a:t>1. In </a:t>
            </a:r>
            <a:r>
              <a:rPr lang="en-IN" dirty="0"/>
              <a:t>upper or lower 4 bits, first bit is a </a:t>
            </a:r>
            <a:r>
              <a:rPr lang="en-IN" b="1" dirty="0"/>
              <a:t>GATE</a:t>
            </a:r>
            <a:r>
              <a:rPr lang="en-IN" dirty="0"/>
              <a:t> bit. Every timer has a means of starting and stopping. </a:t>
            </a:r>
            <a:endParaRPr lang="en-IN" dirty="0" smtClean="0"/>
          </a:p>
          <a:p>
            <a:pPr marL="0" indent="0" fontAlgn="base">
              <a:buNone/>
            </a:pPr>
            <a:r>
              <a:rPr lang="en-IN" dirty="0" smtClean="0"/>
              <a:t>Some </a:t>
            </a:r>
            <a:r>
              <a:rPr lang="en-IN" dirty="0"/>
              <a:t>timers do this by software, some by hardware, and some have both software and hardware controls. </a:t>
            </a:r>
            <a:endParaRPr lang="en-IN" dirty="0" smtClean="0"/>
          </a:p>
          <a:p>
            <a:pPr marL="0" indent="0" fontAlgn="base">
              <a:buNone/>
            </a:pPr>
            <a:r>
              <a:rPr lang="en-IN" dirty="0" smtClean="0"/>
              <a:t>The </a:t>
            </a:r>
            <a:r>
              <a:rPr lang="en-IN" dirty="0"/>
              <a:t>hardware way of starting and stopping the timer by an external source is achieved by making </a:t>
            </a:r>
            <a:r>
              <a:rPr lang="en-IN" b="1" dirty="0"/>
              <a:t>GATE=1</a:t>
            </a:r>
            <a:r>
              <a:rPr lang="en-IN" dirty="0"/>
              <a:t> in the TMOD register. And if we change to </a:t>
            </a:r>
            <a:r>
              <a:rPr lang="en-IN" b="1" dirty="0"/>
              <a:t>GATE=0</a:t>
            </a:r>
            <a:r>
              <a:rPr lang="en-IN" dirty="0"/>
              <a:t> then we do </a:t>
            </a:r>
            <a:r>
              <a:rPr lang="en-IN" b="1" dirty="0" smtClean="0"/>
              <a:t>not </a:t>
            </a:r>
            <a:r>
              <a:rPr lang="en-IN" b="1" dirty="0"/>
              <a:t>need external hardware </a:t>
            </a:r>
            <a:r>
              <a:rPr lang="en-IN" dirty="0"/>
              <a:t>to start and stop the timers</a:t>
            </a:r>
            <a:r>
              <a:rPr lang="en-IN" dirty="0" smtClean="0"/>
              <a:t>.</a:t>
            </a:r>
          </a:p>
          <a:p>
            <a:pPr marL="0" indent="0" fontAlgn="base">
              <a:buNone/>
            </a:pPr>
            <a:endParaRPr lang="en-IN" dirty="0"/>
          </a:p>
          <a:p>
            <a:pPr marL="0" indent="0">
              <a:buNone/>
            </a:pPr>
            <a:r>
              <a:rPr lang="en-IN" dirty="0" smtClean="0"/>
              <a:t>2. </a:t>
            </a:r>
            <a:r>
              <a:rPr lang="en-IN" dirty="0"/>
              <a:t>The second bit is </a:t>
            </a:r>
            <a:r>
              <a:rPr lang="en-IN" b="1" dirty="0"/>
              <a:t>C/T</a:t>
            </a:r>
            <a:r>
              <a:rPr lang="en-IN" dirty="0"/>
              <a:t> bit and is used to decide whether a timer is used as a time delay generator or an event counter. If this bit is 0 then it is used as a timer and if it is 1 then it is used as a counter.</a:t>
            </a:r>
            <a:br>
              <a:rPr lang="en-IN" dirty="0"/>
            </a:br>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652200" y="4080960"/>
              <a:ext cx="223920" cy="9360"/>
            </p14:xfrm>
          </p:contentPart>
        </mc:Choice>
        <mc:Fallback xmlns="">
          <p:pic>
            <p:nvPicPr>
              <p:cNvPr id="4" name="Ink 3"/>
              <p:cNvPicPr/>
              <p:nvPr/>
            </p:nvPicPr>
            <p:blipFill>
              <a:blip r:embed="rId3"/>
              <a:stretch>
                <a:fillRect/>
              </a:stretch>
            </p:blipFill>
            <p:spPr>
              <a:xfrm>
                <a:off x="3642840" y="4071600"/>
                <a:ext cx="242640" cy="28080"/>
              </a:xfrm>
              <a:prstGeom prst="rect">
                <a:avLst/>
              </a:prstGeom>
            </p:spPr>
          </p:pic>
        </mc:Fallback>
      </mc:AlternateContent>
    </p:spTree>
    <p:extLst>
      <p:ext uri="{BB962C8B-B14F-4D97-AF65-F5344CB8AC3E}">
        <p14:creationId xmlns:p14="http://schemas.microsoft.com/office/powerpoint/2010/main" val="24530695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45"/>
          <p:cNvSpPr>
            <a:spLocks noGrp="1"/>
          </p:cNvSpPr>
          <p:nvPr>
            <p:ph type="title"/>
          </p:nvPr>
        </p:nvSpPr>
        <p:spPr>
          <a:xfrm>
            <a:off x="0" y="-76200"/>
            <a:ext cx="9144000" cy="1143000"/>
          </a:xfrm>
        </p:spPr>
        <p:txBody>
          <a:bodyPr/>
          <a:lstStyle/>
          <a:p>
            <a:pPr eaLnBrk="1" hangingPunct="1"/>
            <a:r>
              <a:rPr lang="en-US" altLang="en-US" smtClean="0">
                <a:ea typeface="Calibri" pitchFamily="34" charset="0"/>
              </a:rPr>
              <a:t>8051 Timer/Counter</a:t>
            </a:r>
          </a:p>
        </p:txBody>
      </p:sp>
      <p:sp>
        <p:nvSpPr>
          <p:cNvPr id="6" name="AutoShape 2"/>
          <p:cNvSpPr>
            <a:spLocks noChangeArrowheads="1"/>
          </p:cNvSpPr>
          <p:nvPr/>
        </p:nvSpPr>
        <p:spPr bwMode="auto">
          <a:xfrm>
            <a:off x="762000" y="1295400"/>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a:solidFill>
                  <a:schemeClr val="tx1"/>
                </a:solidFill>
                <a:latin typeface="Arial Black" pitchFamily="34" charset="0"/>
              </a:rPr>
              <a:t>OSC</a:t>
            </a:r>
          </a:p>
        </p:txBody>
      </p:sp>
      <p:sp>
        <p:nvSpPr>
          <p:cNvPr id="7" name="AutoShape 3"/>
          <p:cNvSpPr>
            <a:spLocks noChangeArrowheads="1"/>
          </p:cNvSpPr>
          <p:nvPr/>
        </p:nvSpPr>
        <p:spPr bwMode="auto">
          <a:xfrm>
            <a:off x="2336800" y="1295400"/>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a:solidFill>
                  <a:schemeClr val="tx1"/>
                </a:solidFill>
                <a:latin typeface="Arial Black" pitchFamily="34" charset="0"/>
              </a:rPr>
              <a:t>÷12</a:t>
            </a:r>
          </a:p>
        </p:txBody>
      </p:sp>
      <p:sp>
        <p:nvSpPr>
          <p:cNvPr id="8" name="AutoShape 4"/>
          <p:cNvSpPr>
            <a:spLocks noChangeArrowheads="1"/>
          </p:cNvSpPr>
          <p:nvPr/>
        </p:nvSpPr>
        <p:spPr bwMode="auto">
          <a:xfrm rot="10800000">
            <a:off x="2225675" y="4643438"/>
            <a:ext cx="838200" cy="83820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9" name="AutoShape 5"/>
          <p:cNvSpPr>
            <a:spLocks noChangeArrowheads="1"/>
          </p:cNvSpPr>
          <p:nvPr/>
        </p:nvSpPr>
        <p:spPr bwMode="auto">
          <a:xfrm>
            <a:off x="3733800" y="3657600"/>
            <a:ext cx="685800" cy="838200"/>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2" name="Group 6"/>
          <p:cNvGrpSpPr>
            <a:grpSpLocks/>
          </p:cNvGrpSpPr>
          <p:nvPr/>
        </p:nvGrpSpPr>
        <p:grpSpPr bwMode="auto">
          <a:xfrm>
            <a:off x="1130300" y="4572000"/>
            <a:ext cx="762000" cy="609600"/>
            <a:chOff x="3456" y="2400"/>
            <a:chExt cx="480" cy="384"/>
          </a:xfrm>
          <a:solidFill>
            <a:srgbClr val="00B0F0"/>
          </a:solidFill>
        </p:grpSpPr>
        <p:sp>
          <p:nvSpPr>
            <p:cNvPr id="11" name="AutoShape 7"/>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12" name="AutoShape 8"/>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13" name="Line 9"/>
          <p:cNvSpPr>
            <a:spLocks noChangeShapeType="1"/>
          </p:cNvSpPr>
          <p:nvPr/>
        </p:nvSpPr>
        <p:spPr bwMode="auto">
          <a:xfrm>
            <a:off x="1638300" y="1714500"/>
            <a:ext cx="685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4" name="AutoShape 10"/>
          <p:cNvSpPr>
            <a:spLocks noChangeArrowheads="1"/>
          </p:cNvSpPr>
          <p:nvPr/>
        </p:nvSpPr>
        <p:spPr bwMode="auto">
          <a:xfrm>
            <a:off x="5562600" y="2057400"/>
            <a:ext cx="838200" cy="685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TLx</a:t>
            </a:r>
          </a:p>
          <a:p>
            <a:pPr algn="ctr"/>
            <a:r>
              <a:rPr lang="en-US" altLang="en-US" b="1">
                <a:solidFill>
                  <a:schemeClr val="tx1"/>
                </a:solidFill>
                <a:latin typeface="Calibri" pitchFamily="34" charset="0"/>
              </a:rPr>
              <a:t>(8 Bit)</a:t>
            </a:r>
          </a:p>
        </p:txBody>
      </p:sp>
      <p:sp>
        <p:nvSpPr>
          <p:cNvPr id="15" name="Line 11"/>
          <p:cNvSpPr>
            <a:spLocks noChangeShapeType="1"/>
          </p:cNvSpPr>
          <p:nvPr/>
        </p:nvSpPr>
        <p:spPr bwMode="auto">
          <a:xfrm>
            <a:off x="3810000" y="2438400"/>
            <a:ext cx="990600"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16" name="Line 12"/>
          <p:cNvSpPr>
            <a:spLocks noChangeShapeType="1"/>
          </p:cNvSpPr>
          <p:nvPr/>
        </p:nvSpPr>
        <p:spPr bwMode="auto">
          <a:xfrm>
            <a:off x="3200400" y="1714500"/>
            <a:ext cx="304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 name="Line 13"/>
          <p:cNvSpPr>
            <a:spLocks noChangeShapeType="1"/>
          </p:cNvSpPr>
          <p:nvPr/>
        </p:nvSpPr>
        <p:spPr bwMode="auto">
          <a:xfrm>
            <a:off x="1905000" y="4876800"/>
            <a:ext cx="4191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 name="Line 14"/>
          <p:cNvSpPr>
            <a:spLocks noChangeShapeType="1"/>
          </p:cNvSpPr>
          <p:nvPr/>
        </p:nvSpPr>
        <p:spPr bwMode="auto">
          <a:xfrm>
            <a:off x="1371600" y="3886200"/>
            <a:ext cx="2362200"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 name="Line 15"/>
          <p:cNvSpPr>
            <a:spLocks noChangeShapeType="1"/>
          </p:cNvSpPr>
          <p:nvPr/>
        </p:nvSpPr>
        <p:spPr bwMode="auto">
          <a:xfrm>
            <a:off x="3060700" y="5070475"/>
            <a:ext cx="381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 name="Line 16"/>
          <p:cNvSpPr>
            <a:spLocks noChangeShapeType="1"/>
          </p:cNvSpPr>
          <p:nvPr/>
        </p:nvSpPr>
        <p:spPr bwMode="auto">
          <a:xfrm>
            <a:off x="3429000" y="42672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 name="Line 17"/>
          <p:cNvSpPr>
            <a:spLocks noChangeShapeType="1"/>
          </p:cNvSpPr>
          <p:nvPr/>
        </p:nvSpPr>
        <p:spPr bwMode="auto">
          <a:xfrm flipV="1">
            <a:off x="1371600" y="3263900"/>
            <a:ext cx="2133600" cy="1270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22" name="Line 18"/>
          <p:cNvSpPr>
            <a:spLocks noChangeShapeType="1"/>
          </p:cNvSpPr>
          <p:nvPr/>
        </p:nvSpPr>
        <p:spPr bwMode="auto">
          <a:xfrm>
            <a:off x="3505200" y="1701800"/>
            <a:ext cx="0" cy="584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3" name="Line 19"/>
          <p:cNvSpPr>
            <a:spLocks noChangeShapeType="1"/>
          </p:cNvSpPr>
          <p:nvPr/>
        </p:nvSpPr>
        <p:spPr bwMode="auto">
          <a:xfrm flipV="1">
            <a:off x="3505200" y="2590800"/>
            <a:ext cx="0" cy="685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4" name="Line 20"/>
          <p:cNvSpPr>
            <a:spLocks noChangeShapeType="1"/>
          </p:cNvSpPr>
          <p:nvPr/>
        </p:nvSpPr>
        <p:spPr bwMode="auto">
          <a:xfrm flipV="1">
            <a:off x="3429000" y="4254500"/>
            <a:ext cx="0" cy="81756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25" name="Object 2"/>
          <p:cNvGraphicFramePr>
            <a:graphicFrameLocks noChangeAspect="1"/>
          </p:cNvGraphicFramePr>
          <p:nvPr/>
        </p:nvGraphicFramePr>
        <p:xfrm>
          <a:off x="3657600" y="1714500"/>
          <a:ext cx="876300" cy="654050"/>
        </p:xfrm>
        <a:graphic>
          <a:graphicData uri="http://schemas.openxmlformats.org/presentationml/2006/ole">
            <mc:AlternateContent xmlns:mc="http://schemas.openxmlformats.org/markup-compatibility/2006">
              <mc:Choice xmlns:v="urn:schemas-microsoft-com:vml" Requires="v">
                <p:oleObj spid="_x0000_s1116" name="Equation" r:id="rId3" imgW="571252" imgH="203112" progId="">
                  <p:embed/>
                </p:oleObj>
              </mc:Choice>
              <mc:Fallback>
                <p:oleObj name="Equation" r:id="rId3" imgW="571252" imgH="20311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714500"/>
                        <a:ext cx="8763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3"/>
          <p:cNvGraphicFramePr>
            <a:graphicFrameLocks noChangeAspect="1"/>
          </p:cNvGraphicFramePr>
          <p:nvPr/>
        </p:nvGraphicFramePr>
        <p:xfrm>
          <a:off x="3657600" y="2590800"/>
          <a:ext cx="836613" cy="311150"/>
        </p:xfrm>
        <a:graphic>
          <a:graphicData uri="http://schemas.openxmlformats.org/presentationml/2006/ole">
            <mc:AlternateContent xmlns:mc="http://schemas.openxmlformats.org/markup-compatibility/2006">
              <mc:Choice xmlns:v="urn:schemas-microsoft-com:vml" Requires="v">
                <p:oleObj spid="_x0000_s1117" name="Equation" r:id="rId5" imgW="545626" imgH="203024" progId="">
                  <p:embed/>
                </p:oleObj>
              </mc:Choice>
              <mc:Fallback>
                <p:oleObj name="Equation" r:id="rId5" imgW="545626" imgH="2030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2590800"/>
                        <a:ext cx="8366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Line 23"/>
          <p:cNvSpPr>
            <a:spLocks noChangeShapeType="1"/>
          </p:cNvSpPr>
          <p:nvPr/>
        </p:nvSpPr>
        <p:spPr bwMode="auto">
          <a:xfrm flipH="1" flipV="1">
            <a:off x="3505200" y="2286000"/>
            <a:ext cx="304800" cy="1524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28" name="Line 24"/>
          <p:cNvSpPr>
            <a:spLocks noChangeShapeType="1"/>
          </p:cNvSpPr>
          <p:nvPr/>
        </p:nvSpPr>
        <p:spPr bwMode="auto">
          <a:xfrm>
            <a:off x="838200" y="4876800"/>
            <a:ext cx="304800"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29" name="Object 4"/>
          <p:cNvGraphicFramePr>
            <a:graphicFrameLocks noChangeAspect="1"/>
          </p:cNvGraphicFramePr>
          <p:nvPr/>
        </p:nvGraphicFramePr>
        <p:xfrm>
          <a:off x="161925" y="5816600"/>
          <a:ext cx="1017588" cy="411163"/>
        </p:xfrm>
        <a:graphic>
          <a:graphicData uri="http://schemas.openxmlformats.org/presentationml/2006/ole">
            <mc:AlternateContent xmlns:mc="http://schemas.openxmlformats.org/markup-compatibility/2006">
              <mc:Choice xmlns:v="urn:schemas-microsoft-com:vml" Requires="v">
                <p:oleObj spid="_x0000_s1118" name="Equation" r:id="rId7" imgW="596900" imgH="241300" progId="">
                  <p:embed/>
                </p:oleObj>
              </mc:Choice>
              <mc:Fallback>
                <p:oleObj name="Equation" r:id="rId7" imgW="596900" imgH="2413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 y="5816600"/>
                        <a:ext cx="1017588"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5"/>
          <p:cNvGraphicFramePr>
            <a:graphicFrameLocks noChangeAspect="1"/>
          </p:cNvGraphicFramePr>
          <p:nvPr/>
        </p:nvGraphicFramePr>
        <p:xfrm>
          <a:off x="0" y="4665663"/>
          <a:ext cx="781050" cy="404812"/>
        </p:xfrm>
        <a:graphic>
          <a:graphicData uri="http://schemas.openxmlformats.org/presentationml/2006/ole">
            <mc:AlternateContent xmlns:mc="http://schemas.openxmlformats.org/markup-compatibility/2006">
              <mc:Choice xmlns:v="urn:schemas-microsoft-com:vml" Requires="v">
                <p:oleObj spid="_x0000_s1119" name="Equation" r:id="rId9" imgW="342603" imgH="177646" progId="">
                  <p:embed/>
                </p:oleObj>
              </mc:Choice>
              <mc:Fallback>
                <p:oleObj name="Equation" r:id="rId9" imgW="342603" imgH="17764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665663"/>
                        <a:ext cx="78105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6"/>
          <p:cNvGraphicFramePr>
            <a:graphicFrameLocks noChangeAspect="1"/>
          </p:cNvGraphicFramePr>
          <p:nvPr/>
        </p:nvGraphicFramePr>
        <p:xfrm>
          <a:off x="596900" y="3657600"/>
          <a:ext cx="539750" cy="412750"/>
        </p:xfrm>
        <a:graphic>
          <a:graphicData uri="http://schemas.openxmlformats.org/presentationml/2006/ole">
            <mc:AlternateContent xmlns:mc="http://schemas.openxmlformats.org/markup-compatibility/2006">
              <mc:Choice xmlns:v="urn:schemas-microsoft-com:vml" Requires="v">
                <p:oleObj spid="_x0000_s1120" name="Equation" r:id="rId11" imgW="215619" imgH="164885" progId="">
                  <p:embed/>
                </p:oleObj>
              </mc:Choice>
              <mc:Fallback>
                <p:oleObj name="Equation" r:id="rId11" imgW="215619" imgH="164885"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6900" y="3657600"/>
                        <a:ext cx="5397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7"/>
          <p:cNvGraphicFramePr>
            <a:graphicFrameLocks noChangeAspect="1"/>
          </p:cNvGraphicFramePr>
          <p:nvPr/>
        </p:nvGraphicFramePr>
        <p:xfrm>
          <a:off x="258763" y="3017838"/>
          <a:ext cx="1006475" cy="476250"/>
        </p:xfrm>
        <a:graphic>
          <a:graphicData uri="http://schemas.openxmlformats.org/presentationml/2006/ole">
            <mc:AlternateContent xmlns:mc="http://schemas.openxmlformats.org/markup-compatibility/2006">
              <mc:Choice xmlns:v="urn:schemas-microsoft-com:vml" Requires="v">
                <p:oleObj spid="_x0000_s1121" name="Equation" r:id="rId13" imgW="431613" imgH="203112" progId="">
                  <p:embed/>
                </p:oleObj>
              </mc:Choice>
              <mc:Fallback>
                <p:oleObj name="Equation" r:id="rId13" imgW="431613" imgH="203112"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8763" y="3017838"/>
                        <a:ext cx="10064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Line 29"/>
          <p:cNvSpPr>
            <a:spLocks noChangeShapeType="1"/>
          </p:cNvSpPr>
          <p:nvPr/>
        </p:nvSpPr>
        <p:spPr bwMode="auto">
          <a:xfrm>
            <a:off x="1371600" y="6019800"/>
            <a:ext cx="673100"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34" name="Line 30"/>
          <p:cNvSpPr>
            <a:spLocks noChangeShapeType="1"/>
          </p:cNvSpPr>
          <p:nvPr/>
        </p:nvSpPr>
        <p:spPr bwMode="auto">
          <a:xfrm>
            <a:off x="2032000" y="52578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5" name="Line 31"/>
          <p:cNvSpPr>
            <a:spLocks noChangeShapeType="1"/>
          </p:cNvSpPr>
          <p:nvPr/>
        </p:nvSpPr>
        <p:spPr bwMode="auto">
          <a:xfrm flipV="1">
            <a:off x="2032000" y="52451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 name="Line 32"/>
          <p:cNvSpPr>
            <a:spLocks noChangeShapeType="1"/>
          </p:cNvSpPr>
          <p:nvPr/>
        </p:nvSpPr>
        <p:spPr bwMode="auto">
          <a:xfrm>
            <a:off x="5257800" y="2438400"/>
            <a:ext cx="304800" cy="0"/>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7" name="Line 33"/>
          <p:cNvSpPr>
            <a:spLocks noChangeShapeType="1"/>
          </p:cNvSpPr>
          <p:nvPr/>
        </p:nvSpPr>
        <p:spPr bwMode="auto">
          <a:xfrm flipH="1" flipV="1">
            <a:off x="4800600" y="2209800"/>
            <a:ext cx="457200" cy="228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38" name="Line 34"/>
          <p:cNvSpPr>
            <a:spLocks noChangeShapeType="1"/>
          </p:cNvSpPr>
          <p:nvPr/>
        </p:nvSpPr>
        <p:spPr bwMode="auto">
          <a:xfrm flipV="1">
            <a:off x="4953000" y="2324100"/>
            <a:ext cx="38100" cy="171450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9" name="Line 35"/>
          <p:cNvSpPr>
            <a:spLocks noChangeShapeType="1"/>
          </p:cNvSpPr>
          <p:nvPr/>
        </p:nvSpPr>
        <p:spPr bwMode="auto">
          <a:xfrm>
            <a:off x="4432300" y="4092575"/>
            <a:ext cx="533400"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40" name="AutoShape 36"/>
          <p:cNvSpPr>
            <a:spLocks noChangeArrowheads="1"/>
          </p:cNvSpPr>
          <p:nvPr/>
        </p:nvSpPr>
        <p:spPr bwMode="auto">
          <a:xfrm>
            <a:off x="6324600" y="2057400"/>
            <a:ext cx="838200" cy="685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THx</a:t>
            </a:r>
          </a:p>
          <a:p>
            <a:pPr algn="ctr"/>
            <a:r>
              <a:rPr lang="en-US" altLang="en-US" b="1">
                <a:solidFill>
                  <a:schemeClr val="tx1"/>
                </a:solidFill>
                <a:latin typeface="Calibri" pitchFamily="34" charset="0"/>
              </a:rPr>
              <a:t>(8 Bit)</a:t>
            </a:r>
            <a:endParaRPr lang="en-US" altLang="en-US" sz="2400" b="1">
              <a:solidFill>
                <a:schemeClr val="tx1"/>
              </a:solidFill>
              <a:latin typeface="Calibri" pitchFamily="34" charset="0"/>
            </a:endParaRPr>
          </a:p>
        </p:txBody>
      </p:sp>
      <p:sp>
        <p:nvSpPr>
          <p:cNvPr id="41" name="Line 37"/>
          <p:cNvSpPr>
            <a:spLocks noChangeShapeType="1"/>
          </p:cNvSpPr>
          <p:nvPr/>
        </p:nvSpPr>
        <p:spPr bwMode="auto">
          <a:xfrm>
            <a:off x="7137400" y="24003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 name="AutoShape 38"/>
          <p:cNvSpPr>
            <a:spLocks noChangeArrowheads="1"/>
          </p:cNvSpPr>
          <p:nvPr/>
        </p:nvSpPr>
        <p:spPr bwMode="auto">
          <a:xfrm>
            <a:off x="7429500" y="1981200"/>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TFx</a:t>
            </a:r>
          </a:p>
          <a:p>
            <a:pPr algn="ctr"/>
            <a:r>
              <a:rPr lang="en-US" altLang="en-US" b="1">
                <a:solidFill>
                  <a:schemeClr val="tx1"/>
                </a:solidFill>
                <a:latin typeface="Calibri" pitchFamily="34" charset="0"/>
              </a:rPr>
              <a:t>(1 Bit)</a:t>
            </a:r>
            <a:endParaRPr lang="en-US" altLang="en-US" sz="2400" b="1">
              <a:solidFill>
                <a:schemeClr val="tx1"/>
              </a:solidFill>
              <a:latin typeface="Calibri" pitchFamily="34" charset="0"/>
            </a:endParaRPr>
          </a:p>
        </p:txBody>
      </p:sp>
      <p:sp>
        <p:nvSpPr>
          <p:cNvPr id="43" name="Text Box 39"/>
          <p:cNvSpPr txBox="1">
            <a:spLocks noChangeArrowheads="1"/>
          </p:cNvSpPr>
          <p:nvPr/>
        </p:nvSpPr>
        <p:spPr bwMode="auto">
          <a:xfrm>
            <a:off x="7239000" y="3505200"/>
            <a:ext cx="1905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a:solidFill>
                  <a:srgbClr val="92D050"/>
                </a:solidFill>
                <a:latin typeface="Arial Black" pitchFamily="34" charset="0"/>
              </a:rPr>
              <a:t>INTERRUPT</a:t>
            </a:r>
          </a:p>
        </p:txBody>
      </p:sp>
      <p:sp>
        <p:nvSpPr>
          <p:cNvPr id="44" name="Line 40"/>
          <p:cNvSpPr>
            <a:spLocks noChangeShapeType="1"/>
          </p:cNvSpPr>
          <p:nvPr/>
        </p:nvSpPr>
        <p:spPr bwMode="auto">
          <a:xfrm>
            <a:off x="8305800" y="2374900"/>
            <a:ext cx="304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 name="Line 41"/>
          <p:cNvSpPr>
            <a:spLocks noChangeShapeType="1"/>
          </p:cNvSpPr>
          <p:nvPr/>
        </p:nvSpPr>
        <p:spPr bwMode="auto">
          <a:xfrm>
            <a:off x="8610600" y="2362200"/>
            <a:ext cx="0" cy="1066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pic>
        <p:nvPicPr>
          <p:cNvPr id="6152"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00500" y="4786313"/>
            <a:ext cx="49530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Rectangle 48"/>
          <p:cNvSpPr>
            <a:spLocks noChangeArrowheads="1"/>
          </p:cNvSpPr>
          <p:nvPr/>
        </p:nvSpPr>
        <p:spPr bwMode="auto">
          <a:xfrm>
            <a:off x="4684713" y="5256213"/>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0" name="Rectangle 49"/>
          <p:cNvSpPr>
            <a:spLocks noChangeArrowheads="1"/>
          </p:cNvSpPr>
          <p:nvPr/>
        </p:nvSpPr>
        <p:spPr bwMode="auto">
          <a:xfrm>
            <a:off x="7113588" y="5256213"/>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pic>
        <p:nvPicPr>
          <p:cNvPr id="6153"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10025" y="5673725"/>
            <a:ext cx="492442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Rectangle 51"/>
          <p:cNvSpPr>
            <a:spLocks noChangeArrowheads="1"/>
          </p:cNvSpPr>
          <p:nvPr/>
        </p:nvSpPr>
        <p:spPr bwMode="auto">
          <a:xfrm>
            <a:off x="4062413" y="6153150"/>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3" name="Rectangle 52"/>
          <p:cNvSpPr>
            <a:spLocks noChangeArrowheads="1"/>
          </p:cNvSpPr>
          <p:nvPr/>
        </p:nvSpPr>
        <p:spPr bwMode="auto">
          <a:xfrm>
            <a:off x="5265738" y="6153150"/>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4" name="Rectangle 53"/>
          <p:cNvSpPr>
            <a:spLocks noChangeArrowheads="1"/>
          </p:cNvSpPr>
          <p:nvPr/>
        </p:nvSpPr>
        <p:spPr bwMode="auto">
          <a:xfrm>
            <a:off x="4673600" y="6153150"/>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5" name="Rectangle 54"/>
          <p:cNvSpPr>
            <a:spLocks noChangeArrowheads="1"/>
          </p:cNvSpPr>
          <p:nvPr/>
        </p:nvSpPr>
        <p:spPr bwMode="auto">
          <a:xfrm>
            <a:off x="5878513" y="6153150"/>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6" name="Rectangle 55"/>
          <p:cNvSpPr>
            <a:spLocks noChangeArrowheads="1"/>
          </p:cNvSpPr>
          <p:nvPr/>
        </p:nvSpPr>
        <p:spPr bwMode="auto">
          <a:xfrm>
            <a:off x="4071938" y="5256213"/>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57" name="Rectangle 56"/>
          <p:cNvSpPr>
            <a:spLocks noChangeArrowheads="1"/>
          </p:cNvSpPr>
          <p:nvPr/>
        </p:nvSpPr>
        <p:spPr bwMode="auto">
          <a:xfrm>
            <a:off x="6500813" y="5256213"/>
            <a:ext cx="571500" cy="285750"/>
          </a:xfrm>
          <a:prstGeom prst="rect">
            <a:avLst/>
          </a:prstGeom>
          <a:solidFill>
            <a:srgbClr val="FF0000">
              <a:alpha val="43137"/>
            </a:srgbClr>
          </a:solidFill>
          <a:ln w="12700" algn="ctr">
            <a:solidFill>
              <a:schemeClr val="tx1"/>
            </a:solidFill>
            <a:round/>
            <a:headEnd type="none" w="sm" len="sm"/>
            <a:tailEnd type="none" w="sm" len="sm"/>
          </a:ln>
        </p:spPr>
        <p:txBody>
          <a:bodyPr/>
          <a:lstStyle/>
          <a:p>
            <a:endParaRPr lang="en-US" altLang="en-US"/>
          </a:p>
        </p:txBody>
      </p:sp>
      <p:sp>
        <p:nvSpPr>
          <p:cNvPr id="60470" name="TextBox 9"/>
          <p:cNvSpPr txBox="1">
            <a:spLocks noChangeArrowheads="1"/>
          </p:cNvSpPr>
          <p:nvPr/>
        </p:nvSpPr>
        <p:spPr bwMode="auto">
          <a:xfrm>
            <a:off x="2827338" y="2238375"/>
            <a:ext cx="7477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a:t>  0</a:t>
            </a:r>
          </a:p>
          <a:p>
            <a:pPr eaLnBrk="1" hangingPunct="1"/>
            <a:r>
              <a:rPr lang="en-US" altLang="en-US"/>
              <a:t>C/T~</a:t>
            </a:r>
          </a:p>
          <a:p>
            <a:pPr eaLnBrk="1" hangingPunct="1"/>
            <a:r>
              <a:rPr lang="en-US" altLang="en-US"/>
              <a:t>  1</a:t>
            </a:r>
            <a:endParaRPr lang="en-IN" altLang="en-US"/>
          </a:p>
        </p:txBody>
      </p:sp>
      <p:sp>
        <p:nvSpPr>
          <p:cNvPr id="60471" name="TextBox 45"/>
          <p:cNvSpPr txBox="1">
            <a:spLocks noChangeArrowheads="1"/>
          </p:cNvSpPr>
          <p:nvPr/>
        </p:nvSpPr>
        <p:spPr bwMode="auto">
          <a:xfrm>
            <a:off x="760413" y="3635375"/>
            <a:ext cx="528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a:t>TR</a:t>
            </a:r>
          </a:p>
        </p:txBody>
      </p:sp>
      <p:sp>
        <p:nvSpPr>
          <p:cNvPr id="60472" name="TextBox 46"/>
          <p:cNvSpPr txBox="1">
            <a:spLocks noChangeArrowheads="1"/>
          </p:cNvSpPr>
          <p:nvPr/>
        </p:nvSpPr>
        <p:spPr bwMode="auto">
          <a:xfrm>
            <a:off x="641350" y="4913313"/>
            <a:ext cx="382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a:t>G</a:t>
            </a:r>
            <a:endParaRPr lang="en-IN" altLang="en-US"/>
          </a:p>
        </p:txBody>
      </p:sp>
      <p:sp>
        <p:nvSpPr>
          <p:cNvPr id="60473" name="TextBox 47"/>
          <p:cNvSpPr txBox="1">
            <a:spLocks noChangeArrowheads="1"/>
          </p:cNvSpPr>
          <p:nvPr/>
        </p:nvSpPr>
        <p:spPr bwMode="auto">
          <a:xfrm>
            <a:off x="623888" y="5876925"/>
            <a:ext cx="747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a:t>INT~</a:t>
            </a:r>
            <a:endParaRPr lang="en-IN" altLang="en-US"/>
          </a:p>
        </p:txBody>
      </p:sp>
    </p:spTree>
    <p:extLst>
      <p:ext uri="{BB962C8B-B14F-4D97-AF65-F5344CB8AC3E}">
        <p14:creationId xmlns:p14="http://schemas.microsoft.com/office/powerpoint/2010/main" val="1527119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500"/>
                                        <p:tgtEl>
                                          <p:spTgt spid="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500"/>
                                        <p:tgtEl>
                                          <p:spTgt spid="2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6152"/>
                                        </p:tgtEl>
                                        <p:attrNameLst>
                                          <p:attrName>style.visibility</p:attrName>
                                        </p:attrNameLst>
                                      </p:cBhvr>
                                      <p:to>
                                        <p:strVal val="visible"/>
                                      </p:to>
                                    </p:set>
                                    <p:animEffect transition="in" filter="dissolve">
                                      <p:cBhvr>
                                        <p:cTn id="33" dur="500"/>
                                        <p:tgtEl>
                                          <p:spTgt spid="6152"/>
                                        </p:tgtEl>
                                      </p:cBhvr>
                                    </p:animEffect>
                                  </p:childTnLst>
                                </p:cTn>
                              </p:par>
                            </p:childTnLst>
                          </p:cTn>
                        </p:par>
                        <p:par>
                          <p:cTn id="34" fill="hold" nodeType="afterGroup">
                            <p:stCondLst>
                              <p:cond delay="500"/>
                            </p:stCondLst>
                            <p:childTnLst>
                              <p:par>
                                <p:cTn id="35" presetID="23" presetClass="entr" presetSubtype="16" fill="hold" grpId="0" nodeType="after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p:cTn id="37" dur="500" fill="hold"/>
                                        <p:tgtEl>
                                          <p:spTgt spid="49"/>
                                        </p:tgtEl>
                                        <p:attrNameLst>
                                          <p:attrName>ppt_w</p:attrName>
                                        </p:attrNameLst>
                                      </p:cBhvr>
                                      <p:tavLst>
                                        <p:tav tm="0">
                                          <p:val>
                                            <p:fltVal val="0"/>
                                          </p:val>
                                        </p:tav>
                                        <p:tav tm="100000">
                                          <p:val>
                                            <p:strVal val="#ppt_w"/>
                                          </p:val>
                                        </p:tav>
                                      </p:tavLst>
                                    </p:anim>
                                    <p:anim calcmode="lin" valueType="num">
                                      <p:cBhvr>
                                        <p:cTn id="38" dur="500" fill="hold"/>
                                        <p:tgtEl>
                                          <p:spTgt spid="49"/>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 calcmode="lin" valueType="num">
                                      <p:cBhvr>
                                        <p:cTn id="41" dur="500" fill="hold"/>
                                        <p:tgtEl>
                                          <p:spTgt spid="50"/>
                                        </p:tgtEl>
                                        <p:attrNameLst>
                                          <p:attrName>ppt_w</p:attrName>
                                        </p:attrNameLst>
                                      </p:cBhvr>
                                      <p:tavLst>
                                        <p:tav tm="0">
                                          <p:val>
                                            <p:fltVal val="0"/>
                                          </p:val>
                                        </p:tav>
                                        <p:tav tm="100000">
                                          <p:val>
                                            <p:strVal val="#ppt_w"/>
                                          </p:val>
                                        </p:tav>
                                      </p:tavLst>
                                    </p:anim>
                                    <p:anim calcmode="lin" valueType="num">
                                      <p:cBhvr>
                                        <p:cTn id="42"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par>
                          <p:cTn id="52" fill="hold" nodeType="afterGroup">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left)">
                                      <p:cBhvr>
                                        <p:cTn id="55" dur="500"/>
                                        <p:tgtEl>
                                          <p:spTgt spid="37"/>
                                        </p:tgtEl>
                                      </p:cBhvr>
                                    </p:animEffect>
                                  </p:childTnLst>
                                </p:cTn>
                              </p:par>
                            </p:childTnLst>
                          </p:cTn>
                        </p:par>
                        <p:par>
                          <p:cTn id="56" fill="hold" nodeType="afterGroup">
                            <p:stCondLst>
                              <p:cond delay="1500"/>
                            </p:stCondLst>
                            <p:childTnLst>
                              <p:par>
                                <p:cTn id="57" presetID="22" presetClass="entr" presetSubtype="8"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par>
                          <p:cTn id="60" fill="hold" nodeType="afterGroup">
                            <p:stCondLst>
                              <p:cond delay="2000"/>
                            </p:stCondLst>
                            <p:childTnLst>
                              <p:par>
                                <p:cTn id="61" presetID="22" presetClass="entr" presetSubtype="8"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wipe(left)">
                                      <p:cBhvr>
                                        <p:cTn id="63" dur="500"/>
                                        <p:tgtEl>
                                          <p:spTgt spid="14"/>
                                        </p:tgtEl>
                                      </p:cBhvr>
                                    </p:animEffect>
                                  </p:childTnLst>
                                </p:cTn>
                              </p:par>
                            </p:childTnLst>
                          </p:cTn>
                        </p:par>
                        <p:par>
                          <p:cTn id="64" fill="hold" nodeType="afterGroup">
                            <p:stCondLst>
                              <p:cond delay="2500"/>
                            </p:stCondLst>
                            <p:childTnLst>
                              <p:par>
                                <p:cTn id="65" presetID="22" presetClass="entr" presetSubtype="8" fill="hold" grpId="0" nodeType="after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wipe(left)">
                                      <p:cBhvr>
                                        <p:cTn id="67" dur="500"/>
                                        <p:tgtEl>
                                          <p:spTgt spid="40"/>
                                        </p:tgtEl>
                                      </p:cBhvr>
                                    </p:animEffect>
                                  </p:childTnLst>
                                </p:cTn>
                              </p:par>
                            </p:childTnLst>
                          </p:cTn>
                        </p:par>
                        <p:par>
                          <p:cTn id="68" fill="hold" nodeType="afterGroup">
                            <p:stCondLst>
                              <p:cond delay="3000"/>
                            </p:stCondLst>
                            <p:childTnLst>
                              <p:par>
                                <p:cTn id="69" presetID="22" presetClass="entr" presetSubtype="8" fill="hold" grpId="0"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500"/>
                                        <p:tgtEl>
                                          <p:spTgt spid="41"/>
                                        </p:tgtEl>
                                      </p:cBhvr>
                                    </p:animEffect>
                                  </p:childTnLst>
                                </p:cTn>
                              </p:par>
                            </p:childTnLst>
                          </p:cTn>
                        </p:par>
                        <p:par>
                          <p:cTn id="72" fill="hold" nodeType="afterGroup">
                            <p:stCondLst>
                              <p:cond delay="3500"/>
                            </p:stCondLst>
                            <p:childTnLst>
                              <p:par>
                                <p:cTn id="73" presetID="22" presetClass="entr" presetSubtype="8" fill="hold" grpId="0" nodeType="after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wipe(left)">
                                      <p:cBhvr>
                                        <p:cTn id="75" dur="500"/>
                                        <p:tgtEl>
                                          <p:spTgt spid="4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nodeType="clickEffect">
                                  <p:stCondLst>
                                    <p:cond delay="0"/>
                                  </p:stCondLst>
                                  <p:childTnLst>
                                    <p:set>
                                      <p:cBhvr>
                                        <p:cTn id="79" dur="1" fill="hold">
                                          <p:stCondLst>
                                            <p:cond delay="0"/>
                                          </p:stCondLst>
                                        </p:cTn>
                                        <p:tgtEl>
                                          <p:spTgt spid="6153"/>
                                        </p:tgtEl>
                                        <p:attrNameLst>
                                          <p:attrName>style.visibility</p:attrName>
                                        </p:attrNameLst>
                                      </p:cBhvr>
                                      <p:to>
                                        <p:strVal val="visible"/>
                                      </p:to>
                                    </p:set>
                                    <p:animEffect transition="in" filter="dissolve">
                                      <p:cBhvr>
                                        <p:cTn id="80" dur="500"/>
                                        <p:tgtEl>
                                          <p:spTgt spid="6153"/>
                                        </p:tgtEl>
                                      </p:cBhvr>
                                    </p:animEffect>
                                  </p:childTnLst>
                                </p:cTn>
                              </p:par>
                            </p:childTnLst>
                          </p:cTn>
                        </p:par>
                        <p:par>
                          <p:cTn id="81" fill="hold" nodeType="afterGroup">
                            <p:stCondLst>
                              <p:cond delay="500"/>
                            </p:stCondLst>
                            <p:childTnLst>
                              <p:par>
                                <p:cTn id="82" presetID="23" presetClass="entr" presetSubtype="16" fill="hold" grpId="0" nodeType="afterEffect">
                                  <p:stCondLst>
                                    <p:cond delay="0"/>
                                  </p:stCondLst>
                                  <p:childTnLst>
                                    <p:set>
                                      <p:cBhvr>
                                        <p:cTn id="83" dur="1" fill="hold">
                                          <p:stCondLst>
                                            <p:cond delay="0"/>
                                          </p:stCondLst>
                                        </p:cTn>
                                        <p:tgtEl>
                                          <p:spTgt spid="52"/>
                                        </p:tgtEl>
                                        <p:attrNameLst>
                                          <p:attrName>style.visibility</p:attrName>
                                        </p:attrNameLst>
                                      </p:cBhvr>
                                      <p:to>
                                        <p:strVal val="visible"/>
                                      </p:to>
                                    </p:set>
                                    <p:anim calcmode="lin" valueType="num">
                                      <p:cBhvr>
                                        <p:cTn id="84" dur="500" fill="hold"/>
                                        <p:tgtEl>
                                          <p:spTgt spid="52"/>
                                        </p:tgtEl>
                                        <p:attrNameLst>
                                          <p:attrName>ppt_w</p:attrName>
                                        </p:attrNameLst>
                                      </p:cBhvr>
                                      <p:tavLst>
                                        <p:tav tm="0">
                                          <p:val>
                                            <p:fltVal val="0"/>
                                          </p:val>
                                        </p:tav>
                                        <p:tav tm="100000">
                                          <p:val>
                                            <p:strVal val="#ppt_w"/>
                                          </p:val>
                                        </p:tav>
                                      </p:tavLst>
                                    </p:anim>
                                    <p:anim calcmode="lin" valueType="num">
                                      <p:cBhvr>
                                        <p:cTn id="85" dur="500" fill="hold"/>
                                        <p:tgtEl>
                                          <p:spTgt spid="52"/>
                                        </p:tgtEl>
                                        <p:attrNameLst>
                                          <p:attrName>ppt_h</p:attrName>
                                        </p:attrNameLst>
                                      </p:cBhvr>
                                      <p:tavLst>
                                        <p:tav tm="0">
                                          <p:val>
                                            <p:fltVal val="0"/>
                                          </p:val>
                                        </p:tav>
                                        <p:tav tm="100000">
                                          <p:val>
                                            <p:strVal val="#ppt_h"/>
                                          </p:val>
                                        </p:tav>
                                      </p:tavLst>
                                    </p:anim>
                                  </p:childTnLst>
                                </p:cTn>
                              </p:par>
                              <p:par>
                                <p:cTn id="86" presetID="23" presetClass="entr" presetSubtype="16" fill="hold" grpId="0" nodeType="withEffect">
                                  <p:stCondLst>
                                    <p:cond delay="0"/>
                                  </p:stCondLst>
                                  <p:childTnLst>
                                    <p:set>
                                      <p:cBhvr>
                                        <p:cTn id="87" dur="1" fill="hold">
                                          <p:stCondLst>
                                            <p:cond delay="0"/>
                                          </p:stCondLst>
                                        </p:cTn>
                                        <p:tgtEl>
                                          <p:spTgt spid="53"/>
                                        </p:tgtEl>
                                        <p:attrNameLst>
                                          <p:attrName>style.visibility</p:attrName>
                                        </p:attrNameLst>
                                      </p:cBhvr>
                                      <p:to>
                                        <p:strVal val="visible"/>
                                      </p:to>
                                    </p:set>
                                    <p:anim calcmode="lin" valueType="num">
                                      <p:cBhvr>
                                        <p:cTn id="88" dur="500" fill="hold"/>
                                        <p:tgtEl>
                                          <p:spTgt spid="53"/>
                                        </p:tgtEl>
                                        <p:attrNameLst>
                                          <p:attrName>ppt_w</p:attrName>
                                        </p:attrNameLst>
                                      </p:cBhvr>
                                      <p:tavLst>
                                        <p:tav tm="0">
                                          <p:val>
                                            <p:fltVal val="0"/>
                                          </p:val>
                                        </p:tav>
                                        <p:tav tm="100000">
                                          <p:val>
                                            <p:strVal val="#ppt_w"/>
                                          </p:val>
                                        </p:tav>
                                      </p:tavLst>
                                    </p:anim>
                                    <p:anim calcmode="lin" valueType="num">
                                      <p:cBhvr>
                                        <p:cTn id="89"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nodeType="click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dissolve">
                                      <p:cBhvr>
                                        <p:cTn id="94" dur="500"/>
                                        <p:tgtEl>
                                          <p:spTgt spid="2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dissolve">
                                      <p:cBhvr>
                                        <p:cTn id="99" dur="500"/>
                                        <p:tgtEl>
                                          <p:spTgt spid="32"/>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wipe(left)">
                                      <p:cBhvr>
                                        <p:cTn id="103" dur="500"/>
                                        <p:tgtEl>
                                          <p:spTgt spid="21"/>
                                        </p:tgtEl>
                                      </p:cBhvr>
                                    </p:animEffect>
                                  </p:childTnLst>
                                </p:cTn>
                              </p:par>
                            </p:childTnLst>
                          </p:cTn>
                        </p:par>
                        <p:par>
                          <p:cTn id="104" fill="hold" nodeType="afterGroup">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wipe(down)">
                                      <p:cBhvr>
                                        <p:cTn id="107" dur="500"/>
                                        <p:tgtEl>
                                          <p:spTgt spid="2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wipe(left)">
                                      <p:cBhvr>
                                        <p:cTn id="112" dur="500"/>
                                        <p:tgtEl>
                                          <p:spTgt spid="3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wipe(left)">
                                      <p:cBhvr>
                                        <p:cTn id="117" dur="500"/>
                                        <p:tgtEl>
                                          <p:spTgt spid="31"/>
                                        </p:tgtEl>
                                      </p:cBhvr>
                                    </p:animEffect>
                                  </p:childTnLst>
                                </p:cTn>
                              </p:par>
                            </p:childTnLst>
                          </p:cTn>
                        </p:par>
                        <p:par>
                          <p:cTn id="118" fill="hold" nodeType="afterGroup">
                            <p:stCondLst>
                              <p:cond delay="500"/>
                            </p:stCondLst>
                            <p:childTnLst>
                              <p:par>
                                <p:cTn id="119" presetID="23" presetClass="entr" presetSubtype="16" fill="hold" grpId="0" nodeType="afterEffect">
                                  <p:stCondLst>
                                    <p:cond delay="0"/>
                                  </p:stCondLst>
                                  <p:childTnLst>
                                    <p:set>
                                      <p:cBhvr>
                                        <p:cTn id="120" dur="1" fill="hold">
                                          <p:stCondLst>
                                            <p:cond delay="0"/>
                                          </p:stCondLst>
                                        </p:cTn>
                                        <p:tgtEl>
                                          <p:spTgt spid="54"/>
                                        </p:tgtEl>
                                        <p:attrNameLst>
                                          <p:attrName>style.visibility</p:attrName>
                                        </p:attrNameLst>
                                      </p:cBhvr>
                                      <p:to>
                                        <p:strVal val="visible"/>
                                      </p:to>
                                    </p:set>
                                    <p:anim calcmode="lin" valueType="num">
                                      <p:cBhvr>
                                        <p:cTn id="121" dur="500" fill="hold"/>
                                        <p:tgtEl>
                                          <p:spTgt spid="54"/>
                                        </p:tgtEl>
                                        <p:attrNameLst>
                                          <p:attrName>ppt_w</p:attrName>
                                        </p:attrNameLst>
                                      </p:cBhvr>
                                      <p:tavLst>
                                        <p:tav tm="0">
                                          <p:val>
                                            <p:fltVal val="0"/>
                                          </p:val>
                                        </p:tav>
                                        <p:tav tm="100000">
                                          <p:val>
                                            <p:strVal val="#ppt_w"/>
                                          </p:val>
                                        </p:tav>
                                      </p:tavLst>
                                    </p:anim>
                                    <p:anim calcmode="lin" valueType="num">
                                      <p:cBhvr>
                                        <p:cTn id="122" dur="500" fill="hold"/>
                                        <p:tgtEl>
                                          <p:spTgt spid="54"/>
                                        </p:tgtEl>
                                        <p:attrNameLst>
                                          <p:attrName>ppt_h</p:attrName>
                                        </p:attrNameLst>
                                      </p:cBhvr>
                                      <p:tavLst>
                                        <p:tav tm="0">
                                          <p:val>
                                            <p:fltVal val="0"/>
                                          </p:val>
                                        </p:tav>
                                        <p:tav tm="100000">
                                          <p:val>
                                            <p:strVal val="#ppt_h"/>
                                          </p:val>
                                        </p:tav>
                                      </p:tavLst>
                                    </p:anim>
                                  </p:childTnLst>
                                </p:cTn>
                              </p:par>
                              <p:par>
                                <p:cTn id="123" presetID="23" presetClass="entr" presetSubtype="16"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 calcmode="lin" valueType="num">
                                      <p:cBhvr>
                                        <p:cTn id="125" dur="500" fill="hold"/>
                                        <p:tgtEl>
                                          <p:spTgt spid="55"/>
                                        </p:tgtEl>
                                        <p:attrNameLst>
                                          <p:attrName>ppt_w</p:attrName>
                                        </p:attrNameLst>
                                      </p:cBhvr>
                                      <p:tavLst>
                                        <p:tav tm="0">
                                          <p:val>
                                            <p:fltVal val="0"/>
                                          </p:val>
                                        </p:tav>
                                        <p:tav tm="100000">
                                          <p:val>
                                            <p:strVal val="#ppt_w"/>
                                          </p:val>
                                        </p:tav>
                                      </p:tavLst>
                                    </p:anim>
                                    <p:anim calcmode="lin" valueType="num">
                                      <p:cBhvr>
                                        <p:cTn id="12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wipe(left)">
                                      <p:cBhvr>
                                        <p:cTn id="131" dur="500"/>
                                        <p:tgtEl>
                                          <p:spTgt spid="30"/>
                                        </p:tgtEl>
                                      </p:cBhvr>
                                    </p:animEffect>
                                  </p:childTnLst>
                                </p:cTn>
                              </p:par>
                            </p:childTnLst>
                          </p:cTn>
                        </p:par>
                        <p:par>
                          <p:cTn id="132" fill="hold" nodeType="afterGroup">
                            <p:stCondLst>
                              <p:cond delay="500"/>
                            </p:stCondLst>
                            <p:childTnLst>
                              <p:par>
                                <p:cTn id="133" presetID="23" presetClass="entr" presetSubtype="16" fill="hold" grpId="0" nodeType="afterEffect">
                                  <p:stCondLst>
                                    <p:cond delay="0"/>
                                  </p:stCondLst>
                                  <p:childTnLst>
                                    <p:set>
                                      <p:cBhvr>
                                        <p:cTn id="134" dur="1" fill="hold">
                                          <p:stCondLst>
                                            <p:cond delay="0"/>
                                          </p:stCondLst>
                                        </p:cTn>
                                        <p:tgtEl>
                                          <p:spTgt spid="56"/>
                                        </p:tgtEl>
                                        <p:attrNameLst>
                                          <p:attrName>style.visibility</p:attrName>
                                        </p:attrNameLst>
                                      </p:cBhvr>
                                      <p:to>
                                        <p:strVal val="visible"/>
                                      </p:to>
                                    </p:set>
                                    <p:anim calcmode="lin" valueType="num">
                                      <p:cBhvr>
                                        <p:cTn id="135" dur="500" fill="hold"/>
                                        <p:tgtEl>
                                          <p:spTgt spid="56"/>
                                        </p:tgtEl>
                                        <p:attrNameLst>
                                          <p:attrName>ppt_w</p:attrName>
                                        </p:attrNameLst>
                                      </p:cBhvr>
                                      <p:tavLst>
                                        <p:tav tm="0">
                                          <p:val>
                                            <p:fltVal val="0"/>
                                          </p:val>
                                        </p:tav>
                                        <p:tav tm="100000">
                                          <p:val>
                                            <p:strVal val="#ppt_w"/>
                                          </p:val>
                                        </p:tav>
                                      </p:tavLst>
                                    </p:anim>
                                    <p:anim calcmode="lin" valueType="num">
                                      <p:cBhvr>
                                        <p:cTn id="136" dur="500" fill="hold"/>
                                        <p:tgtEl>
                                          <p:spTgt spid="56"/>
                                        </p:tgtEl>
                                        <p:attrNameLst>
                                          <p:attrName>ppt_h</p:attrName>
                                        </p:attrNameLst>
                                      </p:cBhvr>
                                      <p:tavLst>
                                        <p:tav tm="0">
                                          <p:val>
                                            <p:fltVal val="0"/>
                                          </p:val>
                                        </p:tav>
                                        <p:tav tm="100000">
                                          <p:val>
                                            <p:strVal val="#ppt_h"/>
                                          </p:val>
                                        </p:tav>
                                      </p:tavLst>
                                    </p:anim>
                                  </p:childTnLst>
                                </p:cTn>
                              </p:par>
                              <p:par>
                                <p:cTn id="137" presetID="23" presetClass="entr" presetSubtype="16" fill="hold" grpId="0" nodeType="withEffect">
                                  <p:stCondLst>
                                    <p:cond delay="0"/>
                                  </p:stCondLst>
                                  <p:childTnLst>
                                    <p:set>
                                      <p:cBhvr>
                                        <p:cTn id="138" dur="1" fill="hold">
                                          <p:stCondLst>
                                            <p:cond delay="0"/>
                                          </p:stCondLst>
                                        </p:cTn>
                                        <p:tgtEl>
                                          <p:spTgt spid="57"/>
                                        </p:tgtEl>
                                        <p:attrNameLst>
                                          <p:attrName>style.visibility</p:attrName>
                                        </p:attrNameLst>
                                      </p:cBhvr>
                                      <p:to>
                                        <p:strVal val="visible"/>
                                      </p:to>
                                    </p:set>
                                    <p:anim calcmode="lin" valueType="num">
                                      <p:cBhvr>
                                        <p:cTn id="139" dur="500" fill="hold"/>
                                        <p:tgtEl>
                                          <p:spTgt spid="57"/>
                                        </p:tgtEl>
                                        <p:attrNameLst>
                                          <p:attrName>ppt_w</p:attrName>
                                        </p:attrNameLst>
                                      </p:cBhvr>
                                      <p:tavLst>
                                        <p:tav tm="0">
                                          <p:val>
                                            <p:fltVal val="0"/>
                                          </p:val>
                                        </p:tav>
                                        <p:tav tm="100000">
                                          <p:val>
                                            <p:strVal val="#ppt_w"/>
                                          </p:val>
                                        </p:tav>
                                      </p:tavLst>
                                    </p:anim>
                                    <p:anim calcmode="lin" valueType="num">
                                      <p:cBhvr>
                                        <p:cTn id="14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29"/>
                                        </p:tgtEl>
                                        <p:attrNameLst>
                                          <p:attrName>style.visibility</p:attrName>
                                        </p:attrNameLst>
                                      </p:cBhvr>
                                      <p:to>
                                        <p:strVal val="visible"/>
                                      </p:to>
                                    </p:set>
                                    <p:animEffect transition="in" filter="wipe(left)">
                                      <p:cBhvr>
                                        <p:cTn id="145" dur="500"/>
                                        <p:tgtEl>
                                          <p:spTgt spid="29"/>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18"/>
                                        </p:tgtEl>
                                        <p:attrNameLst>
                                          <p:attrName>style.visibility</p:attrName>
                                        </p:attrNameLst>
                                      </p:cBhvr>
                                      <p:to>
                                        <p:strVal val="visible"/>
                                      </p:to>
                                    </p:set>
                                    <p:animEffect transition="in" filter="wipe(left)">
                                      <p:cBhvr>
                                        <p:cTn id="150" dur="500"/>
                                        <p:tgtEl>
                                          <p:spTgt spid="18"/>
                                        </p:tgtEl>
                                      </p:cBhvr>
                                    </p:animEffect>
                                  </p:childTnLst>
                                </p:cTn>
                              </p:par>
                            </p:childTnLst>
                          </p:cTn>
                        </p:par>
                        <p:par>
                          <p:cTn id="151" fill="hold" nodeType="afterGroup">
                            <p:stCondLst>
                              <p:cond delay="500"/>
                            </p:stCondLst>
                            <p:childTnLst>
                              <p:par>
                                <p:cTn id="152" presetID="22" presetClass="entr" presetSubtype="8" fill="hold" grpId="0" nodeType="afterEffect">
                                  <p:stCondLst>
                                    <p:cond delay="0"/>
                                  </p:stCondLst>
                                  <p:childTnLst>
                                    <p:set>
                                      <p:cBhvr>
                                        <p:cTn id="153" dur="1" fill="hold">
                                          <p:stCondLst>
                                            <p:cond delay="0"/>
                                          </p:stCondLst>
                                        </p:cTn>
                                        <p:tgtEl>
                                          <p:spTgt spid="9"/>
                                        </p:tgtEl>
                                        <p:attrNameLst>
                                          <p:attrName>style.visibility</p:attrName>
                                        </p:attrNameLst>
                                      </p:cBhvr>
                                      <p:to>
                                        <p:strVal val="visible"/>
                                      </p:to>
                                    </p:set>
                                    <p:animEffect transition="in" filter="wipe(left)">
                                      <p:cBhvr>
                                        <p:cTn id="154" dur="500"/>
                                        <p:tgtEl>
                                          <p:spTgt spid="9"/>
                                        </p:tgtEl>
                                      </p:cBhvr>
                                    </p:animEffect>
                                  </p:childTnLst>
                                </p:cTn>
                              </p:par>
                            </p:childTnLst>
                          </p:cTn>
                        </p:par>
                        <p:par>
                          <p:cTn id="155" fill="hold" nodeType="afterGroup">
                            <p:stCondLst>
                              <p:cond delay="1000"/>
                            </p:stCondLst>
                            <p:childTnLst>
                              <p:par>
                                <p:cTn id="156" presetID="22" presetClass="entr" presetSubtype="8" fill="hold" grpId="0" nodeType="after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wipe(left)">
                                      <p:cBhvr>
                                        <p:cTn id="158" dur="500"/>
                                        <p:tgtEl>
                                          <p:spTgt spid="39"/>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9"/>
                                        </p:tgtEl>
                                        <p:attrNameLst>
                                          <p:attrName>style.visibility</p:attrName>
                                        </p:attrNameLst>
                                      </p:cBhvr>
                                      <p:to>
                                        <p:strVal val="visible"/>
                                      </p:to>
                                    </p:set>
                                    <p:animEffect transition="in" filter="wipe(left)">
                                      <p:cBhvr>
                                        <p:cTn id="163" dur="500"/>
                                        <p:tgtEl>
                                          <p:spTgt spid="19"/>
                                        </p:tgtEl>
                                      </p:cBhvr>
                                    </p:animEffect>
                                  </p:childTnLst>
                                </p:cTn>
                              </p:par>
                            </p:childTnLst>
                          </p:cTn>
                        </p:par>
                        <p:par>
                          <p:cTn id="164" fill="hold" nodeType="afterGroup">
                            <p:stCondLst>
                              <p:cond delay="500"/>
                            </p:stCondLst>
                            <p:childTnLst>
                              <p:par>
                                <p:cTn id="165" presetID="22" presetClass="entr" presetSubtype="4" fill="hold" grpId="0" nodeType="afterEffect">
                                  <p:stCondLst>
                                    <p:cond delay="0"/>
                                  </p:stCondLst>
                                  <p:childTnLst>
                                    <p:set>
                                      <p:cBhvr>
                                        <p:cTn id="166" dur="1" fill="hold">
                                          <p:stCondLst>
                                            <p:cond delay="0"/>
                                          </p:stCondLst>
                                        </p:cTn>
                                        <p:tgtEl>
                                          <p:spTgt spid="24"/>
                                        </p:tgtEl>
                                        <p:attrNameLst>
                                          <p:attrName>style.visibility</p:attrName>
                                        </p:attrNameLst>
                                      </p:cBhvr>
                                      <p:to>
                                        <p:strVal val="visible"/>
                                      </p:to>
                                    </p:set>
                                    <p:animEffect transition="in" filter="wipe(down)">
                                      <p:cBhvr>
                                        <p:cTn id="167" dur="500"/>
                                        <p:tgtEl>
                                          <p:spTgt spid="24"/>
                                        </p:tgtEl>
                                      </p:cBhvr>
                                    </p:animEffect>
                                  </p:childTnLst>
                                </p:cTn>
                              </p:par>
                            </p:childTnLst>
                          </p:cTn>
                        </p:par>
                        <p:par>
                          <p:cTn id="168" fill="hold" nodeType="afterGroup">
                            <p:stCondLst>
                              <p:cond delay="1000"/>
                            </p:stCondLst>
                            <p:childTnLst>
                              <p:par>
                                <p:cTn id="169" presetID="22" presetClass="entr" presetSubtype="8" fill="hold" grpId="0" nodeType="afterEffect">
                                  <p:stCondLst>
                                    <p:cond delay="0"/>
                                  </p:stCondLst>
                                  <p:childTnLst>
                                    <p:set>
                                      <p:cBhvr>
                                        <p:cTn id="170" dur="1" fill="hold">
                                          <p:stCondLst>
                                            <p:cond delay="0"/>
                                          </p:stCondLst>
                                        </p:cTn>
                                        <p:tgtEl>
                                          <p:spTgt spid="20"/>
                                        </p:tgtEl>
                                        <p:attrNameLst>
                                          <p:attrName>style.visibility</p:attrName>
                                        </p:attrNameLst>
                                      </p:cBhvr>
                                      <p:to>
                                        <p:strVal val="visible"/>
                                      </p:to>
                                    </p:set>
                                    <p:animEffect transition="in" filter="wipe(left)">
                                      <p:cBhvr>
                                        <p:cTn id="171" dur="500"/>
                                        <p:tgtEl>
                                          <p:spTgt spid="20"/>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8"/>
                                        </p:tgtEl>
                                        <p:attrNameLst>
                                          <p:attrName>style.visibility</p:attrName>
                                        </p:attrNameLst>
                                      </p:cBhvr>
                                      <p:to>
                                        <p:strVal val="visible"/>
                                      </p:to>
                                    </p:set>
                                    <p:animEffect transition="in" filter="wipe(left)">
                                      <p:cBhvr>
                                        <p:cTn id="176" dur="500"/>
                                        <p:tgtEl>
                                          <p:spTgt spid="8"/>
                                        </p:tgtEl>
                                      </p:cBhvr>
                                    </p:animEffect>
                                  </p:childTnLst>
                                </p:cTn>
                              </p:par>
                            </p:childTnLst>
                          </p:cTn>
                        </p:par>
                        <p:par>
                          <p:cTn id="177" fill="hold" nodeType="afterGroup">
                            <p:stCondLst>
                              <p:cond delay="500"/>
                            </p:stCondLst>
                            <p:childTnLst>
                              <p:par>
                                <p:cTn id="178" presetID="22" presetClass="entr" presetSubtype="8" fill="hold" grpId="0" nodeType="afterEffect">
                                  <p:stCondLst>
                                    <p:cond delay="0"/>
                                  </p:stCondLst>
                                  <p:childTnLst>
                                    <p:set>
                                      <p:cBhvr>
                                        <p:cTn id="179" dur="1" fill="hold">
                                          <p:stCondLst>
                                            <p:cond delay="0"/>
                                          </p:stCondLst>
                                        </p:cTn>
                                        <p:tgtEl>
                                          <p:spTgt spid="17"/>
                                        </p:tgtEl>
                                        <p:attrNameLst>
                                          <p:attrName>style.visibility</p:attrName>
                                        </p:attrNameLst>
                                      </p:cBhvr>
                                      <p:to>
                                        <p:strVal val="visible"/>
                                      </p:to>
                                    </p:set>
                                    <p:animEffect transition="in" filter="wipe(left)">
                                      <p:cBhvr>
                                        <p:cTn id="180" dur="500"/>
                                        <p:tgtEl>
                                          <p:spTgt spid="17"/>
                                        </p:tgtEl>
                                      </p:cBhvr>
                                    </p:animEffect>
                                  </p:childTnLst>
                                </p:cTn>
                              </p:par>
                            </p:childTnLst>
                          </p:cTn>
                        </p:par>
                        <p:par>
                          <p:cTn id="181" fill="hold" nodeType="afterGroup">
                            <p:stCondLst>
                              <p:cond delay="1000"/>
                            </p:stCondLst>
                            <p:childTnLst>
                              <p:par>
                                <p:cTn id="182" presetID="22" presetClass="entr" presetSubtype="8" fill="hold" grpId="0" nodeType="afterEffect">
                                  <p:stCondLst>
                                    <p:cond delay="0"/>
                                  </p:stCondLst>
                                  <p:childTnLst>
                                    <p:set>
                                      <p:cBhvr>
                                        <p:cTn id="183" dur="1" fill="hold">
                                          <p:stCondLst>
                                            <p:cond delay="0"/>
                                          </p:stCondLst>
                                        </p:cTn>
                                        <p:tgtEl>
                                          <p:spTgt spid="34"/>
                                        </p:tgtEl>
                                        <p:attrNameLst>
                                          <p:attrName>style.visibility</p:attrName>
                                        </p:attrNameLst>
                                      </p:cBhvr>
                                      <p:to>
                                        <p:strVal val="visible"/>
                                      </p:to>
                                    </p:set>
                                    <p:animEffect transition="in" filter="wipe(left)">
                                      <p:cBhvr>
                                        <p:cTn id="184" dur="500"/>
                                        <p:tgtEl>
                                          <p:spTgt spid="34"/>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28"/>
                                        </p:tgtEl>
                                        <p:attrNameLst>
                                          <p:attrName>style.visibility</p:attrName>
                                        </p:attrNameLst>
                                      </p:cBhvr>
                                      <p:to>
                                        <p:strVal val="visible"/>
                                      </p:to>
                                    </p:set>
                                    <p:animEffect transition="in" filter="wipe(left)">
                                      <p:cBhvr>
                                        <p:cTn id="189" dur="500"/>
                                        <p:tgtEl>
                                          <p:spTgt spid="28"/>
                                        </p:tgtEl>
                                      </p:cBhvr>
                                    </p:animEffect>
                                  </p:childTnLst>
                                </p:cTn>
                              </p:par>
                            </p:childTnLst>
                          </p:cTn>
                        </p:par>
                        <p:par>
                          <p:cTn id="190" fill="hold" nodeType="afterGroup">
                            <p:stCondLst>
                              <p:cond delay="500"/>
                            </p:stCondLst>
                            <p:childTnLst>
                              <p:par>
                                <p:cTn id="191" presetID="22" presetClass="entr" presetSubtype="8" fill="hold" nodeType="afterEffect">
                                  <p:stCondLst>
                                    <p:cond delay="0"/>
                                  </p:stCondLst>
                                  <p:childTnLst>
                                    <p:set>
                                      <p:cBhvr>
                                        <p:cTn id="192" dur="1" fill="hold">
                                          <p:stCondLst>
                                            <p:cond delay="0"/>
                                          </p:stCondLst>
                                        </p:cTn>
                                        <p:tgtEl>
                                          <p:spTgt spid="2"/>
                                        </p:tgtEl>
                                        <p:attrNameLst>
                                          <p:attrName>style.visibility</p:attrName>
                                        </p:attrNameLst>
                                      </p:cBhvr>
                                      <p:to>
                                        <p:strVal val="visible"/>
                                      </p:to>
                                    </p:set>
                                    <p:animEffect transition="in" filter="wipe(left)">
                                      <p:cBhvr>
                                        <p:cTn id="193" dur="500"/>
                                        <p:tgtEl>
                                          <p:spTgt spid="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8" fill="hold" grpId="0" nodeType="clickEffect">
                                  <p:stCondLst>
                                    <p:cond delay="0"/>
                                  </p:stCondLst>
                                  <p:childTnLst>
                                    <p:set>
                                      <p:cBhvr>
                                        <p:cTn id="197" dur="1" fill="hold">
                                          <p:stCondLst>
                                            <p:cond delay="0"/>
                                          </p:stCondLst>
                                        </p:cTn>
                                        <p:tgtEl>
                                          <p:spTgt spid="33"/>
                                        </p:tgtEl>
                                        <p:attrNameLst>
                                          <p:attrName>style.visibility</p:attrName>
                                        </p:attrNameLst>
                                      </p:cBhvr>
                                      <p:to>
                                        <p:strVal val="visible"/>
                                      </p:to>
                                    </p:set>
                                    <p:animEffect transition="in" filter="wipe(left)">
                                      <p:cBhvr>
                                        <p:cTn id="198" dur="500"/>
                                        <p:tgtEl>
                                          <p:spTgt spid="33"/>
                                        </p:tgtEl>
                                      </p:cBhvr>
                                    </p:animEffect>
                                  </p:childTnLst>
                                </p:cTn>
                              </p:par>
                            </p:childTnLst>
                          </p:cTn>
                        </p:par>
                        <p:par>
                          <p:cTn id="199" fill="hold" nodeType="afterGroup">
                            <p:stCondLst>
                              <p:cond delay="500"/>
                            </p:stCondLst>
                            <p:childTnLst>
                              <p:par>
                                <p:cTn id="200" presetID="22" presetClass="entr" presetSubtype="8" fill="hold" grpId="0" nodeType="afterEffect">
                                  <p:stCondLst>
                                    <p:cond delay="0"/>
                                  </p:stCondLst>
                                  <p:childTnLst>
                                    <p:set>
                                      <p:cBhvr>
                                        <p:cTn id="201" dur="1" fill="hold">
                                          <p:stCondLst>
                                            <p:cond delay="0"/>
                                          </p:stCondLst>
                                        </p:cTn>
                                        <p:tgtEl>
                                          <p:spTgt spid="35"/>
                                        </p:tgtEl>
                                        <p:attrNameLst>
                                          <p:attrName>style.visibility</p:attrName>
                                        </p:attrNameLst>
                                      </p:cBhvr>
                                      <p:to>
                                        <p:strVal val="visible"/>
                                      </p:to>
                                    </p:set>
                                    <p:animEffect transition="in" filter="wipe(left)">
                                      <p:cBhvr>
                                        <p:cTn id="202" dur="500"/>
                                        <p:tgtEl>
                                          <p:spTgt spid="35"/>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8" fill="hold" grpId="0" nodeType="click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wipe(left)">
                                      <p:cBhvr>
                                        <p:cTn id="207" dur="500"/>
                                        <p:tgtEl>
                                          <p:spTgt spid="44"/>
                                        </p:tgtEl>
                                      </p:cBhvr>
                                    </p:animEffect>
                                  </p:childTnLst>
                                </p:cTn>
                              </p:par>
                            </p:childTnLst>
                          </p:cTn>
                        </p:par>
                        <p:par>
                          <p:cTn id="208" fill="hold" nodeType="afterGroup">
                            <p:stCondLst>
                              <p:cond delay="500"/>
                            </p:stCondLst>
                            <p:childTnLst>
                              <p:par>
                                <p:cTn id="209" presetID="22" presetClass="entr" presetSubtype="1" fill="hold" grpId="0" nodeType="afterEffect">
                                  <p:stCondLst>
                                    <p:cond delay="0"/>
                                  </p:stCondLst>
                                  <p:childTnLst>
                                    <p:set>
                                      <p:cBhvr>
                                        <p:cTn id="210" dur="1" fill="hold">
                                          <p:stCondLst>
                                            <p:cond delay="0"/>
                                          </p:stCondLst>
                                        </p:cTn>
                                        <p:tgtEl>
                                          <p:spTgt spid="45"/>
                                        </p:tgtEl>
                                        <p:attrNameLst>
                                          <p:attrName>style.visibility</p:attrName>
                                        </p:attrNameLst>
                                      </p:cBhvr>
                                      <p:to>
                                        <p:strVal val="visible"/>
                                      </p:to>
                                    </p:set>
                                    <p:animEffect transition="in" filter="wipe(up)">
                                      <p:cBhvr>
                                        <p:cTn id="211" dur="500"/>
                                        <p:tgtEl>
                                          <p:spTgt spid="45"/>
                                        </p:tgtEl>
                                      </p:cBhvr>
                                    </p:animEffect>
                                  </p:childTnLst>
                                </p:cTn>
                              </p:par>
                            </p:childTnLst>
                          </p:cTn>
                        </p:par>
                        <p:par>
                          <p:cTn id="212" fill="hold" nodeType="afterGroup">
                            <p:stCondLst>
                              <p:cond delay="1000"/>
                            </p:stCondLst>
                            <p:childTnLst>
                              <p:par>
                                <p:cTn id="213" presetID="9" presetClass="entr" presetSubtype="0" fill="hold" grpId="0" nodeType="afterEffect">
                                  <p:stCondLst>
                                    <p:cond delay="0"/>
                                  </p:stCondLst>
                                  <p:childTnLst>
                                    <p:set>
                                      <p:cBhvr>
                                        <p:cTn id="214" dur="1" fill="hold">
                                          <p:stCondLst>
                                            <p:cond delay="0"/>
                                          </p:stCondLst>
                                        </p:cTn>
                                        <p:tgtEl>
                                          <p:spTgt spid="43"/>
                                        </p:tgtEl>
                                        <p:attrNameLst>
                                          <p:attrName>style.visibility</p:attrName>
                                        </p:attrNameLst>
                                      </p:cBhvr>
                                      <p:to>
                                        <p:strVal val="visible"/>
                                      </p:to>
                                    </p:set>
                                    <p:animEffect transition="in" filter="dissolve">
                                      <p:cBhvr>
                                        <p:cTn id="21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7" grpId="0" animBg="1"/>
      <p:bldP spid="28"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p:bldP spid="44" grpId="0" animBg="1"/>
      <p:bldP spid="45" grpId="0" animBg="1"/>
      <p:bldP spid="49" grpId="0" animBg="1"/>
      <p:bldP spid="50" grpId="0" animBg="1"/>
      <p:bldP spid="52" grpId="0" animBg="1"/>
      <p:bldP spid="53" grpId="0" animBg="1"/>
      <p:bldP spid="54" grpId="0" animBg="1"/>
      <p:bldP spid="55" grpId="0" animBg="1"/>
      <p:bldP spid="56" grpId="0" animBg="1"/>
      <p:bldP spid="5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9"/>
          <p:cNvSpPr>
            <a:spLocks noGrp="1"/>
          </p:cNvSpPr>
          <p:nvPr>
            <p:ph type="title"/>
          </p:nvPr>
        </p:nvSpPr>
        <p:spPr>
          <a:xfrm>
            <a:off x="0" y="0"/>
            <a:ext cx="9144000" cy="1143000"/>
          </a:xfrm>
        </p:spPr>
        <p:txBody>
          <a:bodyPr/>
          <a:lstStyle/>
          <a:p>
            <a:pPr eaLnBrk="1" hangingPunct="1"/>
            <a:r>
              <a:rPr lang="en-US" altLang="en-US" smtClean="0">
                <a:ea typeface="Calibri" pitchFamily="34" charset="0"/>
              </a:rPr>
              <a:t>TMOD Register</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1000125"/>
            <a:ext cx="87058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a:spLocks noChangeArrowheads="1"/>
          </p:cNvSpPr>
          <p:nvPr/>
        </p:nvSpPr>
        <p:spPr bwMode="auto">
          <a:xfrm>
            <a:off x="241300" y="3000375"/>
            <a:ext cx="87153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400" b="1">
                <a:solidFill>
                  <a:srgbClr val="00FFFF"/>
                </a:solidFill>
              </a:rPr>
              <a:t>GATE:</a:t>
            </a:r>
          </a:p>
          <a:p>
            <a:pPr lvl="1"/>
            <a:r>
              <a:rPr lang="en-US" altLang="en-US" sz="2400" b="1">
                <a:solidFill>
                  <a:schemeClr val="tx1"/>
                </a:solidFill>
              </a:rPr>
              <a:t>When set</a:t>
            </a:r>
            <a:r>
              <a:rPr lang="en-US" altLang="en-US" sz="2400">
                <a:solidFill>
                  <a:schemeClr val="tx1"/>
                </a:solidFill>
              </a:rPr>
              <a:t>, timer/counter x is enabled, </a:t>
            </a:r>
            <a:r>
              <a:rPr lang="en-US" altLang="en-US" sz="2400" b="1">
                <a:solidFill>
                  <a:schemeClr val="tx1"/>
                </a:solidFill>
              </a:rPr>
              <a:t>if</a:t>
            </a:r>
            <a:r>
              <a:rPr lang="en-US" altLang="en-US" sz="2400">
                <a:solidFill>
                  <a:schemeClr val="tx1"/>
                </a:solidFill>
              </a:rPr>
              <a:t> INTx pin is high and TRx is set. </a:t>
            </a:r>
          </a:p>
          <a:p>
            <a:pPr lvl="1">
              <a:spcAft>
                <a:spcPts val="3600"/>
              </a:spcAft>
            </a:pPr>
            <a:r>
              <a:rPr lang="en-US" altLang="en-US" sz="2400" b="1">
                <a:solidFill>
                  <a:schemeClr val="tx1"/>
                </a:solidFill>
              </a:rPr>
              <a:t>When cleared</a:t>
            </a:r>
            <a:r>
              <a:rPr lang="en-US" altLang="en-US" sz="2400">
                <a:solidFill>
                  <a:schemeClr val="tx1"/>
                </a:solidFill>
              </a:rPr>
              <a:t>, timer/counter x is enabled, </a:t>
            </a:r>
            <a:r>
              <a:rPr lang="en-US" altLang="en-US" sz="2400" b="1">
                <a:solidFill>
                  <a:schemeClr val="tx1"/>
                </a:solidFill>
              </a:rPr>
              <a:t>if</a:t>
            </a:r>
            <a:r>
              <a:rPr lang="en-US" altLang="en-US" sz="2400">
                <a:solidFill>
                  <a:schemeClr val="tx1"/>
                </a:solidFill>
              </a:rPr>
              <a:t> TRx bit set.</a:t>
            </a:r>
          </a:p>
          <a:p>
            <a:r>
              <a:rPr lang="en-US" altLang="en-US" sz="2400" b="1">
                <a:solidFill>
                  <a:srgbClr val="00FFFF"/>
                </a:solidFill>
              </a:rPr>
              <a:t>C/T*:</a:t>
            </a:r>
          </a:p>
          <a:p>
            <a:pPr lvl="1"/>
            <a:r>
              <a:rPr lang="en-US" altLang="en-US" sz="2400" b="1">
                <a:solidFill>
                  <a:schemeClr val="tx1"/>
                </a:solidFill>
              </a:rPr>
              <a:t>When set</a:t>
            </a:r>
            <a:r>
              <a:rPr lang="en-US" altLang="en-US" sz="2400">
                <a:solidFill>
                  <a:schemeClr val="tx1"/>
                </a:solidFill>
              </a:rPr>
              <a:t>, counter operation (input from Tx input pin).</a:t>
            </a:r>
          </a:p>
          <a:p>
            <a:pPr lvl="1"/>
            <a:r>
              <a:rPr lang="en-US" altLang="en-US" sz="2400" b="1">
                <a:solidFill>
                  <a:schemeClr val="tx1"/>
                </a:solidFill>
              </a:rPr>
              <a:t>When cleared</a:t>
            </a:r>
            <a:r>
              <a:rPr lang="en-US" altLang="en-US" sz="2400">
                <a:solidFill>
                  <a:schemeClr val="tx1"/>
                </a:solidFill>
              </a:rPr>
              <a:t>, timer operation (input from internal clock). </a:t>
            </a:r>
          </a:p>
        </p:txBody>
      </p:sp>
      <p:sp>
        <p:nvSpPr>
          <p:cNvPr id="13" name="Rectangle 12"/>
          <p:cNvSpPr>
            <a:spLocks noChangeArrowheads="1"/>
          </p:cNvSpPr>
          <p:nvPr/>
        </p:nvSpPr>
        <p:spPr bwMode="auto">
          <a:xfrm>
            <a:off x="285750" y="1428750"/>
            <a:ext cx="1071563"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4" name="Rectangle 13"/>
          <p:cNvSpPr>
            <a:spLocks noChangeArrowheads="1"/>
          </p:cNvSpPr>
          <p:nvPr/>
        </p:nvSpPr>
        <p:spPr bwMode="auto">
          <a:xfrm>
            <a:off x="4572000" y="1428750"/>
            <a:ext cx="1071563"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5" name="Rectangle 14"/>
          <p:cNvSpPr>
            <a:spLocks noChangeArrowheads="1"/>
          </p:cNvSpPr>
          <p:nvPr/>
        </p:nvSpPr>
        <p:spPr bwMode="auto">
          <a:xfrm>
            <a:off x="1357313" y="1428750"/>
            <a:ext cx="1071562"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6" name="Rectangle 15"/>
          <p:cNvSpPr>
            <a:spLocks noChangeArrowheads="1"/>
          </p:cNvSpPr>
          <p:nvPr/>
        </p:nvSpPr>
        <p:spPr bwMode="auto">
          <a:xfrm>
            <a:off x="5643563" y="1428750"/>
            <a:ext cx="1071562"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7" name="Rectangle 16"/>
          <p:cNvSpPr>
            <a:spLocks noChangeArrowheads="1"/>
          </p:cNvSpPr>
          <p:nvPr/>
        </p:nvSpPr>
        <p:spPr bwMode="auto">
          <a:xfrm>
            <a:off x="2428875" y="1428750"/>
            <a:ext cx="1071563"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8" name="Rectangle 17"/>
          <p:cNvSpPr>
            <a:spLocks noChangeArrowheads="1"/>
          </p:cNvSpPr>
          <p:nvPr/>
        </p:nvSpPr>
        <p:spPr bwMode="auto">
          <a:xfrm>
            <a:off x="3500438" y="1428750"/>
            <a:ext cx="1071562"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19" name="Rectangle 18"/>
          <p:cNvSpPr>
            <a:spLocks noChangeArrowheads="1"/>
          </p:cNvSpPr>
          <p:nvPr/>
        </p:nvSpPr>
        <p:spPr bwMode="auto">
          <a:xfrm>
            <a:off x="6715125" y="1428750"/>
            <a:ext cx="1071563"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
        <p:nvSpPr>
          <p:cNvPr id="20" name="Rectangle 19"/>
          <p:cNvSpPr>
            <a:spLocks noChangeArrowheads="1"/>
          </p:cNvSpPr>
          <p:nvPr/>
        </p:nvSpPr>
        <p:spPr bwMode="auto">
          <a:xfrm>
            <a:off x="7786688" y="1428750"/>
            <a:ext cx="1071562" cy="500063"/>
          </a:xfrm>
          <a:prstGeom prst="rect">
            <a:avLst/>
          </a:prstGeom>
          <a:solidFill>
            <a:srgbClr val="FF0000">
              <a:alpha val="54901"/>
            </a:srgbClr>
          </a:solidFill>
          <a:ln w="12700" algn="ctr">
            <a:solidFill>
              <a:schemeClr val="tx1"/>
            </a:solidFill>
            <a:round/>
            <a:headEnd type="none" w="sm" len="sm"/>
            <a:tailEnd type="none" w="sm" len="sm"/>
          </a:ln>
        </p:spPr>
        <p:txBody>
          <a:bodyPr/>
          <a:lstStyle/>
          <a:p>
            <a:endParaRPr lang="en-US" altLang="en-US"/>
          </a:p>
        </p:txBody>
      </p:sp>
    </p:spTree>
    <p:extLst>
      <p:ext uri="{BB962C8B-B14F-4D97-AF65-F5344CB8AC3E}">
        <p14:creationId xmlns:p14="http://schemas.microsoft.com/office/powerpoint/2010/main" val="36266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dissolve">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dissolve">
                                      <p:cBhvr>
                                        <p:cTn id="21" dur="500"/>
                                        <p:tgtEl>
                                          <p:spTgt spid="12">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7" presetClass="entr" presetSubtype="0" fill="hold"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1000"/>
                                        <p:tgtEl>
                                          <p:spTgt spid="12">
                                            <p:txEl>
                                              <p:pRg st="1" end="1"/>
                                            </p:txEl>
                                          </p:spTgt>
                                        </p:tgtEl>
                                      </p:cBhvr>
                                    </p:animEffect>
                                    <p:anim calcmode="lin" valueType="num">
                                      <p:cBhvr>
                                        <p:cTn id="27"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7" presetClass="entr" presetSubtype="0" fill="hold" nodeType="click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animEffect transition="in" filter="fade">
                                      <p:cBhvr>
                                        <p:cTn id="33" dur="1000"/>
                                        <p:tgtEl>
                                          <p:spTgt spid="12">
                                            <p:txEl>
                                              <p:pRg st="2" end="2"/>
                                            </p:txEl>
                                          </p:spTgt>
                                        </p:tgtEl>
                                      </p:cBhvr>
                                    </p:animEffect>
                                    <p:anim calcmode="lin" valueType="num">
                                      <p:cBhvr>
                                        <p:cTn id="34"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xit" presetSubtype="0" fill="hold" grpId="1" nodeType="clickEffect">
                                  <p:stCondLst>
                                    <p:cond delay="0"/>
                                  </p:stCondLst>
                                  <p:childTnLst>
                                    <p:anim calcmode="lin" valueType="num">
                                      <p:cBhvr>
                                        <p:cTn id="39" dur="500"/>
                                        <p:tgtEl>
                                          <p:spTgt spid="13"/>
                                        </p:tgtEl>
                                        <p:attrNameLst>
                                          <p:attrName>ppt_w</p:attrName>
                                        </p:attrNameLst>
                                      </p:cBhvr>
                                      <p:tavLst>
                                        <p:tav tm="0">
                                          <p:val>
                                            <p:strVal val="ppt_w"/>
                                          </p:val>
                                        </p:tav>
                                        <p:tav tm="100000">
                                          <p:val>
                                            <p:fltVal val="0"/>
                                          </p:val>
                                        </p:tav>
                                      </p:tavLst>
                                    </p:anim>
                                    <p:anim calcmode="lin" valueType="num">
                                      <p:cBhvr>
                                        <p:cTn id="40" dur="500"/>
                                        <p:tgtEl>
                                          <p:spTgt spid="13"/>
                                        </p:tgtEl>
                                        <p:attrNameLst>
                                          <p:attrName>ppt_h</p:attrName>
                                        </p:attrNameLst>
                                      </p:cBhvr>
                                      <p:tavLst>
                                        <p:tav tm="0">
                                          <p:val>
                                            <p:strVal val="ppt_h"/>
                                          </p:val>
                                        </p:tav>
                                        <p:tav tm="100000">
                                          <p:val>
                                            <p:fltVal val="0"/>
                                          </p:val>
                                        </p:tav>
                                      </p:tavLst>
                                    </p:anim>
                                    <p:animEffect transition="out" filter="fade">
                                      <p:cBhvr>
                                        <p:cTn id="41" dur="500"/>
                                        <p:tgtEl>
                                          <p:spTgt spid="13"/>
                                        </p:tgtEl>
                                      </p:cBhvr>
                                    </p:animEffect>
                                    <p:set>
                                      <p:cBhvr>
                                        <p:cTn id="42" dur="1" fill="hold">
                                          <p:stCondLst>
                                            <p:cond delay="499"/>
                                          </p:stCondLst>
                                        </p:cTn>
                                        <p:tgtEl>
                                          <p:spTgt spid="13"/>
                                        </p:tgtEl>
                                        <p:attrNameLst>
                                          <p:attrName>style.visibility</p:attrName>
                                        </p:attrNameLst>
                                      </p:cBhvr>
                                      <p:to>
                                        <p:strVal val="hidden"/>
                                      </p:to>
                                    </p:set>
                                  </p:childTnLst>
                                </p:cTn>
                              </p:par>
                              <p:par>
                                <p:cTn id="43" presetID="53" presetClass="exit" presetSubtype="0" fill="hold" grpId="1" nodeType="withEffect">
                                  <p:stCondLst>
                                    <p:cond delay="0"/>
                                  </p:stCondLst>
                                  <p:childTnLst>
                                    <p:anim calcmode="lin" valueType="num">
                                      <p:cBhvr>
                                        <p:cTn id="44" dur="500"/>
                                        <p:tgtEl>
                                          <p:spTgt spid="14"/>
                                        </p:tgtEl>
                                        <p:attrNameLst>
                                          <p:attrName>ppt_w</p:attrName>
                                        </p:attrNameLst>
                                      </p:cBhvr>
                                      <p:tavLst>
                                        <p:tav tm="0">
                                          <p:val>
                                            <p:strVal val="ppt_w"/>
                                          </p:val>
                                        </p:tav>
                                        <p:tav tm="100000">
                                          <p:val>
                                            <p:fltVal val="0"/>
                                          </p:val>
                                        </p:tav>
                                      </p:tavLst>
                                    </p:anim>
                                    <p:anim calcmode="lin" valueType="num">
                                      <p:cBhvr>
                                        <p:cTn id="45" dur="500"/>
                                        <p:tgtEl>
                                          <p:spTgt spid="14"/>
                                        </p:tgtEl>
                                        <p:attrNameLst>
                                          <p:attrName>ppt_h</p:attrName>
                                        </p:attrNameLst>
                                      </p:cBhvr>
                                      <p:tavLst>
                                        <p:tav tm="0">
                                          <p:val>
                                            <p:strVal val="ppt_h"/>
                                          </p:val>
                                        </p:tav>
                                        <p:tav tm="100000">
                                          <p:val>
                                            <p:fltVal val="0"/>
                                          </p:val>
                                        </p:tav>
                                      </p:tavLst>
                                    </p:anim>
                                    <p:animEffect transition="out" filter="fade">
                                      <p:cBhvr>
                                        <p:cTn id="46" dur="500"/>
                                        <p:tgtEl>
                                          <p:spTgt spid="14"/>
                                        </p:tgtEl>
                                      </p:cBhvr>
                                    </p:animEffect>
                                    <p:set>
                                      <p:cBhvr>
                                        <p:cTn id="47" dur="1" fill="hold">
                                          <p:stCondLst>
                                            <p:cond delay="499"/>
                                          </p:stCondLst>
                                        </p:cTn>
                                        <p:tgtEl>
                                          <p:spTgt spid="14"/>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fltVal val="0"/>
                                          </p:val>
                                        </p:tav>
                                        <p:tav tm="100000">
                                          <p:val>
                                            <p:strVal val="#ppt_w"/>
                                          </p:val>
                                        </p:tav>
                                      </p:tavLst>
                                    </p:anim>
                                    <p:anim calcmode="lin" valueType="num">
                                      <p:cBhvr>
                                        <p:cTn id="53" dur="500" fill="hold"/>
                                        <p:tgtEl>
                                          <p:spTgt spid="16"/>
                                        </p:tgtEl>
                                        <p:attrNameLst>
                                          <p:attrName>ppt_h</p:attrName>
                                        </p:attrNameLst>
                                      </p:cBhvr>
                                      <p:tavLst>
                                        <p:tav tm="0">
                                          <p:val>
                                            <p:fltVal val="0"/>
                                          </p:val>
                                        </p:tav>
                                        <p:tav tm="100000">
                                          <p:val>
                                            <p:strVal val="#ppt_h"/>
                                          </p:val>
                                        </p:tav>
                                      </p:tavLst>
                                    </p:anim>
                                  </p:childTnLst>
                                </p:cTn>
                              </p:par>
                              <p:par>
                                <p:cTn id="54" presetID="23" presetClass="entr" presetSubtype="16"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childTnLst>
                                </p:cTn>
                              </p:par>
                            </p:childTnLst>
                          </p:cTn>
                        </p:par>
                        <p:par>
                          <p:cTn id="58" fill="hold" nodeType="afterGroup">
                            <p:stCondLst>
                              <p:cond delay="500"/>
                            </p:stCondLst>
                            <p:childTnLst>
                              <p:par>
                                <p:cTn id="59" presetID="9" presetClass="entr" presetSubtype="0" fill="hold" nodeType="afterEffect">
                                  <p:stCondLst>
                                    <p:cond delay="0"/>
                                  </p:stCondLst>
                                  <p:childTnLst>
                                    <p:set>
                                      <p:cBhvr>
                                        <p:cTn id="60" dur="1" fill="hold">
                                          <p:stCondLst>
                                            <p:cond delay="0"/>
                                          </p:stCondLst>
                                        </p:cTn>
                                        <p:tgtEl>
                                          <p:spTgt spid="12">
                                            <p:txEl>
                                              <p:pRg st="3" end="3"/>
                                            </p:txEl>
                                          </p:spTgt>
                                        </p:tgtEl>
                                        <p:attrNameLst>
                                          <p:attrName>style.visibility</p:attrName>
                                        </p:attrNameLst>
                                      </p:cBhvr>
                                      <p:to>
                                        <p:strVal val="visible"/>
                                      </p:to>
                                    </p:set>
                                    <p:animEffect transition="in" filter="dissolve">
                                      <p:cBhvr>
                                        <p:cTn id="61" dur="500"/>
                                        <p:tgtEl>
                                          <p:spTgt spid="12">
                                            <p:txEl>
                                              <p:pRg st="3" end="3"/>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7" presetClass="entr" presetSubtype="0" fill="hold" nodeType="clickEffect">
                                  <p:stCondLst>
                                    <p:cond delay="0"/>
                                  </p:stCondLst>
                                  <p:childTnLst>
                                    <p:set>
                                      <p:cBhvr>
                                        <p:cTn id="65" dur="1" fill="hold">
                                          <p:stCondLst>
                                            <p:cond delay="0"/>
                                          </p:stCondLst>
                                        </p:cTn>
                                        <p:tgtEl>
                                          <p:spTgt spid="12">
                                            <p:txEl>
                                              <p:pRg st="4" end="4"/>
                                            </p:txEl>
                                          </p:spTgt>
                                        </p:tgtEl>
                                        <p:attrNameLst>
                                          <p:attrName>style.visibility</p:attrName>
                                        </p:attrNameLst>
                                      </p:cBhvr>
                                      <p:to>
                                        <p:strVal val="visible"/>
                                      </p:to>
                                    </p:set>
                                    <p:animEffect transition="in" filter="fade">
                                      <p:cBhvr>
                                        <p:cTn id="66" dur="1000"/>
                                        <p:tgtEl>
                                          <p:spTgt spid="12">
                                            <p:txEl>
                                              <p:pRg st="4" end="4"/>
                                            </p:txEl>
                                          </p:spTgt>
                                        </p:tgtEl>
                                      </p:cBhvr>
                                    </p:animEffect>
                                    <p:anim calcmode="lin" valueType="num">
                                      <p:cBhvr>
                                        <p:cTn id="67"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68"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47" presetClass="entr" presetSubtype="0" fill="hold" nodeType="clickEffect">
                                  <p:stCondLst>
                                    <p:cond delay="0"/>
                                  </p:stCondLst>
                                  <p:childTnLst>
                                    <p:set>
                                      <p:cBhvr>
                                        <p:cTn id="72" dur="1" fill="hold">
                                          <p:stCondLst>
                                            <p:cond delay="0"/>
                                          </p:stCondLst>
                                        </p:cTn>
                                        <p:tgtEl>
                                          <p:spTgt spid="12">
                                            <p:txEl>
                                              <p:pRg st="5" end="5"/>
                                            </p:txEl>
                                          </p:spTgt>
                                        </p:tgtEl>
                                        <p:attrNameLst>
                                          <p:attrName>style.visibility</p:attrName>
                                        </p:attrNameLst>
                                      </p:cBhvr>
                                      <p:to>
                                        <p:strVal val="visible"/>
                                      </p:to>
                                    </p:set>
                                    <p:animEffect transition="in" filter="fade">
                                      <p:cBhvr>
                                        <p:cTn id="73" dur="1000"/>
                                        <p:tgtEl>
                                          <p:spTgt spid="12">
                                            <p:txEl>
                                              <p:pRg st="5" end="5"/>
                                            </p:txEl>
                                          </p:spTgt>
                                        </p:tgtEl>
                                      </p:cBhvr>
                                    </p:animEffect>
                                    <p:anim calcmode="lin" valueType="num">
                                      <p:cBhvr>
                                        <p:cTn id="74"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75"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xit" presetSubtype="0" fill="hold" grpId="1" nodeType="clickEffect">
                                  <p:stCondLst>
                                    <p:cond delay="0"/>
                                  </p:stCondLst>
                                  <p:childTnLst>
                                    <p:anim calcmode="lin" valueType="num">
                                      <p:cBhvr>
                                        <p:cTn id="79" dur="500"/>
                                        <p:tgtEl>
                                          <p:spTgt spid="15"/>
                                        </p:tgtEl>
                                        <p:attrNameLst>
                                          <p:attrName>ppt_w</p:attrName>
                                        </p:attrNameLst>
                                      </p:cBhvr>
                                      <p:tavLst>
                                        <p:tav tm="0">
                                          <p:val>
                                            <p:strVal val="ppt_w"/>
                                          </p:val>
                                        </p:tav>
                                        <p:tav tm="100000">
                                          <p:val>
                                            <p:fltVal val="0"/>
                                          </p:val>
                                        </p:tav>
                                      </p:tavLst>
                                    </p:anim>
                                    <p:anim calcmode="lin" valueType="num">
                                      <p:cBhvr>
                                        <p:cTn id="80" dur="500"/>
                                        <p:tgtEl>
                                          <p:spTgt spid="15"/>
                                        </p:tgtEl>
                                        <p:attrNameLst>
                                          <p:attrName>ppt_h</p:attrName>
                                        </p:attrNameLst>
                                      </p:cBhvr>
                                      <p:tavLst>
                                        <p:tav tm="0">
                                          <p:val>
                                            <p:strVal val="ppt_h"/>
                                          </p:val>
                                        </p:tav>
                                        <p:tav tm="100000">
                                          <p:val>
                                            <p:fltVal val="0"/>
                                          </p:val>
                                        </p:tav>
                                      </p:tavLst>
                                    </p:anim>
                                    <p:animEffect transition="out" filter="fade">
                                      <p:cBhvr>
                                        <p:cTn id="81" dur="500"/>
                                        <p:tgtEl>
                                          <p:spTgt spid="15"/>
                                        </p:tgtEl>
                                      </p:cBhvr>
                                    </p:animEffect>
                                    <p:set>
                                      <p:cBhvr>
                                        <p:cTn id="82" dur="1" fill="hold">
                                          <p:stCondLst>
                                            <p:cond delay="499"/>
                                          </p:stCondLst>
                                        </p:cTn>
                                        <p:tgtEl>
                                          <p:spTgt spid="15"/>
                                        </p:tgtEl>
                                        <p:attrNameLst>
                                          <p:attrName>style.visibility</p:attrName>
                                        </p:attrNameLst>
                                      </p:cBhvr>
                                      <p:to>
                                        <p:strVal val="hidden"/>
                                      </p:to>
                                    </p:set>
                                  </p:childTnLst>
                                </p:cTn>
                              </p:par>
                              <p:par>
                                <p:cTn id="83" presetID="53" presetClass="exit" presetSubtype="0" fill="hold" grpId="1" nodeType="withEffect">
                                  <p:stCondLst>
                                    <p:cond delay="0"/>
                                  </p:stCondLst>
                                  <p:childTnLst>
                                    <p:anim calcmode="lin" valueType="num">
                                      <p:cBhvr>
                                        <p:cTn id="84" dur="500"/>
                                        <p:tgtEl>
                                          <p:spTgt spid="16"/>
                                        </p:tgtEl>
                                        <p:attrNameLst>
                                          <p:attrName>ppt_w</p:attrName>
                                        </p:attrNameLst>
                                      </p:cBhvr>
                                      <p:tavLst>
                                        <p:tav tm="0">
                                          <p:val>
                                            <p:strVal val="ppt_w"/>
                                          </p:val>
                                        </p:tav>
                                        <p:tav tm="100000">
                                          <p:val>
                                            <p:fltVal val="0"/>
                                          </p:val>
                                        </p:tav>
                                      </p:tavLst>
                                    </p:anim>
                                    <p:anim calcmode="lin" valueType="num">
                                      <p:cBhvr>
                                        <p:cTn id="85" dur="500"/>
                                        <p:tgtEl>
                                          <p:spTgt spid="16"/>
                                        </p:tgtEl>
                                        <p:attrNameLst>
                                          <p:attrName>ppt_h</p:attrName>
                                        </p:attrNameLst>
                                      </p:cBhvr>
                                      <p:tavLst>
                                        <p:tav tm="0">
                                          <p:val>
                                            <p:strVal val="ppt_h"/>
                                          </p:val>
                                        </p:tav>
                                        <p:tav tm="100000">
                                          <p:val>
                                            <p:fltVal val="0"/>
                                          </p:val>
                                        </p:tav>
                                      </p:tavLst>
                                    </p:anim>
                                    <p:animEffect transition="out" filter="fade">
                                      <p:cBhvr>
                                        <p:cTn id="86" dur="500"/>
                                        <p:tgtEl>
                                          <p:spTgt spid="16"/>
                                        </p:tgtEl>
                                      </p:cBhvr>
                                    </p:animEffect>
                                    <p:set>
                                      <p:cBhvr>
                                        <p:cTn id="87" dur="1" fill="hold">
                                          <p:stCondLst>
                                            <p:cond delay="499"/>
                                          </p:stCondLst>
                                        </p:cTn>
                                        <p:tgtEl>
                                          <p:spTgt spid="16"/>
                                        </p:tgtEl>
                                        <p:attrNameLst>
                                          <p:attrName>style.visibility</p:attrName>
                                        </p:attrNameLst>
                                      </p:cBhvr>
                                      <p:to>
                                        <p:strVal val="hidden"/>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dissolve">
                                      <p:cBhvr>
                                        <p:cTn id="92" dur="500"/>
                                        <p:tgtEl>
                                          <p:spTgt spid="17"/>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dissolve">
                                      <p:cBhvr>
                                        <p:cTn id="95" dur="500"/>
                                        <p:tgtEl>
                                          <p:spTgt spid="18"/>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dissolve">
                                      <p:cBhvr>
                                        <p:cTn id="98" dur="500"/>
                                        <p:tgtEl>
                                          <p:spTgt spid="19"/>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dissolve">
                                      <p:cBhvr>
                                        <p:cTn id="10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animBg="1"/>
      <p:bldP spid="15" grpId="1" animBg="1"/>
      <p:bldP spid="16" grpId="0" animBg="1"/>
      <p:bldP spid="16" grpId="1" animBg="1"/>
      <p:bldP spid="17" grpId="0" animBg="1"/>
      <p:bldP spid="18" grpId="0" animBg="1"/>
      <p:bldP spid="19"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normAutofit fontScale="90000"/>
          </a:bodyPr>
          <a:lstStyle/>
          <a:p>
            <a:pPr algn="ctr"/>
            <a:r>
              <a:rPr lang="en-IN" dirty="0" smtClean="0"/>
              <a:t>TMOD</a:t>
            </a:r>
            <a:endParaRPr lang="en-IN" dirty="0"/>
          </a:p>
        </p:txBody>
      </p:sp>
      <p:sp>
        <p:nvSpPr>
          <p:cNvPr id="3" name="Content Placeholder 2"/>
          <p:cNvSpPr>
            <a:spLocks noGrp="1"/>
          </p:cNvSpPr>
          <p:nvPr>
            <p:ph idx="1"/>
          </p:nvPr>
        </p:nvSpPr>
        <p:spPr>
          <a:xfrm>
            <a:off x="628650" y="838200"/>
            <a:ext cx="7886700" cy="5338763"/>
          </a:xfrm>
        </p:spPr>
        <p:txBody>
          <a:bodyPr/>
          <a:lstStyle/>
          <a:p>
            <a:r>
              <a:rPr lang="en-IN" dirty="0"/>
              <a:t>In upper or lower 4 bits, the last bits third and fourth are known as M1 and M0 respectively. These are used to select the timer </a:t>
            </a:r>
            <a:r>
              <a:rPr lang="en-IN" dirty="0" smtClean="0"/>
              <a:t>mode.</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557614567"/>
              </p:ext>
            </p:extLst>
          </p:nvPr>
        </p:nvGraphicFramePr>
        <p:xfrm>
          <a:off x="685800" y="2362200"/>
          <a:ext cx="8077200" cy="3322320"/>
        </p:xfrm>
        <a:graphic>
          <a:graphicData uri="http://schemas.openxmlformats.org/drawingml/2006/table">
            <a:tbl>
              <a:tblPr firstRow="1" bandRow="1">
                <a:tableStyleId>{5C22544A-7EE6-4342-B048-85BDC9FD1C3A}</a:tableStyleId>
              </a:tblPr>
              <a:tblGrid>
                <a:gridCol w="990600"/>
                <a:gridCol w="838200"/>
                <a:gridCol w="838200"/>
                <a:gridCol w="5410200"/>
              </a:tblGrid>
              <a:tr h="563880">
                <a:tc>
                  <a:txBody>
                    <a:bodyPr/>
                    <a:lstStyle/>
                    <a:p>
                      <a:r>
                        <a:rPr lang="en-IN" dirty="0" smtClean="0"/>
                        <a:t>M1</a:t>
                      </a:r>
                      <a:endParaRPr lang="en-IN" dirty="0"/>
                    </a:p>
                  </a:txBody>
                  <a:tcPr/>
                </a:tc>
                <a:tc>
                  <a:txBody>
                    <a:bodyPr/>
                    <a:lstStyle/>
                    <a:p>
                      <a:r>
                        <a:rPr lang="en-IN" dirty="0" smtClean="0"/>
                        <a:t>M0</a:t>
                      </a:r>
                      <a:endParaRPr lang="en-IN" dirty="0"/>
                    </a:p>
                  </a:txBody>
                  <a:tcPr/>
                </a:tc>
                <a:tc>
                  <a:txBody>
                    <a:bodyPr/>
                    <a:lstStyle/>
                    <a:p>
                      <a:r>
                        <a:rPr lang="en-IN" dirty="0" smtClean="0"/>
                        <a:t>Mode</a:t>
                      </a:r>
                      <a:endParaRPr lang="en-IN" dirty="0"/>
                    </a:p>
                  </a:txBody>
                  <a:tcPr/>
                </a:tc>
                <a:tc>
                  <a:txBody>
                    <a:bodyPr/>
                    <a:lstStyle/>
                    <a:p>
                      <a:endParaRPr lang="en-IN" dirty="0"/>
                    </a:p>
                  </a:txBody>
                  <a:tcPr/>
                </a:tc>
              </a:tr>
              <a:tr h="563880">
                <a:tc>
                  <a:txBody>
                    <a:bodyPr/>
                    <a:lstStyle/>
                    <a:p>
                      <a:r>
                        <a:rPr lang="en-IN" dirty="0" smtClean="0"/>
                        <a:t>0</a:t>
                      </a:r>
                      <a:endParaRPr lang="en-IN" dirty="0"/>
                    </a:p>
                  </a:txBody>
                  <a:tcPr/>
                </a:tc>
                <a:tc>
                  <a:txBody>
                    <a:bodyPr/>
                    <a:lstStyle/>
                    <a:p>
                      <a:r>
                        <a:rPr lang="en-IN" dirty="0" smtClean="0"/>
                        <a:t>0</a:t>
                      </a:r>
                      <a:endParaRPr lang="en-IN" dirty="0"/>
                    </a:p>
                  </a:txBody>
                  <a:tcPr/>
                </a:tc>
                <a:tc>
                  <a:txBody>
                    <a:bodyPr/>
                    <a:lstStyle/>
                    <a:p>
                      <a:r>
                        <a:rPr lang="en-IN" dirty="0" smtClean="0"/>
                        <a:t>0</a:t>
                      </a:r>
                      <a:endParaRPr lang="en-IN" dirty="0"/>
                    </a:p>
                  </a:txBody>
                  <a:tcPr/>
                </a:tc>
                <a:tc>
                  <a:txBody>
                    <a:bodyPr/>
                    <a:lstStyle/>
                    <a:p>
                      <a:r>
                        <a:rPr lang="en-IN" sz="1800" b="0" i="0" kern="1200" dirty="0" smtClean="0">
                          <a:solidFill>
                            <a:schemeClr val="dk1"/>
                          </a:solidFill>
                          <a:effectLst/>
                          <a:latin typeface="+mn-lt"/>
                          <a:ea typeface="+mn-ea"/>
                          <a:cs typeface="+mn-cs"/>
                        </a:rPr>
                        <a:t>13-bit timer mode, 8-bit timer/counter </a:t>
                      </a:r>
                      <a:r>
                        <a:rPr lang="en-IN" sz="1800" b="0" i="0" kern="1200" dirty="0" err="1" smtClean="0">
                          <a:solidFill>
                            <a:schemeClr val="dk1"/>
                          </a:solidFill>
                          <a:effectLst/>
                          <a:latin typeface="+mn-lt"/>
                          <a:ea typeface="+mn-ea"/>
                          <a:cs typeface="+mn-cs"/>
                        </a:rPr>
                        <a:t>THx</a:t>
                      </a:r>
                      <a:r>
                        <a:rPr lang="en-IN" sz="1800" b="0" i="0" kern="1200" dirty="0" smtClean="0">
                          <a:solidFill>
                            <a:schemeClr val="dk1"/>
                          </a:solidFill>
                          <a:effectLst/>
                          <a:latin typeface="+mn-lt"/>
                          <a:ea typeface="+mn-ea"/>
                          <a:cs typeface="+mn-cs"/>
                        </a:rPr>
                        <a:t> and </a:t>
                      </a:r>
                      <a:r>
                        <a:rPr lang="en-IN" sz="1800" b="0" i="0" kern="1200" dirty="0" err="1" smtClean="0">
                          <a:solidFill>
                            <a:schemeClr val="dk1"/>
                          </a:solidFill>
                          <a:effectLst/>
                          <a:latin typeface="+mn-lt"/>
                          <a:ea typeface="+mn-ea"/>
                          <a:cs typeface="+mn-cs"/>
                        </a:rPr>
                        <a:t>TLx</a:t>
                      </a:r>
                      <a:r>
                        <a:rPr lang="en-IN" sz="1800" b="0" i="0" kern="1200" dirty="0" smtClean="0">
                          <a:solidFill>
                            <a:schemeClr val="dk1"/>
                          </a:solidFill>
                          <a:effectLst/>
                          <a:latin typeface="+mn-lt"/>
                          <a:ea typeface="+mn-ea"/>
                          <a:cs typeface="+mn-cs"/>
                        </a:rPr>
                        <a:t> as 5-bit</a:t>
                      </a:r>
                      <a:endParaRPr lang="en-IN" dirty="0"/>
                    </a:p>
                  </a:txBody>
                  <a:tcPr/>
                </a:tc>
              </a:tr>
              <a:tr h="563880">
                <a:tc>
                  <a:txBody>
                    <a:bodyPr/>
                    <a:lstStyle/>
                    <a:p>
                      <a:r>
                        <a:rPr lang="en-IN" dirty="0" smtClean="0"/>
                        <a:t>0</a:t>
                      </a:r>
                      <a:endParaRPr lang="en-IN" dirty="0"/>
                    </a:p>
                  </a:txBody>
                  <a:tcPr/>
                </a:tc>
                <a:tc>
                  <a:txBody>
                    <a:bodyPr/>
                    <a:lstStyle/>
                    <a:p>
                      <a:r>
                        <a:rPr lang="en-IN" dirty="0" smtClean="0"/>
                        <a:t>1</a:t>
                      </a:r>
                      <a:endParaRPr lang="en-IN" dirty="0"/>
                    </a:p>
                  </a:txBody>
                  <a:tcPr/>
                </a:tc>
                <a:tc>
                  <a:txBody>
                    <a:bodyPr/>
                    <a:lstStyle/>
                    <a:p>
                      <a:r>
                        <a:rPr lang="en-IN" dirty="0" smtClean="0"/>
                        <a:t>1</a:t>
                      </a:r>
                      <a:endParaRPr lang="en-IN" dirty="0"/>
                    </a:p>
                  </a:txBody>
                  <a:tcPr/>
                </a:tc>
                <a:tc>
                  <a:txBody>
                    <a:bodyPr/>
                    <a:lstStyle/>
                    <a:p>
                      <a:r>
                        <a:rPr lang="en-IN" sz="1800" b="0" i="0" kern="1200" dirty="0" smtClean="0">
                          <a:solidFill>
                            <a:schemeClr val="dk1"/>
                          </a:solidFill>
                          <a:effectLst/>
                          <a:latin typeface="+mn-lt"/>
                          <a:ea typeface="+mn-ea"/>
                          <a:cs typeface="+mn-cs"/>
                        </a:rPr>
                        <a:t>16-bit timer mode, 16-bit timer/counters </a:t>
                      </a:r>
                      <a:r>
                        <a:rPr lang="en-IN" sz="1800" b="0" i="0" kern="1200" dirty="0" err="1" smtClean="0">
                          <a:solidFill>
                            <a:schemeClr val="dk1"/>
                          </a:solidFill>
                          <a:effectLst/>
                          <a:latin typeface="+mn-lt"/>
                          <a:ea typeface="+mn-ea"/>
                          <a:cs typeface="+mn-cs"/>
                        </a:rPr>
                        <a:t>THx</a:t>
                      </a:r>
                      <a:r>
                        <a:rPr lang="en-IN" sz="1800" b="0" i="0" kern="1200" dirty="0" smtClean="0">
                          <a:solidFill>
                            <a:schemeClr val="dk1"/>
                          </a:solidFill>
                          <a:effectLst/>
                          <a:latin typeface="+mn-lt"/>
                          <a:ea typeface="+mn-ea"/>
                          <a:cs typeface="+mn-cs"/>
                        </a:rPr>
                        <a:t> and </a:t>
                      </a:r>
                      <a:r>
                        <a:rPr lang="en-IN" sz="1800" b="0" i="0" kern="1200" dirty="0" err="1" smtClean="0">
                          <a:solidFill>
                            <a:schemeClr val="dk1"/>
                          </a:solidFill>
                          <a:effectLst/>
                          <a:latin typeface="+mn-lt"/>
                          <a:ea typeface="+mn-ea"/>
                          <a:cs typeface="+mn-cs"/>
                        </a:rPr>
                        <a:t>TLx</a:t>
                      </a:r>
                      <a:r>
                        <a:rPr lang="en-IN" sz="1800" b="0" i="0" kern="1200" dirty="0" smtClean="0">
                          <a:solidFill>
                            <a:schemeClr val="dk1"/>
                          </a:solidFill>
                          <a:effectLst/>
                          <a:latin typeface="+mn-lt"/>
                          <a:ea typeface="+mn-ea"/>
                          <a:cs typeface="+mn-cs"/>
                        </a:rPr>
                        <a:t> are cascaded</a:t>
                      </a:r>
                      <a:endParaRPr lang="en-IN" dirty="0"/>
                    </a:p>
                  </a:txBody>
                  <a:tcPr/>
                </a:tc>
              </a:tr>
              <a:tr h="563880">
                <a:tc>
                  <a:txBody>
                    <a:bodyPr/>
                    <a:lstStyle/>
                    <a:p>
                      <a:r>
                        <a:rPr lang="en-IN" dirty="0" smtClean="0"/>
                        <a:t>1</a:t>
                      </a:r>
                      <a:endParaRPr lang="en-IN" dirty="0"/>
                    </a:p>
                  </a:txBody>
                  <a:tcPr/>
                </a:tc>
                <a:tc>
                  <a:txBody>
                    <a:bodyPr/>
                    <a:lstStyle/>
                    <a:p>
                      <a:r>
                        <a:rPr lang="en-IN" dirty="0" smtClean="0"/>
                        <a:t>0</a:t>
                      </a:r>
                      <a:endParaRPr lang="en-IN" dirty="0"/>
                    </a:p>
                  </a:txBody>
                  <a:tcPr/>
                </a:tc>
                <a:tc>
                  <a:txBody>
                    <a:bodyPr/>
                    <a:lstStyle/>
                    <a:p>
                      <a:r>
                        <a:rPr lang="en-IN" dirty="0" smtClean="0"/>
                        <a:t>2</a:t>
                      </a:r>
                      <a:endParaRPr lang="en-IN" dirty="0"/>
                    </a:p>
                  </a:txBody>
                  <a:tcPr/>
                </a:tc>
                <a:tc>
                  <a:txBody>
                    <a:bodyPr/>
                    <a:lstStyle/>
                    <a:p>
                      <a:r>
                        <a:rPr lang="en-IN" sz="1800" b="0" i="0" kern="1200" dirty="0" smtClean="0">
                          <a:solidFill>
                            <a:schemeClr val="dk1"/>
                          </a:solidFill>
                          <a:effectLst/>
                          <a:latin typeface="+mn-lt"/>
                          <a:ea typeface="+mn-ea"/>
                          <a:cs typeface="+mn-cs"/>
                        </a:rPr>
                        <a:t>8-bit auto reload mode, 8-bit auto reload timer/counter; </a:t>
                      </a:r>
                      <a:r>
                        <a:rPr lang="en-IN" sz="1800" b="0" i="0" kern="1200" dirty="0" err="1" smtClean="0">
                          <a:solidFill>
                            <a:schemeClr val="dk1"/>
                          </a:solidFill>
                          <a:effectLst/>
                          <a:latin typeface="+mn-lt"/>
                          <a:ea typeface="+mn-ea"/>
                          <a:cs typeface="+mn-cs"/>
                        </a:rPr>
                        <a:t>THx</a:t>
                      </a:r>
                      <a:r>
                        <a:rPr lang="en-IN" sz="1800" b="0" i="0" kern="1200" dirty="0" smtClean="0">
                          <a:solidFill>
                            <a:schemeClr val="dk1"/>
                          </a:solidFill>
                          <a:effectLst/>
                          <a:latin typeface="+mn-lt"/>
                          <a:ea typeface="+mn-ea"/>
                          <a:cs typeface="+mn-cs"/>
                        </a:rPr>
                        <a:t> holds a value which is to be reloaded into </a:t>
                      </a:r>
                      <a:r>
                        <a:rPr lang="en-IN" sz="1800" b="0" i="0" kern="1200" dirty="0" err="1" smtClean="0">
                          <a:solidFill>
                            <a:schemeClr val="dk1"/>
                          </a:solidFill>
                          <a:effectLst/>
                          <a:latin typeface="+mn-lt"/>
                          <a:ea typeface="+mn-ea"/>
                          <a:cs typeface="+mn-cs"/>
                        </a:rPr>
                        <a:t>TLx</a:t>
                      </a:r>
                      <a:r>
                        <a:rPr lang="en-IN" sz="1800" b="0" i="0" kern="1200" dirty="0" smtClean="0">
                          <a:solidFill>
                            <a:schemeClr val="dk1"/>
                          </a:solidFill>
                          <a:effectLst/>
                          <a:latin typeface="+mn-lt"/>
                          <a:ea typeface="+mn-ea"/>
                          <a:cs typeface="+mn-cs"/>
                        </a:rPr>
                        <a:t> each  time it overflows.</a:t>
                      </a:r>
                      <a:endParaRPr lang="en-IN" dirty="0"/>
                    </a:p>
                  </a:txBody>
                  <a:tcPr/>
                </a:tc>
              </a:tr>
              <a:tr h="563880">
                <a:tc>
                  <a:txBody>
                    <a:bodyPr/>
                    <a:lstStyle/>
                    <a:p>
                      <a:r>
                        <a:rPr lang="en-IN" dirty="0" smtClean="0"/>
                        <a:t>1</a:t>
                      </a:r>
                      <a:endParaRPr lang="en-IN" dirty="0"/>
                    </a:p>
                  </a:txBody>
                  <a:tcPr/>
                </a:tc>
                <a:tc>
                  <a:txBody>
                    <a:bodyPr/>
                    <a:lstStyle/>
                    <a:p>
                      <a:r>
                        <a:rPr lang="en-IN" dirty="0" smtClean="0"/>
                        <a:t>1</a:t>
                      </a:r>
                      <a:endParaRPr lang="en-IN" dirty="0"/>
                    </a:p>
                  </a:txBody>
                  <a:tcPr/>
                </a:tc>
                <a:tc>
                  <a:txBody>
                    <a:bodyPr/>
                    <a:lstStyle/>
                    <a:p>
                      <a:r>
                        <a:rPr lang="en-IN" dirty="0" smtClean="0"/>
                        <a:t>3</a:t>
                      </a:r>
                      <a:endParaRPr lang="en-IN" dirty="0"/>
                    </a:p>
                  </a:txBody>
                  <a:tcPr/>
                </a:tc>
                <a:tc>
                  <a:txBody>
                    <a:bodyPr/>
                    <a:lstStyle/>
                    <a:p>
                      <a:r>
                        <a:rPr lang="en-IN" sz="1800" b="0" i="0" kern="1200" dirty="0" smtClean="0">
                          <a:solidFill>
                            <a:schemeClr val="dk1"/>
                          </a:solidFill>
                          <a:effectLst/>
                          <a:latin typeface="+mn-lt"/>
                          <a:ea typeface="+mn-ea"/>
                          <a:cs typeface="+mn-cs"/>
                        </a:rPr>
                        <a:t>Spilt timer mode.</a:t>
                      </a:r>
                      <a:endParaRPr lang="en-IN" dirty="0"/>
                    </a:p>
                  </a:txBody>
                  <a:tcPr/>
                </a:tc>
              </a:tr>
            </a:tbl>
          </a:graphicData>
        </a:graphic>
      </p:graphicFrame>
    </p:spTree>
    <p:extLst>
      <p:ext uri="{BB962C8B-B14F-4D97-AF65-F5344CB8AC3E}">
        <p14:creationId xmlns:p14="http://schemas.microsoft.com/office/powerpoint/2010/main" val="29629450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7"/>
          <p:cNvSpPr>
            <a:spLocks noGrp="1"/>
          </p:cNvSpPr>
          <p:nvPr>
            <p:ph type="title"/>
          </p:nvPr>
        </p:nvSpPr>
        <p:spPr>
          <a:xfrm>
            <a:off x="0" y="0"/>
            <a:ext cx="9144000" cy="1143000"/>
          </a:xfrm>
        </p:spPr>
        <p:txBody>
          <a:bodyPr/>
          <a:lstStyle/>
          <a:p>
            <a:pPr eaLnBrk="1" hangingPunct="1"/>
            <a:r>
              <a:rPr lang="en-US" altLang="en-US" smtClean="0">
                <a:ea typeface="Calibri" pitchFamily="34" charset="0"/>
              </a:rPr>
              <a:t>8051 Timer Modes</a:t>
            </a:r>
          </a:p>
        </p:txBody>
      </p:sp>
      <p:sp>
        <p:nvSpPr>
          <p:cNvPr id="9" name="AutoShape 53"/>
          <p:cNvSpPr>
            <a:spLocks noChangeArrowheads="1"/>
          </p:cNvSpPr>
          <p:nvPr/>
        </p:nvSpPr>
        <p:spPr bwMode="auto">
          <a:xfrm>
            <a:off x="623888" y="1706563"/>
            <a:ext cx="2590800" cy="1038225"/>
          </a:xfrm>
          <a:prstGeom prst="bevel">
            <a:avLst>
              <a:gd name="adj" fmla="val 12500"/>
            </a:avLst>
          </a:prstGeom>
          <a:solidFill>
            <a:schemeClr val="accent1"/>
          </a:solidFill>
          <a:ln w="9525">
            <a:solidFill>
              <a:schemeClr val="tx1"/>
            </a:solidFill>
            <a:miter lim="800000"/>
            <a:headEnd/>
            <a:tailEnd/>
          </a:ln>
        </p:spPr>
        <p:txBody>
          <a:bodyPr wrap="none" anchor="ctr"/>
          <a:lstStyle/>
          <a:p>
            <a:pPr algn="ctr"/>
            <a:r>
              <a:rPr lang="en-US" altLang="en-US" sz="3600">
                <a:solidFill>
                  <a:schemeClr val="tx1"/>
                </a:solidFill>
                <a:latin typeface="Arial Black" pitchFamily="34" charset="0"/>
              </a:rPr>
              <a:t>Timer 0</a:t>
            </a:r>
          </a:p>
        </p:txBody>
      </p:sp>
      <p:grpSp>
        <p:nvGrpSpPr>
          <p:cNvPr id="2" name="Group 118"/>
          <p:cNvGrpSpPr>
            <a:grpSpLocks/>
          </p:cNvGrpSpPr>
          <p:nvPr/>
        </p:nvGrpSpPr>
        <p:grpSpPr bwMode="auto">
          <a:xfrm>
            <a:off x="871538" y="2786063"/>
            <a:ext cx="2057400" cy="3581400"/>
            <a:chOff x="480" y="1968"/>
            <a:chExt cx="1296" cy="2256"/>
          </a:xfrm>
        </p:grpSpPr>
        <p:sp>
          <p:nvSpPr>
            <p:cNvPr id="64534" name="AutoShape 85"/>
            <p:cNvSpPr>
              <a:spLocks noChangeArrowheads="1"/>
            </p:cNvSpPr>
            <p:nvPr/>
          </p:nvSpPr>
          <p:spPr bwMode="auto">
            <a:xfrm>
              <a:off x="480" y="1968"/>
              <a:ext cx="1296" cy="2256"/>
            </a:xfrm>
            <a:prstGeom prst="bevel">
              <a:avLst>
                <a:gd name="adj" fmla="val 12500"/>
              </a:avLst>
            </a:prstGeom>
            <a:solidFill>
              <a:schemeClr val="accent1"/>
            </a:solidFill>
            <a:ln w="9525">
              <a:solidFill>
                <a:schemeClr val="tx1"/>
              </a:solidFill>
              <a:miter lim="800000"/>
              <a:headEnd/>
              <a:tailEnd/>
            </a:ln>
          </p:spPr>
          <p:txBody>
            <a:bodyPr wrap="none" anchor="ctr"/>
            <a:lstStyle/>
            <a:p>
              <a:endParaRPr lang="en-US" altLang="en-US"/>
            </a:p>
          </p:txBody>
        </p:sp>
        <p:sp>
          <p:nvSpPr>
            <p:cNvPr id="64535" name="Rectangle 88"/>
            <p:cNvSpPr>
              <a:spLocks noChangeArrowheads="1"/>
            </p:cNvSpPr>
            <p:nvPr/>
          </p:nvSpPr>
          <p:spPr bwMode="auto">
            <a:xfrm>
              <a:off x="672" y="3564"/>
              <a:ext cx="91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3</a:t>
              </a:r>
            </a:p>
          </p:txBody>
        </p:sp>
        <p:sp>
          <p:nvSpPr>
            <p:cNvPr id="64536" name="Rectangle 89"/>
            <p:cNvSpPr>
              <a:spLocks noChangeArrowheads="1"/>
            </p:cNvSpPr>
            <p:nvPr/>
          </p:nvSpPr>
          <p:spPr bwMode="auto">
            <a:xfrm>
              <a:off x="672" y="3096"/>
              <a:ext cx="91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2</a:t>
              </a:r>
            </a:p>
          </p:txBody>
        </p:sp>
        <p:sp>
          <p:nvSpPr>
            <p:cNvPr id="64537" name="Rectangle 90"/>
            <p:cNvSpPr>
              <a:spLocks noChangeArrowheads="1"/>
            </p:cNvSpPr>
            <p:nvPr/>
          </p:nvSpPr>
          <p:spPr bwMode="auto">
            <a:xfrm>
              <a:off x="672" y="2628"/>
              <a:ext cx="91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1</a:t>
              </a:r>
            </a:p>
          </p:txBody>
        </p:sp>
        <p:sp>
          <p:nvSpPr>
            <p:cNvPr id="64538" name="Rectangle 91"/>
            <p:cNvSpPr>
              <a:spLocks noChangeArrowheads="1"/>
            </p:cNvSpPr>
            <p:nvPr/>
          </p:nvSpPr>
          <p:spPr bwMode="auto">
            <a:xfrm>
              <a:off x="672" y="2160"/>
              <a:ext cx="91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chemeClr val="hlink"/>
                </a:buClr>
                <a:buFont typeface="Wingdings" pitchFamily="2" charset="2"/>
                <a:buNone/>
              </a:pPr>
              <a:r>
                <a:rPr lang="en-US" altLang="en-US" sz="2800" b="1">
                  <a:solidFill>
                    <a:srgbClr val="C00000"/>
                  </a:solidFill>
                </a:rPr>
                <a:t>Mode 0</a:t>
              </a:r>
            </a:p>
          </p:txBody>
        </p:sp>
        <p:sp>
          <p:nvSpPr>
            <p:cNvPr id="64539" name="Line 92"/>
            <p:cNvSpPr>
              <a:spLocks noChangeShapeType="1"/>
            </p:cNvSpPr>
            <p:nvPr/>
          </p:nvSpPr>
          <p:spPr bwMode="auto">
            <a:xfrm>
              <a:off x="672" y="2160"/>
              <a:ext cx="9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0" name="Line 93"/>
            <p:cNvSpPr>
              <a:spLocks noChangeShapeType="1"/>
            </p:cNvSpPr>
            <p:nvPr/>
          </p:nvSpPr>
          <p:spPr bwMode="auto">
            <a:xfrm>
              <a:off x="672" y="262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1" name="Line 94"/>
            <p:cNvSpPr>
              <a:spLocks noChangeShapeType="1"/>
            </p:cNvSpPr>
            <p:nvPr/>
          </p:nvSpPr>
          <p:spPr bwMode="auto">
            <a:xfrm>
              <a:off x="672" y="309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2" name="Line 95"/>
            <p:cNvSpPr>
              <a:spLocks noChangeShapeType="1"/>
            </p:cNvSpPr>
            <p:nvPr/>
          </p:nvSpPr>
          <p:spPr bwMode="auto">
            <a:xfrm>
              <a:off x="672" y="35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3" name="Line 96"/>
            <p:cNvSpPr>
              <a:spLocks noChangeShapeType="1"/>
            </p:cNvSpPr>
            <p:nvPr/>
          </p:nvSpPr>
          <p:spPr bwMode="auto">
            <a:xfrm>
              <a:off x="672" y="4032"/>
              <a:ext cx="9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4" name="Line 97"/>
            <p:cNvSpPr>
              <a:spLocks noChangeShapeType="1"/>
            </p:cNvSpPr>
            <p:nvPr/>
          </p:nvSpPr>
          <p:spPr bwMode="auto">
            <a:xfrm>
              <a:off x="672" y="2160"/>
              <a:ext cx="0" cy="187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45" name="Line 98"/>
            <p:cNvSpPr>
              <a:spLocks noChangeShapeType="1"/>
            </p:cNvSpPr>
            <p:nvPr/>
          </p:nvSpPr>
          <p:spPr bwMode="auto">
            <a:xfrm>
              <a:off x="1584" y="2160"/>
              <a:ext cx="0" cy="187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3" name="Group 119"/>
          <p:cNvGrpSpPr>
            <a:grpSpLocks/>
          </p:cNvGrpSpPr>
          <p:nvPr/>
        </p:nvGrpSpPr>
        <p:grpSpPr bwMode="auto">
          <a:xfrm>
            <a:off x="6357938" y="2795588"/>
            <a:ext cx="1981200" cy="2743200"/>
            <a:chOff x="4032" y="1968"/>
            <a:chExt cx="1248" cy="1728"/>
          </a:xfrm>
        </p:grpSpPr>
        <p:sp>
          <p:nvSpPr>
            <p:cNvPr id="64524" name="AutoShape 100"/>
            <p:cNvSpPr>
              <a:spLocks noChangeArrowheads="1"/>
            </p:cNvSpPr>
            <p:nvPr/>
          </p:nvSpPr>
          <p:spPr bwMode="auto">
            <a:xfrm>
              <a:off x="4032" y="1968"/>
              <a:ext cx="1248" cy="1728"/>
            </a:xfrm>
            <a:prstGeom prst="bevel">
              <a:avLst>
                <a:gd name="adj" fmla="val 12500"/>
              </a:avLst>
            </a:prstGeom>
            <a:solidFill>
              <a:schemeClr val="accent1"/>
            </a:solidFill>
            <a:ln w="9525">
              <a:solidFill>
                <a:schemeClr val="tx1"/>
              </a:solidFill>
              <a:miter lim="800000"/>
              <a:headEnd/>
              <a:tailEnd/>
            </a:ln>
          </p:spPr>
          <p:txBody>
            <a:bodyPr wrap="none" anchor="ctr"/>
            <a:lstStyle/>
            <a:p>
              <a:endParaRPr lang="en-US" altLang="en-US"/>
            </a:p>
          </p:txBody>
        </p:sp>
        <p:sp>
          <p:nvSpPr>
            <p:cNvPr id="64525" name="Rectangle 102"/>
            <p:cNvSpPr>
              <a:spLocks noChangeArrowheads="1"/>
            </p:cNvSpPr>
            <p:nvPr/>
          </p:nvSpPr>
          <p:spPr bwMode="auto">
            <a:xfrm>
              <a:off x="4184" y="3056"/>
              <a:ext cx="91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2</a:t>
              </a:r>
            </a:p>
          </p:txBody>
        </p:sp>
        <p:sp>
          <p:nvSpPr>
            <p:cNvPr id="64526" name="Rectangle 103"/>
            <p:cNvSpPr>
              <a:spLocks noChangeArrowheads="1"/>
            </p:cNvSpPr>
            <p:nvPr/>
          </p:nvSpPr>
          <p:spPr bwMode="auto">
            <a:xfrm>
              <a:off x="4184" y="2592"/>
              <a:ext cx="91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1</a:t>
              </a:r>
            </a:p>
          </p:txBody>
        </p:sp>
        <p:sp>
          <p:nvSpPr>
            <p:cNvPr id="64527" name="Rectangle 104"/>
            <p:cNvSpPr>
              <a:spLocks noChangeArrowheads="1"/>
            </p:cNvSpPr>
            <p:nvPr/>
          </p:nvSpPr>
          <p:spPr bwMode="auto">
            <a:xfrm>
              <a:off x="4184" y="2128"/>
              <a:ext cx="91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en-US" sz="2800" b="1">
                  <a:solidFill>
                    <a:srgbClr val="C00000"/>
                  </a:solidFill>
                </a:rPr>
                <a:t>Mode 0</a:t>
              </a:r>
            </a:p>
          </p:txBody>
        </p:sp>
        <p:sp>
          <p:nvSpPr>
            <p:cNvPr id="64528" name="Line 105"/>
            <p:cNvSpPr>
              <a:spLocks noChangeShapeType="1"/>
            </p:cNvSpPr>
            <p:nvPr/>
          </p:nvSpPr>
          <p:spPr bwMode="auto">
            <a:xfrm>
              <a:off x="4184" y="2128"/>
              <a:ext cx="9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29" name="Line 106"/>
            <p:cNvSpPr>
              <a:spLocks noChangeShapeType="1"/>
            </p:cNvSpPr>
            <p:nvPr/>
          </p:nvSpPr>
          <p:spPr bwMode="auto">
            <a:xfrm>
              <a:off x="4184" y="2592"/>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30" name="Line 107"/>
            <p:cNvSpPr>
              <a:spLocks noChangeShapeType="1"/>
            </p:cNvSpPr>
            <p:nvPr/>
          </p:nvSpPr>
          <p:spPr bwMode="auto">
            <a:xfrm>
              <a:off x="4184" y="305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31" name="Line 108"/>
            <p:cNvSpPr>
              <a:spLocks noChangeShapeType="1"/>
            </p:cNvSpPr>
            <p:nvPr/>
          </p:nvSpPr>
          <p:spPr bwMode="auto">
            <a:xfrm>
              <a:off x="4184" y="3520"/>
              <a:ext cx="9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32" name="Line 109"/>
            <p:cNvSpPr>
              <a:spLocks noChangeShapeType="1"/>
            </p:cNvSpPr>
            <p:nvPr/>
          </p:nvSpPr>
          <p:spPr bwMode="auto">
            <a:xfrm>
              <a:off x="4184" y="2128"/>
              <a:ext cx="0" cy="139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4533" name="Line 110"/>
            <p:cNvSpPr>
              <a:spLocks noChangeShapeType="1"/>
            </p:cNvSpPr>
            <p:nvPr/>
          </p:nvSpPr>
          <p:spPr bwMode="auto">
            <a:xfrm>
              <a:off x="5096" y="2128"/>
              <a:ext cx="0" cy="139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34" name="AutoShape 111"/>
          <p:cNvSpPr>
            <a:spLocks noChangeArrowheads="1"/>
          </p:cNvSpPr>
          <p:nvPr/>
        </p:nvSpPr>
        <p:spPr bwMode="auto">
          <a:xfrm>
            <a:off x="6019800" y="1717675"/>
            <a:ext cx="2590800" cy="1038225"/>
          </a:xfrm>
          <a:prstGeom prst="bevel">
            <a:avLst>
              <a:gd name="adj" fmla="val 12500"/>
            </a:avLst>
          </a:prstGeom>
          <a:solidFill>
            <a:schemeClr val="accent1"/>
          </a:solidFill>
          <a:ln w="9525">
            <a:solidFill>
              <a:schemeClr val="tx1"/>
            </a:solidFill>
            <a:miter lim="800000"/>
            <a:headEnd/>
            <a:tailEnd/>
          </a:ln>
        </p:spPr>
        <p:txBody>
          <a:bodyPr wrap="none" anchor="ctr"/>
          <a:lstStyle/>
          <a:p>
            <a:pPr algn="ctr"/>
            <a:r>
              <a:rPr lang="en-US" altLang="en-US" sz="3600">
                <a:solidFill>
                  <a:schemeClr val="tx1"/>
                </a:solidFill>
                <a:latin typeface="Arial Black" pitchFamily="34" charset="0"/>
              </a:rPr>
              <a:t>Timer 1</a:t>
            </a:r>
          </a:p>
        </p:txBody>
      </p:sp>
      <p:sp>
        <p:nvSpPr>
          <p:cNvPr id="35" name="AutoShape 115"/>
          <p:cNvSpPr>
            <a:spLocks noChangeArrowheads="1"/>
          </p:cNvSpPr>
          <p:nvPr/>
        </p:nvSpPr>
        <p:spPr bwMode="auto">
          <a:xfrm>
            <a:off x="3200400" y="838200"/>
            <a:ext cx="2819400" cy="1905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1316 w 21600"/>
              <a:gd name="T13" fmla="*/ 13312 h 21600"/>
              <a:gd name="T14" fmla="*/ 20284 w 21600"/>
              <a:gd name="T15" fmla="*/ 18373 h 21600"/>
            </a:gdLst>
            <a:ahLst/>
            <a:cxnLst>
              <a:cxn ang="T8">
                <a:pos x="T0" y="T1"/>
              </a:cxn>
              <a:cxn ang="T9">
                <a:pos x="T2" y="T3"/>
              </a:cxn>
              <a:cxn ang="T10">
                <a:pos x="T4" y="T5"/>
              </a:cxn>
              <a:cxn ang="T11">
                <a:pos x="T6" y="T7"/>
              </a:cxn>
            </a:cxnLst>
            <a:rect l="T12" t="T13" r="T14" b="T15"/>
            <a:pathLst>
              <a:path w="21600" h="21600">
                <a:moveTo>
                  <a:pt x="10800" y="0"/>
                </a:moveTo>
                <a:lnTo>
                  <a:pt x="6875" y="4393"/>
                </a:lnTo>
                <a:lnTo>
                  <a:pt x="9075" y="4393"/>
                </a:lnTo>
                <a:lnTo>
                  <a:pt x="9075" y="13312"/>
                </a:lnTo>
                <a:lnTo>
                  <a:pt x="2995" y="13312"/>
                </a:lnTo>
                <a:lnTo>
                  <a:pt x="2995" y="10085"/>
                </a:lnTo>
                <a:lnTo>
                  <a:pt x="0" y="15842"/>
                </a:lnTo>
                <a:lnTo>
                  <a:pt x="2995" y="21600"/>
                </a:lnTo>
                <a:lnTo>
                  <a:pt x="2995" y="18373"/>
                </a:lnTo>
                <a:lnTo>
                  <a:pt x="18605" y="18373"/>
                </a:lnTo>
                <a:lnTo>
                  <a:pt x="18605" y="21600"/>
                </a:lnTo>
                <a:lnTo>
                  <a:pt x="21600" y="15842"/>
                </a:lnTo>
                <a:lnTo>
                  <a:pt x="18605" y="10085"/>
                </a:lnTo>
                <a:lnTo>
                  <a:pt x="18605" y="13312"/>
                </a:lnTo>
                <a:lnTo>
                  <a:pt x="12525" y="13312"/>
                </a:lnTo>
                <a:lnTo>
                  <a:pt x="12525" y="4393"/>
                </a:lnTo>
                <a:lnTo>
                  <a:pt x="14725" y="4393"/>
                </a:lnTo>
                <a:lnTo>
                  <a:pt x="10800" y="0"/>
                </a:lnTo>
                <a:close/>
              </a:path>
            </a:pathLst>
          </a:custGeom>
          <a:solidFill>
            <a:srgbClr val="008000"/>
          </a:solidFill>
          <a:ln w="9525">
            <a:solidFill>
              <a:schemeClr val="tx1"/>
            </a:solidFill>
            <a:miter lim="800000"/>
            <a:headEnd/>
            <a:tailEnd/>
          </a:ln>
        </p:spPr>
        <p:txBody>
          <a:bodyPr wrap="none" anchor="ctr"/>
          <a:lstStyle/>
          <a:p>
            <a:endParaRPr lang="en-IN"/>
          </a:p>
        </p:txBody>
      </p:sp>
      <p:sp>
        <p:nvSpPr>
          <p:cNvPr id="36" name="AutoShape 117"/>
          <p:cNvSpPr>
            <a:spLocks noChangeArrowheads="1"/>
          </p:cNvSpPr>
          <p:nvPr/>
        </p:nvSpPr>
        <p:spPr bwMode="auto">
          <a:xfrm>
            <a:off x="2387600" y="152400"/>
            <a:ext cx="4429125" cy="1295400"/>
          </a:xfrm>
          <a:prstGeom prst="bevel">
            <a:avLst>
              <a:gd name="adj" fmla="val 22671"/>
            </a:avLst>
          </a:prstGeom>
          <a:solidFill>
            <a:schemeClr val="accent1"/>
          </a:solidFill>
          <a:ln w="9525">
            <a:solidFill>
              <a:schemeClr val="tx1"/>
            </a:solidFill>
            <a:miter lim="800000"/>
            <a:headEnd/>
            <a:tailEnd/>
          </a:ln>
        </p:spPr>
        <p:txBody>
          <a:bodyPr wrap="none" anchor="ctr"/>
          <a:lstStyle/>
          <a:p>
            <a:pPr algn="ctr"/>
            <a:r>
              <a:rPr lang="en-US" altLang="en-US" sz="3600">
                <a:solidFill>
                  <a:schemeClr val="tx1"/>
                </a:solidFill>
                <a:latin typeface="Arial Black" pitchFamily="34" charset="0"/>
              </a:rPr>
              <a:t>8051 TIMERS</a:t>
            </a:r>
          </a:p>
        </p:txBody>
      </p:sp>
    </p:spTree>
    <p:extLst>
      <p:ext uri="{BB962C8B-B14F-4D97-AF65-F5344CB8AC3E}">
        <p14:creationId xmlns:p14="http://schemas.microsoft.com/office/powerpoint/2010/main" val="4247627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arn(outVertical)">
                                      <p:cBhvr>
                                        <p:cTn id="12" dur="500"/>
                                        <p:tgtEl>
                                          <p:spTgt spid="35"/>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right)">
                                      <p:cBhvr>
                                        <p:cTn id="19" dur="5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up)">
                                      <p:cBhvr>
                                        <p:cTn id="24" dur="1000"/>
                                        <p:tgtEl>
                                          <p:spTgt spid="3"/>
                                        </p:tgtEl>
                                      </p:cBhvr>
                                    </p:animEffect>
                                  </p:childTnLst>
                                </p:cTn>
                              </p:par>
                              <p:par>
                                <p:cTn id="25" presetID="22" presetClass="entr" presetSubtype="1"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4" grpId="0" animBg="1"/>
      <p:bldP spid="35" grpId="0" animBg="1"/>
      <p:bldP spid="3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AutoShape 6"/>
          <p:cNvSpPr>
            <a:spLocks noChangeArrowheads="1"/>
          </p:cNvSpPr>
          <p:nvPr/>
        </p:nvSpPr>
        <p:spPr bwMode="auto">
          <a:xfrm>
            <a:off x="762000" y="1295400"/>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OSC</a:t>
            </a:r>
          </a:p>
        </p:txBody>
      </p:sp>
      <p:sp>
        <p:nvSpPr>
          <p:cNvPr id="65539" name="AutoShape 11"/>
          <p:cNvSpPr>
            <a:spLocks noChangeArrowheads="1"/>
          </p:cNvSpPr>
          <p:nvPr/>
        </p:nvSpPr>
        <p:spPr bwMode="auto">
          <a:xfrm>
            <a:off x="2336800" y="1295400"/>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÷12</a:t>
            </a:r>
          </a:p>
        </p:txBody>
      </p:sp>
      <p:sp>
        <p:nvSpPr>
          <p:cNvPr id="65540" name="AutoShape 12"/>
          <p:cNvSpPr>
            <a:spLocks noChangeArrowheads="1"/>
          </p:cNvSpPr>
          <p:nvPr/>
        </p:nvSpPr>
        <p:spPr bwMode="auto">
          <a:xfrm rot="10800000">
            <a:off x="2235200" y="4622800"/>
            <a:ext cx="838200" cy="83820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65541" name="AutoShape 15"/>
          <p:cNvSpPr>
            <a:spLocks noChangeArrowheads="1"/>
          </p:cNvSpPr>
          <p:nvPr/>
        </p:nvSpPr>
        <p:spPr bwMode="auto">
          <a:xfrm>
            <a:off x="3733800" y="3657600"/>
            <a:ext cx="685800" cy="838200"/>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2" name="Group 18"/>
          <p:cNvGrpSpPr>
            <a:grpSpLocks/>
          </p:cNvGrpSpPr>
          <p:nvPr/>
        </p:nvGrpSpPr>
        <p:grpSpPr bwMode="auto">
          <a:xfrm>
            <a:off x="1130300" y="4572000"/>
            <a:ext cx="762000" cy="609600"/>
            <a:chOff x="3456" y="2400"/>
            <a:chExt cx="480" cy="384"/>
          </a:xfrm>
          <a:solidFill>
            <a:srgbClr val="00B0F0"/>
          </a:solidFill>
        </p:grpSpPr>
        <p:sp>
          <p:nvSpPr>
            <p:cNvPr id="190480" name="AutoShape 16"/>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190481" name="AutoShape 17"/>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65543" name="Line 19"/>
          <p:cNvSpPr>
            <a:spLocks noChangeShapeType="1"/>
          </p:cNvSpPr>
          <p:nvPr/>
        </p:nvSpPr>
        <p:spPr bwMode="auto">
          <a:xfrm>
            <a:off x="1638300" y="1714500"/>
            <a:ext cx="685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44" name="AutoShape 26"/>
          <p:cNvSpPr>
            <a:spLocks noChangeArrowheads="1"/>
          </p:cNvSpPr>
          <p:nvPr/>
        </p:nvSpPr>
        <p:spPr bwMode="auto">
          <a:xfrm>
            <a:off x="5562600" y="2057400"/>
            <a:ext cx="838200" cy="685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TL0</a:t>
            </a:r>
          </a:p>
        </p:txBody>
      </p:sp>
      <p:sp>
        <p:nvSpPr>
          <p:cNvPr id="65545" name="Line 28"/>
          <p:cNvSpPr>
            <a:spLocks noChangeShapeType="1"/>
          </p:cNvSpPr>
          <p:nvPr/>
        </p:nvSpPr>
        <p:spPr bwMode="auto">
          <a:xfrm>
            <a:off x="3810000" y="2438400"/>
            <a:ext cx="990600"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5546" name="Line 29"/>
          <p:cNvSpPr>
            <a:spLocks noChangeShapeType="1"/>
          </p:cNvSpPr>
          <p:nvPr/>
        </p:nvSpPr>
        <p:spPr bwMode="auto">
          <a:xfrm>
            <a:off x="3200400" y="1714500"/>
            <a:ext cx="304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5547" name="Line 30"/>
          <p:cNvSpPr>
            <a:spLocks noChangeShapeType="1"/>
          </p:cNvSpPr>
          <p:nvPr/>
        </p:nvSpPr>
        <p:spPr bwMode="auto">
          <a:xfrm>
            <a:off x="1905000" y="4876800"/>
            <a:ext cx="4191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48" name="Line 31"/>
          <p:cNvSpPr>
            <a:spLocks noChangeShapeType="1"/>
          </p:cNvSpPr>
          <p:nvPr/>
        </p:nvSpPr>
        <p:spPr bwMode="auto">
          <a:xfrm>
            <a:off x="1371600" y="3886200"/>
            <a:ext cx="2362200"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49" name="Line 32"/>
          <p:cNvSpPr>
            <a:spLocks noChangeShapeType="1"/>
          </p:cNvSpPr>
          <p:nvPr/>
        </p:nvSpPr>
        <p:spPr bwMode="auto">
          <a:xfrm>
            <a:off x="3060700" y="5029200"/>
            <a:ext cx="381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5550" name="Line 33"/>
          <p:cNvSpPr>
            <a:spLocks noChangeShapeType="1"/>
          </p:cNvSpPr>
          <p:nvPr/>
        </p:nvSpPr>
        <p:spPr bwMode="auto">
          <a:xfrm>
            <a:off x="3429000" y="42672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51" name="Line 34"/>
          <p:cNvSpPr>
            <a:spLocks noChangeShapeType="1"/>
          </p:cNvSpPr>
          <p:nvPr/>
        </p:nvSpPr>
        <p:spPr bwMode="auto">
          <a:xfrm flipV="1">
            <a:off x="1371600" y="3263900"/>
            <a:ext cx="2133600" cy="1270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5552" name="Line 35"/>
          <p:cNvSpPr>
            <a:spLocks noChangeShapeType="1"/>
          </p:cNvSpPr>
          <p:nvPr/>
        </p:nvSpPr>
        <p:spPr bwMode="auto">
          <a:xfrm>
            <a:off x="3505200" y="1701800"/>
            <a:ext cx="0" cy="584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53" name="Line 36"/>
          <p:cNvSpPr>
            <a:spLocks noChangeShapeType="1"/>
          </p:cNvSpPr>
          <p:nvPr/>
        </p:nvSpPr>
        <p:spPr bwMode="auto">
          <a:xfrm flipV="1">
            <a:off x="3505200" y="2590800"/>
            <a:ext cx="0" cy="685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54" name="Line 37"/>
          <p:cNvSpPr>
            <a:spLocks noChangeShapeType="1"/>
          </p:cNvSpPr>
          <p:nvPr/>
        </p:nvSpPr>
        <p:spPr bwMode="auto">
          <a:xfrm flipV="1">
            <a:off x="3429000" y="42545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65555" name="Object 2"/>
          <p:cNvGraphicFramePr>
            <a:graphicFrameLocks noChangeAspect="1"/>
          </p:cNvGraphicFramePr>
          <p:nvPr/>
        </p:nvGraphicFramePr>
        <p:xfrm>
          <a:off x="3657600" y="2057400"/>
          <a:ext cx="876300" cy="311150"/>
        </p:xfrm>
        <a:graphic>
          <a:graphicData uri="http://schemas.openxmlformats.org/presentationml/2006/ole">
            <mc:AlternateContent xmlns:mc="http://schemas.openxmlformats.org/markup-compatibility/2006">
              <mc:Choice xmlns:v="urn:schemas-microsoft-com:vml" Requires="v">
                <p:oleObj spid="_x0000_s2134" name="Equation" r:id="rId3" imgW="571252" imgH="203112" progId="">
                  <p:embed/>
                </p:oleObj>
              </mc:Choice>
              <mc:Fallback>
                <p:oleObj name="Equation" r:id="rId3" imgW="571252" imgH="20311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057400"/>
                        <a:ext cx="87630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6" name="Object 3"/>
          <p:cNvGraphicFramePr>
            <a:graphicFrameLocks noChangeAspect="1"/>
          </p:cNvGraphicFramePr>
          <p:nvPr/>
        </p:nvGraphicFramePr>
        <p:xfrm>
          <a:off x="3657600" y="2590800"/>
          <a:ext cx="836613" cy="311150"/>
        </p:xfrm>
        <a:graphic>
          <a:graphicData uri="http://schemas.openxmlformats.org/presentationml/2006/ole">
            <mc:AlternateContent xmlns:mc="http://schemas.openxmlformats.org/markup-compatibility/2006">
              <mc:Choice xmlns:v="urn:schemas-microsoft-com:vml" Requires="v">
                <p:oleObj spid="_x0000_s2135" name="Equation" r:id="rId5" imgW="545626" imgH="203024" progId="">
                  <p:embed/>
                </p:oleObj>
              </mc:Choice>
              <mc:Fallback>
                <p:oleObj name="Equation" r:id="rId5" imgW="545626" imgH="2030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2590800"/>
                        <a:ext cx="8366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57" name="Line 45"/>
          <p:cNvSpPr>
            <a:spLocks noChangeShapeType="1"/>
          </p:cNvSpPr>
          <p:nvPr/>
        </p:nvSpPr>
        <p:spPr bwMode="auto">
          <a:xfrm flipH="1" flipV="1">
            <a:off x="3505200" y="2286000"/>
            <a:ext cx="304800" cy="1524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5558" name="Line 48"/>
          <p:cNvSpPr>
            <a:spLocks noChangeShapeType="1"/>
          </p:cNvSpPr>
          <p:nvPr/>
        </p:nvSpPr>
        <p:spPr bwMode="auto">
          <a:xfrm>
            <a:off x="838200" y="4876800"/>
            <a:ext cx="304800"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65559" name="Object 4"/>
          <p:cNvGraphicFramePr>
            <a:graphicFrameLocks noChangeAspect="1"/>
          </p:cNvGraphicFramePr>
          <p:nvPr/>
        </p:nvGraphicFramePr>
        <p:xfrm>
          <a:off x="96838" y="5816600"/>
          <a:ext cx="1147762" cy="411163"/>
        </p:xfrm>
        <a:graphic>
          <a:graphicData uri="http://schemas.openxmlformats.org/presentationml/2006/ole">
            <mc:AlternateContent xmlns:mc="http://schemas.openxmlformats.org/markup-compatibility/2006">
              <mc:Choice xmlns:v="urn:schemas-microsoft-com:vml" Requires="v">
                <p:oleObj spid="_x0000_s2136" name="Equation" r:id="rId7" imgW="672808" imgH="241195" progId="">
                  <p:embed/>
                </p:oleObj>
              </mc:Choice>
              <mc:Fallback>
                <p:oleObj name="Equation" r:id="rId7" imgW="672808" imgH="241195"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838" y="5816600"/>
                        <a:ext cx="1147762"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0" name="Object 5"/>
          <p:cNvGraphicFramePr>
            <a:graphicFrameLocks noChangeAspect="1"/>
          </p:cNvGraphicFramePr>
          <p:nvPr/>
        </p:nvGraphicFramePr>
        <p:xfrm>
          <a:off x="0" y="4665663"/>
          <a:ext cx="781050" cy="404812"/>
        </p:xfrm>
        <a:graphic>
          <a:graphicData uri="http://schemas.openxmlformats.org/presentationml/2006/ole">
            <mc:AlternateContent xmlns:mc="http://schemas.openxmlformats.org/markup-compatibility/2006">
              <mc:Choice xmlns:v="urn:schemas-microsoft-com:vml" Requires="v">
                <p:oleObj spid="_x0000_s2137" name="Equation" r:id="rId9" imgW="342603" imgH="177646" progId="">
                  <p:embed/>
                </p:oleObj>
              </mc:Choice>
              <mc:Fallback>
                <p:oleObj name="Equation" r:id="rId9" imgW="342603" imgH="17764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665663"/>
                        <a:ext cx="78105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1" name="Object 6"/>
          <p:cNvGraphicFramePr>
            <a:graphicFrameLocks noChangeAspect="1"/>
          </p:cNvGraphicFramePr>
          <p:nvPr/>
        </p:nvGraphicFramePr>
        <p:xfrm>
          <a:off x="501650" y="3641725"/>
          <a:ext cx="730250" cy="444500"/>
        </p:xfrm>
        <a:graphic>
          <a:graphicData uri="http://schemas.openxmlformats.org/presentationml/2006/ole">
            <mc:AlternateContent xmlns:mc="http://schemas.openxmlformats.org/markup-compatibility/2006">
              <mc:Choice xmlns:v="urn:schemas-microsoft-com:vml" Requires="v">
                <p:oleObj spid="_x0000_s2138" name="Equation" r:id="rId11" imgW="291847" imgH="177646" progId="">
                  <p:embed/>
                </p:oleObj>
              </mc:Choice>
              <mc:Fallback>
                <p:oleObj name="Equation" r:id="rId11" imgW="291847" imgH="177646"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650" y="3641725"/>
                        <a:ext cx="7302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2" name="Object 7"/>
          <p:cNvGraphicFramePr>
            <a:graphicFrameLocks noChangeAspect="1"/>
          </p:cNvGraphicFramePr>
          <p:nvPr/>
        </p:nvGraphicFramePr>
        <p:xfrm>
          <a:off x="200025" y="3048000"/>
          <a:ext cx="1125538" cy="415925"/>
        </p:xfrm>
        <a:graphic>
          <a:graphicData uri="http://schemas.openxmlformats.org/presentationml/2006/ole">
            <mc:AlternateContent xmlns:mc="http://schemas.openxmlformats.org/markup-compatibility/2006">
              <mc:Choice xmlns:v="urn:schemas-microsoft-com:vml" Requires="v">
                <p:oleObj spid="_x0000_s2139" name="Equation" r:id="rId13" imgW="482181" imgH="177646" progId="">
                  <p:embed/>
                </p:oleObj>
              </mc:Choice>
              <mc:Fallback>
                <p:oleObj name="Equation" r:id="rId13" imgW="482181" imgH="177646"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5" y="3048000"/>
                        <a:ext cx="1125538"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63" name="Line 55"/>
          <p:cNvSpPr>
            <a:spLocks noChangeShapeType="1"/>
          </p:cNvSpPr>
          <p:nvPr/>
        </p:nvSpPr>
        <p:spPr bwMode="auto">
          <a:xfrm>
            <a:off x="1371600" y="6019800"/>
            <a:ext cx="673100"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5564" name="Line 56"/>
          <p:cNvSpPr>
            <a:spLocks noChangeShapeType="1"/>
          </p:cNvSpPr>
          <p:nvPr/>
        </p:nvSpPr>
        <p:spPr bwMode="auto">
          <a:xfrm>
            <a:off x="2032000" y="52578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65" name="Line 57"/>
          <p:cNvSpPr>
            <a:spLocks noChangeShapeType="1"/>
          </p:cNvSpPr>
          <p:nvPr/>
        </p:nvSpPr>
        <p:spPr bwMode="auto">
          <a:xfrm flipV="1">
            <a:off x="2032000" y="52451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5566" name="Line 58"/>
          <p:cNvSpPr>
            <a:spLocks noChangeShapeType="1"/>
          </p:cNvSpPr>
          <p:nvPr/>
        </p:nvSpPr>
        <p:spPr bwMode="auto">
          <a:xfrm>
            <a:off x="5257800" y="2438400"/>
            <a:ext cx="304800" cy="0"/>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67" name="Line 59"/>
          <p:cNvSpPr>
            <a:spLocks noChangeShapeType="1"/>
          </p:cNvSpPr>
          <p:nvPr/>
        </p:nvSpPr>
        <p:spPr bwMode="auto">
          <a:xfrm flipH="1" flipV="1">
            <a:off x="4800600" y="2209800"/>
            <a:ext cx="457200" cy="228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5568" name="Line 60"/>
          <p:cNvSpPr>
            <a:spLocks noChangeShapeType="1"/>
          </p:cNvSpPr>
          <p:nvPr/>
        </p:nvSpPr>
        <p:spPr bwMode="auto">
          <a:xfrm flipV="1">
            <a:off x="4953000" y="2324100"/>
            <a:ext cx="38100" cy="171450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69" name="Line 61"/>
          <p:cNvSpPr>
            <a:spLocks noChangeShapeType="1"/>
          </p:cNvSpPr>
          <p:nvPr/>
        </p:nvSpPr>
        <p:spPr bwMode="auto">
          <a:xfrm>
            <a:off x="4432300" y="4051300"/>
            <a:ext cx="533400"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5570" name="AutoShape 66"/>
          <p:cNvSpPr>
            <a:spLocks noChangeArrowheads="1"/>
          </p:cNvSpPr>
          <p:nvPr/>
        </p:nvSpPr>
        <p:spPr bwMode="auto">
          <a:xfrm>
            <a:off x="6324600" y="2057400"/>
            <a:ext cx="838200" cy="685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TH0</a:t>
            </a:r>
          </a:p>
        </p:txBody>
      </p:sp>
      <p:sp>
        <p:nvSpPr>
          <p:cNvPr id="65571" name="Line 67"/>
          <p:cNvSpPr>
            <a:spLocks noChangeShapeType="1"/>
          </p:cNvSpPr>
          <p:nvPr/>
        </p:nvSpPr>
        <p:spPr bwMode="auto">
          <a:xfrm>
            <a:off x="7137400" y="2400300"/>
            <a:ext cx="304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72" name="Text Box 74"/>
          <p:cNvSpPr txBox="1">
            <a:spLocks noChangeArrowheads="1"/>
          </p:cNvSpPr>
          <p:nvPr/>
        </p:nvSpPr>
        <p:spPr bwMode="auto">
          <a:xfrm>
            <a:off x="7524750" y="3505200"/>
            <a:ext cx="1690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sz="2400" b="1">
                <a:solidFill>
                  <a:srgbClr val="CC99FF"/>
                </a:solidFill>
                <a:latin typeface="Calibri" pitchFamily="34" charset="0"/>
              </a:rPr>
              <a:t>INTERRUPT</a:t>
            </a:r>
          </a:p>
        </p:txBody>
      </p:sp>
      <p:sp>
        <p:nvSpPr>
          <p:cNvPr id="65573" name="Line 77"/>
          <p:cNvSpPr>
            <a:spLocks noChangeShapeType="1"/>
          </p:cNvSpPr>
          <p:nvPr/>
        </p:nvSpPr>
        <p:spPr bwMode="auto">
          <a:xfrm>
            <a:off x="8610600" y="2362200"/>
            <a:ext cx="0" cy="1066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5574" name="Rectangle 78"/>
          <p:cNvSpPr>
            <a:spLocks noChangeArrowheads="1"/>
          </p:cNvSpPr>
          <p:nvPr/>
        </p:nvSpPr>
        <p:spPr bwMode="auto">
          <a:xfrm>
            <a:off x="457200" y="27463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4400" b="1">
                <a:solidFill>
                  <a:srgbClr val="FFC000"/>
                </a:solidFill>
                <a:latin typeface="Calibri" pitchFamily="34" charset="0"/>
              </a:rPr>
              <a:t>TIMER 0</a:t>
            </a:r>
          </a:p>
        </p:txBody>
      </p:sp>
      <p:sp>
        <p:nvSpPr>
          <p:cNvPr id="65575" name="AutoShape 85"/>
          <p:cNvSpPr>
            <a:spLocks noChangeArrowheads="1"/>
          </p:cNvSpPr>
          <p:nvPr/>
        </p:nvSpPr>
        <p:spPr bwMode="auto">
          <a:xfrm>
            <a:off x="7454900" y="2057400"/>
            <a:ext cx="838200" cy="685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TF0</a:t>
            </a:r>
          </a:p>
        </p:txBody>
      </p:sp>
      <p:sp>
        <p:nvSpPr>
          <p:cNvPr id="65576" name="Line 86"/>
          <p:cNvSpPr>
            <a:spLocks noChangeShapeType="1"/>
          </p:cNvSpPr>
          <p:nvPr/>
        </p:nvSpPr>
        <p:spPr bwMode="auto">
          <a:xfrm>
            <a:off x="8293100" y="2387600"/>
            <a:ext cx="304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17659180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AutoShape 2"/>
          <p:cNvSpPr>
            <a:spLocks noChangeArrowheads="1"/>
          </p:cNvSpPr>
          <p:nvPr/>
        </p:nvSpPr>
        <p:spPr bwMode="auto">
          <a:xfrm>
            <a:off x="33528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TL0</a:t>
            </a:r>
          </a:p>
          <a:p>
            <a:pPr algn="ctr"/>
            <a:r>
              <a:rPr lang="en-US" altLang="en-US" sz="2400" b="1">
                <a:solidFill>
                  <a:schemeClr val="tx1"/>
                </a:solidFill>
                <a:latin typeface="Calibri" pitchFamily="34" charset="0"/>
              </a:rPr>
              <a:t>up 5 Bits</a:t>
            </a:r>
          </a:p>
        </p:txBody>
      </p:sp>
      <p:sp>
        <p:nvSpPr>
          <p:cNvPr id="66563" name="Text Box 4"/>
          <p:cNvSpPr txBox="1">
            <a:spLocks noChangeArrowheads="1"/>
          </p:cNvSpPr>
          <p:nvPr/>
        </p:nvSpPr>
        <p:spPr bwMode="auto">
          <a:xfrm>
            <a:off x="7442200" y="2781300"/>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FF0000"/>
                </a:solidFill>
                <a:latin typeface="Calibri" pitchFamily="34" charset="0"/>
              </a:rPr>
              <a:t>INTERRUPT</a:t>
            </a:r>
          </a:p>
        </p:txBody>
      </p:sp>
      <p:sp>
        <p:nvSpPr>
          <p:cNvPr id="66564" name="Rectangle 6"/>
          <p:cNvSpPr>
            <a:spLocks noChangeArrowheads="1"/>
          </p:cNvSpPr>
          <p:nvPr/>
        </p:nvSpPr>
        <p:spPr bwMode="auto">
          <a:xfrm>
            <a:off x="457200" y="27463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4400" b="1">
                <a:solidFill>
                  <a:srgbClr val="FFC000"/>
                </a:solidFill>
                <a:latin typeface="Calibri" pitchFamily="34" charset="0"/>
              </a:rPr>
              <a:t>TIMER 0 – </a:t>
            </a:r>
            <a:r>
              <a:rPr lang="en-US" altLang="en-US" sz="4400" b="1">
                <a:solidFill>
                  <a:srgbClr val="FF0000"/>
                </a:solidFill>
                <a:latin typeface="Calibri" pitchFamily="34" charset="0"/>
              </a:rPr>
              <a:t>Mode 0</a:t>
            </a:r>
          </a:p>
        </p:txBody>
      </p:sp>
      <p:sp>
        <p:nvSpPr>
          <p:cNvPr id="66565" name="AutoShape 8"/>
          <p:cNvSpPr>
            <a:spLocks noChangeArrowheads="1"/>
          </p:cNvSpPr>
          <p:nvPr/>
        </p:nvSpPr>
        <p:spPr bwMode="auto">
          <a:xfrm>
            <a:off x="604838"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OSC</a:t>
            </a:r>
          </a:p>
        </p:txBody>
      </p:sp>
      <p:sp>
        <p:nvSpPr>
          <p:cNvPr id="66566" name="AutoShape 9"/>
          <p:cNvSpPr>
            <a:spLocks noChangeArrowheads="1"/>
          </p:cNvSpPr>
          <p:nvPr/>
        </p:nvSpPr>
        <p:spPr bwMode="auto">
          <a:xfrm>
            <a:off x="1381125"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÷12</a:t>
            </a:r>
          </a:p>
        </p:txBody>
      </p:sp>
      <p:sp>
        <p:nvSpPr>
          <p:cNvPr id="66567" name="AutoShape 10"/>
          <p:cNvSpPr>
            <a:spLocks noChangeArrowheads="1"/>
          </p:cNvSpPr>
          <p:nvPr/>
        </p:nvSpPr>
        <p:spPr bwMode="auto">
          <a:xfrm rot="10800000">
            <a:off x="1330325" y="3948113"/>
            <a:ext cx="414338" cy="37465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66568" name="AutoShape 11"/>
          <p:cNvSpPr>
            <a:spLocks noChangeArrowheads="1"/>
          </p:cNvSpPr>
          <p:nvPr/>
        </p:nvSpPr>
        <p:spPr bwMode="auto">
          <a:xfrm>
            <a:off x="2070100" y="3517900"/>
            <a:ext cx="338138" cy="373063"/>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2" name="Group 12"/>
          <p:cNvGrpSpPr>
            <a:grpSpLocks/>
          </p:cNvGrpSpPr>
          <p:nvPr/>
        </p:nvGrpSpPr>
        <p:grpSpPr bwMode="auto">
          <a:xfrm>
            <a:off x="785813" y="3925888"/>
            <a:ext cx="376237" cy="271462"/>
            <a:chOff x="3456" y="2400"/>
            <a:chExt cx="480" cy="384"/>
          </a:xfrm>
          <a:solidFill>
            <a:srgbClr val="00B0F0"/>
          </a:solidFill>
        </p:grpSpPr>
        <p:sp>
          <p:nvSpPr>
            <p:cNvPr id="194573" name="AutoShape 13"/>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194574" name="AutoShape 14"/>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66570" name="Line 15"/>
          <p:cNvSpPr>
            <a:spLocks noChangeShapeType="1"/>
          </p:cNvSpPr>
          <p:nvPr/>
        </p:nvSpPr>
        <p:spPr bwMode="auto">
          <a:xfrm>
            <a:off x="1036638" y="2651125"/>
            <a:ext cx="33813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1" name="Line 16"/>
          <p:cNvSpPr>
            <a:spLocks noChangeShapeType="1"/>
          </p:cNvSpPr>
          <p:nvPr/>
        </p:nvSpPr>
        <p:spPr bwMode="auto">
          <a:xfrm>
            <a:off x="2108200" y="2973388"/>
            <a:ext cx="487363"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6572" name="Line 17"/>
          <p:cNvSpPr>
            <a:spLocks noChangeShapeType="1"/>
          </p:cNvSpPr>
          <p:nvPr/>
        </p:nvSpPr>
        <p:spPr bwMode="auto">
          <a:xfrm>
            <a:off x="1806575" y="2651125"/>
            <a:ext cx="15081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6573" name="Line 18"/>
          <p:cNvSpPr>
            <a:spLocks noChangeShapeType="1"/>
          </p:cNvSpPr>
          <p:nvPr/>
        </p:nvSpPr>
        <p:spPr bwMode="auto">
          <a:xfrm>
            <a:off x="1168400" y="4060825"/>
            <a:ext cx="206375"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4" name="Line 19"/>
          <p:cNvSpPr>
            <a:spLocks noChangeShapeType="1"/>
          </p:cNvSpPr>
          <p:nvPr/>
        </p:nvSpPr>
        <p:spPr bwMode="auto">
          <a:xfrm>
            <a:off x="904875" y="3619500"/>
            <a:ext cx="1165225"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5" name="Line 20"/>
          <p:cNvSpPr>
            <a:spLocks noChangeShapeType="1"/>
          </p:cNvSpPr>
          <p:nvPr/>
        </p:nvSpPr>
        <p:spPr bwMode="auto">
          <a:xfrm>
            <a:off x="1738313" y="4129088"/>
            <a:ext cx="1873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6576" name="Line 21"/>
          <p:cNvSpPr>
            <a:spLocks noChangeShapeType="1"/>
          </p:cNvSpPr>
          <p:nvPr/>
        </p:nvSpPr>
        <p:spPr bwMode="auto">
          <a:xfrm>
            <a:off x="1919288" y="3789363"/>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7" name="Line 22"/>
          <p:cNvSpPr>
            <a:spLocks noChangeShapeType="1"/>
          </p:cNvSpPr>
          <p:nvPr/>
        </p:nvSpPr>
        <p:spPr bwMode="auto">
          <a:xfrm flipV="1">
            <a:off x="904875" y="3341688"/>
            <a:ext cx="1052513" cy="635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6578" name="Line 23"/>
          <p:cNvSpPr>
            <a:spLocks noChangeShapeType="1"/>
          </p:cNvSpPr>
          <p:nvPr/>
        </p:nvSpPr>
        <p:spPr bwMode="auto">
          <a:xfrm>
            <a:off x="1957388" y="2644775"/>
            <a:ext cx="0" cy="260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79" name="Line 24"/>
          <p:cNvSpPr>
            <a:spLocks noChangeShapeType="1"/>
          </p:cNvSpPr>
          <p:nvPr/>
        </p:nvSpPr>
        <p:spPr bwMode="auto">
          <a:xfrm flipV="1">
            <a:off x="1957388" y="3041650"/>
            <a:ext cx="0" cy="3063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80" name="Line 25"/>
          <p:cNvSpPr>
            <a:spLocks noChangeShapeType="1"/>
          </p:cNvSpPr>
          <p:nvPr/>
        </p:nvSpPr>
        <p:spPr bwMode="auto">
          <a:xfrm flipV="1">
            <a:off x="1919288" y="3784600"/>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66581" name="Object 2"/>
          <p:cNvGraphicFramePr>
            <a:graphicFrameLocks noChangeAspect="1"/>
          </p:cNvGraphicFramePr>
          <p:nvPr/>
        </p:nvGraphicFramePr>
        <p:xfrm>
          <a:off x="2032000" y="2803525"/>
          <a:ext cx="431800" cy="139700"/>
        </p:xfrm>
        <a:graphic>
          <a:graphicData uri="http://schemas.openxmlformats.org/presentationml/2006/ole">
            <mc:AlternateContent xmlns:mc="http://schemas.openxmlformats.org/markup-compatibility/2006">
              <mc:Choice xmlns:v="urn:schemas-microsoft-com:vml" Requires="v">
                <p:oleObj spid="_x0000_s3158" name="Equation" r:id="rId3" imgW="571252" imgH="203112" progId="">
                  <p:embed/>
                </p:oleObj>
              </mc:Choice>
              <mc:Fallback>
                <p:oleObj name="Equation" r:id="rId3" imgW="571252" imgH="20311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2803525"/>
                        <a:ext cx="4318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2" name="Object 3"/>
          <p:cNvGraphicFramePr>
            <a:graphicFrameLocks noChangeAspect="1"/>
          </p:cNvGraphicFramePr>
          <p:nvPr/>
        </p:nvGraphicFramePr>
        <p:xfrm>
          <a:off x="2032000" y="3041650"/>
          <a:ext cx="412750" cy="138113"/>
        </p:xfrm>
        <a:graphic>
          <a:graphicData uri="http://schemas.openxmlformats.org/presentationml/2006/ole">
            <mc:AlternateContent xmlns:mc="http://schemas.openxmlformats.org/markup-compatibility/2006">
              <mc:Choice xmlns:v="urn:schemas-microsoft-com:vml" Requires="v">
                <p:oleObj spid="_x0000_s3159" name="Equation" r:id="rId5" imgW="545626" imgH="203024" progId="">
                  <p:embed/>
                </p:oleObj>
              </mc:Choice>
              <mc:Fallback>
                <p:oleObj name="Equation" r:id="rId5" imgW="545626" imgH="2030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00" y="3041650"/>
                        <a:ext cx="412750"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83" name="Line 28"/>
          <p:cNvSpPr>
            <a:spLocks noChangeShapeType="1"/>
          </p:cNvSpPr>
          <p:nvPr/>
        </p:nvSpPr>
        <p:spPr bwMode="auto">
          <a:xfrm flipH="1" flipV="1">
            <a:off x="1957388" y="2905125"/>
            <a:ext cx="150812" cy="68263"/>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6584" name="Line 29"/>
          <p:cNvSpPr>
            <a:spLocks noChangeShapeType="1"/>
          </p:cNvSpPr>
          <p:nvPr/>
        </p:nvSpPr>
        <p:spPr bwMode="auto">
          <a:xfrm>
            <a:off x="641350" y="4060825"/>
            <a:ext cx="150813"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66585" name="Object 4"/>
          <p:cNvGraphicFramePr>
            <a:graphicFrameLocks noChangeAspect="1"/>
          </p:cNvGraphicFramePr>
          <p:nvPr/>
        </p:nvGraphicFramePr>
        <p:xfrm>
          <a:off x="276225" y="4479925"/>
          <a:ext cx="566738" cy="184150"/>
        </p:xfrm>
        <a:graphic>
          <a:graphicData uri="http://schemas.openxmlformats.org/presentationml/2006/ole">
            <mc:AlternateContent xmlns:mc="http://schemas.openxmlformats.org/markup-compatibility/2006">
              <mc:Choice xmlns:v="urn:schemas-microsoft-com:vml" Requires="v">
                <p:oleObj spid="_x0000_s3160" name="Equation" r:id="rId7" imgW="672808" imgH="241195" progId="">
                  <p:embed/>
                </p:oleObj>
              </mc:Choice>
              <mc:Fallback>
                <p:oleObj name="Equation" r:id="rId7" imgW="672808" imgH="241195"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225" y="4479925"/>
                        <a:ext cx="5667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6" name="Object 5"/>
          <p:cNvGraphicFramePr>
            <a:graphicFrameLocks noChangeAspect="1"/>
          </p:cNvGraphicFramePr>
          <p:nvPr/>
        </p:nvGraphicFramePr>
        <p:xfrm>
          <a:off x="228600" y="3967163"/>
          <a:ext cx="385763" cy="180975"/>
        </p:xfrm>
        <a:graphic>
          <a:graphicData uri="http://schemas.openxmlformats.org/presentationml/2006/ole">
            <mc:AlternateContent xmlns:mc="http://schemas.openxmlformats.org/markup-compatibility/2006">
              <mc:Choice xmlns:v="urn:schemas-microsoft-com:vml" Requires="v">
                <p:oleObj spid="_x0000_s3161" name="Equation" r:id="rId9" imgW="342603" imgH="177646" progId="">
                  <p:embed/>
                </p:oleObj>
              </mc:Choice>
              <mc:Fallback>
                <p:oleObj name="Equation" r:id="rId9" imgW="342603" imgH="17764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3967163"/>
                        <a:ext cx="385763"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7" name="Object 6"/>
          <p:cNvGraphicFramePr>
            <a:graphicFrameLocks noChangeAspect="1"/>
          </p:cNvGraphicFramePr>
          <p:nvPr/>
        </p:nvGraphicFramePr>
        <p:xfrm>
          <a:off x="476250" y="3509963"/>
          <a:ext cx="360363" cy="198437"/>
        </p:xfrm>
        <a:graphic>
          <a:graphicData uri="http://schemas.openxmlformats.org/presentationml/2006/ole">
            <mc:AlternateContent xmlns:mc="http://schemas.openxmlformats.org/markup-compatibility/2006">
              <mc:Choice xmlns:v="urn:schemas-microsoft-com:vml" Requires="v">
                <p:oleObj spid="_x0000_s3162" name="Equation" r:id="rId11" imgW="291847" imgH="177646" progId="">
                  <p:embed/>
                </p:oleObj>
              </mc:Choice>
              <mc:Fallback>
                <p:oleObj name="Equation" r:id="rId11" imgW="291847" imgH="177646"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250" y="3509963"/>
                        <a:ext cx="360363"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8" name="Object 7"/>
          <p:cNvGraphicFramePr>
            <a:graphicFrameLocks noChangeAspect="1"/>
          </p:cNvGraphicFramePr>
          <p:nvPr/>
        </p:nvGraphicFramePr>
        <p:xfrm>
          <a:off x="327025" y="3244850"/>
          <a:ext cx="555625" cy="185738"/>
        </p:xfrm>
        <a:graphic>
          <a:graphicData uri="http://schemas.openxmlformats.org/presentationml/2006/ole">
            <mc:AlternateContent xmlns:mc="http://schemas.openxmlformats.org/markup-compatibility/2006">
              <mc:Choice xmlns:v="urn:schemas-microsoft-com:vml" Requires="v">
                <p:oleObj spid="_x0000_s3163" name="Equation" r:id="rId13" imgW="482181" imgH="177646" progId="">
                  <p:embed/>
                </p:oleObj>
              </mc:Choice>
              <mc:Fallback>
                <p:oleObj name="Equation" r:id="rId13" imgW="482181" imgH="177646"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025" y="3244850"/>
                        <a:ext cx="555625"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89" name="Line 34"/>
          <p:cNvSpPr>
            <a:spLocks noChangeShapeType="1"/>
          </p:cNvSpPr>
          <p:nvPr/>
        </p:nvSpPr>
        <p:spPr bwMode="auto">
          <a:xfrm>
            <a:off x="904875" y="4572000"/>
            <a:ext cx="331788"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6590" name="Line 35"/>
          <p:cNvSpPr>
            <a:spLocks noChangeShapeType="1"/>
          </p:cNvSpPr>
          <p:nvPr/>
        </p:nvSpPr>
        <p:spPr bwMode="auto">
          <a:xfrm>
            <a:off x="1230313" y="4230688"/>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91" name="Line 36"/>
          <p:cNvSpPr>
            <a:spLocks noChangeShapeType="1"/>
          </p:cNvSpPr>
          <p:nvPr/>
        </p:nvSpPr>
        <p:spPr bwMode="auto">
          <a:xfrm flipV="1">
            <a:off x="1230313" y="4225925"/>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6592" name="Line 37"/>
          <p:cNvSpPr>
            <a:spLocks noChangeShapeType="1"/>
          </p:cNvSpPr>
          <p:nvPr/>
        </p:nvSpPr>
        <p:spPr bwMode="auto">
          <a:xfrm flipV="1">
            <a:off x="2820988" y="2971800"/>
            <a:ext cx="531812" cy="1588"/>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93" name="Line 38"/>
          <p:cNvSpPr>
            <a:spLocks noChangeShapeType="1"/>
          </p:cNvSpPr>
          <p:nvPr/>
        </p:nvSpPr>
        <p:spPr bwMode="auto">
          <a:xfrm flipH="1" flipV="1">
            <a:off x="2595563" y="2871788"/>
            <a:ext cx="225425" cy="101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6594" name="Line 39"/>
          <p:cNvSpPr>
            <a:spLocks noChangeShapeType="1"/>
          </p:cNvSpPr>
          <p:nvPr/>
        </p:nvSpPr>
        <p:spPr bwMode="auto">
          <a:xfrm flipV="1">
            <a:off x="2671763" y="2922588"/>
            <a:ext cx="17462" cy="765175"/>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95" name="Line 40"/>
          <p:cNvSpPr>
            <a:spLocks noChangeShapeType="1"/>
          </p:cNvSpPr>
          <p:nvPr/>
        </p:nvSpPr>
        <p:spPr bwMode="auto">
          <a:xfrm>
            <a:off x="2414588" y="3692525"/>
            <a:ext cx="263525"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6596" name="AutoShape 42"/>
          <p:cNvSpPr>
            <a:spLocks noChangeArrowheads="1"/>
          </p:cNvSpPr>
          <p:nvPr/>
        </p:nvSpPr>
        <p:spPr bwMode="auto">
          <a:xfrm>
            <a:off x="44831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TH0</a:t>
            </a:r>
          </a:p>
          <a:p>
            <a:pPr algn="ctr"/>
            <a:r>
              <a:rPr lang="en-US" altLang="en-US" sz="2400" b="1">
                <a:solidFill>
                  <a:schemeClr val="tx1"/>
                </a:solidFill>
                <a:latin typeface="Calibri" pitchFamily="34" charset="0"/>
              </a:rPr>
              <a:t>(8 Bits)</a:t>
            </a:r>
          </a:p>
        </p:txBody>
      </p:sp>
      <p:sp>
        <p:nvSpPr>
          <p:cNvPr id="66597" name="AutoShape 43"/>
          <p:cNvSpPr>
            <a:spLocks noChangeArrowheads="1"/>
          </p:cNvSpPr>
          <p:nvPr/>
        </p:nvSpPr>
        <p:spPr bwMode="auto">
          <a:xfrm>
            <a:off x="59436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TF0</a:t>
            </a:r>
          </a:p>
        </p:txBody>
      </p:sp>
      <p:sp>
        <p:nvSpPr>
          <p:cNvPr id="66598" name="Line 44"/>
          <p:cNvSpPr>
            <a:spLocks noChangeShapeType="1"/>
          </p:cNvSpPr>
          <p:nvPr/>
        </p:nvSpPr>
        <p:spPr bwMode="auto">
          <a:xfrm flipV="1">
            <a:off x="5665788" y="2971800"/>
            <a:ext cx="277812"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599" name="Line 45"/>
          <p:cNvSpPr>
            <a:spLocks noChangeShapeType="1"/>
          </p:cNvSpPr>
          <p:nvPr/>
        </p:nvSpPr>
        <p:spPr bwMode="auto">
          <a:xfrm flipV="1">
            <a:off x="7099300" y="2971800"/>
            <a:ext cx="381000"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6600" name="Text Box 46"/>
          <p:cNvSpPr txBox="1">
            <a:spLocks noChangeArrowheads="1"/>
          </p:cNvSpPr>
          <p:nvPr/>
        </p:nvSpPr>
        <p:spPr bwMode="auto">
          <a:xfrm>
            <a:off x="2438400" y="1371600"/>
            <a:ext cx="472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u="sng">
                <a:solidFill>
                  <a:schemeClr val="tx1"/>
                </a:solidFill>
                <a:latin typeface="Calibri" pitchFamily="34" charset="0"/>
              </a:rPr>
              <a:t>13 Bit Timer / Counter</a:t>
            </a:r>
          </a:p>
        </p:txBody>
      </p:sp>
      <p:sp>
        <p:nvSpPr>
          <p:cNvPr id="66601" name="Text Box 47"/>
          <p:cNvSpPr txBox="1">
            <a:spLocks noChangeArrowheads="1"/>
          </p:cNvSpPr>
          <p:nvPr/>
        </p:nvSpPr>
        <p:spPr bwMode="auto">
          <a:xfrm>
            <a:off x="438150" y="5368925"/>
            <a:ext cx="8277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a:solidFill>
                  <a:schemeClr val="accent2"/>
                </a:solidFill>
                <a:latin typeface="Calibri" pitchFamily="34" charset="0"/>
              </a:rPr>
              <a:t>Maximum Count = 1FFFh  (0001111111111111)</a:t>
            </a:r>
          </a:p>
        </p:txBody>
      </p:sp>
    </p:spTree>
    <p:extLst>
      <p:ext uri="{BB962C8B-B14F-4D97-AF65-F5344CB8AC3E}">
        <p14:creationId xmlns:p14="http://schemas.microsoft.com/office/powerpoint/2010/main" val="1951035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pPr algn="ctr"/>
            <a:r>
              <a:rPr lang="en-IN" dirty="0" smtClean="0"/>
              <a:t>Mode 0</a:t>
            </a:r>
            <a:endParaRPr lang="en-IN" dirty="0"/>
          </a:p>
        </p:txBody>
      </p:sp>
      <p:sp>
        <p:nvSpPr>
          <p:cNvPr id="3" name="Content Placeholder 2"/>
          <p:cNvSpPr>
            <a:spLocks noGrp="1"/>
          </p:cNvSpPr>
          <p:nvPr>
            <p:ph idx="1"/>
          </p:nvPr>
        </p:nvSpPr>
        <p:spPr>
          <a:xfrm>
            <a:off x="628650" y="1143000"/>
            <a:ext cx="7886700" cy="5033963"/>
          </a:xfrm>
        </p:spPr>
        <p:txBody>
          <a:bodyPr>
            <a:normAutofit/>
          </a:bodyPr>
          <a:lstStyle/>
          <a:p>
            <a:r>
              <a:rPr lang="en-IN" b="1" dirty="0" smtClean="0"/>
              <a:t>Mode 0</a:t>
            </a:r>
            <a:endParaRPr lang="en-IN" dirty="0" smtClean="0"/>
          </a:p>
          <a:p>
            <a:pPr marL="0" indent="0">
              <a:buNone/>
            </a:pPr>
            <a:r>
              <a:rPr lang="en-IN" dirty="0" smtClean="0"/>
              <a:t>Mode </a:t>
            </a:r>
            <a:r>
              <a:rPr lang="en-IN" dirty="0"/>
              <a:t>0 is exactly same like mode 1 except that it is a 13-bit timer instead of 16-bit. The 13-bit counter can hold values between 0000 to 1FFFH in TH-TL. Therefore, when the timer reaches its maximum </a:t>
            </a:r>
            <a:r>
              <a:rPr lang="en-IN"/>
              <a:t>of </a:t>
            </a:r>
            <a:r>
              <a:rPr lang="en-IN" smtClean="0"/>
              <a:t>1FFFH</a:t>
            </a:r>
            <a:r>
              <a:rPr lang="en-IN" dirty="0"/>
              <a:t>, it rolls over to 0000, and TF is raised</a:t>
            </a:r>
            <a:r>
              <a:rPr lang="en-IN" dirty="0" smtClean="0"/>
              <a:t>.</a:t>
            </a:r>
          </a:p>
        </p:txBody>
      </p:sp>
    </p:spTree>
    <p:extLst>
      <p:ext uri="{BB962C8B-B14F-4D97-AF65-F5344CB8AC3E}">
        <p14:creationId xmlns:p14="http://schemas.microsoft.com/office/powerpoint/2010/main" val="14675535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pPr algn="ctr"/>
            <a:r>
              <a:rPr lang="en-IN" dirty="0" smtClean="0"/>
              <a:t>Mode 1</a:t>
            </a:r>
            <a:endParaRPr lang="en-IN" dirty="0"/>
          </a:p>
        </p:txBody>
      </p:sp>
      <p:sp>
        <p:nvSpPr>
          <p:cNvPr id="3" name="Content Placeholder 2"/>
          <p:cNvSpPr>
            <a:spLocks noGrp="1"/>
          </p:cNvSpPr>
          <p:nvPr>
            <p:ph idx="1"/>
          </p:nvPr>
        </p:nvSpPr>
        <p:spPr>
          <a:xfrm>
            <a:off x="304800" y="1295400"/>
            <a:ext cx="8210550" cy="5181600"/>
          </a:xfrm>
        </p:spPr>
        <p:txBody>
          <a:bodyPr>
            <a:normAutofit fontScale="92500" lnSpcReduction="10000"/>
          </a:bodyPr>
          <a:lstStyle/>
          <a:p>
            <a:r>
              <a:rPr lang="en-IN" b="1" dirty="0"/>
              <a:t>Mode 1- </a:t>
            </a:r>
            <a:r>
              <a:rPr lang="en-IN" dirty="0"/>
              <a:t> It is a 16-bit timer; therefore it allows values from 0000 to FFFFH to be loaded into the timer’s registers TL and TH. After TH and TL are loaded with a 16-bit initial value, the timer must be started.  We can do it by “SETB TR0” for timer 0 and “SETB TR1” for timer 1. After the timer is started. It starts count up until it reaches its limit of FFFFH. When it rolls over from FFFF to 0000H, it sets high a flag bit called TF (timer flag). This timer flag can be monitored. When this timer flag is raised, one option would be stop the timer with the instructions “CLR TR0“ or CLR TR1 for timer 0 and timer 1 respectively. Again, it must be noted that each timer flag TF0 for timer 0 and TF1 for timer1. After the timer reaches its limit and rolls over, in order to repeat the process the registers TH and TL must be reloaded with the original value and TF must be reset to 0</a:t>
            </a:r>
          </a:p>
        </p:txBody>
      </p:sp>
    </p:spTree>
    <p:extLst>
      <p:ext uri="{BB962C8B-B14F-4D97-AF65-F5344CB8AC3E}">
        <p14:creationId xmlns:p14="http://schemas.microsoft.com/office/powerpoint/2010/main" val="25828186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AutoShape 2"/>
          <p:cNvSpPr>
            <a:spLocks noChangeArrowheads="1"/>
          </p:cNvSpPr>
          <p:nvPr/>
        </p:nvSpPr>
        <p:spPr bwMode="auto">
          <a:xfrm>
            <a:off x="33528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TL0</a:t>
            </a:r>
          </a:p>
          <a:p>
            <a:pPr algn="ctr"/>
            <a:r>
              <a:rPr lang="en-US" altLang="en-US" sz="2400" b="1">
                <a:solidFill>
                  <a:schemeClr val="tx1"/>
                </a:solidFill>
                <a:latin typeface="Calibri" pitchFamily="34" charset="0"/>
              </a:rPr>
              <a:t>(8 Bit)</a:t>
            </a:r>
          </a:p>
        </p:txBody>
      </p:sp>
      <p:sp>
        <p:nvSpPr>
          <p:cNvPr id="67587" name="Text Box 4"/>
          <p:cNvSpPr txBox="1">
            <a:spLocks noChangeArrowheads="1"/>
          </p:cNvSpPr>
          <p:nvPr/>
        </p:nvSpPr>
        <p:spPr bwMode="auto">
          <a:xfrm>
            <a:off x="7442200" y="2781300"/>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FF0000"/>
                </a:solidFill>
                <a:latin typeface="Calibri" pitchFamily="34" charset="0"/>
              </a:rPr>
              <a:t>INTERRUPT</a:t>
            </a:r>
          </a:p>
        </p:txBody>
      </p:sp>
      <p:sp>
        <p:nvSpPr>
          <p:cNvPr id="67588" name="Rectangle 6"/>
          <p:cNvSpPr>
            <a:spLocks noChangeArrowheads="1"/>
          </p:cNvSpPr>
          <p:nvPr/>
        </p:nvSpPr>
        <p:spPr bwMode="auto">
          <a:xfrm>
            <a:off x="457200" y="27463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4400" b="1">
                <a:solidFill>
                  <a:srgbClr val="FFC000"/>
                </a:solidFill>
                <a:latin typeface="Calibri" pitchFamily="34" charset="0"/>
              </a:rPr>
              <a:t>TIMER 0 – </a:t>
            </a:r>
            <a:r>
              <a:rPr lang="en-US" altLang="en-US" sz="4400" b="1">
                <a:solidFill>
                  <a:srgbClr val="FF0000"/>
                </a:solidFill>
                <a:latin typeface="Calibri" pitchFamily="34" charset="0"/>
              </a:rPr>
              <a:t>Mode 1</a:t>
            </a:r>
          </a:p>
        </p:txBody>
      </p:sp>
      <p:sp>
        <p:nvSpPr>
          <p:cNvPr id="67589" name="AutoShape 8"/>
          <p:cNvSpPr>
            <a:spLocks noChangeArrowheads="1"/>
          </p:cNvSpPr>
          <p:nvPr/>
        </p:nvSpPr>
        <p:spPr bwMode="auto">
          <a:xfrm>
            <a:off x="604838"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OSC</a:t>
            </a:r>
          </a:p>
        </p:txBody>
      </p:sp>
      <p:sp>
        <p:nvSpPr>
          <p:cNvPr id="67590" name="AutoShape 9"/>
          <p:cNvSpPr>
            <a:spLocks noChangeArrowheads="1"/>
          </p:cNvSpPr>
          <p:nvPr/>
        </p:nvSpPr>
        <p:spPr bwMode="auto">
          <a:xfrm>
            <a:off x="1381125"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÷12</a:t>
            </a:r>
          </a:p>
        </p:txBody>
      </p:sp>
      <p:sp>
        <p:nvSpPr>
          <p:cNvPr id="67591" name="AutoShape 10"/>
          <p:cNvSpPr>
            <a:spLocks noChangeArrowheads="1"/>
          </p:cNvSpPr>
          <p:nvPr/>
        </p:nvSpPr>
        <p:spPr bwMode="auto">
          <a:xfrm rot="10800000">
            <a:off x="1330325" y="3948113"/>
            <a:ext cx="414338" cy="37465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67592" name="AutoShape 11"/>
          <p:cNvSpPr>
            <a:spLocks noChangeArrowheads="1"/>
          </p:cNvSpPr>
          <p:nvPr/>
        </p:nvSpPr>
        <p:spPr bwMode="auto">
          <a:xfrm>
            <a:off x="2070100" y="3517900"/>
            <a:ext cx="338138" cy="373063"/>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2" name="Group 12"/>
          <p:cNvGrpSpPr>
            <a:grpSpLocks/>
          </p:cNvGrpSpPr>
          <p:nvPr/>
        </p:nvGrpSpPr>
        <p:grpSpPr bwMode="auto">
          <a:xfrm>
            <a:off x="785813" y="3925888"/>
            <a:ext cx="376237" cy="271462"/>
            <a:chOff x="3456" y="2400"/>
            <a:chExt cx="480" cy="384"/>
          </a:xfrm>
          <a:solidFill>
            <a:srgbClr val="00B0F0"/>
          </a:solidFill>
        </p:grpSpPr>
        <p:sp>
          <p:nvSpPr>
            <p:cNvPr id="194573" name="AutoShape 13"/>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194574" name="AutoShape 14"/>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67594" name="Line 15"/>
          <p:cNvSpPr>
            <a:spLocks noChangeShapeType="1"/>
          </p:cNvSpPr>
          <p:nvPr/>
        </p:nvSpPr>
        <p:spPr bwMode="auto">
          <a:xfrm>
            <a:off x="1036638" y="2651125"/>
            <a:ext cx="33813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595" name="Line 16"/>
          <p:cNvSpPr>
            <a:spLocks noChangeShapeType="1"/>
          </p:cNvSpPr>
          <p:nvPr/>
        </p:nvSpPr>
        <p:spPr bwMode="auto">
          <a:xfrm>
            <a:off x="2108200" y="2973388"/>
            <a:ext cx="487363"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7596" name="Line 17"/>
          <p:cNvSpPr>
            <a:spLocks noChangeShapeType="1"/>
          </p:cNvSpPr>
          <p:nvPr/>
        </p:nvSpPr>
        <p:spPr bwMode="auto">
          <a:xfrm>
            <a:off x="1806575" y="2651125"/>
            <a:ext cx="15081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7597" name="Line 18"/>
          <p:cNvSpPr>
            <a:spLocks noChangeShapeType="1"/>
          </p:cNvSpPr>
          <p:nvPr/>
        </p:nvSpPr>
        <p:spPr bwMode="auto">
          <a:xfrm>
            <a:off x="1168400" y="4060825"/>
            <a:ext cx="206375"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598" name="Line 19"/>
          <p:cNvSpPr>
            <a:spLocks noChangeShapeType="1"/>
          </p:cNvSpPr>
          <p:nvPr/>
        </p:nvSpPr>
        <p:spPr bwMode="auto">
          <a:xfrm>
            <a:off x="904875" y="3619500"/>
            <a:ext cx="1165225"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599" name="Line 20"/>
          <p:cNvSpPr>
            <a:spLocks noChangeShapeType="1"/>
          </p:cNvSpPr>
          <p:nvPr/>
        </p:nvSpPr>
        <p:spPr bwMode="auto">
          <a:xfrm>
            <a:off x="1738313" y="4129088"/>
            <a:ext cx="1873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7600" name="Line 21"/>
          <p:cNvSpPr>
            <a:spLocks noChangeShapeType="1"/>
          </p:cNvSpPr>
          <p:nvPr/>
        </p:nvSpPr>
        <p:spPr bwMode="auto">
          <a:xfrm>
            <a:off x="1919288" y="3789363"/>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01" name="Line 22"/>
          <p:cNvSpPr>
            <a:spLocks noChangeShapeType="1"/>
          </p:cNvSpPr>
          <p:nvPr/>
        </p:nvSpPr>
        <p:spPr bwMode="auto">
          <a:xfrm flipV="1">
            <a:off x="904875" y="3341688"/>
            <a:ext cx="1052513" cy="635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7602" name="Line 23"/>
          <p:cNvSpPr>
            <a:spLocks noChangeShapeType="1"/>
          </p:cNvSpPr>
          <p:nvPr/>
        </p:nvSpPr>
        <p:spPr bwMode="auto">
          <a:xfrm>
            <a:off x="1957388" y="2644775"/>
            <a:ext cx="0" cy="260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03" name="Line 24"/>
          <p:cNvSpPr>
            <a:spLocks noChangeShapeType="1"/>
          </p:cNvSpPr>
          <p:nvPr/>
        </p:nvSpPr>
        <p:spPr bwMode="auto">
          <a:xfrm flipV="1">
            <a:off x="1957388" y="3041650"/>
            <a:ext cx="0" cy="3063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04" name="Line 25"/>
          <p:cNvSpPr>
            <a:spLocks noChangeShapeType="1"/>
          </p:cNvSpPr>
          <p:nvPr/>
        </p:nvSpPr>
        <p:spPr bwMode="auto">
          <a:xfrm flipV="1">
            <a:off x="1919288" y="3784600"/>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67605" name="Object 2"/>
          <p:cNvGraphicFramePr>
            <a:graphicFrameLocks noChangeAspect="1"/>
          </p:cNvGraphicFramePr>
          <p:nvPr/>
        </p:nvGraphicFramePr>
        <p:xfrm>
          <a:off x="2032000" y="2803525"/>
          <a:ext cx="431800" cy="139700"/>
        </p:xfrm>
        <a:graphic>
          <a:graphicData uri="http://schemas.openxmlformats.org/presentationml/2006/ole">
            <mc:AlternateContent xmlns:mc="http://schemas.openxmlformats.org/markup-compatibility/2006">
              <mc:Choice xmlns:v="urn:schemas-microsoft-com:vml" Requires="v">
                <p:oleObj spid="_x0000_s7248" name="Equation" r:id="rId3" imgW="571252" imgH="203112" progId="">
                  <p:embed/>
                </p:oleObj>
              </mc:Choice>
              <mc:Fallback>
                <p:oleObj name="Equation" r:id="rId3" imgW="571252" imgH="20311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2803525"/>
                        <a:ext cx="4318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6" name="Object 3"/>
          <p:cNvGraphicFramePr>
            <a:graphicFrameLocks noChangeAspect="1"/>
          </p:cNvGraphicFramePr>
          <p:nvPr/>
        </p:nvGraphicFramePr>
        <p:xfrm>
          <a:off x="2032000" y="3041650"/>
          <a:ext cx="412750" cy="138113"/>
        </p:xfrm>
        <a:graphic>
          <a:graphicData uri="http://schemas.openxmlformats.org/presentationml/2006/ole">
            <mc:AlternateContent xmlns:mc="http://schemas.openxmlformats.org/markup-compatibility/2006">
              <mc:Choice xmlns:v="urn:schemas-microsoft-com:vml" Requires="v">
                <p:oleObj spid="_x0000_s7249" name="Equation" r:id="rId5" imgW="545626" imgH="203024" progId="">
                  <p:embed/>
                </p:oleObj>
              </mc:Choice>
              <mc:Fallback>
                <p:oleObj name="Equation" r:id="rId5" imgW="545626" imgH="2030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00" y="3041650"/>
                        <a:ext cx="412750"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607" name="Line 28"/>
          <p:cNvSpPr>
            <a:spLocks noChangeShapeType="1"/>
          </p:cNvSpPr>
          <p:nvPr/>
        </p:nvSpPr>
        <p:spPr bwMode="auto">
          <a:xfrm flipH="1" flipV="1">
            <a:off x="1957388" y="2905125"/>
            <a:ext cx="150812" cy="68263"/>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7608" name="Line 29"/>
          <p:cNvSpPr>
            <a:spLocks noChangeShapeType="1"/>
          </p:cNvSpPr>
          <p:nvPr/>
        </p:nvSpPr>
        <p:spPr bwMode="auto">
          <a:xfrm>
            <a:off x="641350" y="4060825"/>
            <a:ext cx="150813"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67609" name="Object 4"/>
          <p:cNvGraphicFramePr>
            <a:graphicFrameLocks noChangeAspect="1"/>
          </p:cNvGraphicFramePr>
          <p:nvPr/>
        </p:nvGraphicFramePr>
        <p:xfrm>
          <a:off x="276225" y="4479925"/>
          <a:ext cx="566738" cy="184150"/>
        </p:xfrm>
        <a:graphic>
          <a:graphicData uri="http://schemas.openxmlformats.org/presentationml/2006/ole">
            <mc:AlternateContent xmlns:mc="http://schemas.openxmlformats.org/markup-compatibility/2006">
              <mc:Choice xmlns:v="urn:schemas-microsoft-com:vml" Requires="v">
                <p:oleObj spid="_x0000_s7250" name="Equation" r:id="rId7" imgW="672808" imgH="241195" progId="">
                  <p:embed/>
                </p:oleObj>
              </mc:Choice>
              <mc:Fallback>
                <p:oleObj name="Equation" r:id="rId7" imgW="672808" imgH="241195"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225" y="4479925"/>
                        <a:ext cx="5667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10" name="Object 5"/>
          <p:cNvGraphicFramePr>
            <a:graphicFrameLocks noChangeAspect="1"/>
          </p:cNvGraphicFramePr>
          <p:nvPr/>
        </p:nvGraphicFramePr>
        <p:xfrm>
          <a:off x="228600" y="3967163"/>
          <a:ext cx="385763" cy="180975"/>
        </p:xfrm>
        <a:graphic>
          <a:graphicData uri="http://schemas.openxmlformats.org/presentationml/2006/ole">
            <mc:AlternateContent xmlns:mc="http://schemas.openxmlformats.org/markup-compatibility/2006">
              <mc:Choice xmlns:v="urn:schemas-microsoft-com:vml" Requires="v">
                <p:oleObj spid="_x0000_s7251" name="Equation" r:id="rId9" imgW="342603" imgH="177646" progId="">
                  <p:embed/>
                </p:oleObj>
              </mc:Choice>
              <mc:Fallback>
                <p:oleObj name="Equation" r:id="rId9" imgW="342603" imgH="17764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3967163"/>
                        <a:ext cx="385763"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11" name="Object 6"/>
          <p:cNvGraphicFramePr>
            <a:graphicFrameLocks noChangeAspect="1"/>
          </p:cNvGraphicFramePr>
          <p:nvPr/>
        </p:nvGraphicFramePr>
        <p:xfrm>
          <a:off x="476250" y="3509963"/>
          <a:ext cx="360363" cy="198437"/>
        </p:xfrm>
        <a:graphic>
          <a:graphicData uri="http://schemas.openxmlformats.org/presentationml/2006/ole">
            <mc:AlternateContent xmlns:mc="http://schemas.openxmlformats.org/markup-compatibility/2006">
              <mc:Choice xmlns:v="urn:schemas-microsoft-com:vml" Requires="v">
                <p:oleObj spid="_x0000_s7252" name="Equation" r:id="rId11" imgW="291847" imgH="177646" progId="">
                  <p:embed/>
                </p:oleObj>
              </mc:Choice>
              <mc:Fallback>
                <p:oleObj name="Equation" r:id="rId11" imgW="291847" imgH="177646"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250" y="3509963"/>
                        <a:ext cx="360363"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12" name="Object 7"/>
          <p:cNvGraphicFramePr>
            <a:graphicFrameLocks noChangeAspect="1"/>
          </p:cNvGraphicFramePr>
          <p:nvPr/>
        </p:nvGraphicFramePr>
        <p:xfrm>
          <a:off x="327025" y="3244850"/>
          <a:ext cx="555625" cy="185738"/>
        </p:xfrm>
        <a:graphic>
          <a:graphicData uri="http://schemas.openxmlformats.org/presentationml/2006/ole">
            <mc:AlternateContent xmlns:mc="http://schemas.openxmlformats.org/markup-compatibility/2006">
              <mc:Choice xmlns:v="urn:schemas-microsoft-com:vml" Requires="v">
                <p:oleObj spid="_x0000_s7253" name="Equation" r:id="rId13" imgW="482181" imgH="177646" progId="">
                  <p:embed/>
                </p:oleObj>
              </mc:Choice>
              <mc:Fallback>
                <p:oleObj name="Equation" r:id="rId13" imgW="482181" imgH="177646"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025" y="3244850"/>
                        <a:ext cx="555625"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613" name="Line 34"/>
          <p:cNvSpPr>
            <a:spLocks noChangeShapeType="1"/>
          </p:cNvSpPr>
          <p:nvPr/>
        </p:nvSpPr>
        <p:spPr bwMode="auto">
          <a:xfrm>
            <a:off x="904875" y="4572000"/>
            <a:ext cx="331788"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7614" name="Line 35"/>
          <p:cNvSpPr>
            <a:spLocks noChangeShapeType="1"/>
          </p:cNvSpPr>
          <p:nvPr/>
        </p:nvSpPr>
        <p:spPr bwMode="auto">
          <a:xfrm>
            <a:off x="1230313" y="4230688"/>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15" name="Line 36"/>
          <p:cNvSpPr>
            <a:spLocks noChangeShapeType="1"/>
          </p:cNvSpPr>
          <p:nvPr/>
        </p:nvSpPr>
        <p:spPr bwMode="auto">
          <a:xfrm flipV="1">
            <a:off x="1230313" y="4225925"/>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7616" name="Line 37"/>
          <p:cNvSpPr>
            <a:spLocks noChangeShapeType="1"/>
          </p:cNvSpPr>
          <p:nvPr/>
        </p:nvSpPr>
        <p:spPr bwMode="auto">
          <a:xfrm flipV="1">
            <a:off x="2820988" y="2971800"/>
            <a:ext cx="531812" cy="1588"/>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17" name="Line 38"/>
          <p:cNvSpPr>
            <a:spLocks noChangeShapeType="1"/>
          </p:cNvSpPr>
          <p:nvPr/>
        </p:nvSpPr>
        <p:spPr bwMode="auto">
          <a:xfrm flipH="1" flipV="1">
            <a:off x="2595563" y="2871788"/>
            <a:ext cx="225425" cy="101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7618" name="Line 39"/>
          <p:cNvSpPr>
            <a:spLocks noChangeShapeType="1"/>
          </p:cNvSpPr>
          <p:nvPr/>
        </p:nvSpPr>
        <p:spPr bwMode="auto">
          <a:xfrm flipV="1">
            <a:off x="2671763" y="2922588"/>
            <a:ext cx="17462" cy="765175"/>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19" name="Line 40"/>
          <p:cNvSpPr>
            <a:spLocks noChangeShapeType="1"/>
          </p:cNvSpPr>
          <p:nvPr/>
        </p:nvSpPr>
        <p:spPr bwMode="auto">
          <a:xfrm>
            <a:off x="2414588" y="3692525"/>
            <a:ext cx="263525"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7620" name="AutoShape 42"/>
          <p:cNvSpPr>
            <a:spLocks noChangeArrowheads="1"/>
          </p:cNvSpPr>
          <p:nvPr/>
        </p:nvSpPr>
        <p:spPr bwMode="auto">
          <a:xfrm>
            <a:off x="44831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TH0</a:t>
            </a:r>
          </a:p>
          <a:p>
            <a:pPr algn="ctr"/>
            <a:r>
              <a:rPr lang="en-US" altLang="en-US" sz="2400" b="1">
                <a:solidFill>
                  <a:schemeClr val="tx1"/>
                </a:solidFill>
                <a:latin typeface="Calibri" pitchFamily="34" charset="0"/>
              </a:rPr>
              <a:t>(8 Bit)</a:t>
            </a:r>
          </a:p>
        </p:txBody>
      </p:sp>
      <p:sp>
        <p:nvSpPr>
          <p:cNvPr id="67621" name="AutoShape 43"/>
          <p:cNvSpPr>
            <a:spLocks noChangeArrowheads="1"/>
          </p:cNvSpPr>
          <p:nvPr/>
        </p:nvSpPr>
        <p:spPr bwMode="auto">
          <a:xfrm>
            <a:off x="59436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TF0</a:t>
            </a:r>
          </a:p>
        </p:txBody>
      </p:sp>
      <p:sp>
        <p:nvSpPr>
          <p:cNvPr id="67622" name="Line 44"/>
          <p:cNvSpPr>
            <a:spLocks noChangeShapeType="1"/>
          </p:cNvSpPr>
          <p:nvPr/>
        </p:nvSpPr>
        <p:spPr bwMode="auto">
          <a:xfrm flipV="1">
            <a:off x="5665788" y="2971800"/>
            <a:ext cx="277812"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23" name="Line 45"/>
          <p:cNvSpPr>
            <a:spLocks noChangeShapeType="1"/>
          </p:cNvSpPr>
          <p:nvPr/>
        </p:nvSpPr>
        <p:spPr bwMode="auto">
          <a:xfrm flipV="1">
            <a:off x="7099300" y="2971800"/>
            <a:ext cx="381000"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7624" name="Text Box 46"/>
          <p:cNvSpPr txBox="1">
            <a:spLocks noChangeArrowheads="1"/>
          </p:cNvSpPr>
          <p:nvPr/>
        </p:nvSpPr>
        <p:spPr bwMode="auto">
          <a:xfrm>
            <a:off x="2438400" y="1371600"/>
            <a:ext cx="472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u="sng">
                <a:solidFill>
                  <a:schemeClr val="tx1"/>
                </a:solidFill>
                <a:latin typeface="Calibri" pitchFamily="34" charset="0"/>
              </a:rPr>
              <a:t>16 Bit Timer / Counter</a:t>
            </a:r>
          </a:p>
        </p:txBody>
      </p:sp>
      <p:sp>
        <p:nvSpPr>
          <p:cNvPr id="67625" name="Text Box 47"/>
          <p:cNvSpPr txBox="1">
            <a:spLocks noChangeArrowheads="1"/>
          </p:cNvSpPr>
          <p:nvPr/>
        </p:nvSpPr>
        <p:spPr bwMode="auto">
          <a:xfrm>
            <a:off x="433388" y="5394325"/>
            <a:ext cx="8277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a:solidFill>
                  <a:schemeClr val="accent2"/>
                </a:solidFill>
                <a:latin typeface="Calibri" pitchFamily="34" charset="0"/>
              </a:rPr>
              <a:t>Maximum Count = 0FFFFH</a:t>
            </a:r>
          </a:p>
        </p:txBody>
      </p:sp>
    </p:spTree>
    <p:extLst>
      <p:ext uri="{BB962C8B-B14F-4D97-AF65-F5344CB8AC3E}">
        <p14:creationId xmlns:p14="http://schemas.microsoft.com/office/powerpoint/2010/main" val="2414020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normAutofit fontScale="90000"/>
          </a:bodyPr>
          <a:lstStyle/>
          <a:p>
            <a:pPr algn="ctr"/>
            <a:r>
              <a:rPr lang="en-IN" dirty="0" smtClean="0"/>
              <a:t>Mode 2</a:t>
            </a:r>
            <a:endParaRPr lang="en-IN" dirty="0"/>
          </a:p>
        </p:txBody>
      </p:sp>
      <p:sp>
        <p:nvSpPr>
          <p:cNvPr id="3" name="Content Placeholder 2"/>
          <p:cNvSpPr>
            <a:spLocks noGrp="1"/>
          </p:cNvSpPr>
          <p:nvPr>
            <p:ph idx="1"/>
          </p:nvPr>
        </p:nvSpPr>
        <p:spPr>
          <a:xfrm>
            <a:off x="381000" y="1066800"/>
            <a:ext cx="8134350" cy="5410200"/>
          </a:xfrm>
        </p:spPr>
        <p:txBody>
          <a:bodyPr>
            <a:noAutofit/>
          </a:bodyPr>
          <a:lstStyle/>
          <a:p>
            <a:r>
              <a:rPr lang="en-IN" sz="2400" b="1" dirty="0"/>
              <a:t>Mode 2-</a:t>
            </a:r>
            <a:r>
              <a:rPr lang="en-IN" sz="2400" dirty="0"/>
              <a:t>  It is  an 8 bit timer that allows only values of </a:t>
            </a:r>
            <a:r>
              <a:rPr lang="en-IN" sz="2400" dirty="0" smtClean="0"/>
              <a:t>between 00 </a:t>
            </a:r>
            <a:r>
              <a:rPr lang="en-IN" sz="2400" dirty="0"/>
              <a:t>to FFH to be loaded into the timer’s register TH. After TH is loaded with 8 bit value, the 8051 gives a copy of it to TL. Then the timer must be started. It is done by the instruction “SETB TR0” for timer 0 and “SETB TR1” for timer1.  This is like mode 1. After timer is started, it starts to count up by incrementing the TL register. It counts up   until it reaches its limit of FFH. When it rolls over from FFH to 00. It sets high the TF (timer flag). If  we are using timer 0, TF0 goes high; if using TF1 then TF1 is raised.  When </a:t>
            </a:r>
            <a:r>
              <a:rPr lang="en-IN" sz="2400" dirty="0" err="1"/>
              <a:t>Tl</a:t>
            </a:r>
            <a:r>
              <a:rPr lang="en-IN" sz="2400" dirty="0"/>
              <a:t> register rolls from FFH to 00 and TF is set to 1, TL is reloaded automatically with the original value kept by the TH register. To repeat the process, we must simply clear TF and let it go without any need by the programmer to reload the original value. This makes mode 2 auto reload, in contrast in mode 1 in which programmer has to reload TH and TL.</a:t>
            </a:r>
          </a:p>
        </p:txBody>
      </p:sp>
    </p:spTree>
    <p:extLst>
      <p:ext uri="{BB962C8B-B14F-4D97-AF65-F5344CB8AC3E}">
        <p14:creationId xmlns:p14="http://schemas.microsoft.com/office/powerpoint/2010/main" val="34051168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0"/>
          <p:cNvSpPr>
            <a:spLocks noChangeArrowheads="1"/>
          </p:cNvSpPr>
          <p:nvPr/>
        </p:nvSpPr>
        <p:spPr bwMode="auto">
          <a:xfrm>
            <a:off x="457200" y="27463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4400" b="1">
                <a:solidFill>
                  <a:srgbClr val="FFC000"/>
                </a:solidFill>
                <a:latin typeface="Calibri" pitchFamily="34" charset="0"/>
              </a:rPr>
              <a:t>TIMER 0 – </a:t>
            </a:r>
            <a:r>
              <a:rPr lang="en-US" altLang="en-US" sz="4400" b="1">
                <a:solidFill>
                  <a:srgbClr val="FF0000"/>
                </a:solidFill>
                <a:latin typeface="Calibri" pitchFamily="34" charset="0"/>
              </a:rPr>
              <a:t>Mode 2</a:t>
            </a:r>
          </a:p>
        </p:txBody>
      </p:sp>
      <p:sp>
        <p:nvSpPr>
          <p:cNvPr id="68611" name="Text Box 51"/>
          <p:cNvSpPr txBox="1">
            <a:spLocks noChangeArrowheads="1"/>
          </p:cNvSpPr>
          <p:nvPr/>
        </p:nvSpPr>
        <p:spPr bwMode="auto">
          <a:xfrm>
            <a:off x="685800" y="1295400"/>
            <a:ext cx="807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u="sng">
                <a:solidFill>
                  <a:schemeClr val="tx1"/>
                </a:solidFill>
                <a:latin typeface="Calibri" pitchFamily="34" charset="0"/>
              </a:rPr>
              <a:t>8 Bit Timer / Counter with AUTORELOAD</a:t>
            </a:r>
          </a:p>
        </p:txBody>
      </p:sp>
      <p:graphicFrame>
        <p:nvGraphicFramePr>
          <p:cNvPr id="68612" name="Object 4"/>
          <p:cNvGraphicFramePr>
            <a:graphicFrameLocks noChangeAspect="1"/>
          </p:cNvGraphicFramePr>
          <p:nvPr/>
        </p:nvGraphicFramePr>
        <p:xfrm>
          <a:off x="276225" y="4479925"/>
          <a:ext cx="566738" cy="184150"/>
        </p:xfrm>
        <a:graphic>
          <a:graphicData uri="http://schemas.openxmlformats.org/presentationml/2006/ole">
            <mc:AlternateContent xmlns:mc="http://schemas.openxmlformats.org/markup-compatibility/2006">
              <mc:Choice xmlns:v="urn:schemas-microsoft-com:vml" Requires="v">
                <p:oleObj spid="_x0000_s8272" name="Equation" r:id="rId3" imgW="672808" imgH="241195" progId="">
                  <p:embed/>
                </p:oleObj>
              </mc:Choice>
              <mc:Fallback>
                <p:oleObj name="Equation" r:id="rId3" imgW="672808" imgH="241195"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25" y="4479925"/>
                        <a:ext cx="5667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3" name="Object 5"/>
          <p:cNvGraphicFramePr>
            <a:graphicFrameLocks noChangeAspect="1"/>
          </p:cNvGraphicFramePr>
          <p:nvPr/>
        </p:nvGraphicFramePr>
        <p:xfrm>
          <a:off x="228600" y="3967163"/>
          <a:ext cx="385763" cy="180975"/>
        </p:xfrm>
        <a:graphic>
          <a:graphicData uri="http://schemas.openxmlformats.org/presentationml/2006/ole">
            <mc:AlternateContent xmlns:mc="http://schemas.openxmlformats.org/markup-compatibility/2006">
              <mc:Choice xmlns:v="urn:schemas-microsoft-com:vml" Requires="v">
                <p:oleObj spid="_x0000_s8273" name="Equation" r:id="rId5" imgW="342603" imgH="177646" progId="">
                  <p:embed/>
                </p:oleObj>
              </mc:Choice>
              <mc:Fallback>
                <p:oleObj name="Equation" r:id="rId5" imgW="342603" imgH="17764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967163"/>
                        <a:ext cx="385763"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4" name="Object 7"/>
          <p:cNvGraphicFramePr>
            <a:graphicFrameLocks noChangeAspect="1"/>
          </p:cNvGraphicFramePr>
          <p:nvPr/>
        </p:nvGraphicFramePr>
        <p:xfrm>
          <a:off x="327025" y="3244850"/>
          <a:ext cx="555625" cy="185738"/>
        </p:xfrm>
        <a:graphic>
          <a:graphicData uri="http://schemas.openxmlformats.org/presentationml/2006/ole">
            <mc:AlternateContent xmlns:mc="http://schemas.openxmlformats.org/markup-compatibility/2006">
              <mc:Choice xmlns:v="urn:schemas-microsoft-com:vml" Requires="v">
                <p:oleObj spid="_x0000_s8274" name="Equation" r:id="rId7" imgW="482181" imgH="177646" progId="">
                  <p:embed/>
                </p:oleObj>
              </mc:Choice>
              <mc:Fallback>
                <p:oleObj name="Equation" r:id="rId7" imgW="482181" imgH="177646"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025" y="3244850"/>
                        <a:ext cx="555625"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5" name="Text Box 4"/>
          <p:cNvSpPr txBox="1">
            <a:spLocks noChangeArrowheads="1"/>
          </p:cNvSpPr>
          <p:nvPr/>
        </p:nvSpPr>
        <p:spPr bwMode="auto">
          <a:xfrm>
            <a:off x="7500938" y="2786063"/>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FF0000"/>
                </a:solidFill>
                <a:latin typeface="Calibri" pitchFamily="34" charset="0"/>
              </a:rPr>
              <a:t>INTERRUPT</a:t>
            </a:r>
          </a:p>
        </p:txBody>
      </p:sp>
      <p:sp>
        <p:nvSpPr>
          <p:cNvPr id="68616" name="Text Box 47"/>
          <p:cNvSpPr txBox="1">
            <a:spLocks noChangeArrowheads="1"/>
          </p:cNvSpPr>
          <p:nvPr/>
        </p:nvSpPr>
        <p:spPr bwMode="auto">
          <a:xfrm>
            <a:off x="438150" y="5845175"/>
            <a:ext cx="8277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a:solidFill>
                  <a:schemeClr val="accent2"/>
                </a:solidFill>
                <a:latin typeface="Calibri" pitchFamily="34" charset="0"/>
              </a:rPr>
              <a:t>Maximum Count = 0FFH  (11111111)</a:t>
            </a:r>
          </a:p>
        </p:txBody>
      </p:sp>
      <p:sp>
        <p:nvSpPr>
          <p:cNvPr id="68617" name="AutoShape 39"/>
          <p:cNvSpPr>
            <a:spLocks noChangeArrowheads="1"/>
          </p:cNvSpPr>
          <p:nvPr/>
        </p:nvSpPr>
        <p:spPr bwMode="auto">
          <a:xfrm>
            <a:off x="3352800" y="4724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TH0</a:t>
            </a:r>
          </a:p>
          <a:p>
            <a:pPr algn="ctr"/>
            <a:r>
              <a:rPr lang="en-US" altLang="en-US" sz="2400" b="1">
                <a:solidFill>
                  <a:schemeClr val="tx1"/>
                </a:solidFill>
                <a:latin typeface="Calibri" pitchFamily="34" charset="0"/>
              </a:rPr>
              <a:t>(8 Bit)</a:t>
            </a:r>
          </a:p>
        </p:txBody>
      </p:sp>
      <p:sp>
        <p:nvSpPr>
          <p:cNvPr id="68618" name="Line 45"/>
          <p:cNvSpPr>
            <a:spLocks noChangeShapeType="1"/>
          </p:cNvSpPr>
          <p:nvPr/>
        </p:nvSpPr>
        <p:spPr bwMode="auto">
          <a:xfrm>
            <a:off x="5181600" y="2971800"/>
            <a:ext cx="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9" name="Line 46"/>
          <p:cNvSpPr>
            <a:spLocks noChangeShapeType="1"/>
          </p:cNvSpPr>
          <p:nvPr/>
        </p:nvSpPr>
        <p:spPr bwMode="auto">
          <a:xfrm flipV="1">
            <a:off x="3962400" y="3505200"/>
            <a:ext cx="0" cy="1295400"/>
          </a:xfrm>
          <a:prstGeom prst="line">
            <a:avLst/>
          </a:prstGeom>
          <a:noFill/>
          <a:ln w="111125">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68620" name="AutoShape 47"/>
          <p:cNvSpPr>
            <a:spLocks noChangeArrowheads="1"/>
          </p:cNvSpPr>
          <p:nvPr/>
        </p:nvSpPr>
        <p:spPr bwMode="auto">
          <a:xfrm>
            <a:off x="3619500" y="3911600"/>
            <a:ext cx="685800" cy="533400"/>
          </a:xfrm>
          <a:prstGeom prst="flowChartExtra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
        <p:nvSpPr>
          <p:cNvPr id="68621" name="Line 48"/>
          <p:cNvSpPr>
            <a:spLocks noChangeShapeType="1"/>
          </p:cNvSpPr>
          <p:nvPr/>
        </p:nvSpPr>
        <p:spPr bwMode="auto">
          <a:xfrm flipH="1">
            <a:off x="4114800" y="4178300"/>
            <a:ext cx="1066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22" name="Text Box 49"/>
          <p:cNvSpPr txBox="1">
            <a:spLocks noChangeArrowheads="1"/>
          </p:cNvSpPr>
          <p:nvPr/>
        </p:nvSpPr>
        <p:spPr bwMode="auto">
          <a:xfrm>
            <a:off x="4267200" y="3835400"/>
            <a:ext cx="99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00B0F0"/>
                </a:solidFill>
                <a:latin typeface="Calibri" pitchFamily="34" charset="0"/>
              </a:rPr>
              <a:t>Reload</a:t>
            </a:r>
          </a:p>
        </p:txBody>
      </p:sp>
      <p:sp>
        <p:nvSpPr>
          <p:cNvPr id="68623" name="AutoShape 2"/>
          <p:cNvSpPr>
            <a:spLocks noChangeArrowheads="1"/>
          </p:cNvSpPr>
          <p:nvPr/>
        </p:nvSpPr>
        <p:spPr bwMode="auto">
          <a:xfrm>
            <a:off x="3352800" y="24384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TL0</a:t>
            </a:r>
          </a:p>
          <a:p>
            <a:pPr algn="ctr"/>
            <a:r>
              <a:rPr lang="en-US" altLang="en-US" sz="2400" b="1">
                <a:solidFill>
                  <a:schemeClr val="tx1"/>
                </a:solidFill>
                <a:latin typeface="Calibri" pitchFamily="34" charset="0"/>
              </a:rPr>
              <a:t>(8 Bit)</a:t>
            </a:r>
          </a:p>
        </p:txBody>
      </p:sp>
      <p:sp>
        <p:nvSpPr>
          <p:cNvPr id="68624" name="AutoShape 8"/>
          <p:cNvSpPr>
            <a:spLocks noChangeArrowheads="1"/>
          </p:cNvSpPr>
          <p:nvPr/>
        </p:nvSpPr>
        <p:spPr bwMode="auto">
          <a:xfrm>
            <a:off x="604838"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OSC</a:t>
            </a:r>
          </a:p>
        </p:txBody>
      </p:sp>
      <p:sp>
        <p:nvSpPr>
          <p:cNvPr id="68625" name="AutoShape 9"/>
          <p:cNvSpPr>
            <a:spLocks noChangeArrowheads="1"/>
          </p:cNvSpPr>
          <p:nvPr/>
        </p:nvSpPr>
        <p:spPr bwMode="auto">
          <a:xfrm>
            <a:off x="1381125" y="2463800"/>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÷12</a:t>
            </a:r>
          </a:p>
        </p:txBody>
      </p:sp>
      <p:sp>
        <p:nvSpPr>
          <p:cNvPr id="68626" name="AutoShape 10"/>
          <p:cNvSpPr>
            <a:spLocks noChangeArrowheads="1"/>
          </p:cNvSpPr>
          <p:nvPr/>
        </p:nvSpPr>
        <p:spPr bwMode="auto">
          <a:xfrm rot="10800000">
            <a:off x="1330325" y="3948113"/>
            <a:ext cx="414338" cy="37465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68627" name="AutoShape 11"/>
          <p:cNvSpPr>
            <a:spLocks noChangeArrowheads="1"/>
          </p:cNvSpPr>
          <p:nvPr/>
        </p:nvSpPr>
        <p:spPr bwMode="auto">
          <a:xfrm>
            <a:off x="2070100" y="3517900"/>
            <a:ext cx="338138" cy="373063"/>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64" name="Group 12"/>
          <p:cNvGrpSpPr>
            <a:grpSpLocks/>
          </p:cNvGrpSpPr>
          <p:nvPr/>
        </p:nvGrpSpPr>
        <p:grpSpPr bwMode="auto">
          <a:xfrm>
            <a:off x="785813" y="3925888"/>
            <a:ext cx="376237" cy="271462"/>
            <a:chOff x="3456" y="2400"/>
            <a:chExt cx="480" cy="384"/>
          </a:xfrm>
          <a:solidFill>
            <a:srgbClr val="00B0F0"/>
          </a:solidFill>
        </p:grpSpPr>
        <p:sp>
          <p:nvSpPr>
            <p:cNvPr id="65" name="AutoShape 13"/>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66" name="AutoShape 14"/>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68629" name="Line 15"/>
          <p:cNvSpPr>
            <a:spLocks noChangeShapeType="1"/>
          </p:cNvSpPr>
          <p:nvPr/>
        </p:nvSpPr>
        <p:spPr bwMode="auto">
          <a:xfrm>
            <a:off x="1036638" y="2651125"/>
            <a:ext cx="33813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0" name="Line 16"/>
          <p:cNvSpPr>
            <a:spLocks noChangeShapeType="1"/>
          </p:cNvSpPr>
          <p:nvPr/>
        </p:nvSpPr>
        <p:spPr bwMode="auto">
          <a:xfrm>
            <a:off x="2108200" y="2973388"/>
            <a:ext cx="487363"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8631" name="Line 17"/>
          <p:cNvSpPr>
            <a:spLocks noChangeShapeType="1"/>
          </p:cNvSpPr>
          <p:nvPr/>
        </p:nvSpPr>
        <p:spPr bwMode="auto">
          <a:xfrm>
            <a:off x="1806575" y="2651125"/>
            <a:ext cx="150813"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32" name="Line 18"/>
          <p:cNvSpPr>
            <a:spLocks noChangeShapeType="1"/>
          </p:cNvSpPr>
          <p:nvPr/>
        </p:nvSpPr>
        <p:spPr bwMode="auto">
          <a:xfrm>
            <a:off x="1168400" y="4060825"/>
            <a:ext cx="206375"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3" name="Line 19"/>
          <p:cNvSpPr>
            <a:spLocks noChangeShapeType="1"/>
          </p:cNvSpPr>
          <p:nvPr/>
        </p:nvSpPr>
        <p:spPr bwMode="auto">
          <a:xfrm>
            <a:off x="904875" y="3619500"/>
            <a:ext cx="1165225"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4" name="Line 20"/>
          <p:cNvSpPr>
            <a:spLocks noChangeShapeType="1"/>
          </p:cNvSpPr>
          <p:nvPr/>
        </p:nvSpPr>
        <p:spPr bwMode="auto">
          <a:xfrm>
            <a:off x="1738313" y="4129088"/>
            <a:ext cx="1873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35" name="Line 21"/>
          <p:cNvSpPr>
            <a:spLocks noChangeShapeType="1"/>
          </p:cNvSpPr>
          <p:nvPr/>
        </p:nvSpPr>
        <p:spPr bwMode="auto">
          <a:xfrm>
            <a:off x="1919288" y="3789363"/>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6" name="Line 22"/>
          <p:cNvSpPr>
            <a:spLocks noChangeShapeType="1"/>
          </p:cNvSpPr>
          <p:nvPr/>
        </p:nvSpPr>
        <p:spPr bwMode="auto">
          <a:xfrm flipV="1">
            <a:off x="904875" y="3341688"/>
            <a:ext cx="1052513" cy="635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8637" name="Line 23"/>
          <p:cNvSpPr>
            <a:spLocks noChangeShapeType="1"/>
          </p:cNvSpPr>
          <p:nvPr/>
        </p:nvSpPr>
        <p:spPr bwMode="auto">
          <a:xfrm>
            <a:off x="1957388" y="2644775"/>
            <a:ext cx="0" cy="260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8" name="Line 24"/>
          <p:cNvSpPr>
            <a:spLocks noChangeShapeType="1"/>
          </p:cNvSpPr>
          <p:nvPr/>
        </p:nvSpPr>
        <p:spPr bwMode="auto">
          <a:xfrm flipV="1">
            <a:off x="1957388" y="3041650"/>
            <a:ext cx="0" cy="3063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39" name="Line 25"/>
          <p:cNvSpPr>
            <a:spLocks noChangeShapeType="1"/>
          </p:cNvSpPr>
          <p:nvPr/>
        </p:nvSpPr>
        <p:spPr bwMode="auto">
          <a:xfrm flipV="1">
            <a:off x="1919288" y="3784600"/>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68640" name="Object 2"/>
          <p:cNvGraphicFramePr>
            <a:graphicFrameLocks noChangeAspect="1"/>
          </p:cNvGraphicFramePr>
          <p:nvPr/>
        </p:nvGraphicFramePr>
        <p:xfrm>
          <a:off x="2032000" y="2803525"/>
          <a:ext cx="431800" cy="139700"/>
        </p:xfrm>
        <a:graphic>
          <a:graphicData uri="http://schemas.openxmlformats.org/presentationml/2006/ole">
            <mc:AlternateContent xmlns:mc="http://schemas.openxmlformats.org/markup-compatibility/2006">
              <mc:Choice xmlns:v="urn:schemas-microsoft-com:vml" Requires="v">
                <p:oleObj spid="_x0000_s8275" name="Equation" r:id="rId9" imgW="571252" imgH="203112" progId="">
                  <p:embed/>
                </p:oleObj>
              </mc:Choice>
              <mc:Fallback>
                <p:oleObj name="Equation" r:id="rId9" imgW="571252" imgH="203112"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2000" y="2803525"/>
                        <a:ext cx="4318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41" name="Object 3"/>
          <p:cNvGraphicFramePr>
            <a:graphicFrameLocks noChangeAspect="1"/>
          </p:cNvGraphicFramePr>
          <p:nvPr/>
        </p:nvGraphicFramePr>
        <p:xfrm>
          <a:off x="2032000" y="3041650"/>
          <a:ext cx="412750" cy="138113"/>
        </p:xfrm>
        <a:graphic>
          <a:graphicData uri="http://schemas.openxmlformats.org/presentationml/2006/ole">
            <mc:AlternateContent xmlns:mc="http://schemas.openxmlformats.org/markup-compatibility/2006">
              <mc:Choice xmlns:v="urn:schemas-microsoft-com:vml" Requires="v">
                <p:oleObj spid="_x0000_s8276" name="Equation" r:id="rId11" imgW="545626" imgH="203024" progId="">
                  <p:embed/>
                </p:oleObj>
              </mc:Choice>
              <mc:Fallback>
                <p:oleObj name="Equation" r:id="rId11" imgW="545626" imgH="203024"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32000" y="3041650"/>
                        <a:ext cx="412750"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42" name="Line 28"/>
          <p:cNvSpPr>
            <a:spLocks noChangeShapeType="1"/>
          </p:cNvSpPr>
          <p:nvPr/>
        </p:nvSpPr>
        <p:spPr bwMode="auto">
          <a:xfrm flipH="1" flipV="1">
            <a:off x="1957388" y="2905125"/>
            <a:ext cx="150812" cy="68263"/>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8643" name="Line 29"/>
          <p:cNvSpPr>
            <a:spLocks noChangeShapeType="1"/>
          </p:cNvSpPr>
          <p:nvPr/>
        </p:nvSpPr>
        <p:spPr bwMode="auto">
          <a:xfrm>
            <a:off x="641350" y="4060825"/>
            <a:ext cx="150813"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44" name="Line 34"/>
          <p:cNvSpPr>
            <a:spLocks noChangeShapeType="1"/>
          </p:cNvSpPr>
          <p:nvPr/>
        </p:nvSpPr>
        <p:spPr bwMode="auto">
          <a:xfrm>
            <a:off x="904875" y="4572000"/>
            <a:ext cx="331788"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8645" name="Line 35"/>
          <p:cNvSpPr>
            <a:spLocks noChangeShapeType="1"/>
          </p:cNvSpPr>
          <p:nvPr/>
        </p:nvSpPr>
        <p:spPr bwMode="auto">
          <a:xfrm>
            <a:off x="1230313" y="4230688"/>
            <a:ext cx="15081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46" name="Line 36"/>
          <p:cNvSpPr>
            <a:spLocks noChangeShapeType="1"/>
          </p:cNvSpPr>
          <p:nvPr/>
        </p:nvSpPr>
        <p:spPr bwMode="auto">
          <a:xfrm flipV="1">
            <a:off x="1230313" y="4225925"/>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47" name="Line 37"/>
          <p:cNvSpPr>
            <a:spLocks noChangeShapeType="1"/>
          </p:cNvSpPr>
          <p:nvPr/>
        </p:nvSpPr>
        <p:spPr bwMode="auto">
          <a:xfrm flipV="1">
            <a:off x="2820988" y="2971800"/>
            <a:ext cx="531812" cy="1588"/>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48" name="Line 38"/>
          <p:cNvSpPr>
            <a:spLocks noChangeShapeType="1"/>
          </p:cNvSpPr>
          <p:nvPr/>
        </p:nvSpPr>
        <p:spPr bwMode="auto">
          <a:xfrm flipH="1" flipV="1">
            <a:off x="2595563" y="2871788"/>
            <a:ext cx="225425" cy="101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8649" name="Line 39"/>
          <p:cNvSpPr>
            <a:spLocks noChangeShapeType="1"/>
          </p:cNvSpPr>
          <p:nvPr/>
        </p:nvSpPr>
        <p:spPr bwMode="auto">
          <a:xfrm flipV="1">
            <a:off x="2671763" y="2922588"/>
            <a:ext cx="17462" cy="765175"/>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8650" name="Line 40"/>
          <p:cNvSpPr>
            <a:spLocks noChangeShapeType="1"/>
          </p:cNvSpPr>
          <p:nvPr/>
        </p:nvSpPr>
        <p:spPr bwMode="auto">
          <a:xfrm>
            <a:off x="2414588" y="3692525"/>
            <a:ext cx="263525"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8651" name="AutoShape 43"/>
          <p:cNvSpPr>
            <a:spLocks noChangeArrowheads="1"/>
          </p:cNvSpPr>
          <p:nvPr/>
        </p:nvSpPr>
        <p:spPr bwMode="auto">
          <a:xfrm>
            <a:off x="5830888" y="2405063"/>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TF0</a:t>
            </a:r>
          </a:p>
        </p:txBody>
      </p:sp>
      <p:sp>
        <p:nvSpPr>
          <p:cNvPr id="68652" name="Line 45"/>
          <p:cNvSpPr>
            <a:spLocks noChangeShapeType="1"/>
          </p:cNvSpPr>
          <p:nvPr/>
        </p:nvSpPr>
        <p:spPr bwMode="auto">
          <a:xfrm flipV="1">
            <a:off x="6999288" y="2971800"/>
            <a:ext cx="381000"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68653" name="Object 9"/>
          <p:cNvGraphicFramePr>
            <a:graphicFrameLocks noChangeAspect="1"/>
          </p:cNvGraphicFramePr>
          <p:nvPr/>
        </p:nvGraphicFramePr>
        <p:xfrm>
          <a:off x="498475" y="3517900"/>
          <a:ext cx="338138" cy="184150"/>
        </p:xfrm>
        <a:graphic>
          <a:graphicData uri="http://schemas.openxmlformats.org/presentationml/2006/ole">
            <mc:AlternateContent xmlns:mc="http://schemas.openxmlformats.org/markup-compatibility/2006">
              <mc:Choice xmlns:v="urn:schemas-microsoft-com:vml" Requires="v">
                <p:oleObj spid="_x0000_s8277" name="Equation" r:id="rId13" imgW="266353" imgH="164885" progId="">
                  <p:embed/>
                </p:oleObj>
              </mc:Choice>
              <mc:Fallback>
                <p:oleObj name="Equation" r:id="rId13" imgW="266353" imgH="164885"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8475" y="3517900"/>
                        <a:ext cx="33813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8654" name="Picture 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89463" y="2873375"/>
            <a:ext cx="1341437"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7182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pPr algn="ctr"/>
            <a:r>
              <a:rPr lang="en-IN" dirty="0" smtClean="0"/>
              <a:t>Mode 3</a:t>
            </a:r>
            <a:endParaRPr lang="en-IN" dirty="0"/>
          </a:p>
        </p:txBody>
      </p:sp>
      <p:sp>
        <p:nvSpPr>
          <p:cNvPr id="3" name="Content Placeholder 2"/>
          <p:cNvSpPr>
            <a:spLocks noGrp="1"/>
          </p:cNvSpPr>
          <p:nvPr>
            <p:ph idx="1"/>
          </p:nvPr>
        </p:nvSpPr>
        <p:spPr/>
        <p:txBody>
          <a:bodyPr/>
          <a:lstStyle/>
          <a:p>
            <a:r>
              <a:rPr lang="en-IN" dirty="0"/>
              <a:t>Mode 3 is also known as a split timer mode. Timer 0 and 1 may be programmed to be in mode 0, 1 and 2 independently of similar mode for other timer. This is not true for mode 3; timers do not operate independently if mode 3 is chosen for timer 0. Placing timer 1 in mode 3 causes it to stop counting; the control bit TR1 and the timer 1 flag TF1 are then used by timer0.</a:t>
            </a:r>
          </a:p>
        </p:txBody>
      </p:sp>
    </p:spTree>
    <p:extLst>
      <p:ext uri="{BB962C8B-B14F-4D97-AF65-F5344CB8AC3E}">
        <p14:creationId xmlns:p14="http://schemas.microsoft.com/office/powerpoint/2010/main" val="34022450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AutoShape 2"/>
          <p:cNvSpPr>
            <a:spLocks noChangeArrowheads="1"/>
          </p:cNvSpPr>
          <p:nvPr/>
        </p:nvSpPr>
        <p:spPr bwMode="auto">
          <a:xfrm>
            <a:off x="4481513" y="2143125"/>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TL0</a:t>
            </a:r>
          </a:p>
          <a:p>
            <a:pPr algn="ctr"/>
            <a:r>
              <a:rPr lang="en-US" altLang="en-US" sz="2400" b="1">
                <a:solidFill>
                  <a:schemeClr val="tx1"/>
                </a:solidFill>
                <a:latin typeface="Calibri" pitchFamily="34" charset="0"/>
              </a:rPr>
              <a:t>(8 Bit)</a:t>
            </a:r>
          </a:p>
        </p:txBody>
      </p:sp>
      <p:sp>
        <p:nvSpPr>
          <p:cNvPr id="69635" name="Text Box 4"/>
          <p:cNvSpPr txBox="1">
            <a:spLocks noChangeArrowheads="1"/>
          </p:cNvSpPr>
          <p:nvPr/>
        </p:nvSpPr>
        <p:spPr bwMode="auto">
          <a:xfrm>
            <a:off x="7405688" y="2476500"/>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FF0000"/>
                </a:solidFill>
                <a:latin typeface="Calibri" pitchFamily="34" charset="0"/>
              </a:rPr>
              <a:t>INTERRUPT</a:t>
            </a:r>
          </a:p>
        </p:txBody>
      </p:sp>
      <p:sp>
        <p:nvSpPr>
          <p:cNvPr id="69636" name="Rectangle 6"/>
          <p:cNvSpPr>
            <a:spLocks noChangeArrowheads="1"/>
          </p:cNvSpPr>
          <p:nvPr/>
        </p:nvSpPr>
        <p:spPr bwMode="auto">
          <a:xfrm>
            <a:off x="457200" y="27463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4400" b="1">
                <a:solidFill>
                  <a:srgbClr val="FFC000"/>
                </a:solidFill>
                <a:latin typeface="Calibri" pitchFamily="34" charset="0"/>
              </a:rPr>
              <a:t>TIMER 0 – </a:t>
            </a:r>
            <a:r>
              <a:rPr lang="en-US" altLang="en-US" sz="4400" b="1">
                <a:solidFill>
                  <a:srgbClr val="FF0000"/>
                </a:solidFill>
                <a:latin typeface="Calibri" pitchFamily="34" charset="0"/>
              </a:rPr>
              <a:t>Mode 3</a:t>
            </a:r>
          </a:p>
        </p:txBody>
      </p:sp>
      <p:sp>
        <p:nvSpPr>
          <p:cNvPr id="69637" name="AutoShape 8"/>
          <p:cNvSpPr>
            <a:spLocks noChangeArrowheads="1"/>
          </p:cNvSpPr>
          <p:nvPr/>
        </p:nvSpPr>
        <p:spPr bwMode="auto">
          <a:xfrm>
            <a:off x="1733550" y="2168525"/>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OSC</a:t>
            </a:r>
          </a:p>
        </p:txBody>
      </p:sp>
      <p:sp>
        <p:nvSpPr>
          <p:cNvPr id="69638" name="AutoShape 9"/>
          <p:cNvSpPr>
            <a:spLocks noChangeArrowheads="1"/>
          </p:cNvSpPr>
          <p:nvPr/>
        </p:nvSpPr>
        <p:spPr bwMode="auto">
          <a:xfrm>
            <a:off x="2509838" y="2168525"/>
            <a:ext cx="450850" cy="339725"/>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1600" b="1">
                <a:solidFill>
                  <a:schemeClr val="tx1"/>
                </a:solidFill>
                <a:latin typeface="Calibri" pitchFamily="34" charset="0"/>
              </a:rPr>
              <a:t>÷12</a:t>
            </a:r>
          </a:p>
        </p:txBody>
      </p:sp>
      <p:sp>
        <p:nvSpPr>
          <p:cNvPr id="69639" name="AutoShape 10"/>
          <p:cNvSpPr>
            <a:spLocks noChangeArrowheads="1"/>
          </p:cNvSpPr>
          <p:nvPr/>
        </p:nvSpPr>
        <p:spPr bwMode="auto">
          <a:xfrm rot="10800000">
            <a:off x="2459038" y="3652838"/>
            <a:ext cx="414337" cy="374650"/>
          </a:xfrm>
          <a:prstGeom prst="moon">
            <a:avLst>
              <a:gd name="adj" fmla="val 86551"/>
            </a:avLst>
          </a:prstGeom>
          <a:solidFill>
            <a:srgbClr val="00B0F0"/>
          </a:solidFill>
          <a:ln w="9525">
            <a:solidFill>
              <a:schemeClr val="tx1"/>
            </a:solidFill>
            <a:miter lim="800000"/>
            <a:headEnd/>
            <a:tailEnd/>
          </a:ln>
        </p:spPr>
        <p:txBody>
          <a:bodyPr wrap="none" anchor="ctr"/>
          <a:lstStyle/>
          <a:p>
            <a:endParaRPr lang="en-US" altLang="en-US"/>
          </a:p>
        </p:txBody>
      </p:sp>
      <p:sp>
        <p:nvSpPr>
          <p:cNvPr id="69640" name="AutoShape 11"/>
          <p:cNvSpPr>
            <a:spLocks noChangeArrowheads="1"/>
          </p:cNvSpPr>
          <p:nvPr/>
        </p:nvSpPr>
        <p:spPr bwMode="auto">
          <a:xfrm>
            <a:off x="3198813" y="3222625"/>
            <a:ext cx="338137" cy="373063"/>
          </a:xfrm>
          <a:prstGeom prst="flowChartDelay">
            <a:avLst/>
          </a:prstGeom>
          <a:solidFill>
            <a:srgbClr val="00B0F0"/>
          </a:solidFill>
          <a:ln w="9525">
            <a:solidFill>
              <a:schemeClr val="tx1"/>
            </a:solidFill>
            <a:miter lim="800000"/>
            <a:headEnd/>
            <a:tailEnd/>
          </a:ln>
        </p:spPr>
        <p:txBody>
          <a:bodyPr wrap="none" anchor="ctr"/>
          <a:lstStyle/>
          <a:p>
            <a:endParaRPr lang="en-US" altLang="en-US"/>
          </a:p>
        </p:txBody>
      </p:sp>
      <p:grpSp>
        <p:nvGrpSpPr>
          <p:cNvPr id="2" name="Group 12"/>
          <p:cNvGrpSpPr>
            <a:grpSpLocks/>
          </p:cNvGrpSpPr>
          <p:nvPr/>
        </p:nvGrpSpPr>
        <p:grpSpPr bwMode="auto">
          <a:xfrm>
            <a:off x="1914503" y="3630604"/>
            <a:ext cx="376237" cy="271462"/>
            <a:chOff x="3456" y="2400"/>
            <a:chExt cx="480" cy="384"/>
          </a:xfrm>
          <a:solidFill>
            <a:srgbClr val="00B0F0"/>
          </a:solidFill>
        </p:grpSpPr>
        <p:sp>
          <p:nvSpPr>
            <p:cNvPr id="194573" name="AutoShape 13"/>
            <p:cNvSpPr>
              <a:spLocks noChangeArrowheads="1"/>
            </p:cNvSpPr>
            <p:nvPr/>
          </p:nvSpPr>
          <p:spPr bwMode="auto">
            <a:xfrm rot="16200000">
              <a:off x="3468" y="2388"/>
              <a:ext cx="384" cy="408"/>
            </a:xfrm>
            <a:prstGeom prst="flowChartMerge">
              <a:avLst/>
            </a:prstGeom>
            <a:grpFill/>
            <a:ln w="9525">
              <a:solidFill>
                <a:schemeClr val="tx1"/>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194574" name="AutoShape 14"/>
            <p:cNvSpPr>
              <a:spLocks noChangeArrowheads="1"/>
            </p:cNvSpPr>
            <p:nvPr/>
          </p:nvSpPr>
          <p:spPr bwMode="auto">
            <a:xfrm>
              <a:off x="3792" y="2520"/>
              <a:ext cx="144" cy="144"/>
            </a:xfrm>
            <a:prstGeom prst="flowChartConnector">
              <a:avLst/>
            </a:prstGeom>
            <a:grpFill/>
            <a:ln w="9525">
              <a:solidFill>
                <a:schemeClr val="tx1"/>
              </a:solidFill>
              <a:round/>
              <a:headEnd/>
              <a:tailEnd/>
            </a:ln>
            <a:effectLst/>
          </p:spPr>
          <p:txBody>
            <a:bodyPr wrap="none" anchor="ctr"/>
            <a:lstStyle/>
            <a:p>
              <a:pPr>
                <a:defRPr/>
              </a:pPr>
              <a:endParaRPr lang="en-US">
                <a:latin typeface="Arial" pitchFamily="34" charset="0"/>
                <a:cs typeface="Arial" pitchFamily="34" charset="0"/>
              </a:endParaRPr>
            </a:p>
          </p:txBody>
        </p:sp>
      </p:grpSp>
      <p:sp>
        <p:nvSpPr>
          <p:cNvPr id="69642" name="Line 15"/>
          <p:cNvSpPr>
            <a:spLocks noChangeShapeType="1"/>
          </p:cNvSpPr>
          <p:nvPr/>
        </p:nvSpPr>
        <p:spPr bwMode="auto">
          <a:xfrm>
            <a:off x="2165350" y="2355850"/>
            <a:ext cx="33813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43" name="Line 16"/>
          <p:cNvSpPr>
            <a:spLocks noChangeShapeType="1"/>
          </p:cNvSpPr>
          <p:nvPr/>
        </p:nvSpPr>
        <p:spPr bwMode="auto">
          <a:xfrm>
            <a:off x="3236913" y="2678113"/>
            <a:ext cx="487362" cy="0"/>
          </a:xfrm>
          <a:prstGeom prst="line">
            <a:avLst/>
          </a:prstGeom>
          <a:noFill/>
          <a:ln w="38100">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9644" name="Line 17"/>
          <p:cNvSpPr>
            <a:spLocks noChangeShapeType="1"/>
          </p:cNvSpPr>
          <p:nvPr/>
        </p:nvSpPr>
        <p:spPr bwMode="auto">
          <a:xfrm>
            <a:off x="2935288" y="2355850"/>
            <a:ext cx="15081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45" name="Line 18"/>
          <p:cNvSpPr>
            <a:spLocks noChangeShapeType="1"/>
          </p:cNvSpPr>
          <p:nvPr/>
        </p:nvSpPr>
        <p:spPr bwMode="auto">
          <a:xfrm>
            <a:off x="2297113" y="3765550"/>
            <a:ext cx="206375"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46" name="Line 19"/>
          <p:cNvSpPr>
            <a:spLocks noChangeShapeType="1"/>
          </p:cNvSpPr>
          <p:nvPr/>
        </p:nvSpPr>
        <p:spPr bwMode="auto">
          <a:xfrm>
            <a:off x="2033588" y="3324225"/>
            <a:ext cx="1165225"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47" name="Line 20"/>
          <p:cNvSpPr>
            <a:spLocks noChangeShapeType="1"/>
          </p:cNvSpPr>
          <p:nvPr/>
        </p:nvSpPr>
        <p:spPr bwMode="auto">
          <a:xfrm>
            <a:off x="2867025" y="3833813"/>
            <a:ext cx="1873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48" name="Line 21"/>
          <p:cNvSpPr>
            <a:spLocks noChangeShapeType="1"/>
          </p:cNvSpPr>
          <p:nvPr/>
        </p:nvSpPr>
        <p:spPr bwMode="auto">
          <a:xfrm>
            <a:off x="3048000" y="3494088"/>
            <a:ext cx="15081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49" name="Line 22"/>
          <p:cNvSpPr>
            <a:spLocks noChangeShapeType="1"/>
          </p:cNvSpPr>
          <p:nvPr/>
        </p:nvSpPr>
        <p:spPr bwMode="auto">
          <a:xfrm flipV="1">
            <a:off x="2033588" y="3046413"/>
            <a:ext cx="1052512" cy="635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9650" name="Line 23"/>
          <p:cNvSpPr>
            <a:spLocks noChangeShapeType="1"/>
          </p:cNvSpPr>
          <p:nvPr/>
        </p:nvSpPr>
        <p:spPr bwMode="auto">
          <a:xfrm>
            <a:off x="3086100" y="2349500"/>
            <a:ext cx="0" cy="260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51" name="Line 24"/>
          <p:cNvSpPr>
            <a:spLocks noChangeShapeType="1"/>
          </p:cNvSpPr>
          <p:nvPr/>
        </p:nvSpPr>
        <p:spPr bwMode="auto">
          <a:xfrm flipV="1">
            <a:off x="3086100" y="2746375"/>
            <a:ext cx="0" cy="3063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52" name="Line 25"/>
          <p:cNvSpPr>
            <a:spLocks noChangeShapeType="1"/>
          </p:cNvSpPr>
          <p:nvPr/>
        </p:nvSpPr>
        <p:spPr bwMode="auto">
          <a:xfrm flipV="1">
            <a:off x="3048000" y="3489325"/>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69653" name="Object 2"/>
          <p:cNvGraphicFramePr>
            <a:graphicFrameLocks noChangeAspect="1"/>
          </p:cNvGraphicFramePr>
          <p:nvPr/>
        </p:nvGraphicFramePr>
        <p:xfrm>
          <a:off x="3160713" y="2508250"/>
          <a:ext cx="431800" cy="139700"/>
        </p:xfrm>
        <a:graphic>
          <a:graphicData uri="http://schemas.openxmlformats.org/presentationml/2006/ole">
            <mc:AlternateContent xmlns:mc="http://schemas.openxmlformats.org/markup-compatibility/2006">
              <mc:Choice xmlns:v="urn:schemas-microsoft-com:vml" Requires="v">
                <p:oleObj spid="_x0000_s9309" name="Equation" r:id="rId3" imgW="571252" imgH="203112" progId="">
                  <p:embed/>
                </p:oleObj>
              </mc:Choice>
              <mc:Fallback>
                <p:oleObj name="Equation" r:id="rId3" imgW="571252" imgH="20311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0713" y="2508250"/>
                        <a:ext cx="4318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54" name="Object 3"/>
          <p:cNvGraphicFramePr>
            <a:graphicFrameLocks noChangeAspect="1"/>
          </p:cNvGraphicFramePr>
          <p:nvPr/>
        </p:nvGraphicFramePr>
        <p:xfrm>
          <a:off x="3160713" y="2746375"/>
          <a:ext cx="412750" cy="138113"/>
        </p:xfrm>
        <a:graphic>
          <a:graphicData uri="http://schemas.openxmlformats.org/presentationml/2006/ole">
            <mc:AlternateContent xmlns:mc="http://schemas.openxmlformats.org/markup-compatibility/2006">
              <mc:Choice xmlns:v="urn:schemas-microsoft-com:vml" Requires="v">
                <p:oleObj spid="_x0000_s9310" name="Equation" r:id="rId5" imgW="545626" imgH="203024" progId="">
                  <p:embed/>
                </p:oleObj>
              </mc:Choice>
              <mc:Fallback>
                <p:oleObj name="Equation" r:id="rId5" imgW="545626" imgH="20302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0713" y="2746375"/>
                        <a:ext cx="412750"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55" name="Line 28"/>
          <p:cNvSpPr>
            <a:spLocks noChangeShapeType="1"/>
          </p:cNvSpPr>
          <p:nvPr/>
        </p:nvSpPr>
        <p:spPr bwMode="auto">
          <a:xfrm flipH="1" flipV="1">
            <a:off x="3086100" y="2609850"/>
            <a:ext cx="150813" cy="68263"/>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9656" name="Line 29"/>
          <p:cNvSpPr>
            <a:spLocks noChangeShapeType="1"/>
          </p:cNvSpPr>
          <p:nvPr/>
        </p:nvSpPr>
        <p:spPr bwMode="auto">
          <a:xfrm>
            <a:off x="1770063" y="3765550"/>
            <a:ext cx="150812" cy="0"/>
          </a:xfrm>
          <a:prstGeom prst="line">
            <a:avLst/>
          </a:prstGeom>
          <a:noFill/>
          <a:ln w="38100">
            <a:solidFill>
              <a:srgbClr val="FF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IN"/>
          </a:p>
        </p:txBody>
      </p:sp>
      <p:graphicFrame>
        <p:nvGraphicFramePr>
          <p:cNvPr id="69657" name="Object 4"/>
          <p:cNvGraphicFramePr>
            <a:graphicFrameLocks noChangeAspect="1"/>
          </p:cNvGraphicFramePr>
          <p:nvPr/>
        </p:nvGraphicFramePr>
        <p:xfrm>
          <a:off x="1404938" y="4184650"/>
          <a:ext cx="566737" cy="184150"/>
        </p:xfrm>
        <a:graphic>
          <a:graphicData uri="http://schemas.openxmlformats.org/presentationml/2006/ole">
            <mc:AlternateContent xmlns:mc="http://schemas.openxmlformats.org/markup-compatibility/2006">
              <mc:Choice xmlns:v="urn:schemas-microsoft-com:vml" Requires="v">
                <p:oleObj spid="_x0000_s9311" name="Equation" r:id="rId7" imgW="672808" imgH="241195" progId="">
                  <p:embed/>
                </p:oleObj>
              </mc:Choice>
              <mc:Fallback>
                <p:oleObj name="Equation" r:id="rId7" imgW="672808" imgH="241195"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4938" y="4184650"/>
                        <a:ext cx="56673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58" name="Object 5"/>
          <p:cNvGraphicFramePr>
            <a:graphicFrameLocks noChangeAspect="1"/>
          </p:cNvGraphicFramePr>
          <p:nvPr/>
        </p:nvGraphicFramePr>
        <p:xfrm>
          <a:off x="1357313" y="3671888"/>
          <a:ext cx="385762" cy="180975"/>
        </p:xfrm>
        <a:graphic>
          <a:graphicData uri="http://schemas.openxmlformats.org/presentationml/2006/ole">
            <mc:AlternateContent xmlns:mc="http://schemas.openxmlformats.org/markup-compatibility/2006">
              <mc:Choice xmlns:v="urn:schemas-microsoft-com:vml" Requires="v">
                <p:oleObj spid="_x0000_s9312" name="Equation" r:id="rId9" imgW="342603" imgH="177646" progId="">
                  <p:embed/>
                </p:oleObj>
              </mc:Choice>
              <mc:Fallback>
                <p:oleObj name="Equation" r:id="rId9" imgW="342603" imgH="17764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7313" y="3671888"/>
                        <a:ext cx="385762"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59" name="Object 6"/>
          <p:cNvGraphicFramePr>
            <a:graphicFrameLocks noChangeAspect="1"/>
          </p:cNvGraphicFramePr>
          <p:nvPr/>
        </p:nvGraphicFramePr>
        <p:xfrm>
          <a:off x="1604963" y="3214688"/>
          <a:ext cx="360362" cy="198437"/>
        </p:xfrm>
        <a:graphic>
          <a:graphicData uri="http://schemas.openxmlformats.org/presentationml/2006/ole">
            <mc:AlternateContent xmlns:mc="http://schemas.openxmlformats.org/markup-compatibility/2006">
              <mc:Choice xmlns:v="urn:schemas-microsoft-com:vml" Requires="v">
                <p:oleObj spid="_x0000_s9313" name="Equation" r:id="rId11" imgW="291847" imgH="177646" progId="">
                  <p:embed/>
                </p:oleObj>
              </mc:Choice>
              <mc:Fallback>
                <p:oleObj name="Equation" r:id="rId11" imgW="291847" imgH="177646"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4963" y="3214688"/>
                        <a:ext cx="360362"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60" name="Object 7"/>
          <p:cNvGraphicFramePr>
            <a:graphicFrameLocks noChangeAspect="1"/>
          </p:cNvGraphicFramePr>
          <p:nvPr/>
        </p:nvGraphicFramePr>
        <p:xfrm>
          <a:off x="1455738" y="2949575"/>
          <a:ext cx="555625" cy="185738"/>
        </p:xfrm>
        <a:graphic>
          <a:graphicData uri="http://schemas.openxmlformats.org/presentationml/2006/ole">
            <mc:AlternateContent xmlns:mc="http://schemas.openxmlformats.org/markup-compatibility/2006">
              <mc:Choice xmlns:v="urn:schemas-microsoft-com:vml" Requires="v">
                <p:oleObj spid="_x0000_s9314" name="Equation" r:id="rId13" imgW="482181" imgH="177646" progId="">
                  <p:embed/>
                </p:oleObj>
              </mc:Choice>
              <mc:Fallback>
                <p:oleObj name="Equation" r:id="rId13" imgW="482181" imgH="177646"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55738" y="2949575"/>
                        <a:ext cx="555625"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61" name="Line 34"/>
          <p:cNvSpPr>
            <a:spLocks noChangeShapeType="1"/>
          </p:cNvSpPr>
          <p:nvPr/>
        </p:nvSpPr>
        <p:spPr bwMode="auto">
          <a:xfrm>
            <a:off x="2033588" y="4276725"/>
            <a:ext cx="331787"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69662" name="Line 35"/>
          <p:cNvSpPr>
            <a:spLocks noChangeShapeType="1"/>
          </p:cNvSpPr>
          <p:nvPr/>
        </p:nvSpPr>
        <p:spPr bwMode="auto">
          <a:xfrm>
            <a:off x="2359025" y="3935413"/>
            <a:ext cx="15081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63" name="Line 36"/>
          <p:cNvSpPr>
            <a:spLocks noChangeShapeType="1"/>
          </p:cNvSpPr>
          <p:nvPr/>
        </p:nvSpPr>
        <p:spPr bwMode="auto">
          <a:xfrm flipV="1">
            <a:off x="2359025" y="3930650"/>
            <a:ext cx="0" cy="339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64" name="Line 37"/>
          <p:cNvSpPr>
            <a:spLocks noChangeShapeType="1"/>
          </p:cNvSpPr>
          <p:nvPr/>
        </p:nvSpPr>
        <p:spPr bwMode="auto">
          <a:xfrm flipV="1">
            <a:off x="3949700" y="2676525"/>
            <a:ext cx="531813" cy="1588"/>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65" name="Line 38"/>
          <p:cNvSpPr>
            <a:spLocks noChangeShapeType="1"/>
          </p:cNvSpPr>
          <p:nvPr/>
        </p:nvSpPr>
        <p:spPr bwMode="auto">
          <a:xfrm flipH="1" flipV="1">
            <a:off x="3724275" y="2576513"/>
            <a:ext cx="225425" cy="101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9666" name="Line 39"/>
          <p:cNvSpPr>
            <a:spLocks noChangeShapeType="1"/>
          </p:cNvSpPr>
          <p:nvPr/>
        </p:nvSpPr>
        <p:spPr bwMode="auto">
          <a:xfrm flipV="1">
            <a:off x="3800475" y="2627313"/>
            <a:ext cx="17463" cy="765175"/>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67" name="Line 40"/>
          <p:cNvSpPr>
            <a:spLocks noChangeShapeType="1"/>
          </p:cNvSpPr>
          <p:nvPr/>
        </p:nvSpPr>
        <p:spPr bwMode="auto">
          <a:xfrm>
            <a:off x="3543300" y="3397250"/>
            <a:ext cx="263525"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9668" name="AutoShape 43"/>
          <p:cNvSpPr>
            <a:spLocks noChangeArrowheads="1"/>
          </p:cNvSpPr>
          <p:nvPr/>
        </p:nvSpPr>
        <p:spPr bwMode="auto">
          <a:xfrm>
            <a:off x="5943600" y="2143125"/>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TF0</a:t>
            </a:r>
          </a:p>
        </p:txBody>
      </p:sp>
      <p:sp>
        <p:nvSpPr>
          <p:cNvPr id="69669" name="Line 44"/>
          <p:cNvSpPr>
            <a:spLocks noChangeShapeType="1"/>
          </p:cNvSpPr>
          <p:nvPr/>
        </p:nvSpPr>
        <p:spPr bwMode="auto">
          <a:xfrm flipV="1">
            <a:off x="5665788" y="2676525"/>
            <a:ext cx="277812"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70" name="Line 45"/>
          <p:cNvSpPr>
            <a:spLocks noChangeShapeType="1"/>
          </p:cNvSpPr>
          <p:nvPr/>
        </p:nvSpPr>
        <p:spPr bwMode="auto">
          <a:xfrm flipV="1">
            <a:off x="7099300" y="2676525"/>
            <a:ext cx="381000" cy="15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71" name="Text Box 46"/>
          <p:cNvSpPr txBox="1">
            <a:spLocks noChangeArrowheads="1"/>
          </p:cNvSpPr>
          <p:nvPr/>
        </p:nvSpPr>
        <p:spPr bwMode="auto">
          <a:xfrm>
            <a:off x="1571625" y="1143000"/>
            <a:ext cx="6215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algn="ctr" eaLnBrk="1" hangingPunct="1"/>
            <a:r>
              <a:rPr lang="en-US" altLang="en-US" sz="3200" b="1" u="sng">
                <a:solidFill>
                  <a:schemeClr val="tx1"/>
                </a:solidFill>
                <a:latin typeface="Calibri" pitchFamily="34" charset="0"/>
              </a:rPr>
              <a:t>Two - 8 Bit Timer / Counter</a:t>
            </a:r>
          </a:p>
        </p:txBody>
      </p:sp>
      <p:sp>
        <p:nvSpPr>
          <p:cNvPr id="69672" name="AutoShape 49"/>
          <p:cNvSpPr>
            <a:spLocks noChangeArrowheads="1"/>
          </p:cNvSpPr>
          <p:nvPr/>
        </p:nvSpPr>
        <p:spPr bwMode="auto">
          <a:xfrm>
            <a:off x="877888" y="4614863"/>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OSC</a:t>
            </a:r>
          </a:p>
        </p:txBody>
      </p:sp>
      <p:sp>
        <p:nvSpPr>
          <p:cNvPr id="69673" name="AutoShape 50"/>
          <p:cNvSpPr>
            <a:spLocks noChangeArrowheads="1"/>
          </p:cNvSpPr>
          <p:nvPr/>
        </p:nvSpPr>
        <p:spPr bwMode="auto">
          <a:xfrm>
            <a:off x="2452688" y="4614863"/>
            <a:ext cx="914400" cy="7620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÷12</a:t>
            </a:r>
          </a:p>
        </p:txBody>
      </p:sp>
      <p:sp>
        <p:nvSpPr>
          <p:cNvPr id="69674" name="Line 51"/>
          <p:cNvSpPr>
            <a:spLocks noChangeShapeType="1"/>
          </p:cNvSpPr>
          <p:nvPr/>
        </p:nvSpPr>
        <p:spPr bwMode="auto">
          <a:xfrm>
            <a:off x="1754188" y="5033963"/>
            <a:ext cx="685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75" name="Line 52"/>
          <p:cNvSpPr>
            <a:spLocks noChangeShapeType="1"/>
          </p:cNvSpPr>
          <p:nvPr/>
        </p:nvSpPr>
        <p:spPr bwMode="auto">
          <a:xfrm>
            <a:off x="3316288" y="5033963"/>
            <a:ext cx="304800" cy="0"/>
          </a:xfrm>
          <a:prstGeom prst="line">
            <a:avLst/>
          </a:prstGeom>
          <a:noFill/>
          <a:ln w="38100">
            <a:solidFill>
              <a:srgbClr val="FF0000"/>
            </a:solidFill>
            <a:round/>
            <a:headEnd/>
            <a:tailEnd type="diamond" w="med" len="med"/>
          </a:ln>
          <a:extLst>
            <a:ext uri="{909E8E84-426E-40DD-AFC4-6F175D3DCCD1}">
              <a14:hiddenFill xmlns:a14="http://schemas.microsoft.com/office/drawing/2010/main">
                <a:noFill/>
              </a14:hiddenFill>
            </a:ext>
          </a:extLst>
        </p:spPr>
        <p:txBody>
          <a:bodyPr/>
          <a:lstStyle/>
          <a:p>
            <a:endParaRPr lang="en-IN"/>
          </a:p>
        </p:txBody>
      </p:sp>
      <p:sp>
        <p:nvSpPr>
          <p:cNvPr id="69676" name="Line 53"/>
          <p:cNvSpPr>
            <a:spLocks noChangeShapeType="1"/>
          </p:cNvSpPr>
          <p:nvPr/>
        </p:nvSpPr>
        <p:spPr bwMode="auto">
          <a:xfrm flipV="1">
            <a:off x="1741488" y="5910263"/>
            <a:ext cx="1600200" cy="0"/>
          </a:xfrm>
          <a:prstGeom prst="line">
            <a:avLst/>
          </a:prstGeom>
          <a:noFill/>
          <a:ln w="38100">
            <a:solidFill>
              <a:srgbClr val="FF0000"/>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graphicFrame>
        <p:nvGraphicFramePr>
          <p:cNvPr id="69677" name="Object 8"/>
          <p:cNvGraphicFramePr>
            <a:graphicFrameLocks noChangeAspect="1"/>
          </p:cNvGraphicFramePr>
          <p:nvPr/>
        </p:nvGraphicFramePr>
        <p:xfrm>
          <a:off x="979488" y="5681663"/>
          <a:ext cx="666750" cy="412750"/>
        </p:xfrm>
        <a:graphic>
          <a:graphicData uri="http://schemas.openxmlformats.org/presentationml/2006/ole">
            <mc:AlternateContent xmlns:mc="http://schemas.openxmlformats.org/markup-compatibility/2006">
              <mc:Choice xmlns:v="urn:schemas-microsoft-com:vml" Requires="v">
                <p:oleObj spid="_x0000_s9315" name="Equation" r:id="rId15" imgW="266353" imgH="164885" progId="">
                  <p:embed/>
                </p:oleObj>
              </mc:Choice>
              <mc:Fallback>
                <p:oleObj name="Equation" r:id="rId15" imgW="266353" imgH="164885"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9488" y="5681663"/>
                        <a:ext cx="6667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78" name="Line 55"/>
          <p:cNvSpPr>
            <a:spLocks noChangeShapeType="1"/>
          </p:cNvSpPr>
          <p:nvPr/>
        </p:nvSpPr>
        <p:spPr bwMode="auto">
          <a:xfrm>
            <a:off x="4167188" y="5059363"/>
            <a:ext cx="304800" cy="0"/>
          </a:xfrm>
          <a:prstGeom prst="line">
            <a:avLst/>
          </a:prstGeom>
          <a:noFill/>
          <a:ln w="38100">
            <a:solidFill>
              <a:srgbClr val="FF0000"/>
            </a:solidFill>
            <a:round/>
            <a:headEnd type="diamond"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79" name="Line 56"/>
          <p:cNvSpPr>
            <a:spLocks noChangeShapeType="1"/>
          </p:cNvSpPr>
          <p:nvPr/>
        </p:nvSpPr>
        <p:spPr bwMode="auto">
          <a:xfrm flipH="1" flipV="1">
            <a:off x="3709988" y="4830763"/>
            <a:ext cx="457200" cy="228600"/>
          </a:xfrm>
          <a:prstGeom prst="line">
            <a:avLst/>
          </a:prstGeom>
          <a:noFill/>
          <a:ln w="12700">
            <a:solidFill>
              <a:srgbClr val="FF3333"/>
            </a:solidFill>
            <a:round/>
            <a:headEnd type="diamond" w="med" len="med"/>
            <a:tailEnd/>
          </a:ln>
          <a:extLst>
            <a:ext uri="{909E8E84-426E-40DD-AFC4-6F175D3DCCD1}">
              <a14:hiddenFill xmlns:a14="http://schemas.microsoft.com/office/drawing/2010/main">
                <a:noFill/>
              </a14:hiddenFill>
            </a:ext>
          </a:extLst>
        </p:spPr>
        <p:txBody>
          <a:bodyPr/>
          <a:lstStyle/>
          <a:p>
            <a:endParaRPr lang="en-IN"/>
          </a:p>
        </p:txBody>
      </p:sp>
      <p:sp>
        <p:nvSpPr>
          <p:cNvPr id="69680" name="Line 57"/>
          <p:cNvSpPr>
            <a:spLocks noChangeShapeType="1"/>
          </p:cNvSpPr>
          <p:nvPr/>
        </p:nvSpPr>
        <p:spPr bwMode="auto">
          <a:xfrm flipV="1">
            <a:off x="3875088" y="4945063"/>
            <a:ext cx="25400" cy="96520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81" name="Line 58"/>
          <p:cNvSpPr>
            <a:spLocks noChangeShapeType="1"/>
          </p:cNvSpPr>
          <p:nvPr/>
        </p:nvSpPr>
        <p:spPr bwMode="auto">
          <a:xfrm>
            <a:off x="3341688" y="5910263"/>
            <a:ext cx="533400"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9682" name="AutoShape 59"/>
          <p:cNvSpPr>
            <a:spLocks noChangeArrowheads="1"/>
          </p:cNvSpPr>
          <p:nvPr/>
        </p:nvSpPr>
        <p:spPr bwMode="auto">
          <a:xfrm>
            <a:off x="4471988" y="4521200"/>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TH0</a:t>
            </a:r>
          </a:p>
          <a:p>
            <a:pPr algn="ctr"/>
            <a:r>
              <a:rPr lang="en-US" altLang="en-US" sz="2400" b="1">
                <a:solidFill>
                  <a:schemeClr val="tx1"/>
                </a:solidFill>
                <a:latin typeface="Calibri" pitchFamily="34" charset="0"/>
              </a:rPr>
              <a:t>(8 Bit)</a:t>
            </a:r>
          </a:p>
        </p:txBody>
      </p:sp>
      <p:sp>
        <p:nvSpPr>
          <p:cNvPr id="69683" name="Text Box 60"/>
          <p:cNvSpPr txBox="1">
            <a:spLocks noChangeArrowheads="1"/>
          </p:cNvSpPr>
          <p:nvPr/>
        </p:nvSpPr>
        <p:spPr bwMode="auto">
          <a:xfrm>
            <a:off x="7431088" y="4843463"/>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r>
              <a:rPr lang="en-US" altLang="en-US" b="1">
                <a:solidFill>
                  <a:srgbClr val="FF0000"/>
                </a:solidFill>
                <a:latin typeface="Calibri" pitchFamily="34" charset="0"/>
              </a:rPr>
              <a:t>INTERRUPT</a:t>
            </a:r>
          </a:p>
        </p:txBody>
      </p:sp>
      <p:sp>
        <p:nvSpPr>
          <p:cNvPr id="69684" name="AutoShape 61"/>
          <p:cNvSpPr>
            <a:spLocks noChangeArrowheads="1"/>
          </p:cNvSpPr>
          <p:nvPr/>
        </p:nvSpPr>
        <p:spPr bwMode="auto">
          <a:xfrm>
            <a:off x="5932488" y="4500563"/>
            <a:ext cx="1219200" cy="1066800"/>
          </a:xfrm>
          <a:prstGeom prst="cube">
            <a:avLst>
              <a:gd name="adj" fmla="val 9245"/>
            </a:avLst>
          </a:prstGeom>
          <a:solidFill>
            <a:srgbClr val="00B0F0"/>
          </a:solidFill>
          <a:ln w="9525">
            <a:solidFill>
              <a:schemeClr val="tx1"/>
            </a:solidFill>
            <a:miter lim="800000"/>
            <a:headEnd/>
            <a:tailEnd/>
          </a:ln>
        </p:spPr>
        <p:txBody>
          <a:bodyPr wrap="none" anchor="ctr"/>
          <a:lstStyle/>
          <a:p>
            <a:pPr algn="ctr"/>
            <a:r>
              <a:rPr lang="en-US" altLang="en-US" sz="2400" b="1">
                <a:solidFill>
                  <a:schemeClr val="tx1"/>
                </a:solidFill>
                <a:latin typeface="Calibri" pitchFamily="34" charset="0"/>
              </a:rPr>
              <a:t>TF1</a:t>
            </a:r>
          </a:p>
        </p:txBody>
      </p:sp>
      <p:sp>
        <p:nvSpPr>
          <p:cNvPr id="69685" name="Line 62"/>
          <p:cNvSpPr>
            <a:spLocks noChangeShapeType="1"/>
          </p:cNvSpPr>
          <p:nvPr/>
        </p:nvSpPr>
        <p:spPr bwMode="auto">
          <a:xfrm flipV="1">
            <a:off x="5654675" y="5033963"/>
            <a:ext cx="277813" cy="15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9686" name="Line 63"/>
          <p:cNvSpPr>
            <a:spLocks noChangeShapeType="1"/>
          </p:cNvSpPr>
          <p:nvPr/>
        </p:nvSpPr>
        <p:spPr bwMode="auto">
          <a:xfrm flipV="1">
            <a:off x="7088188" y="5033963"/>
            <a:ext cx="381000" cy="15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35309458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pPr algn="ctr"/>
            <a:r>
              <a:rPr lang="en-IN" dirty="0" smtClean="0"/>
              <a:t>TCON register</a:t>
            </a:r>
            <a:endParaRPr lang="en-IN" dirty="0"/>
          </a:p>
        </p:txBody>
      </p:sp>
      <p:sp>
        <p:nvSpPr>
          <p:cNvPr id="3" name="Content Placeholder 2"/>
          <p:cNvSpPr>
            <a:spLocks noGrp="1"/>
          </p:cNvSpPr>
          <p:nvPr>
            <p:ph idx="1"/>
          </p:nvPr>
        </p:nvSpPr>
        <p:spPr>
          <a:xfrm>
            <a:off x="628650" y="1371600"/>
            <a:ext cx="7886700" cy="4805363"/>
          </a:xfrm>
        </p:spPr>
        <p:txBody>
          <a:bodyPr/>
          <a:lstStyle/>
          <a:p>
            <a:endParaRPr lang="en-IN" dirty="0" smtClean="0"/>
          </a:p>
          <a:p>
            <a:endParaRPr lang="en-IN" dirty="0"/>
          </a:p>
          <a:p>
            <a:endParaRPr lang="en-IN" dirty="0" smtClean="0"/>
          </a:p>
          <a:p>
            <a:endParaRPr lang="en-IN" dirty="0"/>
          </a:p>
          <a:p>
            <a:endParaRPr lang="en-IN" dirty="0" smtClean="0"/>
          </a:p>
          <a:p>
            <a:r>
              <a:rPr lang="en-IN" dirty="0" smtClean="0"/>
              <a:t>TF1 : </a:t>
            </a:r>
            <a:r>
              <a:rPr lang="en-IN" dirty="0"/>
              <a:t>Timer1 over flow flag. Set when timer rolls from all 1s to 0. </a:t>
            </a:r>
            <a:r>
              <a:rPr lang="en-IN" dirty="0" smtClean="0"/>
              <a:t>Cleared </a:t>
            </a:r>
            <a:r>
              <a:rPr lang="en-IN" dirty="0"/>
              <a:t>When the processor vectors to execute interrupt service </a:t>
            </a:r>
            <a:r>
              <a:rPr lang="en-IN" dirty="0" smtClean="0"/>
              <a:t>routine </a:t>
            </a:r>
            <a:r>
              <a:rPr lang="en-IN" dirty="0"/>
              <a:t>Located at program address 001Bh.</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709" y="1219200"/>
            <a:ext cx="7244773" cy="2000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27385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1"/>
            <a:ext cx="7886700" cy="762000"/>
          </a:xfrm>
        </p:spPr>
        <p:txBody>
          <a:bodyPr/>
          <a:lstStyle/>
          <a:p>
            <a:endParaRPr lang="en-IN" dirty="0"/>
          </a:p>
        </p:txBody>
      </p:sp>
      <p:sp>
        <p:nvSpPr>
          <p:cNvPr id="3" name="Content Placeholder 2"/>
          <p:cNvSpPr>
            <a:spLocks noGrp="1"/>
          </p:cNvSpPr>
          <p:nvPr>
            <p:ph idx="1"/>
          </p:nvPr>
        </p:nvSpPr>
        <p:spPr/>
        <p:txBody>
          <a:bodyPr>
            <a:normAutofit fontScale="92500" lnSpcReduction="20000"/>
          </a:bodyPr>
          <a:lstStyle/>
          <a:p>
            <a:r>
              <a:rPr lang="en-IN" dirty="0"/>
              <a:t>TR1  :</a:t>
            </a:r>
            <a:r>
              <a:rPr lang="en-IN" dirty="0" smtClean="0"/>
              <a:t>Timer </a:t>
            </a:r>
            <a:r>
              <a:rPr lang="en-IN" dirty="0"/>
              <a:t>1 run control bit. Set to 1 by programmer to enable timer </a:t>
            </a:r>
            <a:r>
              <a:rPr lang="en-IN" dirty="0" smtClean="0"/>
              <a:t>to </a:t>
            </a:r>
            <a:r>
              <a:rPr lang="en-IN" dirty="0"/>
              <a:t>count; Cleared to 0 </a:t>
            </a:r>
            <a:r>
              <a:rPr lang="en-IN" dirty="0" smtClean="0"/>
              <a:t>by </a:t>
            </a:r>
            <a:r>
              <a:rPr lang="en-IN" dirty="0"/>
              <a:t>program to halt </a:t>
            </a:r>
            <a:r>
              <a:rPr lang="en-IN" dirty="0" smtClean="0"/>
              <a:t>timer.</a:t>
            </a:r>
          </a:p>
          <a:p>
            <a:pPr fontAlgn="base"/>
            <a:r>
              <a:rPr lang="en-IN" dirty="0"/>
              <a:t> TF0  </a:t>
            </a:r>
            <a:r>
              <a:rPr lang="en-IN" dirty="0" smtClean="0"/>
              <a:t>: </a:t>
            </a:r>
            <a:r>
              <a:rPr lang="en-IN" dirty="0"/>
              <a:t> Timer 0 over flow flag. Same as TF1.</a:t>
            </a:r>
          </a:p>
          <a:p>
            <a:pPr fontAlgn="base"/>
            <a:r>
              <a:rPr lang="en-IN" dirty="0" smtClean="0"/>
              <a:t>TR0 </a:t>
            </a:r>
            <a:r>
              <a:rPr lang="en-IN" dirty="0"/>
              <a:t>    </a:t>
            </a:r>
            <a:r>
              <a:rPr lang="en-IN" dirty="0" smtClean="0"/>
              <a:t>:</a:t>
            </a:r>
            <a:r>
              <a:rPr lang="en-IN" dirty="0"/>
              <a:t>    Timer 0 run control bit.  Same as TR1.</a:t>
            </a:r>
          </a:p>
          <a:p>
            <a:pPr fontAlgn="base"/>
            <a:r>
              <a:rPr lang="en-IN" dirty="0" smtClean="0"/>
              <a:t>IE1 </a:t>
            </a:r>
            <a:r>
              <a:rPr lang="en-IN" dirty="0"/>
              <a:t> </a:t>
            </a:r>
            <a:r>
              <a:rPr lang="en-IN" dirty="0" smtClean="0"/>
              <a:t>:</a:t>
            </a:r>
            <a:r>
              <a:rPr lang="en-IN" dirty="0"/>
              <a:t> External interrupt 1 Edge flag. Not related to timer operations</a:t>
            </a:r>
            <a:r>
              <a:rPr lang="en-IN" dirty="0" smtClean="0"/>
              <a:t>.</a:t>
            </a:r>
          </a:p>
          <a:p>
            <a:pPr fontAlgn="base"/>
            <a:r>
              <a:rPr lang="en-IN" dirty="0"/>
              <a:t>IT1  : External interrupt1 signal type control bit. Set to 1 by program </a:t>
            </a:r>
            <a:r>
              <a:rPr lang="en-IN" dirty="0" smtClean="0"/>
              <a:t>to  Enable </a:t>
            </a:r>
            <a:r>
              <a:rPr lang="en-IN" dirty="0"/>
              <a:t>external interrupt 1 to be triggered by a falling edge signal. </a:t>
            </a:r>
            <a:r>
              <a:rPr lang="en-IN" dirty="0" smtClean="0"/>
              <a:t>Set to </a:t>
            </a:r>
            <a:r>
              <a:rPr lang="en-IN" dirty="0"/>
              <a:t>0 by program to enable a low level signal on external interrupt1 </a:t>
            </a:r>
            <a:r>
              <a:rPr lang="en-IN" dirty="0" smtClean="0"/>
              <a:t>to </a:t>
            </a:r>
            <a:r>
              <a:rPr lang="en-IN" dirty="0"/>
              <a:t> generate an interrupt.</a:t>
            </a:r>
          </a:p>
          <a:p>
            <a:pPr fontAlgn="base"/>
            <a:endParaRPr lang="en-IN" dirty="0"/>
          </a:p>
          <a:p>
            <a:endParaRPr lang="en-IN" dirty="0"/>
          </a:p>
        </p:txBody>
      </p:sp>
    </p:spTree>
    <p:extLst>
      <p:ext uri="{BB962C8B-B14F-4D97-AF65-F5344CB8AC3E}">
        <p14:creationId xmlns:p14="http://schemas.microsoft.com/office/powerpoint/2010/main" val="235018239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endParaRPr lang="en-IN" dirty="0"/>
          </a:p>
        </p:txBody>
      </p:sp>
      <p:sp>
        <p:nvSpPr>
          <p:cNvPr id="3" name="Content Placeholder 2"/>
          <p:cNvSpPr>
            <a:spLocks noGrp="1"/>
          </p:cNvSpPr>
          <p:nvPr>
            <p:ph idx="1"/>
          </p:nvPr>
        </p:nvSpPr>
        <p:spPr>
          <a:xfrm>
            <a:off x="628650" y="1295400"/>
            <a:ext cx="7886700" cy="4881563"/>
          </a:xfrm>
        </p:spPr>
        <p:txBody>
          <a:bodyPr/>
          <a:lstStyle/>
          <a:p>
            <a:pPr fontAlgn="base"/>
            <a:r>
              <a:rPr lang="en-IN" dirty="0"/>
              <a:t>IE0 :</a:t>
            </a:r>
            <a:r>
              <a:rPr lang="en-IN" dirty="0" smtClean="0"/>
              <a:t> </a:t>
            </a:r>
            <a:r>
              <a:rPr lang="en-IN" dirty="0"/>
              <a:t>External interrupt 0 Edge flag. Not related to timer operations.</a:t>
            </a:r>
          </a:p>
          <a:p>
            <a:pPr fontAlgn="base"/>
            <a:r>
              <a:rPr lang="en-IN" dirty="0" smtClean="0"/>
              <a:t>IT0 </a:t>
            </a:r>
            <a:r>
              <a:rPr lang="en-IN" dirty="0"/>
              <a:t> </a:t>
            </a:r>
            <a:r>
              <a:rPr lang="en-IN" dirty="0" smtClean="0"/>
              <a:t>: </a:t>
            </a:r>
            <a:r>
              <a:rPr lang="en-IN" dirty="0"/>
              <a:t>External interrupt 0 signal type control bit. Same as IT0.</a:t>
            </a:r>
          </a:p>
          <a:p>
            <a:endParaRPr lang="en-IN" dirty="0"/>
          </a:p>
        </p:txBody>
      </p:sp>
    </p:spTree>
    <p:extLst>
      <p:ext uri="{BB962C8B-B14F-4D97-AF65-F5344CB8AC3E}">
        <p14:creationId xmlns:p14="http://schemas.microsoft.com/office/powerpoint/2010/main" val="22279016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IN" dirty="0" smtClean="0"/>
              <a:t>Timer program-Delay generation</a:t>
            </a:r>
            <a:endParaRPr lang="en-IN" dirty="0"/>
          </a:p>
        </p:txBody>
      </p:sp>
      <p:sp>
        <p:nvSpPr>
          <p:cNvPr id="3" name="Content Placeholder 2"/>
          <p:cNvSpPr>
            <a:spLocks noGrp="1"/>
          </p:cNvSpPr>
          <p:nvPr>
            <p:ph idx="1"/>
          </p:nvPr>
        </p:nvSpPr>
        <p:spPr>
          <a:xfrm>
            <a:off x="304800" y="914400"/>
            <a:ext cx="8210550" cy="5262563"/>
          </a:xfrm>
        </p:spPr>
        <p:txBody>
          <a:bodyPr/>
          <a:lstStyle/>
          <a:p>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 y="838200"/>
            <a:ext cx="862965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47483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6200"/>
            <a:ext cx="6781800" cy="914401"/>
          </a:xfrm>
        </p:spPr>
        <p:txBody>
          <a:bodyPr>
            <a:normAutofit/>
          </a:bodyPr>
          <a:lstStyle/>
          <a:p>
            <a:pPr algn="ctr"/>
            <a:r>
              <a:rPr lang="en-IN" sz="2400" b="1" dirty="0"/>
              <a:t>Four General Purpose Parallel </a:t>
            </a:r>
            <a:r>
              <a:rPr lang="en-IN" sz="2400" b="1" dirty="0" err="1"/>
              <a:t>Input/Output</a:t>
            </a:r>
            <a:r>
              <a:rPr lang="en-IN" sz="2400" b="1" dirty="0"/>
              <a:t> Ports</a:t>
            </a:r>
            <a:br>
              <a:rPr lang="en-IN" sz="2400" b="1" dirty="0"/>
            </a:br>
            <a:endParaRPr lang="en-IN" sz="2400" b="1" dirty="0"/>
          </a:p>
        </p:txBody>
      </p:sp>
      <p:sp>
        <p:nvSpPr>
          <p:cNvPr id="3" name="Content Placeholder 2"/>
          <p:cNvSpPr>
            <a:spLocks noGrp="1"/>
          </p:cNvSpPr>
          <p:nvPr>
            <p:ph idx="1"/>
          </p:nvPr>
        </p:nvSpPr>
        <p:spPr>
          <a:xfrm>
            <a:off x="628650" y="1219200"/>
            <a:ext cx="7886700" cy="4957763"/>
          </a:xfrm>
        </p:spPr>
        <p:txBody>
          <a:bodyPr>
            <a:normAutofit fontScale="77500" lnSpcReduction="20000"/>
          </a:bodyPr>
          <a:lstStyle/>
          <a:p>
            <a:pPr marL="0" indent="0">
              <a:buNone/>
            </a:pPr>
            <a:r>
              <a:rPr lang="en-IN" dirty="0"/>
              <a:t/>
            </a:r>
            <a:br>
              <a:rPr lang="en-IN" dirty="0"/>
            </a:br>
            <a:r>
              <a:rPr lang="en-IN" dirty="0"/>
              <a:t>The 8051 microcontroller has four 8-bit input/output ports. These are:</a:t>
            </a:r>
            <a:br>
              <a:rPr lang="en-IN" dirty="0"/>
            </a:br>
            <a:r>
              <a:rPr lang="en-IN" dirty="0"/>
              <a:t/>
            </a:r>
            <a:br>
              <a:rPr lang="en-IN" dirty="0"/>
            </a:br>
            <a:r>
              <a:rPr lang="en-IN" dirty="0"/>
              <a:t>PORT P0: When there is no external memory present, this port acts as a general purpose input/output port. In the presence of external memory, it functions as a multiplexed address and data bus. It performs a dual role.</a:t>
            </a:r>
            <a:br>
              <a:rPr lang="en-IN" dirty="0"/>
            </a:br>
            <a:r>
              <a:rPr lang="en-IN" dirty="0"/>
              <a:t/>
            </a:r>
            <a:br>
              <a:rPr lang="en-IN" dirty="0"/>
            </a:br>
            <a:r>
              <a:rPr lang="en-IN" dirty="0"/>
              <a:t>PORT P1: This port is used for various interfacing activities. This 8-bit port is a normal I/O port i.e. it does not perform dual functions.</a:t>
            </a:r>
            <a:br>
              <a:rPr lang="en-IN" dirty="0"/>
            </a:br>
            <a:r>
              <a:rPr lang="en-IN" dirty="0"/>
              <a:t/>
            </a:r>
            <a:br>
              <a:rPr lang="en-IN" dirty="0"/>
            </a:br>
            <a:r>
              <a:rPr lang="en-IN" dirty="0"/>
              <a:t>PORT P2: Similar to PORT P0, this port can be used as a general purpose port when there is no external memory but when external memory is present it works in conjunction with PORT PO as an address bus. This is an 8-bit port and performs dual functions.</a:t>
            </a:r>
            <a:br>
              <a:rPr lang="en-IN" dirty="0"/>
            </a:br>
            <a:r>
              <a:rPr lang="en-IN" dirty="0"/>
              <a:t/>
            </a:r>
            <a:br>
              <a:rPr lang="en-IN" dirty="0"/>
            </a:br>
            <a:r>
              <a:rPr lang="en-IN" dirty="0"/>
              <a:t>PORT P3: PORT P3 behaves as a dedicated I/O port</a:t>
            </a:r>
          </a:p>
        </p:txBody>
      </p:sp>
    </p:spTree>
    <p:extLst>
      <p:ext uri="{BB962C8B-B14F-4D97-AF65-F5344CB8AC3E}">
        <p14:creationId xmlns:p14="http://schemas.microsoft.com/office/powerpoint/2010/main" val="3188966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762000"/>
          </a:xfrm>
        </p:spPr>
        <p:txBody>
          <a:bodyPr>
            <a:normAutofit fontScale="90000"/>
          </a:bodyPr>
          <a:lstStyle/>
          <a:p>
            <a:pPr algn="ctr"/>
            <a:r>
              <a:rPr lang="en-IN" dirty="0"/>
              <a:t>Internal RAM and ROM</a:t>
            </a:r>
            <a:br>
              <a:rPr lang="en-IN" dirty="0"/>
            </a:br>
            <a:endParaRPr lang="en-IN" dirty="0"/>
          </a:p>
        </p:txBody>
      </p:sp>
      <p:sp>
        <p:nvSpPr>
          <p:cNvPr id="3" name="Content Placeholder 2"/>
          <p:cNvSpPr>
            <a:spLocks noGrp="1"/>
          </p:cNvSpPr>
          <p:nvPr>
            <p:ph idx="1"/>
          </p:nvPr>
        </p:nvSpPr>
        <p:spPr>
          <a:xfrm>
            <a:off x="628650" y="1295400"/>
            <a:ext cx="7886700" cy="4881563"/>
          </a:xfrm>
        </p:spPr>
        <p:txBody>
          <a:bodyPr>
            <a:normAutofit fontScale="70000" lnSpcReduction="20000"/>
          </a:bodyPr>
          <a:lstStyle/>
          <a:p>
            <a:r>
              <a:rPr lang="en-IN" dirty="0" smtClean="0"/>
              <a:t>ROM</a:t>
            </a:r>
            <a:endParaRPr lang="en-IN" dirty="0"/>
          </a:p>
          <a:p>
            <a:pPr marL="0" indent="0">
              <a:buNone/>
            </a:pPr>
            <a:r>
              <a:rPr lang="en-IN" dirty="0"/>
              <a:t>A code of 4K memory is incorporated as on-chip ROM in 8051. The 8051 ROM is a non-volatile memory meaning that its contents cannot be altered and hence has a similar range of data and program memory, </a:t>
            </a:r>
            <a:r>
              <a:rPr lang="en-IN" dirty="0" err="1"/>
              <a:t>i.e</a:t>
            </a:r>
            <a:r>
              <a:rPr lang="en-IN" dirty="0"/>
              <a:t>, they can address program memory as well as a 64K separate block of data </a:t>
            </a:r>
            <a:r>
              <a:rPr lang="en-IN" dirty="0" err="1" smtClean="0"/>
              <a:t>memory.Internal</a:t>
            </a:r>
            <a:r>
              <a:rPr lang="en-IN" dirty="0" smtClean="0"/>
              <a:t> ROM address range is 0000 h to 0FFF h</a:t>
            </a:r>
            <a:r>
              <a:rPr lang="en-IN" dirty="0"/>
              <a:t/>
            </a:r>
            <a:br>
              <a:rPr lang="en-IN" dirty="0"/>
            </a:br>
            <a:r>
              <a:rPr lang="en-IN" dirty="0" smtClean="0"/>
              <a:t> </a:t>
            </a:r>
          </a:p>
          <a:p>
            <a:r>
              <a:rPr lang="en-IN" dirty="0"/>
              <a:t>RAM</a:t>
            </a:r>
          </a:p>
          <a:p>
            <a:pPr marL="0" indent="0">
              <a:buNone/>
            </a:pPr>
            <a:r>
              <a:rPr lang="en-IN" dirty="0" smtClean="0"/>
              <a:t>The </a:t>
            </a:r>
            <a:r>
              <a:rPr lang="en-IN" dirty="0"/>
              <a:t>8051 microcontroller is composed of 128 bytes of internal RAM. This is a volatile memory since its contents will be lost if power is switched off. </a:t>
            </a:r>
            <a:endParaRPr lang="en-IN" dirty="0" smtClean="0"/>
          </a:p>
          <a:p>
            <a:pPr marL="0" indent="0">
              <a:buNone/>
            </a:pPr>
            <a:r>
              <a:rPr lang="en-IN" dirty="0" smtClean="0"/>
              <a:t>These </a:t>
            </a:r>
            <a:r>
              <a:rPr lang="en-IN" dirty="0"/>
              <a:t>128 bytes of internal RAM are divided into 32 working registers which in turn constitute 4 register banks (Bank 0-Bank 3) with each bank consisting of 8 registers (R0 - R7). There are 128 addressable bits in the internal RAM</a:t>
            </a:r>
            <a:r>
              <a:rPr lang="en-IN" dirty="0" smtClean="0"/>
              <a:t>.</a:t>
            </a:r>
          </a:p>
          <a:p>
            <a:pPr marL="0" indent="0">
              <a:buNone/>
            </a:pPr>
            <a:r>
              <a:rPr lang="en-IN" dirty="0" smtClean="0"/>
              <a:t>The internal RAM address range is 00 h to FF h</a:t>
            </a:r>
            <a:r>
              <a:rPr lang="en-IN" dirty="0"/>
              <a:t/>
            </a:r>
            <a:br>
              <a:rPr lang="en-IN" dirty="0"/>
            </a:br>
            <a:r>
              <a:rPr lang="en-IN" dirty="0"/>
              <a:t/>
            </a:r>
            <a:br>
              <a:rPr lang="en-IN" dirty="0"/>
            </a:br>
            <a:endParaRPr lang="en-IN" dirty="0"/>
          </a:p>
        </p:txBody>
      </p:sp>
    </p:spTree>
    <p:extLst>
      <p:ext uri="{BB962C8B-B14F-4D97-AF65-F5344CB8AC3E}">
        <p14:creationId xmlns:p14="http://schemas.microsoft.com/office/powerpoint/2010/main" val="20928169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7886700" cy="896939"/>
          </a:xfrm>
        </p:spPr>
        <p:txBody>
          <a:bodyPr>
            <a:normAutofit/>
          </a:bodyPr>
          <a:lstStyle/>
          <a:p>
            <a:pPr algn="ctr"/>
            <a:r>
              <a:rPr lang="en-IN" sz="2400" dirty="0"/>
              <a:t>Internal RAM and </a:t>
            </a:r>
            <a:r>
              <a:rPr lang="en-IN" sz="2400" dirty="0" smtClean="0"/>
              <a:t>ROM..</a:t>
            </a:r>
            <a:r>
              <a:rPr lang="en-IN" sz="2400" dirty="0" err="1" smtClean="0"/>
              <a:t>cntd</a:t>
            </a:r>
            <a:r>
              <a:rPr lang="en-IN" sz="2400" dirty="0"/>
              <a:t/>
            </a:r>
            <a:br>
              <a:rPr lang="en-IN" sz="2400" dirty="0"/>
            </a:br>
            <a:endParaRPr lang="en-IN" sz="2400"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25538"/>
            <a:ext cx="8001000" cy="565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880280" y="458280"/>
              <a:ext cx="5272560" cy="5763960"/>
            </p14:xfrm>
          </p:contentPart>
        </mc:Choice>
        <mc:Fallback xmlns="">
          <p:pic>
            <p:nvPicPr>
              <p:cNvPr id="4" name="Ink 3"/>
              <p:cNvPicPr/>
              <p:nvPr/>
            </p:nvPicPr>
            <p:blipFill>
              <a:blip r:embed="rId4"/>
              <a:stretch>
                <a:fillRect/>
              </a:stretch>
            </p:blipFill>
            <p:spPr>
              <a:xfrm>
                <a:off x="1874520" y="449640"/>
                <a:ext cx="5284800" cy="5775840"/>
              </a:xfrm>
              <a:prstGeom prst="rect">
                <a:avLst/>
              </a:prstGeom>
            </p:spPr>
          </p:pic>
        </mc:Fallback>
      </mc:AlternateContent>
    </p:spTree>
    <p:extLst>
      <p:ext uri="{BB962C8B-B14F-4D97-AF65-F5344CB8AC3E}">
        <p14:creationId xmlns:p14="http://schemas.microsoft.com/office/powerpoint/2010/main" val="22634424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65127"/>
            <a:ext cx="6400800" cy="665060"/>
          </a:xfrm>
        </p:spPr>
        <p:txBody>
          <a:bodyPr>
            <a:normAutofit/>
          </a:bodyPr>
          <a:lstStyle/>
          <a:p>
            <a:r>
              <a:rPr lang="en-IN" sz="2800" b="1" dirty="0" smtClean="0"/>
              <a:t>Data Memory Organization of 8051</a:t>
            </a:r>
            <a:endParaRPr lang="en-IN" sz="2800" b="1"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30186"/>
            <a:ext cx="8305800" cy="5623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968760" y="817560"/>
              <a:ext cx="8183880" cy="5284080"/>
            </p14:xfrm>
          </p:contentPart>
        </mc:Choice>
        <mc:Fallback xmlns="">
          <p:pic>
            <p:nvPicPr>
              <p:cNvPr id="4" name="Ink 3"/>
              <p:cNvPicPr/>
              <p:nvPr/>
            </p:nvPicPr>
            <p:blipFill>
              <a:blip r:embed="rId4"/>
              <a:stretch>
                <a:fillRect/>
              </a:stretch>
            </p:blipFill>
            <p:spPr>
              <a:xfrm>
                <a:off x="964800" y="807480"/>
                <a:ext cx="8196840" cy="530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3216600" y="6027120"/>
              <a:ext cx="26280" cy="95400"/>
            </p14:xfrm>
          </p:contentPart>
        </mc:Choice>
        <mc:Fallback xmlns="">
          <p:pic>
            <p:nvPicPr>
              <p:cNvPr id="5" name="Ink 4"/>
              <p:cNvPicPr/>
              <p:nvPr/>
            </p:nvPicPr>
            <p:blipFill>
              <a:blip r:embed="rId6"/>
              <a:stretch>
                <a:fillRect/>
              </a:stretch>
            </p:blipFill>
            <p:spPr>
              <a:xfrm>
                <a:off x="3213360" y="6023880"/>
                <a:ext cx="32760" cy="101160"/>
              </a:xfrm>
              <a:prstGeom prst="rect">
                <a:avLst/>
              </a:prstGeom>
            </p:spPr>
          </p:pic>
        </mc:Fallback>
      </mc:AlternateContent>
    </p:spTree>
    <p:extLst>
      <p:ext uri="{BB962C8B-B14F-4D97-AF65-F5344CB8AC3E}">
        <p14:creationId xmlns:p14="http://schemas.microsoft.com/office/powerpoint/2010/main" val="40146308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65127"/>
            <a:ext cx="6400800" cy="1006474"/>
          </a:xfrm>
        </p:spPr>
        <p:txBody>
          <a:bodyPr>
            <a:normAutofit/>
          </a:bodyPr>
          <a:lstStyle/>
          <a:p>
            <a:r>
              <a:rPr lang="en-IN" sz="2800" b="1" dirty="0" smtClean="0"/>
              <a:t>Program Memory Organization of 8051</a:t>
            </a:r>
            <a:endParaRPr lang="en-IN" sz="2800" b="1"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65195"/>
            <a:ext cx="7924800" cy="5532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769320" y="1093680"/>
              <a:ext cx="8305560" cy="5460120"/>
            </p14:xfrm>
          </p:contentPart>
        </mc:Choice>
        <mc:Fallback xmlns="">
          <p:pic>
            <p:nvPicPr>
              <p:cNvPr id="4" name="Ink 3"/>
              <p:cNvPicPr/>
              <p:nvPr/>
            </p:nvPicPr>
            <p:blipFill>
              <a:blip r:embed="rId4"/>
              <a:stretch>
                <a:fillRect/>
              </a:stretch>
            </p:blipFill>
            <p:spPr>
              <a:xfrm>
                <a:off x="764640" y="1083600"/>
                <a:ext cx="8318880" cy="5477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1946880" y="4786200"/>
              <a:ext cx="2411280" cy="1295280"/>
            </p14:xfrm>
          </p:contentPart>
        </mc:Choice>
        <mc:Fallback xmlns="">
          <p:pic>
            <p:nvPicPr>
              <p:cNvPr id="5" name="Ink 4"/>
              <p:cNvPicPr/>
              <p:nvPr/>
            </p:nvPicPr>
            <p:blipFill>
              <a:blip r:embed="rId6"/>
              <a:stretch>
                <a:fillRect/>
              </a:stretch>
            </p:blipFill>
            <p:spPr>
              <a:xfrm>
                <a:off x="1937520" y="4776840"/>
                <a:ext cx="2430000" cy="1314000"/>
              </a:xfrm>
              <a:prstGeom prst="rect">
                <a:avLst/>
              </a:prstGeom>
            </p:spPr>
          </p:pic>
        </mc:Fallback>
      </mc:AlternateContent>
    </p:spTree>
    <p:extLst>
      <p:ext uri="{BB962C8B-B14F-4D97-AF65-F5344CB8AC3E}">
        <p14:creationId xmlns:p14="http://schemas.microsoft.com/office/powerpoint/2010/main" val="7403246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147763"/>
            <a:ext cx="7239000" cy="5434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2527200" y="6206040"/>
              <a:ext cx="411120" cy="45000"/>
            </p14:xfrm>
          </p:contentPart>
        </mc:Choice>
        <mc:Fallback xmlns="">
          <p:pic>
            <p:nvPicPr>
              <p:cNvPr id="4" name="Ink 3"/>
              <p:cNvPicPr/>
              <p:nvPr/>
            </p:nvPicPr>
            <p:blipFill>
              <a:blip r:embed="rId4"/>
              <a:stretch>
                <a:fillRect/>
              </a:stretch>
            </p:blipFill>
            <p:spPr>
              <a:xfrm>
                <a:off x="2511360" y="6142680"/>
                <a:ext cx="44280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2607480" y="6134760"/>
              <a:ext cx="1197000" cy="45000"/>
            </p14:xfrm>
          </p:contentPart>
        </mc:Choice>
        <mc:Fallback xmlns="">
          <p:pic>
            <p:nvPicPr>
              <p:cNvPr id="5" name="Ink 4"/>
              <p:cNvPicPr/>
              <p:nvPr/>
            </p:nvPicPr>
            <p:blipFill>
              <a:blip r:embed="rId6"/>
              <a:stretch>
                <a:fillRect/>
              </a:stretch>
            </p:blipFill>
            <p:spPr>
              <a:xfrm>
                <a:off x="2591640" y="6071040"/>
                <a:ext cx="12286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2982600" y="6152400"/>
              <a:ext cx="714600" cy="27360"/>
            </p14:xfrm>
          </p:contentPart>
        </mc:Choice>
        <mc:Fallback xmlns="">
          <p:pic>
            <p:nvPicPr>
              <p:cNvPr id="6" name="Ink 5"/>
              <p:cNvPicPr/>
              <p:nvPr/>
            </p:nvPicPr>
            <p:blipFill>
              <a:blip r:embed="rId8"/>
              <a:stretch>
                <a:fillRect/>
              </a:stretch>
            </p:blipFill>
            <p:spPr>
              <a:xfrm>
                <a:off x="2966760" y="6089040"/>
                <a:ext cx="7466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p14:cNvContentPartPr/>
              <p14:nvPr/>
            </p14:nvContentPartPr>
            <p14:xfrm>
              <a:off x="2562840" y="6339960"/>
              <a:ext cx="1098720" cy="36360"/>
            </p14:xfrm>
          </p:contentPart>
        </mc:Choice>
        <mc:Fallback xmlns="">
          <p:pic>
            <p:nvPicPr>
              <p:cNvPr id="7" name="Ink 6"/>
              <p:cNvPicPr/>
              <p:nvPr/>
            </p:nvPicPr>
            <p:blipFill>
              <a:blip r:embed="rId10"/>
              <a:stretch>
                <a:fillRect/>
              </a:stretch>
            </p:blipFill>
            <p:spPr>
              <a:xfrm>
                <a:off x="2547000" y="6276600"/>
                <a:ext cx="11304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p14:cNvContentPartPr/>
              <p14:nvPr/>
            </p14:nvContentPartPr>
            <p14:xfrm>
              <a:off x="2553840" y="6277680"/>
              <a:ext cx="1098720" cy="45000"/>
            </p14:xfrm>
          </p:contentPart>
        </mc:Choice>
        <mc:Fallback xmlns="">
          <p:pic>
            <p:nvPicPr>
              <p:cNvPr id="8" name="Ink 7"/>
              <p:cNvPicPr/>
              <p:nvPr/>
            </p:nvPicPr>
            <p:blipFill>
              <a:blip r:embed="rId12"/>
              <a:stretch>
                <a:fillRect/>
              </a:stretch>
            </p:blipFill>
            <p:spPr>
              <a:xfrm>
                <a:off x="2538000" y="6213960"/>
                <a:ext cx="11307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p14:cNvContentPartPr/>
              <p14:nvPr/>
            </p14:nvContentPartPr>
            <p14:xfrm>
              <a:off x="2562840" y="6268680"/>
              <a:ext cx="312840" cy="134280"/>
            </p14:xfrm>
          </p:contentPart>
        </mc:Choice>
        <mc:Fallback xmlns="">
          <p:pic>
            <p:nvPicPr>
              <p:cNvPr id="9" name="Ink 8"/>
              <p:cNvPicPr/>
              <p:nvPr/>
            </p:nvPicPr>
            <p:blipFill>
              <a:blip r:embed="rId14"/>
              <a:stretch>
                <a:fillRect/>
              </a:stretch>
            </p:blipFill>
            <p:spPr>
              <a:xfrm>
                <a:off x="2547000" y="6205320"/>
                <a:ext cx="3448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p14:cNvContentPartPr/>
              <p14:nvPr/>
            </p14:nvContentPartPr>
            <p14:xfrm>
              <a:off x="2616480" y="6384600"/>
              <a:ext cx="1045080" cy="36360"/>
            </p14:xfrm>
          </p:contentPart>
        </mc:Choice>
        <mc:Fallback xmlns="">
          <p:pic>
            <p:nvPicPr>
              <p:cNvPr id="10" name="Ink 9"/>
              <p:cNvPicPr/>
              <p:nvPr/>
            </p:nvPicPr>
            <p:blipFill>
              <a:blip r:embed="rId16"/>
              <a:stretch>
                <a:fillRect/>
              </a:stretch>
            </p:blipFill>
            <p:spPr>
              <a:xfrm>
                <a:off x="2600640" y="6321240"/>
                <a:ext cx="10767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p14:cNvContentPartPr/>
              <p14:nvPr/>
            </p14:nvContentPartPr>
            <p14:xfrm>
              <a:off x="934560" y="3957480"/>
              <a:ext cx="5024880" cy="1983240"/>
            </p14:xfrm>
          </p:contentPart>
        </mc:Choice>
        <mc:Fallback xmlns="">
          <p:pic>
            <p:nvPicPr>
              <p:cNvPr id="11" name="Ink 10"/>
              <p:cNvPicPr/>
              <p:nvPr/>
            </p:nvPicPr>
            <p:blipFill>
              <a:blip r:embed="rId18"/>
              <a:stretch>
                <a:fillRect/>
              </a:stretch>
            </p:blipFill>
            <p:spPr>
              <a:xfrm>
                <a:off x="926640" y="3949560"/>
                <a:ext cx="5040000" cy="1995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p14:cNvContentPartPr/>
              <p14:nvPr/>
            </p14:nvContentPartPr>
            <p14:xfrm>
              <a:off x="4325040" y="152640"/>
              <a:ext cx="1942200" cy="938520"/>
            </p14:xfrm>
          </p:contentPart>
        </mc:Choice>
        <mc:Fallback xmlns="">
          <p:pic>
            <p:nvPicPr>
              <p:cNvPr id="12" name="Ink 11"/>
              <p:cNvPicPr/>
              <p:nvPr/>
            </p:nvPicPr>
            <p:blipFill>
              <a:blip r:embed="rId20"/>
              <a:stretch>
                <a:fillRect/>
              </a:stretch>
            </p:blipFill>
            <p:spPr>
              <a:xfrm>
                <a:off x="4315320" y="144720"/>
                <a:ext cx="1961280" cy="954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p14:cNvContentPartPr/>
              <p14:nvPr/>
            </p14:nvContentPartPr>
            <p14:xfrm>
              <a:off x="136800" y="1928880"/>
              <a:ext cx="8535960" cy="2313000"/>
            </p14:xfrm>
          </p:contentPart>
        </mc:Choice>
        <mc:Fallback xmlns="">
          <p:pic>
            <p:nvPicPr>
              <p:cNvPr id="13" name="Ink 12"/>
              <p:cNvPicPr/>
              <p:nvPr/>
            </p:nvPicPr>
            <p:blipFill>
              <a:blip r:embed="rId22"/>
              <a:stretch>
                <a:fillRect/>
              </a:stretch>
            </p:blipFill>
            <p:spPr>
              <a:xfrm>
                <a:off x="127800" y="1918800"/>
                <a:ext cx="8555400" cy="2332440"/>
              </a:xfrm>
              <a:prstGeom prst="rect">
                <a:avLst/>
              </a:prstGeom>
            </p:spPr>
          </p:pic>
        </mc:Fallback>
      </mc:AlternateContent>
    </p:spTree>
    <p:extLst>
      <p:ext uri="{BB962C8B-B14F-4D97-AF65-F5344CB8AC3E}">
        <p14:creationId xmlns:p14="http://schemas.microsoft.com/office/powerpoint/2010/main" val="293759748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381000"/>
          </a:xfrm>
        </p:spPr>
        <p:txBody>
          <a:bodyPr>
            <a:normAutofit fontScale="90000"/>
          </a:bodyPr>
          <a:lstStyle/>
          <a:p>
            <a:pPr algn="ctr"/>
            <a:r>
              <a:rPr lang="en-IN" dirty="0" smtClean="0"/>
              <a:t>Programming model of 8051</a:t>
            </a:r>
            <a:endParaRPr lang="en-IN" dirty="0"/>
          </a:p>
        </p:txBody>
      </p:sp>
      <p:pic>
        <p:nvPicPr>
          <p:cNvPr id="1026" name="Picture 2" descr="E:\All_courses\MPMC_sem-III_B_2020-21\programming model of 8051.jpe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34622" y="838200"/>
            <a:ext cx="5309177" cy="60633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166200" y="558000"/>
              <a:ext cx="3865320" cy="5766120"/>
            </p14:xfrm>
          </p:contentPart>
        </mc:Choice>
        <mc:Fallback xmlns="">
          <p:pic>
            <p:nvPicPr>
              <p:cNvPr id="4" name="Ink 3"/>
              <p:cNvPicPr/>
              <p:nvPr/>
            </p:nvPicPr>
            <p:blipFill>
              <a:blip r:embed="rId4"/>
              <a:stretch>
                <a:fillRect/>
              </a:stretch>
            </p:blipFill>
            <p:spPr>
              <a:xfrm>
                <a:off x="3158280" y="551520"/>
                <a:ext cx="3877200" cy="5777640"/>
              </a:xfrm>
              <a:prstGeom prst="rect">
                <a:avLst/>
              </a:prstGeom>
            </p:spPr>
          </p:pic>
        </mc:Fallback>
      </mc:AlternateContent>
    </p:spTree>
    <p:extLst>
      <p:ext uri="{BB962C8B-B14F-4D97-AF65-F5344CB8AC3E}">
        <p14:creationId xmlns:p14="http://schemas.microsoft.com/office/powerpoint/2010/main" val="8622345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endParaRPr lang="en-IN" dirty="0"/>
          </a:p>
        </p:txBody>
      </p:sp>
      <p:pic>
        <p:nvPicPr>
          <p:cNvPr id="409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755105"/>
            <a:ext cx="6400800" cy="565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9603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599"/>
            <a:ext cx="7886700" cy="457201"/>
          </a:xfrm>
        </p:spPr>
        <p:txBody>
          <a:bodyPr>
            <a:normAutofit fontScale="90000"/>
          </a:bodyPr>
          <a:lstStyle/>
          <a:p>
            <a:pPr algn="ctr"/>
            <a:r>
              <a:rPr lang="en-IN" dirty="0" smtClean="0"/>
              <a:t/>
            </a:r>
            <a:br>
              <a:rPr lang="en-IN" dirty="0" smtClean="0"/>
            </a:br>
            <a:r>
              <a:rPr lang="en-IN" b="1" dirty="0" smtClean="0"/>
              <a:t>Interrupt </a:t>
            </a:r>
            <a:r>
              <a:rPr lang="en-IN" b="1" dirty="0"/>
              <a:t>Control</a:t>
            </a:r>
            <a:br>
              <a:rPr lang="en-IN" b="1" dirty="0"/>
            </a:br>
            <a:endParaRPr lang="en-IN" b="1" dirty="0"/>
          </a:p>
        </p:txBody>
      </p:sp>
      <p:sp>
        <p:nvSpPr>
          <p:cNvPr id="3" name="Content Placeholder 2"/>
          <p:cNvSpPr>
            <a:spLocks noGrp="1"/>
          </p:cNvSpPr>
          <p:nvPr>
            <p:ph idx="1"/>
          </p:nvPr>
        </p:nvSpPr>
        <p:spPr>
          <a:xfrm>
            <a:off x="628650" y="1219200"/>
            <a:ext cx="7886700" cy="4957763"/>
          </a:xfrm>
        </p:spPr>
        <p:txBody>
          <a:bodyPr>
            <a:normAutofit fontScale="70000" lnSpcReduction="20000"/>
          </a:bodyPr>
          <a:lstStyle/>
          <a:p>
            <a:pPr marL="0" indent="0">
              <a:buNone/>
            </a:pPr>
            <a:r>
              <a:rPr lang="en-IN" dirty="0"/>
              <a:t/>
            </a:r>
            <a:br>
              <a:rPr lang="en-IN" dirty="0"/>
            </a:br>
            <a:r>
              <a:rPr lang="en-IN" dirty="0" smtClean="0"/>
              <a:t>There </a:t>
            </a:r>
            <a:r>
              <a:rPr lang="en-IN" dirty="0"/>
              <a:t>are two ways of giving interrupts to a microcontroller – one is by sending software instructions and the other is by sending hardware signals. The interrupt mechanism keeps the normal program execution in a "put on hold" mode and executes a subroutine program and after the subroutine is executed, it gets back to its normal program execution. This subroutine program is also called an interrupt handler. A subroutine is executed when a certain event occurs.</a:t>
            </a:r>
            <a:br>
              <a:rPr lang="en-IN" dirty="0"/>
            </a:br>
            <a:r>
              <a:rPr lang="en-IN" dirty="0"/>
              <a:t/>
            </a:r>
            <a:br>
              <a:rPr lang="en-IN" dirty="0"/>
            </a:br>
            <a:r>
              <a:rPr lang="en-IN" dirty="0"/>
              <a:t>In 8051, 5 sources of interrupts are provided. They are:</a:t>
            </a:r>
            <a:br>
              <a:rPr lang="en-IN" dirty="0"/>
            </a:br>
            <a:r>
              <a:rPr lang="en-IN" dirty="0"/>
              <a:t/>
            </a:r>
            <a:br>
              <a:rPr lang="en-IN" dirty="0"/>
            </a:br>
            <a:r>
              <a:rPr lang="en-IN" dirty="0"/>
              <a:t>a) 2 external interrupt sources connected through INT0 and INT1</a:t>
            </a:r>
            <a:br>
              <a:rPr lang="en-IN" dirty="0"/>
            </a:br>
            <a:r>
              <a:rPr lang="en-IN" dirty="0"/>
              <a:t>b) 3 external interrupt sources- serial port interrupt, Timer Flag 0 and Timer Flag 1.</a:t>
            </a:r>
            <a:br>
              <a:rPr lang="en-IN" dirty="0"/>
            </a:br>
            <a:r>
              <a:rPr lang="en-IN" dirty="0"/>
              <a:t/>
            </a:r>
            <a:br>
              <a:rPr lang="en-IN" dirty="0"/>
            </a:br>
            <a:r>
              <a:rPr lang="en-IN" dirty="0"/>
              <a:t>The pins connected are as follows:</a:t>
            </a:r>
            <a:br>
              <a:rPr lang="en-IN" dirty="0"/>
            </a:br>
            <a:r>
              <a:rPr lang="en-IN" dirty="0"/>
              <a:t/>
            </a:r>
            <a:br>
              <a:rPr lang="en-IN" dirty="0"/>
            </a:br>
            <a:r>
              <a:rPr lang="en-IN" dirty="0"/>
              <a:t>1. ALE (Address Latch Enable) - Latches the address signals on Port P0</a:t>
            </a:r>
            <a:br>
              <a:rPr lang="en-IN" dirty="0"/>
            </a:br>
            <a:r>
              <a:rPr lang="en-IN" dirty="0"/>
              <a:t>2. EA (External Address) - Holds the 4K bytes of program memory</a:t>
            </a:r>
            <a:br>
              <a:rPr lang="en-IN" dirty="0"/>
            </a:br>
            <a:r>
              <a:rPr lang="en-IN" dirty="0"/>
              <a:t>3. PSEN (Program Store Enable) - Reads external program memory</a:t>
            </a:r>
            <a:br>
              <a:rPr lang="en-IN" dirty="0"/>
            </a:br>
            <a:r>
              <a:rPr lang="en-IN" dirty="0"/>
              <a:t>4. RST (Reset) - Reset the ports and internal registers upon start up</a:t>
            </a:r>
          </a:p>
        </p:txBody>
      </p:sp>
    </p:spTree>
    <p:extLst>
      <p:ext uri="{BB962C8B-B14F-4D97-AF65-F5344CB8AC3E}">
        <p14:creationId xmlns:p14="http://schemas.microsoft.com/office/powerpoint/2010/main" val="38475170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0"/>
            <a:ext cx="7886700" cy="762001"/>
          </a:xfrm>
        </p:spPr>
        <p:txBody>
          <a:bodyPr>
            <a:normAutofit fontScale="90000"/>
          </a:bodyPr>
          <a:lstStyle/>
          <a:p>
            <a:pPr algn="ctr"/>
            <a:r>
              <a:rPr lang="en-IN" b="1" dirty="0"/>
              <a:t>Serial Data Communication</a:t>
            </a:r>
            <a:br>
              <a:rPr lang="en-IN" b="1" dirty="0"/>
            </a:br>
            <a:endParaRPr lang="en-IN" b="1" dirty="0"/>
          </a:p>
        </p:txBody>
      </p:sp>
      <p:sp>
        <p:nvSpPr>
          <p:cNvPr id="3" name="Content Placeholder 2"/>
          <p:cNvSpPr>
            <a:spLocks noGrp="1"/>
          </p:cNvSpPr>
          <p:nvPr>
            <p:ph idx="1"/>
          </p:nvPr>
        </p:nvSpPr>
        <p:spPr>
          <a:xfrm>
            <a:off x="457200" y="1066800"/>
            <a:ext cx="8058150" cy="5110163"/>
          </a:xfrm>
        </p:spPr>
        <p:txBody>
          <a:bodyPr>
            <a:normAutofit fontScale="77500" lnSpcReduction="20000"/>
          </a:bodyPr>
          <a:lstStyle/>
          <a:p>
            <a:r>
              <a:rPr lang="en-IN" dirty="0"/>
              <a:t/>
            </a:r>
            <a:br>
              <a:rPr lang="en-IN" dirty="0"/>
            </a:br>
            <a:r>
              <a:rPr lang="en-IN" dirty="0"/>
              <a:t>A method of establishing communication among computers is by transmitting and receiving data bits is a serial connection network. In 8051, the SBUF (Serial Port Data Buffer) register holds the data; the SCON (Serial Control) register manages the data communication and the PCON (Power Control) register manages the data transfer rates. Further, two pins - RXD and TXD, establish the serial network.</a:t>
            </a:r>
            <a:br>
              <a:rPr lang="en-IN" dirty="0"/>
            </a:br>
            <a:r>
              <a:rPr lang="en-IN" dirty="0"/>
              <a:t/>
            </a:r>
            <a:br>
              <a:rPr lang="en-IN" dirty="0"/>
            </a:br>
            <a:r>
              <a:rPr lang="en-IN" dirty="0"/>
              <a:t>The SBUF register has 2 parts – one for storing the data to be transmitted and another for receiving data from outer sources. The first function is done using TXD pin and the second function is done using RXD pin.</a:t>
            </a:r>
            <a:br>
              <a:rPr lang="en-IN" dirty="0"/>
            </a:br>
            <a:r>
              <a:rPr lang="en-IN" dirty="0"/>
              <a:t/>
            </a:r>
            <a:br>
              <a:rPr lang="en-IN" dirty="0"/>
            </a:br>
            <a:r>
              <a:rPr lang="en-IN" dirty="0"/>
              <a:t>There are 4 programmable modes in serial data communication. They are:</a:t>
            </a:r>
            <a:br>
              <a:rPr lang="en-IN" dirty="0"/>
            </a:br>
            <a:r>
              <a:rPr lang="en-IN" dirty="0"/>
              <a:t/>
            </a:r>
            <a:br>
              <a:rPr lang="en-IN" dirty="0"/>
            </a:br>
            <a:r>
              <a:rPr lang="en-IN" dirty="0"/>
              <a:t>1. Serial Data mode 0 (shift register mode)</a:t>
            </a:r>
            <a:br>
              <a:rPr lang="en-IN" dirty="0"/>
            </a:br>
            <a:r>
              <a:rPr lang="en-IN" dirty="0"/>
              <a:t>2. Serial Data mode 1 (standard UART)</a:t>
            </a:r>
            <a:br>
              <a:rPr lang="en-IN" dirty="0"/>
            </a:br>
            <a:r>
              <a:rPr lang="en-IN" dirty="0"/>
              <a:t>3. Serial Data mode 2 (multiprocessor mode)</a:t>
            </a:r>
            <a:br>
              <a:rPr lang="en-IN" dirty="0"/>
            </a:br>
            <a:r>
              <a:rPr lang="en-IN" dirty="0"/>
              <a:t>4. Serial Data mode 3</a:t>
            </a:r>
          </a:p>
        </p:txBody>
      </p:sp>
    </p:spTree>
    <p:extLst>
      <p:ext uri="{BB962C8B-B14F-4D97-AF65-F5344CB8AC3E}">
        <p14:creationId xmlns:p14="http://schemas.microsoft.com/office/powerpoint/2010/main" val="14739511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0"/>
            <a:ext cx="7886700" cy="685800"/>
          </a:xfrm>
        </p:spPr>
        <p:txBody>
          <a:bodyPr>
            <a:normAutofit fontScale="90000"/>
          </a:bodyPr>
          <a:lstStyle/>
          <a:p>
            <a:pPr algn="ctr"/>
            <a:r>
              <a:rPr lang="en-IN" dirty="0" smtClean="0"/>
              <a:t/>
            </a:r>
            <a:br>
              <a:rPr lang="en-IN" dirty="0" smtClean="0"/>
            </a:br>
            <a:r>
              <a:rPr lang="en-IN" dirty="0"/>
              <a:t/>
            </a:r>
            <a:br>
              <a:rPr lang="en-IN" dirty="0"/>
            </a:br>
            <a:r>
              <a:rPr lang="en-IN" dirty="0" smtClean="0"/>
              <a:t>PSW </a:t>
            </a:r>
            <a:r>
              <a:rPr lang="en-IN" dirty="0"/>
              <a:t>(Program Status Word)</a:t>
            </a:r>
            <a:br>
              <a:rPr lang="en-IN" dirty="0"/>
            </a:br>
            <a:endParaRPr lang="en-IN" dirty="0"/>
          </a:p>
        </p:txBody>
      </p:sp>
      <p:sp>
        <p:nvSpPr>
          <p:cNvPr id="3" name="Content Placeholder 2"/>
          <p:cNvSpPr>
            <a:spLocks noGrp="1"/>
          </p:cNvSpPr>
          <p:nvPr>
            <p:ph idx="1"/>
          </p:nvPr>
        </p:nvSpPr>
        <p:spPr>
          <a:xfrm>
            <a:off x="457200" y="1143000"/>
            <a:ext cx="8343900" cy="5037138"/>
          </a:xfrm>
        </p:spPr>
        <p:txBody>
          <a:bodyPr>
            <a:normAutofit fontScale="70000" lnSpcReduction="20000"/>
          </a:bodyPr>
          <a:lstStyle/>
          <a:p>
            <a:pPr marL="0" indent="0">
              <a:buNone/>
            </a:pPr>
            <a:r>
              <a:rPr lang="en-IN" dirty="0"/>
              <a:t/>
            </a:r>
            <a:br>
              <a:rPr lang="en-IN" dirty="0"/>
            </a:br>
            <a:r>
              <a:rPr lang="en-IN" dirty="0"/>
              <a:t>Program Status Word or PSW is a hardware register which is a memory location which holds a program's information and also monitors the status of the program this is currently being executed. PSW also has a pointer which points towards the address of the next instruction to be executed. PSW register has 3 fields namely are instruction address field, condition code field and error status field. We can say that PSW is an internal register that keeps track of the computer at every instant.</a:t>
            </a:r>
            <a:br>
              <a:rPr lang="en-IN" dirty="0"/>
            </a:br>
            <a:r>
              <a:rPr lang="en-IN" dirty="0"/>
              <a:t/>
            </a:r>
            <a:br>
              <a:rPr lang="en-IN" dirty="0"/>
            </a:br>
            <a:r>
              <a:rPr lang="en-IN" dirty="0"/>
              <a:t>Generally, the instruction of the result of a program is stored in a single bit register called a 'flag'. The are7 flags in the PSW of 8051. Among these 7 flags, 4 are math flags and 3</a:t>
            </a:r>
            <a:r>
              <a:rPr lang="en-IN" dirty="0" smtClean="0"/>
              <a:t> </a:t>
            </a:r>
            <a:r>
              <a:rPr lang="en-IN" dirty="0"/>
              <a:t>are general purpose or user flags.</a:t>
            </a:r>
            <a:br>
              <a:rPr lang="en-IN" dirty="0"/>
            </a:br>
            <a:r>
              <a:rPr lang="en-IN" dirty="0"/>
              <a:t/>
            </a:r>
            <a:br>
              <a:rPr lang="en-IN" dirty="0"/>
            </a:br>
            <a:r>
              <a:rPr lang="en-IN" dirty="0"/>
              <a:t>The 4 Math flags are:</a:t>
            </a:r>
            <a:br>
              <a:rPr lang="en-IN" dirty="0"/>
            </a:br>
            <a:r>
              <a:rPr lang="en-IN" dirty="0"/>
              <a:t/>
            </a:r>
            <a:br>
              <a:rPr lang="en-IN" dirty="0"/>
            </a:br>
            <a:r>
              <a:rPr lang="en-IN" dirty="0"/>
              <a:t>• Carry (c)</a:t>
            </a:r>
            <a:br>
              <a:rPr lang="en-IN" dirty="0"/>
            </a:br>
            <a:r>
              <a:rPr lang="en-IN" dirty="0"/>
              <a:t>• Auxiliary carry (AC)</a:t>
            </a:r>
            <a:br>
              <a:rPr lang="en-IN" dirty="0"/>
            </a:br>
            <a:r>
              <a:rPr lang="en-IN" dirty="0"/>
              <a:t>• Overflow (OV)</a:t>
            </a:r>
            <a:br>
              <a:rPr lang="en-IN" dirty="0"/>
            </a:br>
            <a:r>
              <a:rPr lang="en-IN" dirty="0"/>
              <a:t>• Parity (P)</a:t>
            </a:r>
            <a:br>
              <a:rPr lang="en-IN" dirty="0"/>
            </a:br>
            <a:r>
              <a:rPr lang="en-IN" dirty="0"/>
              <a:t/>
            </a:r>
            <a:br>
              <a:rPr lang="en-IN" dirty="0"/>
            </a:br>
            <a:r>
              <a:rPr lang="en-IN" dirty="0"/>
              <a:t>The physical address of PSW starts from D0H. The individual bits are then accessed using D1, D2 … D7.  The various individual bits are explained below.</a:t>
            </a:r>
          </a:p>
        </p:txBody>
      </p:sp>
    </p:spTree>
    <p:extLst>
      <p:ext uri="{BB962C8B-B14F-4D97-AF65-F5344CB8AC3E}">
        <p14:creationId xmlns:p14="http://schemas.microsoft.com/office/powerpoint/2010/main" val="86043916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609599"/>
          </a:xfrm>
        </p:spPr>
        <p:txBody>
          <a:bodyPr/>
          <a:lstStyle/>
          <a:p>
            <a:pPr algn="ctr"/>
            <a:r>
              <a:rPr lang="en-IN" dirty="0" smtClean="0"/>
              <a:t>Program Status Word-PSW</a:t>
            </a: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762000"/>
            <a:ext cx="8737041" cy="3027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00399"/>
            <a:ext cx="8077200" cy="360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4372560" y="4147920"/>
              <a:ext cx="3333240" cy="2353680"/>
            </p14:xfrm>
          </p:contentPart>
        </mc:Choice>
        <mc:Fallback xmlns="">
          <p:pic>
            <p:nvPicPr>
              <p:cNvPr id="3" name="Ink 2"/>
              <p:cNvPicPr/>
              <p:nvPr/>
            </p:nvPicPr>
            <p:blipFill>
              <a:blip r:embed="rId5"/>
              <a:stretch>
                <a:fillRect/>
              </a:stretch>
            </p:blipFill>
            <p:spPr>
              <a:xfrm>
                <a:off x="4365720" y="4140360"/>
                <a:ext cx="3349440" cy="2367000"/>
              </a:xfrm>
              <a:prstGeom prst="rect">
                <a:avLst/>
              </a:prstGeom>
            </p:spPr>
          </p:pic>
        </mc:Fallback>
      </mc:AlternateContent>
    </p:spTree>
    <p:extLst>
      <p:ext uri="{BB962C8B-B14F-4D97-AF65-F5344CB8AC3E}">
        <p14:creationId xmlns:p14="http://schemas.microsoft.com/office/powerpoint/2010/main" val="53429543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457199"/>
          </a:xfrm>
        </p:spPr>
        <p:txBody>
          <a:bodyPr>
            <a:normAutofit fontScale="90000"/>
          </a:bodyPr>
          <a:lstStyle/>
          <a:p>
            <a:endParaRPr lang="en-IN" dirty="0"/>
          </a:p>
        </p:txBody>
      </p:sp>
      <p:sp>
        <p:nvSpPr>
          <p:cNvPr id="3" name="Content Placeholder 2"/>
          <p:cNvSpPr>
            <a:spLocks noGrp="1"/>
          </p:cNvSpPr>
          <p:nvPr>
            <p:ph idx="1"/>
          </p:nvPr>
        </p:nvSpPr>
        <p:spPr>
          <a:xfrm>
            <a:off x="304800" y="914400"/>
            <a:ext cx="8229600" cy="5562600"/>
          </a:xfrm>
        </p:spPr>
        <p:txBody>
          <a:bodyPr>
            <a:normAutofit fontScale="70000" lnSpcReduction="20000"/>
          </a:bodyPr>
          <a:lstStyle/>
          <a:p>
            <a:endParaRPr lang="en-IN" dirty="0" smtClean="0"/>
          </a:p>
          <a:p>
            <a:r>
              <a:rPr lang="en-IN" dirty="0" smtClean="0"/>
              <a:t>Program </a:t>
            </a:r>
            <a:r>
              <a:rPr lang="en-IN" dirty="0"/>
              <a:t>Counter (PC)</a:t>
            </a:r>
          </a:p>
          <a:p>
            <a:pPr marL="0" indent="0">
              <a:buNone/>
            </a:pPr>
            <a:r>
              <a:rPr lang="en-IN" dirty="0"/>
              <a:t/>
            </a:r>
            <a:br>
              <a:rPr lang="en-IN" dirty="0"/>
            </a:br>
            <a:r>
              <a:rPr lang="en-IN" dirty="0"/>
              <a:t>A program counter is a 16-bit register and it has no internal address. The basic function of program counter is to fetch from memory the address of the next instruction to be executed. The PC holds the address of the next instruction residing in memory and when a command is encountered, it produces that instruction. This way the PC increments automatically, holding the address of the next instruction.</a:t>
            </a:r>
            <a:br>
              <a:rPr lang="en-IN" dirty="0"/>
            </a:br>
            <a:endParaRPr lang="en-IN" dirty="0"/>
          </a:p>
          <a:p>
            <a:r>
              <a:rPr lang="en-IN" dirty="0" smtClean="0"/>
              <a:t>Data </a:t>
            </a:r>
            <a:r>
              <a:rPr lang="en-IN" dirty="0"/>
              <a:t>Pointer (DPTR)</a:t>
            </a:r>
          </a:p>
          <a:p>
            <a:pPr marL="0" indent="0">
              <a:buNone/>
            </a:pPr>
            <a:r>
              <a:rPr lang="en-IN" dirty="0" smtClean="0"/>
              <a:t>The </a:t>
            </a:r>
            <a:r>
              <a:rPr lang="en-IN" dirty="0"/>
              <a:t>data pointer or DPTR is a 16-bit register. It is made up of two 8-bit registers called DPH and DPL. Separate addresses are assigned to each of DPH and DPL. These 8-bit registers are used for the storing the memory addresses that can be used to access internal and external data/code</a:t>
            </a:r>
            <a:r>
              <a:rPr lang="en-IN" dirty="0" smtClean="0"/>
              <a:t>.</a:t>
            </a:r>
          </a:p>
          <a:p>
            <a:r>
              <a:rPr lang="en-IN" dirty="0"/>
              <a:t>Stack Pointer (SP</a:t>
            </a:r>
            <a:r>
              <a:rPr lang="en-IN" dirty="0" smtClean="0"/>
              <a:t>)</a:t>
            </a:r>
          </a:p>
          <a:p>
            <a:pPr marL="0" indent="0">
              <a:buNone/>
            </a:pPr>
            <a:r>
              <a:rPr lang="en-IN" dirty="0"/>
              <a:t/>
            </a:r>
            <a:br>
              <a:rPr lang="en-IN" dirty="0"/>
            </a:br>
            <a:r>
              <a:rPr lang="en-IN" dirty="0" smtClean="0"/>
              <a:t>The </a:t>
            </a:r>
            <a:r>
              <a:rPr lang="en-IN" dirty="0"/>
              <a:t>stack pointer (SP) in 8051 is an 8-bit register. The main purpose of SP is to access the stack. As it has 8-bits it can take values in the range 00 H to FF H. Stack is a special area of data in memory. The SP acts as a pointer for an address that points to the top of the stack.</a:t>
            </a:r>
          </a:p>
        </p:txBody>
      </p:sp>
    </p:spTree>
    <p:extLst>
      <p:ext uri="{BB962C8B-B14F-4D97-AF65-F5344CB8AC3E}">
        <p14:creationId xmlns:p14="http://schemas.microsoft.com/office/powerpoint/2010/main" val="36857319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685800"/>
          </a:xfrm>
        </p:spPr>
        <p:txBody>
          <a:bodyPr>
            <a:normAutofit fontScale="90000"/>
          </a:bodyPr>
          <a:lstStyle/>
          <a:p>
            <a:pPr algn="ctr"/>
            <a:r>
              <a:rPr lang="en-IN" sz="2400" b="1" dirty="0"/>
              <a:t>Data and Address Bus</a:t>
            </a:r>
            <a:br>
              <a:rPr lang="en-IN" sz="2400" b="1" dirty="0"/>
            </a:br>
            <a:endParaRPr lang="en-IN" sz="2400" b="1" dirty="0"/>
          </a:p>
        </p:txBody>
      </p:sp>
      <p:sp>
        <p:nvSpPr>
          <p:cNvPr id="3" name="Content Placeholder 2"/>
          <p:cNvSpPr>
            <a:spLocks noGrp="1"/>
          </p:cNvSpPr>
          <p:nvPr>
            <p:ph idx="1"/>
          </p:nvPr>
        </p:nvSpPr>
        <p:spPr>
          <a:xfrm>
            <a:off x="628650" y="914400"/>
            <a:ext cx="7886700" cy="5262563"/>
          </a:xfrm>
        </p:spPr>
        <p:txBody>
          <a:bodyPr>
            <a:normAutofit fontScale="85000" lnSpcReduction="20000"/>
          </a:bodyPr>
          <a:lstStyle/>
          <a:p>
            <a:pPr marL="0" indent="0">
              <a:buNone/>
            </a:pPr>
            <a:r>
              <a:rPr lang="en-IN" dirty="0"/>
              <a:t/>
            </a:r>
            <a:br>
              <a:rPr lang="en-IN" dirty="0"/>
            </a:br>
            <a:r>
              <a:rPr lang="en-IN" dirty="0"/>
              <a:t>A bus is group of wires using which data transfer takes place from one location to another within a system. Buses reduce the number of paths or cables needed to set up connection between components.</a:t>
            </a:r>
            <a:br>
              <a:rPr lang="en-IN" dirty="0"/>
            </a:br>
            <a:r>
              <a:rPr lang="en-IN" dirty="0"/>
              <a:t/>
            </a:r>
            <a:br>
              <a:rPr lang="en-IN" dirty="0"/>
            </a:br>
            <a:r>
              <a:rPr lang="en-IN" dirty="0"/>
              <a:t>There are mainly two kinds of buses - Data Bus and Address Bus</a:t>
            </a:r>
            <a:br>
              <a:rPr lang="en-IN" dirty="0"/>
            </a:br>
            <a:r>
              <a:rPr lang="en-IN" dirty="0"/>
              <a:t/>
            </a:r>
            <a:br>
              <a:rPr lang="en-IN" dirty="0"/>
            </a:br>
            <a:r>
              <a:rPr lang="en-IN" dirty="0"/>
              <a:t>Data Bus: The purpose of data bus is to transfer data. It acts as an electronic channel using which data travels. Wider the width of the bus, greater will be the transmission of data.</a:t>
            </a:r>
            <a:br>
              <a:rPr lang="en-IN" dirty="0"/>
            </a:br>
            <a:r>
              <a:rPr lang="en-IN" dirty="0"/>
              <a:t/>
            </a:r>
            <a:br>
              <a:rPr lang="en-IN" dirty="0"/>
            </a:br>
            <a:r>
              <a:rPr lang="en-IN" dirty="0"/>
              <a:t>Address Bus: The purpose of address bus is to transfer information but not data. The information tells from where within the components, the data should be sent to or received from. The capacity or memory of the address bus depends on the number of wires that transmit a single address bit.</a:t>
            </a:r>
            <a:br>
              <a:rPr lang="en-IN" dirty="0"/>
            </a:br>
            <a:endParaRPr lang="en-IN" dirty="0"/>
          </a:p>
        </p:txBody>
      </p:sp>
    </p:spTree>
    <p:extLst>
      <p:ext uri="{BB962C8B-B14F-4D97-AF65-F5344CB8AC3E}">
        <p14:creationId xmlns:p14="http://schemas.microsoft.com/office/powerpoint/2010/main" val="1706758422"/>
      </p:ext>
    </p:extLst>
  </p:cSld>
  <p:clrMapOvr>
    <a:masterClrMapping/>
  </p:clrMapOvr>
  <p:timing>
    <p:tnLst>
      <p:par>
        <p:cTn id="1" dur="indefinite" restart="never" nodeType="tmRoot"/>
      </p:par>
    </p:tnLst>
  </p:timing>
</p:sld>
</file>

<file path=ppt/theme/theme1.xml><?xml version="1.0" encoding="utf-8"?>
<a:theme xmlns:a="http://schemas.openxmlformats.org/drawingml/2006/main" name="SVU_KJSCE THEME TEMPLATE FOR PPT_WIDE SCREE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SVU_KJSCE THEME TEMPLATE FOR PPT_WIDE SCREEN</Template>
  <TotalTime>2454</TotalTime>
  <Words>1649</Words>
  <Application>Microsoft Office PowerPoint</Application>
  <PresentationFormat>On-screen Show (4:3)</PresentationFormat>
  <Paragraphs>234</Paragraphs>
  <Slides>55</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57" baseType="lpstr">
      <vt:lpstr>SVU_KJSCE THEME TEMPLATE FOR PPT_WIDE SCREEN</vt:lpstr>
      <vt:lpstr>Equation</vt:lpstr>
      <vt:lpstr>8051 Microcontroller</vt:lpstr>
      <vt:lpstr>Microprocessor Vs Microcontroller</vt:lpstr>
      <vt:lpstr>Generalized block diagram of microcontroller</vt:lpstr>
      <vt:lpstr> Features of 8051 Microcontroller </vt:lpstr>
      <vt:lpstr>PowerPoint Presentation</vt:lpstr>
      <vt:lpstr>PowerPoint Presentation</vt:lpstr>
      <vt:lpstr>Pin Diagram of 8051</vt:lpstr>
      <vt:lpstr>PowerPoint Presentation</vt:lpstr>
      <vt:lpstr>I/O Ports and their Functions </vt:lpstr>
      <vt:lpstr>PowerPoint Presentation</vt:lpstr>
      <vt:lpstr>PowerPoint Presentation</vt:lpstr>
      <vt:lpstr>PowerPoint Presentation</vt:lpstr>
      <vt:lpstr>Hardware Connection of Pins </vt:lpstr>
      <vt:lpstr>PowerPoint Presentation</vt:lpstr>
      <vt:lpstr>PowerPoint Presentation</vt:lpstr>
      <vt:lpstr>Internal block diagram of 8051</vt:lpstr>
      <vt:lpstr>PowerPoint Presentation</vt:lpstr>
      <vt:lpstr>PowerPoint Presentation</vt:lpstr>
      <vt:lpstr>Registers</vt:lpstr>
      <vt:lpstr>Timers and Counters </vt:lpstr>
      <vt:lpstr>Timer 0</vt:lpstr>
      <vt:lpstr>Timer 1</vt:lpstr>
      <vt:lpstr>TMOD (timer mode) Register</vt:lpstr>
      <vt:lpstr>TMOD</vt:lpstr>
      <vt:lpstr>8051 Timer/Counter</vt:lpstr>
      <vt:lpstr>TMOD Register</vt:lpstr>
      <vt:lpstr>TMOD</vt:lpstr>
      <vt:lpstr>8051 Timer Modes</vt:lpstr>
      <vt:lpstr>PowerPoint Presentation</vt:lpstr>
      <vt:lpstr>PowerPoint Presentation</vt:lpstr>
      <vt:lpstr>Mode 0</vt:lpstr>
      <vt:lpstr>Mode 1</vt:lpstr>
      <vt:lpstr>PowerPoint Presentation</vt:lpstr>
      <vt:lpstr>Mode 2</vt:lpstr>
      <vt:lpstr>PowerPoint Presentation</vt:lpstr>
      <vt:lpstr>Mode 3</vt:lpstr>
      <vt:lpstr>PowerPoint Presentation</vt:lpstr>
      <vt:lpstr>TCON register</vt:lpstr>
      <vt:lpstr>PowerPoint Presentation</vt:lpstr>
      <vt:lpstr>PowerPoint Presentation</vt:lpstr>
      <vt:lpstr>Timer program-Delay generation</vt:lpstr>
      <vt:lpstr>Four General Purpose Parallel Input/Output Ports </vt:lpstr>
      <vt:lpstr>Internal RAM and ROM </vt:lpstr>
      <vt:lpstr>Internal RAM and ROM..cntd </vt:lpstr>
      <vt:lpstr>Data Memory Organization of 8051</vt:lpstr>
      <vt:lpstr>Program Memory Organization of 8051</vt:lpstr>
      <vt:lpstr>PowerPoint Presentation</vt:lpstr>
      <vt:lpstr>Programming model of 8051</vt:lpstr>
      <vt:lpstr>PowerPoint Presentation</vt:lpstr>
      <vt:lpstr> Interrupt Control </vt:lpstr>
      <vt:lpstr>Serial Data Communication </vt:lpstr>
      <vt:lpstr>  PSW (Program Status Word) </vt:lpstr>
      <vt:lpstr>Program Status Word-PSW</vt:lpstr>
      <vt:lpstr>PowerPoint Presentation</vt:lpstr>
      <vt:lpstr>Data and Address Bus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8051 Microcontroller</dc:title>
  <dc:creator>SAVITA</dc:creator>
  <cp:lastModifiedBy>Admin</cp:lastModifiedBy>
  <cp:revision>82</cp:revision>
  <dcterms:created xsi:type="dcterms:W3CDTF">2006-08-16T00:00:00Z</dcterms:created>
  <dcterms:modified xsi:type="dcterms:W3CDTF">2025-09-03T11:43:23Z</dcterms:modified>
</cp:coreProperties>
</file>